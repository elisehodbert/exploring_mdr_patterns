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93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82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21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93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93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09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22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51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42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93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93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454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1966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93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41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497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050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01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93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71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93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79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30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93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69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93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69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93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091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45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52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09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41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17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82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211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023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93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09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22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82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211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78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93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41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49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36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05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015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82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321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93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717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82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211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93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79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30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82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916836" y="3170392"/>
              <a:ext cx="66942" cy="167167"/>
            </a:xfrm>
            <a:custGeom>
              <a:avLst/>
              <a:pathLst>
                <a:path w="66942" h="167167">
                  <a:moveTo>
                    <a:pt x="66942" y="0"/>
                  </a:moveTo>
                  <a:lnTo>
                    <a:pt x="61204" y="98"/>
                  </a:lnTo>
                  <a:lnTo>
                    <a:pt x="55472" y="393"/>
                  </a:lnTo>
                  <a:lnTo>
                    <a:pt x="49754" y="886"/>
                  </a:lnTo>
                  <a:lnTo>
                    <a:pt x="44056" y="1574"/>
                  </a:lnTo>
                  <a:lnTo>
                    <a:pt x="38385" y="2457"/>
                  </a:lnTo>
                  <a:lnTo>
                    <a:pt x="32748" y="3534"/>
                  </a:lnTo>
                  <a:lnTo>
                    <a:pt x="27151" y="4804"/>
                  </a:lnTo>
                  <a:lnTo>
                    <a:pt x="21601" y="6266"/>
                  </a:lnTo>
                  <a:lnTo>
                    <a:pt x="16104" y="7917"/>
                  </a:lnTo>
                  <a:lnTo>
                    <a:pt x="10668" y="9756"/>
                  </a:lnTo>
                  <a:lnTo>
                    <a:pt x="5297" y="11781"/>
                  </a:lnTo>
                  <a:lnTo>
                    <a:pt x="0" y="13989"/>
                  </a:lnTo>
                  <a:lnTo>
                    <a:pt x="6694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816631" y="3170392"/>
              <a:ext cx="334294" cy="334334"/>
            </a:xfrm>
            <a:custGeom>
              <a:avLst/>
              <a:pathLst>
                <a:path w="334294" h="334334">
                  <a:moveTo>
                    <a:pt x="100204" y="13989"/>
                  </a:moveTo>
                  <a:lnTo>
                    <a:pt x="95377" y="16190"/>
                  </a:lnTo>
                  <a:lnTo>
                    <a:pt x="90623" y="18543"/>
                  </a:lnTo>
                  <a:lnTo>
                    <a:pt x="85945" y="21046"/>
                  </a:lnTo>
                  <a:lnTo>
                    <a:pt x="81350" y="23696"/>
                  </a:lnTo>
                  <a:lnTo>
                    <a:pt x="76841" y="26491"/>
                  </a:lnTo>
                  <a:lnTo>
                    <a:pt x="72422" y="29427"/>
                  </a:lnTo>
                  <a:lnTo>
                    <a:pt x="68099" y="32502"/>
                  </a:lnTo>
                  <a:lnTo>
                    <a:pt x="63876" y="35713"/>
                  </a:lnTo>
                  <a:lnTo>
                    <a:pt x="59757" y="39056"/>
                  </a:lnTo>
                  <a:lnTo>
                    <a:pt x="55746" y="42528"/>
                  </a:lnTo>
                  <a:lnTo>
                    <a:pt x="51847" y="46126"/>
                  </a:lnTo>
                  <a:lnTo>
                    <a:pt x="48065" y="49845"/>
                  </a:lnTo>
                  <a:lnTo>
                    <a:pt x="44402" y="53683"/>
                  </a:lnTo>
                  <a:lnTo>
                    <a:pt x="40863" y="57635"/>
                  </a:lnTo>
                  <a:lnTo>
                    <a:pt x="37451" y="61697"/>
                  </a:lnTo>
                  <a:lnTo>
                    <a:pt x="34170" y="65866"/>
                  </a:lnTo>
                  <a:lnTo>
                    <a:pt x="31022" y="70136"/>
                  </a:lnTo>
                  <a:lnTo>
                    <a:pt x="28012" y="74504"/>
                  </a:lnTo>
                  <a:lnTo>
                    <a:pt x="25142" y="78966"/>
                  </a:lnTo>
                  <a:lnTo>
                    <a:pt x="22415" y="83516"/>
                  </a:lnTo>
                  <a:lnTo>
                    <a:pt x="19833" y="88151"/>
                  </a:lnTo>
                  <a:lnTo>
                    <a:pt x="17400" y="92865"/>
                  </a:lnTo>
                  <a:lnTo>
                    <a:pt x="15118" y="97654"/>
                  </a:lnTo>
                  <a:lnTo>
                    <a:pt x="12989" y="102513"/>
                  </a:lnTo>
                  <a:lnTo>
                    <a:pt x="11015" y="107437"/>
                  </a:lnTo>
                  <a:lnTo>
                    <a:pt x="9198" y="112421"/>
                  </a:lnTo>
                  <a:lnTo>
                    <a:pt x="7540" y="117461"/>
                  </a:lnTo>
                  <a:lnTo>
                    <a:pt x="6044" y="122550"/>
                  </a:lnTo>
                  <a:lnTo>
                    <a:pt x="4709" y="127684"/>
                  </a:lnTo>
                  <a:lnTo>
                    <a:pt x="3538" y="132859"/>
                  </a:lnTo>
                  <a:lnTo>
                    <a:pt x="2532" y="138067"/>
                  </a:lnTo>
                  <a:lnTo>
                    <a:pt x="1691" y="143305"/>
                  </a:lnTo>
                  <a:lnTo>
                    <a:pt x="1017" y="148567"/>
                  </a:lnTo>
                  <a:lnTo>
                    <a:pt x="511" y="153848"/>
                  </a:lnTo>
                  <a:lnTo>
                    <a:pt x="172" y="159142"/>
                  </a:lnTo>
                  <a:lnTo>
                    <a:pt x="2" y="164445"/>
                  </a:lnTo>
                  <a:lnTo>
                    <a:pt x="0" y="169750"/>
                  </a:lnTo>
                  <a:lnTo>
                    <a:pt x="166" y="175052"/>
                  </a:lnTo>
                  <a:lnTo>
                    <a:pt x="500" y="180347"/>
                  </a:lnTo>
                  <a:lnTo>
                    <a:pt x="1002" y="185628"/>
                  </a:lnTo>
                  <a:lnTo>
                    <a:pt x="1671" y="190890"/>
                  </a:lnTo>
                  <a:lnTo>
                    <a:pt x="2508" y="196129"/>
                  </a:lnTo>
                  <a:lnTo>
                    <a:pt x="3509" y="201339"/>
                  </a:lnTo>
                  <a:lnTo>
                    <a:pt x="4676" y="206514"/>
                  </a:lnTo>
                  <a:lnTo>
                    <a:pt x="6006" y="211649"/>
                  </a:lnTo>
                  <a:lnTo>
                    <a:pt x="7499" y="216740"/>
                  </a:lnTo>
                  <a:lnTo>
                    <a:pt x="9152" y="221781"/>
                  </a:lnTo>
                  <a:lnTo>
                    <a:pt x="10965" y="226767"/>
                  </a:lnTo>
                  <a:lnTo>
                    <a:pt x="12935" y="231692"/>
                  </a:lnTo>
                  <a:lnTo>
                    <a:pt x="15060" y="236553"/>
                  </a:lnTo>
                  <a:lnTo>
                    <a:pt x="17338" y="241344"/>
                  </a:lnTo>
                  <a:lnTo>
                    <a:pt x="19767" y="246060"/>
                  </a:lnTo>
                  <a:lnTo>
                    <a:pt x="22345" y="250697"/>
                  </a:lnTo>
                  <a:lnTo>
                    <a:pt x="25068" y="255250"/>
                  </a:lnTo>
                  <a:lnTo>
                    <a:pt x="27935" y="259713"/>
                  </a:lnTo>
                  <a:lnTo>
                    <a:pt x="30941" y="264084"/>
                  </a:lnTo>
                  <a:lnTo>
                    <a:pt x="34085" y="268357"/>
                  </a:lnTo>
                  <a:lnTo>
                    <a:pt x="37363" y="272528"/>
                  </a:lnTo>
                  <a:lnTo>
                    <a:pt x="40771" y="276594"/>
                  </a:lnTo>
                  <a:lnTo>
                    <a:pt x="44307" y="280548"/>
                  </a:lnTo>
                  <a:lnTo>
                    <a:pt x="47967" y="284389"/>
                  </a:lnTo>
                  <a:lnTo>
                    <a:pt x="51746" y="288112"/>
                  </a:lnTo>
                  <a:lnTo>
                    <a:pt x="55642" y="291713"/>
                  </a:lnTo>
                  <a:lnTo>
                    <a:pt x="59650" y="295188"/>
                  </a:lnTo>
                  <a:lnTo>
                    <a:pt x="63767" y="298535"/>
                  </a:lnTo>
                  <a:lnTo>
                    <a:pt x="67987" y="301749"/>
                  </a:lnTo>
                  <a:lnTo>
                    <a:pt x="72307" y="304827"/>
                  </a:lnTo>
                  <a:lnTo>
                    <a:pt x="76723" y="307767"/>
                  </a:lnTo>
                  <a:lnTo>
                    <a:pt x="81230" y="310566"/>
                  </a:lnTo>
                  <a:lnTo>
                    <a:pt x="85823" y="313220"/>
                  </a:lnTo>
                  <a:lnTo>
                    <a:pt x="90499" y="315727"/>
                  </a:lnTo>
                  <a:lnTo>
                    <a:pt x="95251" y="318084"/>
                  </a:lnTo>
                  <a:lnTo>
                    <a:pt x="100076" y="320289"/>
                  </a:lnTo>
                  <a:lnTo>
                    <a:pt x="104969" y="322340"/>
                  </a:lnTo>
                  <a:lnTo>
                    <a:pt x="109924" y="324235"/>
                  </a:lnTo>
                  <a:lnTo>
                    <a:pt x="114936" y="325972"/>
                  </a:lnTo>
                  <a:lnTo>
                    <a:pt x="120002" y="327549"/>
                  </a:lnTo>
                  <a:lnTo>
                    <a:pt x="125115" y="328964"/>
                  </a:lnTo>
                  <a:lnTo>
                    <a:pt x="130270" y="330216"/>
                  </a:lnTo>
                  <a:lnTo>
                    <a:pt x="135462" y="331304"/>
                  </a:lnTo>
                  <a:lnTo>
                    <a:pt x="140686" y="332227"/>
                  </a:lnTo>
                  <a:lnTo>
                    <a:pt x="145937" y="332983"/>
                  </a:lnTo>
                  <a:lnTo>
                    <a:pt x="151209" y="333573"/>
                  </a:lnTo>
                  <a:lnTo>
                    <a:pt x="156497" y="333995"/>
                  </a:lnTo>
                  <a:lnTo>
                    <a:pt x="161796" y="334249"/>
                  </a:lnTo>
                  <a:lnTo>
                    <a:pt x="167100" y="334334"/>
                  </a:lnTo>
                  <a:lnTo>
                    <a:pt x="172405" y="334252"/>
                  </a:lnTo>
                  <a:lnTo>
                    <a:pt x="177704" y="334001"/>
                  </a:lnTo>
                  <a:lnTo>
                    <a:pt x="182992" y="333582"/>
                  </a:lnTo>
                  <a:lnTo>
                    <a:pt x="188265" y="332995"/>
                  </a:lnTo>
                  <a:lnTo>
                    <a:pt x="193516" y="332242"/>
                  </a:lnTo>
                  <a:lnTo>
                    <a:pt x="198741" y="331322"/>
                  </a:lnTo>
                  <a:lnTo>
                    <a:pt x="203934" y="330237"/>
                  </a:lnTo>
                  <a:lnTo>
                    <a:pt x="209089" y="328987"/>
                  </a:lnTo>
                  <a:lnTo>
                    <a:pt x="214203" y="327575"/>
                  </a:lnTo>
                  <a:lnTo>
                    <a:pt x="219269" y="326001"/>
                  </a:lnTo>
                  <a:lnTo>
                    <a:pt x="224283" y="324267"/>
                  </a:lnTo>
                  <a:lnTo>
                    <a:pt x="229239" y="322375"/>
                  </a:lnTo>
                  <a:lnTo>
                    <a:pt x="234132" y="320327"/>
                  </a:lnTo>
                  <a:lnTo>
                    <a:pt x="238959" y="318124"/>
                  </a:lnTo>
                  <a:lnTo>
                    <a:pt x="243712" y="315769"/>
                  </a:lnTo>
                  <a:lnTo>
                    <a:pt x="248389" y="313265"/>
                  </a:lnTo>
                  <a:lnTo>
                    <a:pt x="252984" y="310614"/>
                  </a:lnTo>
                  <a:lnTo>
                    <a:pt x="257492" y="307818"/>
                  </a:lnTo>
                  <a:lnTo>
                    <a:pt x="261910" y="304880"/>
                  </a:lnTo>
                  <a:lnTo>
                    <a:pt x="266232" y="301804"/>
                  </a:lnTo>
                  <a:lnTo>
                    <a:pt x="270454" y="298592"/>
                  </a:lnTo>
                  <a:lnTo>
                    <a:pt x="274572" y="295248"/>
                  </a:lnTo>
                  <a:lnTo>
                    <a:pt x="278582" y="291775"/>
                  </a:lnTo>
                  <a:lnTo>
                    <a:pt x="282480" y="288176"/>
                  </a:lnTo>
                  <a:lnTo>
                    <a:pt x="286262" y="284455"/>
                  </a:lnTo>
                  <a:lnTo>
                    <a:pt x="289924" y="280617"/>
                  </a:lnTo>
                  <a:lnTo>
                    <a:pt x="293462" y="276664"/>
                  </a:lnTo>
                  <a:lnTo>
                    <a:pt x="296872" y="272601"/>
                  </a:lnTo>
                  <a:lnTo>
                    <a:pt x="300153" y="268431"/>
                  </a:lnTo>
                  <a:lnTo>
                    <a:pt x="303299" y="264160"/>
                  </a:lnTo>
                  <a:lnTo>
                    <a:pt x="306308" y="259791"/>
                  </a:lnTo>
                  <a:lnTo>
                    <a:pt x="309177" y="255329"/>
                  </a:lnTo>
                  <a:lnTo>
                    <a:pt x="311903" y="250778"/>
                  </a:lnTo>
                  <a:lnTo>
                    <a:pt x="314483" y="246142"/>
                  </a:lnTo>
                  <a:lnTo>
                    <a:pt x="316915" y="241427"/>
                  </a:lnTo>
                  <a:lnTo>
                    <a:pt x="319196" y="236638"/>
                  </a:lnTo>
                  <a:lnTo>
                    <a:pt x="321323" y="231778"/>
                  </a:lnTo>
                  <a:lnTo>
                    <a:pt x="323296" y="226853"/>
                  </a:lnTo>
                  <a:lnTo>
                    <a:pt x="325111" y="221869"/>
                  </a:lnTo>
                  <a:lnTo>
                    <a:pt x="326767" y="216829"/>
                  </a:lnTo>
                  <a:lnTo>
                    <a:pt x="328263" y="211739"/>
                  </a:lnTo>
                  <a:lnTo>
                    <a:pt x="329596" y="206604"/>
                  </a:lnTo>
                  <a:lnTo>
                    <a:pt x="330765" y="201430"/>
                  </a:lnTo>
                  <a:lnTo>
                    <a:pt x="331770" y="196221"/>
                  </a:lnTo>
                  <a:lnTo>
                    <a:pt x="332609" y="190982"/>
                  </a:lnTo>
                  <a:lnTo>
                    <a:pt x="333282" y="185720"/>
                  </a:lnTo>
                  <a:lnTo>
                    <a:pt x="333787" y="180439"/>
                  </a:lnTo>
                  <a:lnTo>
                    <a:pt x="334124" y="175145"/>
                  </a:lnTo>
                  <a:lnTo>
                    <a:pt x="334293" y="169843"/>
                  </a:lnTo>
                  <a:lnTo>
                    <a:pt x="334294" y="164538"/>
                  </a:lnTo>
                  <a:lnTo>
                    <a:pt x="334126" y="159235"/>
                  </a:lnTo>
                  <a:lnTo>
                    <a:pt x="333790" y="153941"/>
                  </a:lnTo>
                  <a:lnTo>
                    <a:pt x="333287" y="148660"/>
                  </a:lnTo>
                  <a:lnTo>
                    <a:pt x="332616" y="143397"/>
                  </a:lnTo>
                  <a:lnTo>
                    <a:pt x="331778" y="138159"/>
                  </a:lnTo>
                  <a:lnTo>
                    <a:pt x="330775" y="132950"/>
                  </a:lnTo>
                  <a:lnTo>
                    <a:pt x="329607" y="127775"/>
                  </a:lnTo>
                  <a:lnTo>
                    <a:pt x="328275" y="122640"/>
                  </a:lnTo>
                  <a:lnTo>
                    <a:pt x="326781" y="117549"/>
                  </a:lnTo>
                  <a:lnTo>
                    <a:pt x="325126" y="112509"/>
                  </a:lnTo>
                  <a:lnTo>
                    <a:pt x="323312" y="107524"/>
                  </a:lnTo>
                  <a:lnTo>
                    <a:pt x="321341" y="102599"/>
                  </a:lnTo>
                  <a:lnTo>
                    <a:pt x="319215" y="97738"/>
                  </a:lnTo>
                  <a:lnTo>
                    <a:pt x="316935" y="92948"/>
                  </a:lnTo>
                  <a:lnTo>
                    <a:pt x="314505" y="88233"/>
                  </a:lnTo>
                  <a:lnTo>
                    <a:pt x="311926" y="83597"/>
                  </a:lnTo>
                  <a:lnTo>
                    <a:pt x="309201" y="79045"/>
                  </a:lnTo>
                  <a:lnTo>
                    <a:pt x="306334" y="74582"/>
                  </a:lnTo>
                  <a:lnTo>
                    <a:pt x="303326" y="70212"/>
                  </a:lnTo>
                  <a:lnTo>
                    <a:pt x="300181" y="65940"/>
                  </a:lnTo>
                  <a:lnTo>
                    <a:pt x="296902" y="61769"/>
                  </a:lnTo>
                  <a:lnTo>
                    <a:pt x="293492" y="57705"/>
                  </a:lnTo>
                  <a:lnTo>
                    <a:pt x="289955" y="53751"/>
                  </a:lnTo>
                  <a:lnTo>
                    <a:pt x="286294" y="49912"/>
                  </a:lnTo>
                  <a:lnTo>
                    <a:pt x="282514" y="46190"/>
                  </a:lnTo>
                  <a:lnTo>
                    <a:pt x="278617" y="42590"/>
                  </a:lnTo>
                  <a:lnTo>
                    <a:pt x="274608" y="39116"/>
                  </a:lnTo>
                  <a:lnTo>
                    <a:pt x="270491" y="35771"/>
                  </a:lnTo>
                  <a:lnTo>
                    <a:pt x="266269" y="32558"/>
                  </a:lnTo>
                  <a:lnTo>
                    <a:pt x="261948" y="29480"/>
                  </a:lnTo>
                  <a:lnTo>
                    <a:pt x="257532" y="26541"/>
                  </a:lnTo>
                  <a:lnTo>
                    <a:pt x="253024" y="23744"/>
                  </a:lnTo>
                  <a:lnTo>
                    <a:pt x="248430" y="21091"/>
                  </a:lnTo>
                  <a:lnTo>
                    <a:pt x="243754" y="18586"/>
                  </a:lnTo>
                  <a:lnTo>
                    <a:pt x="239001" y="16230"/>
                  </a:lnTo>
                  <a:lnTo>
                    <a:pt x="234175" y="14026"/>
                  </a:lnTo>
                  <a:lnTo>
                    <a:pt x="229282" y="11976"/>
                  </a:lnTo>
                  <a:lnTo>
                    <a:pt x="224326" y="10083"/>
                  </a:lnTo>
                  <a:lnTo>
                    <a:pt x="219313" y="8347"/>
                  </a:lnTo>
                  <a:lnTo>
                    <a:pt x="214248" y="6772"/>
                  </a:lnTo>
                  <a:lnTo>
                    <a:pt x="209134" y="5358"/>
                  </a:lnTo>
                  <a:lnTo>
                    <a:pt x="203979" y="4108"/>
                  </a:lnTo>
                  <a:lnTo>
                    <a:pt x="198786" y="3021"/>
                  </a:lnTo>
                  <a:lnTo>
                    <a:pt x="193562" y="2100"/>
                  </a:lnTo>
                  <a:lnTo>
                    <a:pt x="188311" y="1345"/>
                  </a:lnTo>
                  <a:lnTo>
                    <a:pt x="183039" y="757"/>
                  </a:lnTo>
                  <a:lnTo>
                    <a:pt x="177750" y="336"/>
                  </a:lnTo>
                  <a:lnTo>
                    <a:pt x="172451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83779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51864" y="2633064"/>
              <a:ext cx="167146" cy="212508"/>
            </a:xfrm>
            <a:custGeom>
              <a:avLst/>
              <a:pathLst>
                <a:path w="167146" h="212508">
                  <a:moveTo>
                    <a:pt x="167146" y="0"/>
                  </a:moveTo>
                  <a:lnTo>
                    <a:pt x="161735" y="87"/>
                  </a:lnTo>
                  <a:lnTo>
                    <a:pt x="156329" y="350"/>
                  </a:lnTo>
                  <a:lnTo>
                    <a:pt x="150935" y="787"/>
                  </a:lnTo>
                  <a:lnTo>
                    <a:pt x="145558" y="1399"/>
                  </a:lnTo>
                  <a:lnTo>
                    <a:pt x="140203" y="2185"/>
                  </a:lnTo>
                  <a:lnTo>
                    <a:pt x="134876" y="3144"/>
                  </a:lnTo>
                  <a:lnTo>
                    <a:pt x="129584" y="4274"/>
                  </a:lnTo>
                  <a:lnTo>
                    <a:pt x="124330" y="5576"/>
                  </a:lnTo>
                  <a:lnTo>
                    <a:pt x="119122" y="7046"/>
                  </a:lnTo>
                  <a:lnTo>
                    <a:pt x="113964" y="8685"/>
                  </a:lnTo>
                  <a:lnTo>
                    <a:pt x="108861" y="10490"/>
                  </a:lnTo>
                  <a:lnTo>
                    <a:pt x="103820" y="12458"/>
                  </a:lnTo>
                  <a:lnTo>
                    <a:pt x="98845" y="14589"/>
                  </a:lnTo>
                  <a:lnTo>
                    <a:pt x="93942" y="16880"/>
                  </a:lnTo>
                  <a:lnTo>
                    <a:pt x="89115" y="19329"/>
                  </a:lnTo>
                  <a:lnTo>
                    <a:pt x="84371" y="21932"/>
                  </a:lnTo>
                  <a:lnTo>
                    <a:pt x="79713" y="24688"/>
                  </a:lnTo>
                  <a:lnTo>
                    <a:pt x="75146" y="27593"/>
                  </a:lnTo>
                  <a:lnTo>
                    <a:pt x="70676" y="30644"/>
                  </a:lnTo>
                  <a:lnTo>
                    <a:pt x="66307" y="33839"/>
                  </a:lnTo>
                  <a:lnTo>
                    <a:pt x="62044" y="37173"/>
                  </a:lnTo>
                  <a:lnTo>
                    <a:pt x="57891" y="40643"/>
                  </a:lnTo>
                  <a:lnTo>
                    <a:pt x="53853" y="44246"/>
                  </a:lnTo>
                  <a:lnTo>
                    <a:pt x="49933" y="47978"/>
                  </a:lnTo>
                  <a:lnTo>
                    <a:pt x="46136" y="51835"/>
                  </a:lnTo>
                  <a:lnTo>
                    <a:pt x="42466" y="55812"/>
                  </a:lnTo>
                  <a:lnTo>
                    <a:pt x="38927" y="59907"/>
                  </a:lnTo>
                  <a:lnTo>
                    <a:pt x="35522" y="64114"/>
                  </a:lnTo>
                  <a:lnTo>
                    <a:pt x="32255" y="68428"/>
                  </a:lnTo>
                  <a:lnTo>
                    <a:pt x="29130" y="72847"/>
                  </a:lnTo>
                  <a:lnTo>
                    <a:pt x="26149" y="77364"/>
                  </a:lnTo>
                  <a:lnTo>
                    <a:pt x="23316" y="81975"/>
                  </a:lnTo>
                  <a:lnTo>
                    <a:pt x="20633" y="86676"/>
                  </a:lnTo>
                  <a:lnTo>
                    <a:pt x="18104" y="91461"/>
                  </a:lnTo>
                  <a:lnTo>
                    <a:pt x="15732" y="96325"/>
                  </a:lnTo>
                  <a:lnTo>
                    <a:pt x="13518" y="101264"/>
                  </a:lnTo>
                  <a:lnTo>
                    <a:pt x="11465" y="106271"/>
                  </a:lnTo>
                  <a:lnTo>
                    <a:pt x="9575" y="111343"/>
                  </a:lnTo>
                  <a:lnTo>
                    <a:pt x="7851" y="116473"/>
                  </a:lnTo>
                  <a:lnTo>
                    <a:pt x="6293" y="121656"/>
                  </a:lnTo>
                  <a:lnTo>
                    <a:pt x="4904" y="126887"/>
                  </a:lnTo>
                  <a:lnTo>
                    <a:pt x="3686" y="132160"/>
                  </a:lnTo>
                  <a:lnTo>
                    <a:pt x="2638" y="137470"/>
                  </a:lnTo>
                  <a:lnTo>
                    <a:pt x="1763" y="142810"/>
                  </a:lnTo>
                  <a:lnTo>
                    <a:pt x="1061" y="148177"/>
                  </a:lnTo>
                  <a:lnTo>
                    <a:pt x="533" y="153563"/>
                  </a:lnTo>
                  <a:lnTo>
                    <a:pt x="180" y="158964"/>
                  </a:lnTo>
                  <a:lnTo>
                    <a:pt x="2" y="164373"/>
                  </a:lnTo>
                  <a:lnTo>
                    <a:pt x="0" y="169785"/>
                  </a:lnTo>
                  <a:lnTo>
                    <a:pt x="172" y="175194"/>
                  </a:lnTo>
                  <a:lnTo>
                    <a:pt x="519" y="180595"/>
                  </a:lnTo>
                  <a:lnTo>
                    <a:pt x="1041" y="185982"/>
                  </a:lnTo>
                  <a:lnTo>
                    <a:pt x="1737" y="191349"/>
                  </a:lnTo>
                  <a:lnTo>
                    <a:pt x="2607" y="196691"/>
                  </a:lnTo>
                  <a:lnTo>
                    <a:pt x="3649" y="202002"/>
                  </a:lnTo>
                  <a:lnTo>
                    <a:pt x="4862" y="207276"/>
                  </a:lnTo>
                  <a:lnTo>
                    <a:pt x="6246" y="212508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8110" y="2800231"/>
              <a:ext cx="160900" cy="45341"/>
            </a:xfrm>
            <a:custGeom>
              <a:avLst/>
              <a:pathLst>
                <a:path w="160900" h="45341">
                  <a:moveTo>
                    <a:pt x="0" y="45341"/>
                  </a:moveTo>
                  <a:lnTo>
                    <a:pt x="16090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8110" y="2654748"/>
              <a:ext cx="328067" cy="312639"/>
            </a:xfrm>
            <a:custGeom>
              <a:avLst/>
              <a:pathLst>
                <a:path w="328067" h="312639">
                  <a:moveTo>
                    <a:pt x="0" y="190824"/>
                  </a:moveTo>
                  <a:lnTo>
                    <a:pt x="1527" y="195932"/>
                  </a:lnTo>
                  <a:lnTo>
                    <a:pt x="3217" y="200988"/>
                  </a:lnTo>
                  <a:lnTo>
                    <a:pt x="5067" y="205988"/>
                  </a:lnTo>
                  <a:lnTo>
                    <a:pt x="7075" y="210926"/>
                  </a:lnTo>
                  <a:lnTo>
                    <a:pt x="9240" y="215798"/>
                  </a:lnTo>
                  <a:lnTo>
                    <a:pt x="11560" y="220598"/>
                  </a:lnTo>
                  <a:lnTo>
                    <a:pt x="14031" y="225322"/>
                  </a:lnTo>
                  <a:lnTo>
                    <a:pt x="16651" y="229964"/>
                  </a:lnTo>
                  <a:lnTo>
                    <a:pt x="19418" y="234521"/>
                  </a:lnTo>
                  <a:lnTo>
                    <a:pt x="22329" y="238987"/>
                  </a:lnTo>
                  <a:lnTo>
                    <a:pt x="25381" y="243358"/>
                  </a:lnTo>
                  <a:lnTo>
                    <a:pt x="28571" y="247629"/>
                  </a:lnTo>
                  <a:lnTo>
                    <a:pt x="31895" y="251797"/>
                  </a:lnTo>
                  <a:lnTo>
                    <a:pt x="35351" y="255856"/>
                  </a:lnTo>
                  <a:lnTo>
                    <a:pt x="38934" y="259804"/>
                  </a:lnTo>
                  <a:lnTo>
                    <a:pt x="42642" y="263634"/>
                  </a:lnTo>
                  <a:lnTo>
                    <a:pt x="46469" y="267345"/>
                  </a:lnTo>
                  <a:lnTo>
                    <a:pt x="50413" y="270932"/>
                  </a:lnTo>
                  <a:lnTo>
                    <a:pt x="54469" y="274391"/>
                  </a:lnTo>
                  <a:lnTo>
                    <a:pt x="58634" y="277719"/>
                  </a:lnTo>
                  <a:lnTo>
                    <a:pt x="62903" y="280913"/>
                  </a:lnTo>
                  <a:lnTo>
                    <a:pt x="67271" y="283969"/>
                  </a:lnTo>
                  <a:lnTo>
                    <a:pt x="71734" y="286884"/>
                  </a:lnTo>
                  <a:lnTo>
                    <a:pt x="76288" y="289655"/>
                  </a:lnTo>
                  <a:lnTo>
                    <a:pt x="80929" y="292280"/>
                  </a:lnTo>
                  <a:lnTo>
                    <a:pt x="85650" y="294756"/>
                  </a:lnTo>
                  <a:lnTo>
                    <a:pt x="90448" y="297079"/>
                  </a:lnTo>
                  <a:lnTo>
                    <a:pt x="95318" y="299248"/>
                  </a:lnTo>
                  <a:lnTo>
                    <a:pt x="100254" y="301261"/>
                  </a:lnTo>
                  <a:lnTo>
                    <a:pt x="105252" y="303116"/>
                  </a:lnTo>
                  <a:lnTo>
                    <a:pt x="110307" y="304810"/>
                  </a:lnTo>
                  <a:lnTo>
                    <a:pt x="115413" y="306343"/>
                  </a:lnTo>
                  <a:lnTo>
                    <a:pt x="120565" y="307711"/>
                  </a:lnTo>
                  <a:lnTo>
                    <a:pt x="125759" y="308915"/>
                  </a:lnTo>
                  <a:lnTo>
                    <a:pt x="130988" y="309952"/>
                  </a:lnTo>
                  <a:lnTo>
                    <a:pt x="136247" y="310822"/>
                  </a:lnTo>
                  <a:lnTo>
                    <a:pt x="141532" y="311524"/>
                  </a:lnTo>
                  <a:lnTo>
                    <a:pt x="146836" y="312058"/>
                  </a:lnTo>
                  <a:lnTo>
                    <a:pt x="152155" y="312421"/>
                  </a:lnTo>
                  <a:lnTo>
                    <a:pt x="157483" y="312615"/>
                  </a:lnTo>
                  <a:lnTo>
                    <a:pt x="162814" y="312639"/>
                  </a:lnTo>
                  <a:lnTo>
                    <a:pt x="168143" y="312493"/>
                  </a:lnTo>
                  <a:lnTo>
                    <a:pt x="173464" y="312177"/>
                  </a:lnTo>
                  <a:lnTo>
                    <a:pt x="178773" y="311692"/>
                  </a:lnTo>
                  <a:lnTo>
                    <a:pt x="184064" y="311038"/>
                  </a:lnTo>
                  <a:lnTo>
                    <a:pt x="189331" y="310215"/>
                  </a:lnTo>
                  <a:lnTo>
                    <a:pt x="194569" y="309225"/>
                  </a:lnTo>
                  <a:lnTo>
                    <a:pt x="199773" y="308068"/>
                  </a:lnTo>
                  <a:lnTo>
                    <a:pt x="204938" y="306746"/>
                  </a:lnTo>
                  <a:lnTo>
                    <a:pt x="210058" y="305259"/>
                  </a:lnTo>
                  <a:lnTo>
                    <a:pt x="215127" y="303611"/>
                  </a:lnTo>
                  <a:lnTo>
                    <a:pt x="220142" y="301801"/>
                  </a:lnTo>
                  <a:lnTo>
                    <a:pt x="225096" y="299833"/>
                  </a:lnTo>
                  <a:lnTo>
                    <a:pt x="229985" y="297707"/>
                  </a:lnTo>
                  <a:lnTo>
                    <a:pt x="234804" y="295427"/>
                  </a:lnTo>
                  <a:lnTo>
                    <a:pt x="239548" y="292994"/>
                  </a:lnTo>
                  <a:lnTo>
                    <a:pt x="244211" y="290411"/>
                  </a:lnTo>
                  <a:lnTo>
                    <a:pt x="248790" y="287681"/>
                  </a:lnTo>
                  <a:lnTo>
                    <a:pt x="253280" y="284806"/>
                  </a:lnTo>
                  <a:lnTo>
                    <a:pt x="257675" y="281790"/>
                  </a:lnTo>
                  <a:lnTo>
                    <a:pt x="261972" y="278635"/>
                  </a:lnTo>
                  <a:lnTo>
                    <a:pt x="266167" y="275344"/>
                  </a:lnTo>
                  <a:lnTo>
                    <a:pt x="270254" y="271922"/>
                  </a:lnTo>
                  <a:lnTo>
                    <a:pt x="274230" y="268370"/>
                  </a:lnTo>
                  <a:lnTo>
                    <a:pt x="278091" y="264694"/>
                  </a:lnTo>
                  <a:lnTo>
                    <a:pt x="281832" y="260897"/>
                  </a:lnTo>
                  <a:lnTo>
                    <a:pt x="285451" y="256982"/>
                  </a:lnTo>
                  <a:lnTo>
                    <a:pt x="288943" y="252954"/>
                  </a:lnTo>
                  <a:lnTo>
                    <a:pt x="292305" y="248816"/>
                  </a:lnTo>
                  <a:lnTo>
                    <a:pt x="295533" y="244574"/>
                  </a:lnTo>
                  <a:lnTo>
                    <a:pt x="298624" y="240231"/>
                  </a:lnTo>
                  <a:lnTo>
                    <a:pt x="301575" y="235791"/>
                  </a:lnTo>
                  <a:lnTo>
                    <a:pt x="304383" y="231259"/>
                  </a:lnTo>
                  <a:lnTo>
                    <a:pt x="307046" y="226640"/>
                  </a:lnTo>
                  <a:lnTo>
                    <a:pt x="309559" y="221939"/>
                  </a:lnTo>
                  <a:lnTo>
                    <a:pt x="311921" y="217160"/>
                  </a:lnTo>
                  <a:lnTo>
                    <a:pt x="314130" y="212308"/>
                  </a:lnTo>
                  <a:lnTo>
                    <a:pt x="316183" y="207388"/>
                  </a:lnTo>
                  <a:lnTo>
                    <a:pt x="318078" y="202405"/>
                  </a:lnTo>
                  <a:lnTo>
                    <a:pt x="319813" y="197365"/>
                  </a:lnTo>
                  <a:lnTo>
                    <a:pt x="321387" y="192271"/>
                  </a:lnTo>
                  <a:lnTo>
                    <a:pt x="322797" y="187130"/>
                  </a:lnTo>
                  <a:lnTo>
                    <a:pt x="324043" y="181946"/>
                  </a:lnTo>
                  <a:lnTo>
                    <a:pt x="325122" y="176726"/>
                  </a:lnTo>
                  <a:lnTo>
                    <a:pt x="326035" y="171473"/>
                  </a:lnTo>
                  <a:lnTo>
                    <a:pt x="326780" y="166195"/>
                  </a:lnTo>
                  <a:lnTo>
                    <a:pt x="327356" y="160895"/>
                  </a:lnTo>
                  <a:lnTo>
                    <a:pt x="327763" y="155579"/>
                  </a:lnTo>
                  <a:lnTo>
                    <a:pt x="328000" y="150254"/>
                  </a:lnTo>
                  <a:lnTo>
                    <a:pt x="328067" y="144923"/>
                  </a:lnTo>
                  <a:lnTo>
                    <a:pt x="327964" y="139593"/>
                  </a:lnTo>
                  <a:lnTo>
                    <a:pt x="327691" y="134269"/>
                  </a:lnTo>
                  <a:lnTo>
                    <a:pt x="327249" y="128956"/>
                  </a:lnTo>
                  <a:lnTo>
                    <a:pt x="326637" y="123660"/>
                  </a:lnTo>
                  <a:lnTo>
                    <a:pt x="325857" y="118387"/>
                  </a:lnTo>
                  <a:lnTo>
                    <a:pt x="324909" y="113140"/>
                  </a:lnTo>
                  <a:lnTo>
                    <a:pt x="323795" y="107927"/>
                  </a:lnTo>
                  <a:lnTo>
                    <a:pt x="322514" y="102752"/>
                  </a:lnTo>
                  <a:lnTo>
                    <a:pt x="321070" y="97621"/>
                  </a:lnTo>
                  <a:lnTo>
                    <a:pt x="319462" y="92538"/>
                  </a:lnTo>
                  <a:lnTo>
                    <a:pt x="317693" y="87509"/>
                  </a:lnTo>
                  <a:lnTo>
                    <a:pt x="315765" y="82539"/>
                  </a:lnTo>
                  <a:lnTo>
                    <a:pt x="313679" y="77633"/>
                  </a:lnTo>
                  <a:lnTo>
                    <a:pt x="311438" y="72796"/>
                  </a:lnTo>
                  <a:lnTo>
                    <a:pt x="309044" y="68032"/>
                  </a:lnTo>
                  <a:lnTo>
                    <a:pt x="306499" y="63348"/>
                  </a:lnTo>
                  <a:lnTo>
                    <a:pt x="303806" y="58747"/>
                  </a:lnTo>
                  <a:lnTo>
                    <a:pt x="300967" y="54235"/>
                  </a:lnTo>
                  <a:lnTo>
                    <a:pt x="297986" y="49815"/>
                  </a:lnTo>
                  <a:lnTo>
                    <a:pt x="294866" y="45492"/>
                  </a:lnTo>
                  <a:lnTo>
                    <a:pt x="291610" y="41271"/>
                  </a:lnTo>
                  <a:lnTo>
                    <a:pt x="288220" y="37156"/>
                  </a:lnTo>
                  <a:lnTo>
                    <a:pt x="284701" y="33152"/>
                  </a:lnTo>
                  <a:lnTo>
                    <a:pt x="281057" y="29261"/>
                  </a:lnTo>
                  <a:lnTo>
                    <a:pt x="277290" y="25489"/>
                  </a:lnTo>
                  <a:lnTo>
                    <a:pt x="273404" y="21839"/>
                  </a:lnTo>
                  <a:lnTo>
                    <a:pt x="269404" y="18314"/>
                  </a:lnTo>
                  <a:lnTo>
                    <a:pt x="265294" y="14919"/>
                  </a:lnTo>
                  <a:lnTo>
                    <a:pt x="261078" y="11657"/>
                  </a:lnTo>
                  <a:lnTo>
                    <a:pt x="256760" y="8531"/>
                  </a:lnTo>
                  <a:lnTo>
                    <a:pt x="252344" y="5544"/>
                  </a:lnTo>
                  <a:lnTo>
                    <a:pt x="247835" y="2699"/>
                  </a:lnTo>
                  <a:lnTo>
                    <a:pt x="243238" y="0"/>
                  </a:lnTo>
                  <a:lnTo>
                    <a:pt x="160900" y="1454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919011" y="2633064"/>
              <a:ext cx="82338" cy="167167"/>
            </a:xfrm>
            <a:custGeom>
              <a:avLst/>
              <a:pathLst>
                <a:path w="82338" h="167167">
                  <a:moveTo>
                    <a:pt x="82338" y="21684"/>
                  </a:moveTo>
                  <a:lnTo>
                    <a:pt x="77295" y="18943"/>
                  </a:lnTo>
                  <a:lnTo>
                    <a:pt x="72161" y="16377"/>
                  </a:lnTo>
                  <a:lnTo>
                    <a:pt x="66942" y="13989"/>
                  </a:lnTo>
                  <a:lnTo>
                    <a:pt x="61645" y="11781"/>
                  </a:lnTo>
                  <a:lnTo>
                    <a:pt x="56274" y="9756"/>
                  </a:lnTo>
                  <a:lnTo>
                    <a:pt x="50838" y="7917"/>
                  </a:lnTo>
                  <a:lnTo>
                    <a:pt x="45341" y="6266"/>
                  </a:lnTo>
                  <a:lnTo>
                    <a:pt x="39791" y="4804"/>
                  </a:lnTo>
                  <a:lnTo>
                    <a:pt x="34194" y="3534"/>
                  </a:lnTo>
                  <a:lnTo>
                    <a:pt x="28557" y="2457"/>
                  </a:lnTo>
                  <a:lnTo>
                    <a:pt x="22886" y="1574"/>
                  </a:lnTo>
                  <a:lnTo>
                    <a:pt x="17188" y="886"/>
                  </a:lnTo>
                  <a:lnTo>
                    <a:pt x="11470" y="393"/>
                  </a:lnTo>
                  <a:lnTo>
                    <a:pt x="5738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655018" y="2126963"/>
              <a:ext cx="73453" cy="167167"/>
            </a:xfrm>
            <a:custGeom>
              <a:avLst/>
              <a:pathLst>
                <a:path w="73453" h="167167">
                  <a:moveTo>
                    <a:pt x="73453" y="0"/>
                  </a:moveTo>
                  <a:lnTo>
                    <a:pt x="67604" y="102"/>
                  </a:lnTo>
                  <a:lnTo>
                    <a:pt x="61762" y="409"/>
                  </a:lnTo>
                  <a:lnTo>
                    <a:pt x="55935" y="920"/>
                  </a:lnTo>
                  <a:lnTo>
                    <a:pt x="50129" y="1635"/>
                  </a:lnTo>
                  <a:lnTo>
                    <a:pt x="44352" y="2552"/>
                  </a:lnTo>
                  <a:lnTo>
                    <a:pt x="38610" y="3671"/>
                  </a:lnTo>
                  <a:lnTo>
                    <a:pt x="32911" y="4990"/>
                  </a:lnTo>
                  <a:lnTo>
                    <a:pt x="27262" y="6508"/>
                  </a:lnTo>
                  <a:lnTo>
                    <a:pt x="21669" y="8222"/>
                  </a:lnTo>
                  <a:lnTo>
                    <a:pt x="16140" y="10131"/>
                  </a:lnTo>
                  <a:lnTo>
                    <a:pt x="10681" y="12233"/>
                  </a:lnTo>
                  <a:lnTo>
                    <a:pt x="5298" y="14524"/>
                  </a:lnTo>
                  <a:lnTo>
                    <a:pt x="0" y="17002"/>
                  </a:lnTo>
                  <a:lnTo>
                    <a:pt x="7345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655018" y="2143965"/>
              <a:ext cx="73453" cy="150165"/>
            </a:xfrm>
            <a:custGeom>
              <a:avLst/>
              <a:pathLst>
                <a:path w="73453" h="150165">
                  <a:moveTo>
                    <a:pt x="0" y="0"/>
                  </a:moveTo>
                  <a:lnTo>
                    <a:pt x="73453" y="15016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655018" y="2143965"/>
              <a:ext cx="73453" cy="150165"/>
            </a:xfrm>
            <a:custGeom>
              <a:avLst/>
              <a:pathLst>
                <a:path w="73453" h="150165">
                  <a:moveTo>
                    <a:pt x="0" y="0"/>
                  </a:moveTo>
                  <a:lnTo>
                    <a:pt x="73453" y="1501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655018" y="2143965"/>
              <a:ext cx="73453" cy="150165"/>
            </a:xfrm>
            <a:custGeom>
              <a:avLst/>
              <a:pathLst>
                <a:path w="73453" h="150165">
                  <a:moveTo>
                    <a:pt x="0" y="0"/>
                  </a:moveTo>
                  <a:lnTo>
                    <a:pt x="73453" y="1501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655018" y="2143965"/>
              <a:ext cx="73453" cy="150165"/>
            </a:xfrm>
            <a:custGeom>
              <a:avLst/>
              <a:pathLst>
                <a:path w="73453" h="150165">
                  <a:moveTo>
                    <a:pt x="0" y="0"/>
                  </a:moveTo>
                  <a:lnTo>
                    <a:pt x="73453" y="1501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655018" y="2143965"/>
              <a:ext cx="73453" cy="150165"/>
            </a:xfrm>
            <a:custGeom>
              <a:avLst/>
              <a:pathLst>
                <a:path w="73453" h="150165">
                  <a:moveTo>
                    <a:pt x="0" y="0"/>
                  </a:moveTo>
                  <a:lnTo>
                    <a:pt x="73453" y="1501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655018" y="2143965"/>
              <a:ext cx="73453" cy="150165"/>
            </a:xfrm>
            <a:custGeom>
              <a:avLst/>
              <a:pathLst>
                <a:path w="73453" h="150165">
                  <a:moveTo>
                    <a:pt x="0" y="0"/>
                  </a:moveTo>
                  <a:lnTo>
                    <a:pt x="73453" y="1501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55018" y="2143965"/>
              <a:ext cx="73453" cy="150165"/>
            </a:xfrm>
            <a:custGeom>
              <a:avLst/>
              <a:pathLst>
                <a:path w="73453" h="150165">
                  <a:moveTo>
                    <a:pt x="0" y="0"/>
                  </a:moveTo>
                  <a:lnTo>
                    <a:pt x="73453" y="1501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55018" y="2143965"/>
              <a:ext cx="73453" cy="150165"/>
            </a:xfrm>
            <a:custGeom>
              <a:avLst/>
              <a:pathLst>
                <a:path w="73453" h="150165">
                  <a:moveTo>
                    <a:pt x="0" y="0"/>
                  </a:moveTo>
                  <a:lnTo>
                    <a:pt x="73453" y="1501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55018" y="2143965"/>
              <a:ext cx="73453" cy="150165"/>
            </a:xfrm>
            <a:custGeom>
              <a:avLst/>
              <a:pathLst>
                <a:path w="73453" h="150165">
                  <a:moveTo>
                    <a:pt x="0" y="0"/>
                  </a:moveTo>
                  <a:lnTo>
                    <a:pt x="73453" y="1501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5018" y="2143965"/>
              <a:ext cx="73453" cy="150165"/>
            </a:xfrm>
            <a:custGeom>
              <a:avLst/>
              <a:pathLst>
                <a:path w="73453" h="150165">
                  <a:moveTo>
                    <a:pt x="0" y="0"/>
                  </a:moveTo>
                  <a:lnTo>
                    <a:pt x="73453" y="150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5018" y="2143965"/>
              <a:ext cx="73453" cy="150165"/>
            </a:xfrm>
            <a:custGeom>
              <a:avLst/>
              <a:pathLst>
                <a:path w="73453" h="150165">
                  <a:moveTo>
                    <a:pt x="0" y="0"/>
                  </a:moveTo>
                  <a:lnTo>
                    <a:pt x="73453" y="150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5018" y="2143965"/>
              <a:ext cx="73453" cy="150165"/>
            </a:xfrm>
            <a:custGeom>
              <a:avLst/>
              <a:pathLst>
                <a:path w="73453" h="150165">
                  <a:moveTo>
                    <a:pt x="0" y="0"/>
                  </a:moveTo>
                  <a:lnTo>
                    <a:pt x="73453" y="150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5018" y="2143965"/>
              <a:ext cx="73453" cy="150165"/>
            </a:xfrm>
            <a:custGeom>
              <a:avLst/>
              <a:pathLst>
                <a:path w="73453" h="150165">
                  <a:moveTo>
                    <a:pt x="0" y="0"/>
                  </a:moveTo>
                  <a:lnTo>
                    <a:pt x="73453" y="150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5018" y="2143965"/>
              <a:ext cx="73453" cy="150165"/>
            </a:xfrm>
            <a:custGeom>
              <a:avLst/>
              <a:pathLst>
                <a:path w="73453" h="150165">
                  <a:moveTo>
                    <a:pt x="0" y="0"/>
                  </a:moveTo>
                  <a:lnTo>
                    <a:pt x="73453" y="1501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5018" y="2143965"/>
              <a:ext cx="73453" cy="150165"/>
            </a:xfrm>
            <a:custGeom>
              <a:avLst/>
              <a:pathLst>
                <a:path w="73453" h="150165">
                  <a:moveTo>
                    <a:pt x="0" y="0"/>
                  </a:moveTo>
                  <a:lnTo>
                    <a:pt x="73453" y="150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5018" y="2143965"/>
              <a:ext cx="73453" cy="150165"/>
            </a:xfrm>
            <a:custGeom>
              <a:avLst/>
              <a:pathLst>
                <a:path w="73453" h="150165">
                  <a:moveTo>
                    <a:pt x="0" y="0"/>
                  </a:moveTo>
                  <a:lnTo>
                    <a:pt x="73453" y="150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5018" y="2143965"/>
              <a:ext cx="73453" cy="150165"/>
            </a:xfrm>
            <a:custGeom>
              <a:avLst/>
              <a:pathLst>
                <a:path w="73453" h="150165">
                  <a:moveTo>
                    <a:pt x="0" y="0"/>
                  </a:moveTo>
                  <a:lnTo>
                    <a:pt x="73453" y="150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5018" y="2143965"/>
              <a:ext cx="73453" cy="150165"/>
            </a:xfrm>
            <a:custGeom>
              <a:avLst/>
              <a:pathLst>
                <a:path w="73453" h="150165">
                  <a:moveTo>
                    <a:pt x="0" y="0"/>
                  </a:moveTo>
                  <a:lnTo>
                    <a:pt x="73453" y="150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5018" y="2143965"/>
              <a:ext cx="73453" cy="150165"/>
            </a:xfrm>
            <a:custGeom>
              <a:avLst/>
              <a:pathLst>
                <a:path w="73453" h="150165">
                  <a:moveTo>
                    <a:pt x="0" y="0"/>
                  </a:moveTo>
                  <a:lnTo>
                    <a:pt x="73453" y="150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5018" y="2143965"/>
              <a:ext cx="73453" cy="150165"/>
            </a:xfrm>
            <a:custGeom>
              <a:avLst/>
              <a:pathLst>
                <a:path w="73453" h="150165">
                  <a:moveTo>
                    <a:pt x="0" y="0"/>
                  </a:moveTo>
                  <a:lnTo>
                    <a:pt x="73453" y="150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5018" y="2143965"/>
              <a:ext cx="73453" cy="150165"/>
            </a:xfrm>
            <a:custGeom>
              <a:avLst/>
              <a:pathLst>
                <a:path w="73453" h="150165">
                  <a:moveTo>
                    <a:pt x="0" y="0"/>
                  </a:moveTo>
                  <a:lnTo>
                    <a:pt x="73453" y="150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5018" y="2143965"/>
              <a:ext cx="73453" cy="150165"/>
            </a:xfrm>
            <a:custGeom>
              <a:avLst/>
              <a:pathLst>
                <a:path w="73453" h="150165">
                  <a:moveTo>
                    <a:pt x="0" y="0"/>
                  </a:moveTo>
                  <a:lnTo>
                    <a:pt x="73453" y="150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5018" y="2143965"/>
              <a:ext cx="73453" cy="150165"/>
            </a:xfrm>
            <a:custGeom>
              <a:avLst/>
              <a:pathLst>
                <a:path w="73453" h="150165">
                  <a:moveTo>
                    <a:pt x="0" y="0"/>
                  </a:moveTo>
                  <a:lnTo>
                    <a:pt x="73453" y="150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561304" y="2143965"/>
              <a:ext cx="228812" cy="317330"/>
            </a:xfrm>
            <a:custGeom>
              <a:avLst/>
              <a:pathLst>
                <a:path w="228812" h="317330">
                  <a:moveTo>
                    <a:pt x="93713" y="0"/>
                  </a:moveTo>
                  <a:lnTo>
                    <a:pt x="88958" y="2420"/>
                  </a:lnTo>
                  <a:lnTo>
                    <a:pt x="84283" y="4992"/>
                  </a:lnTo>
                  <a:lnTo>
                    <a:pt x="79692" y="7711"/>
                  </a:lnTo>
                  <a:lnTo>
                    <a:pt x="75190" y="10575"/>
                  </a:lnTo>
                  <a:lnTo>
                    <a:pt x="70782" y="13582"/>
                  </a:lnTo>
                  <a:lnTo>
                    <a:pt x="66472" y="16727"/>
                  </a:lnTo>
                  <a:lnTo>
                    <a:pt x="62265" y="20009"/>
                  </a:lnTo>
                  <a:lnTo>
                    <a:pt x="58164" y="23423"/>
                  </a:lnTo>
                  <a:lnTo>
                    <a:pt x="54175" y="26966"/>
                  </a:lnTo>
                  <a:lnTo>
                    <a:pt x="50301" y="30635"/>
                  </a:lnTo>
                  <a:lnTo>
                    <a:pt x="46546" y="34426"/>
                  </a:lnTo>
                  <a:lnTo>
                    <a:pt x="42913" y="38334"/>
                  </a:lnTo>
                  <a:lnTo>
                    <a:pt x="39407" y="42357"/>
                  </a:lnTo>
                  <a:lnTo>
                    <a:pt x="36032" y="46489"/>
                  </a:lnTo>
                  <a:lnTo>
                    <a:pt x="32790" y="50727"/>
                  </a:lnTo>
                  <a:lnTo>
                    <a:pt x="29685" y="55066"/>
                  </a:lnTo>
                  <a:lnTo>
                    <a:pt x="26720" y="59503"/>
                  </a:lnTo>
                  <a:lnTo>
                    <a:pt x="23898" y="64031"/>
                  </a:lnTo>
                  <a:lnTo>
                    <a:pt x="21222" y="68647"/>
                  </a:lnTo>
                  <a:lnTo>
                    <a:pt x="18695" y="73347"/>
                  </a:lnTo>
                  <a:lnTo>
                    <a:pt x="16319" y="78124"/>
                  </a:lnTo>
                  <a:lnTo>
                    <a:pt x="14096" y="82975"/>
                  </a:lnTo>
                  <a:lnTo>
                    <a:pt x="12030" y="87895"/>
                  </a:lnTo>
                  <a:lnTo>
                    <a:pt x="10122" y="92878"/>
                  </a:lnTo>
                  <a:lnTo>
                    <a:pt x="8373" y="97919"/>
                  </a:lnTo>
                  <a:lnTo>
                    <a:pt x="6787" y="103013"/>
                  </a:lnTo>
                  <a:lnTo>
                    <a:pt x="5364" y="108156"/>
                  </a:lnTo>
                  <a:lnTo>
                    <a:pt x="4105" y="113341"/>
                  </a:lnTo>
                  <a:lnTo>
                    <a:pt x="3013" y="118564"/>
                  </a:lnTo>
                  <a:lnTo>
                    <a:pt x="2088" y="123819"/>
                  </a:lnTo>
                  <a:lnTo>
                    <a:pt x="1332" y="129101"/>
                  </a:lnTo>
                  <a:lnTo>
                    <a:pt x="744" y="134404"/>
                  </a:lnTo>
                  <a:lnTo>
                    <a:pt x="326" y="139724"/>
                  </a:lnTo>
                  <a:lnTo>
                    <a:pt x="78" y="145054"/>
                  </a:lnTo>
                  <a:lnTo>
                    <a:pt x="0" y="150389"/>
                  </a:lnTo>
                  <a:lnTo>
                    <a:pt x="92" y="155724"/>
                  </a:lnTo>
                  <a:lnTo>
                    <a:pt x="354" y="161053"/>
                  </a:lnTo>
                  <a:lnTo>
                    <a:pt x="787" y="166371"/>
                  </a:lnTo>
                  <a:lnTo>
                    <a:pt x="1389" y="171673"/>
                  </a:lnTo>
                  <a:lnTo>
                    <a:pt x="2160" y="176953"/>
                  </a:lnTo>
                  <a:lnTo>
                    <a:pt x="3099" y="182205"/>
                  </a:lnTo>
                  <a:lnTo>
                    <a:pt x="4205" y="187425"/>
                  </a:lnTo>
                  <a:lnTo>
                    <a:pt x="5477" y="192607"/>
                  </a:lnTo>
                  <a:lnTo>
                    <a:pt x="6914" y="197746"/>
                  </a:lnTo>
                  <a:lnTo>
                    <a:pt x="8514" y="202836"/>
                  </a:lnTo>
                  <a:lnTo>
                    <a:pt x="10276" y="207873"/>
                  </a:lnTo>
                  <a:lnTo>
                    <a:pt x="12198" y="212850"/>
                  </a:lnTo>
                  <a:lnTo>
                    <a:pt x="14277" y="217764"/>
                  </a:lnTo>
                  <a:lnTo>
                    <a:pt x="16512" y="222609"/>
                  </a:lnTo>
                  <a:lnTo>
                    <a:pt x="18901" y="227380"/>
                  </a:lnTo>
                  <a:lnTo>
                    <a:pt x="21441" y="232073"/>
                  </a:lnTo>
                  <a:lnTo>
                    <a:pt x="24129" y="236682"/>
                  </a:lnTo>
                  <a:lnTo>
                    <a:pt x="26963" y="241203"/>
                  </a:lnTo>
                  <a:lnTo>
                    <a:pt x="29940" y="245631"/>
                  </a:lnTo>
                  <a:lnTo>
                    <a:pt x="33057" y="249962"/>
                  </a:lnTo>
                  <a:lnTo>
                    <a:pt x="36310" y="254191"/>
                  </a:lnTo>
                  <a:lnTo>
                    <a:pt x="39697" y="258315"/>
                  </a:lnTo>
                  <a:lnTo>
                    <a:pt x="43214" y="262328"/>
                  </a:lnTo>
                  <a:lnTo>
                    <a:pt x="46856" y="266227"/>
                  </a:lnTo>
                  <a:lnTo>
                    <a:pt x="50622" y="270007"/>
                  </a:lnTo>
                  <a:lnTo>
                    <a:pt x="54506" y="273666"/>
                  </a:lnTo>
                  <a:lnTo>
                    <a:pt x="58505" y="277198"/>
                  </a:lnTo>
                  <a:lnTo>
                    <a:pt x="62614" y="280601"/>
                  </a:lnTo>
                  <a:lnTo>
                    <a:pt x="66831" y="283872"/>
                  </a:lnTo>
                  <a:lnTo>
                    <a:pt x="71149" y="287006"/>
                  </a:lnTo>
                  <a:lnTo>
                    <a:pt x="75565" y="290000"/>
                  </a:lnTo>
                  <a:lnTo>
                    <a:pt x="80075" y="292853"/>
                  </a:lnTo>
                  <a:lnTo>
                    <a:pt x="84673" y="295560"/>
                  </a:lnTo>
                  <a:lnTo>
                    <a:pt x="89355" y="298118"/>
                  </a:lnTo>
                  <a:lnTo>
                    <a:pt x="94117" y="300526"/>
                  </a:lnTo>
                  <a:lnTo>
                    <a:pt x="98953" y="302781"/>
                  </a:lnTo>
                  <a:lnTo>
                    <a:pt x="103858" y="304880"/>
                  </a:lnTo>
                  <a:lnTo>
                    <a:pt x="108828" y="306822"/>
                  </a:lnTo>
                  <a:lnTo>
                    <a:pt x="113857" y="308604"/>
                  </a:lnTo>
                  <a:lnTo>
                    <a:pt x="118941" y="310225"/>
                  </a:lnTo>
                  <a:lnTo>
                    <a:pt x="124074" y="311682"/>
                  </a:lnTo>
                  <a:lnTo>
                    <a:pt x="129251" y="312975"/>
                  </a:lnTo>
                  <a:lnTo>
                    <a:pt x="134466" y="314102"/>
                  </a:lnTo>
                  <a:lnTo>
                    <a:pt x="139715" y="315063"/>
                  </a:lnTo>
                  <a:lnTo>
                    <a:pt x="144991" y="315855"/>
                  </a:lnTo>
                  <a:lnTo>
                    <a:pt x="150291" y="316478"/>
                  </a:lnTo>
                  <a:lnTo>
                    <a:pt x="155607" y="316932"/>
                  </a:lnTo>
                  <a:lnTo>
                    <a:pt x="160935" y="317216"/>
                  </a:lnTo>
                  <a:lnTo>
                    <a:pt x="166270" y="317330"/>
                  </a:lnTo>
                  <a:lnTo>
                    <a:pt x="171605" y="317273"/>
                  </a:lnTo>
                  <a:lnTo>
                    <a:pt x="176936" y="317046"/>
                  </a:lnTo>
                  <a:lnTo>
                    <a:pt x="182257" y="316650"/>
                  </a:lnTo>
                  <a:lnTo>
                    <a:pt x="187563" y="316083"/>
                  </a:lnTo>
                  <a:lnTo>
                    <a:pt x="192848" y="315348"/>
                  </a:lnTo>
                  <a:lnTo>
                    <a:pt x="198107" y="314444"/>
                  </a:lnTo>
                  <a:lnTo>
                    <a:pt x="203334" y="313373"/>
                  </a:lnTo>
                  <a:lnTo>
                    <a:pt x="208524" y="312135"/>
                  </a:lnTo>
                  <a:lnTo>
                    <a:pt x="213672" y="310733"/>
                  </a:lnTo>
                  <a:lnTo>
                    <a:pt x="218773" y="309167"/>
                  </a:lnTo>
                  <a:lnTo>
                    <a:pt x="223821" y="307439"/>
                  </a:lnTo>
                  <a:lnTo>
                    <a:pt x="228812" y="305551"/>
                  </a:lnTo>
                  <a:lnTo>
                    <a:pt x="167167" y="150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728472" y="2126963"/>
              <a:ext cx="167166" cy="322553"/>
            </a:xfrm>
            <a:custGeom>
              <a:avLst/>
              <a:pathLst>
                <a:path w="167166" h="322553">
                  <a:moveTo>
                    <a:pt x="61645" y="322553"/>
                  </a:moveTo>
                  <a:lnTo>
                    <a:pt x="66606" y="320492"/>
                  </a:lnTo>
                  <a:lnTo>
                    <a:pt x="71498" y="318272"/>
                  </a:lnTo>
                  <a:lnTo>
                    <a:pt x="76317" y="315897"/>
                  </a:lnTo>
                  <a:lnTo>
                    <a:pt x="81057" y="313368"/>
                  </a:lnTo>
                  <a:lnTo>
                    <a:pt x="85713" y="310688"/>
                  </a:lnTo>
                  <a:lnTo>
                    <a:pt x="90280" y="307859"/>
                  </a:lnTo>
                  <a:lnTo>
                    <a:pt x="94754" y="304886"/>
                  </a:lnTo>
                  <a:lnTo>
                    <a:pt x="99131" y="301770"/>
                  </a:lnTo>
                  <a:lnTo>
                    <a:pt x="103405" y="298515"/>
                  </a:lnTo>
                  <a:lnTo>
                    <a:pt x="107572" y="295124"/>
                  </a:lnTo>
                  <a:lnTo>
                    <a:pt x="111628" y="291602"/>
                  </a:lnTo>
                  <a:lnTo>
                    <a:pt x="115569" y="287951"/>
                  </a:lnTo>
                  <a:lnTo>
                    <a:pt x="119390" y="284175"/>
                  </a:lnTo>
                  <a:lnTo>
                    <a:pt x="123088" y="280278"/>
                  </a:lnTo>
                  <a:lnTo>
                    <a:pt x="126659" y="276264"/>
                  </a:lnTo>
                  <a:lnTo>
                    <a:pt x="130100" y="272138"/>
                  </a:lnTo>
                  <a:lnTo>
                    <a:pt x="133406" y="267903"/>
                  </a:lnTo>
                  <a:lnTo>
                    <a:pt x="136574" y="263564"/>
                  </a:lnTo>
                  <a:lnTo>
                    <a:pt x="139601" y="259126"/>
                  </a:lnTo>
                  <a:lnTo>
                    <a:pt x="142483" y="254593"/>
                  </a:lnTo>
                  <a:lnTo>
                    <a:pt x="145219" y="249969"/>
                  </a:lnTo>
                  <a:lnTo>
                    <a:pt x="147805" y="245260"/>
                  </a:lnTo>
                  <a:lnTo>
                    <a:pt x="150238" y="240470"/>
                  </a:lnTo>
                  <a:lnTo>
                    <a:pt x="152516" y="235605"/>
                  </a:lnTo>
                  <a:lnTo>
                    <a:pt x="154636" y="230669"/>
                  </a:lnTo>
                  <a:lnTo>
                    <a:pt x="156597" y="225667"/>
                  </a:lnTo>
                  <a:lnTo>
                    <a:pt x="158396" y="220605"/>
                  </a:lnTo>
                  <a:lnTo>
                    <a:pt x="160031" y="215487"/>
                  </a:lnTo>
                  <a:lnTo>
                    <a:pt x="161501" y="210320"/>
                  </a:lnTo>
                  <a:lnTo>
                    <a:pt x="162804" y="205108"/>
                  </a:lnTo>
                  <a:lnTo>
                    <a:pt x="163939" y="199857"/>
                  </a:lnTo>
                  <a:lnTo>
                    <a:pt x="164905" y="194573"/>
                  </a:lnTo>
                  <a:lnTo>
                    <a:pt x="165701" y="189260"/>
                  </a:lnTo>
                  <a:lnTo>
                    <a:pt x="166325" y="183924"/>
                  </a:lnTo>
                  <a:lnTo>
                    <a:pt x="166778" y="178571"/>
                  </a:lnTo>
                  <a:lnTo>
                    <a:pt x="167058" y="173206"/>
                  </a:lnTo>
                  <a:lnTo>
                    <a:pt x="167166" y="167834"/>
                  </a:lnTo>
                  <a:lnTo>
                    <a:pt x="167101" y="162462"/>
                  </a:lnTo>
                  <a:lnTo>
                    <a:pt x="166863" y="157095"/>
                  </a:lnTo>
                  <a:lnTo>
                    <a:pt x="166453" y="151739"/>
                  </a:lnTo>
                  <a:lnTo>
                    <a:pt x="165872" y="146398"/>
                  </a:lnTo>
                  <a:lnTo>
                    <a:pt x="165119" y="141079"/>
                  </a:lnTo>
                  <a:lnTo>
                    <a:pt x="164195" y="135787"/>
                  </a:lnTo>
                  <a:lnTo>
                    <a:pt x="163102" y="130527"/>
                  </a:lnTo>
                  <a:lnTo>
                    <a:pt x="161840" y="125305"/>
                  </a:lnTo>
                  <a:lnTo>
                    <a:pt x="160412" y="120126"/>
                  </a:lnTo>
                  <a:lnTo>
                    <a:pt x="158817" y="114996"/>
                  </a:lnTo>
                  <a:lnTo>
                    <a:pt x="157059" y="109919"/>
                  </a:lnTo>
                  <a:lnTo>
                    <a:pt x="155138" y="104902"/>
                  </a:lnTo>
                  <a:lnTo>
                    <a:pt x="153057" y="99949"/>
                  </a:lnTo>
                  <a:lnTo>
                    <a:pt x="150818" y="95066"/>
                  </a:lnTo>
                  <a:lnTo>
                    <a:pt x="148424" y="90256"/>
                  </a:lnTo>
                  <a:lnTo>
                    <a:pt x="145876" y="85527"/>
                  </a:lnTo>
                  <a:lnTo>
                    <a:pt x="143177" y="80882"/>
                  </a:lnTo>
                  <a:lnTo>
                    <a:pt x="140330" y="76325"/>
                  </a:lnTo>
                  <a:lnTo>
                    <a:pt x="137339" y="71863"/>
                  </a:lnTo>
                  <a:lnTo>
                    <a:pt x="134206" y="67499"/>
                  </a:lnTo>
                  <a:lnTo>
                    <a:pt x="130934" y="63238"/>
                  </a:lnTo>
                  <a:lnTo>
                    <a:pt x="127527" y="59085"/>
                  </a:lnTo>
                  <a:lnTo>
                    <a:pt x="123988" y="55043"/>
                  </a:lnTo>
                  <a:lnTo>
                    <a:pt x="120321" y="51116"/>
                  </a:lnTo>
                  <a:lnTo>
                    <a:pt x="116530" y="47310"/>
                  </a:lnTo>
                  <a:lnTo>
                    <a:pt x="112618" y="43627"/>
                  </a:lnTo>
                  <a:lnTo>
                    <a:pt x="108590" y="40072"/>
                  </a:lnTo>
                  <a:lnTo>
                    <a:pt x="104450" y="36649"/>
                  </a:lnTo>
                  <a:lnTo>
                    <a:pt x="100202" y="33360"/>
                  </a:lnTo>
                  <a:lnTo>
                    <a:pt x="95851" y="30209"/>
                  </a:lnTo>
                  <a:lnTo>
                    <a:pt x="91401" y="27200"/>
                  </a:lnTo>
                  <a:lnTo>
                    <a:pt x="86856" y="24335"/>
                  </a:lnTo>
                  <a:lnTo>
                    <a:pt x="82221" y="21618"/>
                  </a:lnTo>
                  <a:lnTo>
                    <a:pt x="77502" y="19051"/>
                  </a:lnTo>
                  <a:lnTo>
                    <a:pt x="72702" y="16637"/>
                  </a:lnTo>
                  <a:lnTo>
                    <a:pt x="67828" y="14379"/>
                  </a:lnTo>
                  <a:lnTo>
                    <a:pt x="62883" y="12278"/>
                  </a:lnTo>
                  <a:lnTo>
                    <a:pt x="57874" y="10337"/>
                  </a:lnTo>
                  <a:lnTo>
                    <a:pt x="52805" y="8559"/>
                  </a:lnTo>
                  <a:lnTo>
                    <a:pt x="47681" y="6944"/>
                  </a:lnTo>
                  <a:lnTo>
                    <a:pt x="42508" y="5494"/>
                  </a:lnTo>
                  <a:lnTo>
                    <a:pt x="37291" y="4212"/>
                  </a:lnTo>
                  <a:lnTo>
                    <a:pt x="32035" y="3098"/>
                  </a:lnTo>
                  <a:lnTo>
                    <a:pt x="26747" y="2153"/>
                  </a:lnTo>
                  <a:lnTo>
                    <a:pt x="21430" y="1379"/>
                  </a:lnTo>
                  <a:lnTo>
                    <a:pt x="16092" y="776"/>
                  </a:lnTo>
                  <a:lnTo>
                    <a:pt x="10737" y="345"/>
                  </a:lnTo>
                  <a:lnTo>
                    <a:pt x="537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382051" y="1681503"/>
              <a:ext cx="41183" cy="167167"/>
            </a:xfrm>
            <a:custGeom>
              <a:avLst/>
              <a:pathLst>
                <a:path w="41183" h="167167">
                  <a:moveTo>
                    <a:pt x="41183" y="0"/>
                  </a:moveTo>
                  <a:lnTo>
                    <a:pt x="34250" y="143"/>
                  </a:lnTo>
                  <a:lnTo>
                    <a:pt x="27328" y="575"/>
                  </a:lnTo>
                  <a:lnTo>
                    <a:pt x="20431" y="1293"/>
                  </a:lnTo>
                  <a:lnTo>
                    <a:pt x="13569" y="2296"/>
                  </a:lnTo>
                  <a:lnTo>
                    <a:pt x="6755" y="3583"/>
                  </a:lnTo>
                  <a:lnTo>
                    <a:pt x="0" y="5152"/>
                  </a:lnTo>
                  <a:lnTo>
                    <a:pt x="41183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256072" y="1686655"/>
              <a:ext cx="334329" cy="329171"/>
            </a:xfrm>
            <a:custGeom>
              <a:avLst/>
              <a:pathLst>
                <a:path w="334329" h="329171">
                  <a:moveTo>
                    <a:pt x="125978" y="0"/>
                  </a:moveTo>
                  <a:lnTo>
                    <a:pt x="120870" y="1384"/>
                  </a:lnTo>
                  <a:lnTo>
                    <a:pt x="115808" y="2930"/>
                  </a:lnTo>
                  <a:lnTo>
                    <a:pt x="110798" y="4636"/>
                  </a:lnTo>
                  <a:lnTo>
                    <a:pt x="105844" y="6499"/>
                  </a:lnTo>
                  <a:lnTo>
                    <a:pt x="100952" y="8518"/>
                  </a:lnTo>
                  <a:lnTo>
                    <a:pt x="96126" y="10691"/>
                  </a:lnTo>
                  <a:lnTo>
                    <a:pt x="91372" y="13015"/>
                  </a:lnTo>
                  <a:lnTo>
                    <a:pt x="86693" y="15489"/>
                  </a:lnTo>
                  <a:lnTo>
                    <a:pt x="82095" y="18110"/>
                  </a:lnTo>
                  <a:lnTo>
                    <a:pt x="77582" y="20875"/>
                  </a:lnTo>
                  <a:lnTo>
                    <a:pt x="73159" y="23781"/>
                  </a:lnTo>
                  <a:lnTo>
                    <a:pt x="68830" y="26826"/>
                  </a:lnTo>
                  <a:lnTo>
                    <a:pt x="64600" y="30007"/>
                  </a:lnTo>
                  <a:lnTo>
                    <a:pt x="60473" y="33320"/>
                  </a:lnTo>
                  <a:lnTo>
                    <a:pt x="56452" y="36761"/>
                  </a:lnTo>
                  <a:lnTo>
                    <a:pt x="52543" y="40329"/>
                  </a:lnTo>
                  <a:lnTo>
                    <a:pt x="48748" y="44018"/>
                  </a:lnTo>
                  <a:lnTo>
                    <a:pt x="45072" y="47826"/>
                  </a:lnTo>
                  <a:lnTo>
                    <a:pt x="41518" y="51748"/>
                  </a:lnTo>
                  <a:lnTo>
                    <a:pt x="38091" y="55781"/>
                  </a:lnTo>
                  <a:lnTo>
                    <a:pt x="34793" y="59920"/>
                  </a:lnTo>
                  <a:lnTo>
                    <a:pt x="31627" y="64161"/>
                  </a:lnTo>
                  <a:lnTo>
                    <a:pt x="28597" y="68501"/>
                  </a:lnTo>
                  <a:lnTo>
                    <a:pt x="25707" y="72934"/>
                  </a:lnTo>
                  <a:lnTo>
                    <a:pt x="22957" y="77456"/>
                  </a:lnTo>
                  <a:lnTo>
                    <a:pt x="20353" y="82064"/>
                  </a:lnTo>
                  <a:lnTo>
                    <a:pt x="17896" y="86751"/>
                  </a:lnTo>
                  <a:lnTo>
                    <a:pt x="15588" y="91514"/>
                  </a:lnTo>
                  <a:lnTo>
                    <a:pt x="13432" y="96347"/>
                  </a:lnTo>
                  <a:lnTo>
                    <a:pt x="11430" y="101247"/>
                  </a:lnTo>
                  <a:lnTo>
                    <a:pt x="9585" y="106207"/>
                  </a:lnTo>
                  <a:lnTo>
                    <a:pt x="7897" y="111223"/>
                  </a:lnTo>
                  <a:lnTo>
                    <a:pt x="6369" y="116290"/>
                  </a:lnTo>
                  <a:lnTo>
                    <a:pt x="5002" y="121403"/>
                  </a:lnTo>
                  <a:lnTo>
                    <a:pt x="3798" y="126557"/>
                  </a:lnTo>
                  <a:lnTo>
                    <a:pt x="2757" y="131746"/>
                  </a:lnTo>
                  <a:lnTo>
                    <a:pt x="1882" y="136966"/>
                  </a:lnTo>
                  <a:lnTo>
                    <a:pt x="1172" y="142210"/>
                  </a:lnTo>
                  <a:lnTo>
                    <a:pt x="628" y="147475"/>
                  </a:lnTo>
                  <a:lnTo>
                    <a:pt x="251" y="152754"/>
                  </a:lnTo>
                  <a:lnTo>
                    <a:pt x="41" y="158042"/>
                  </a:lnTo>
                  <a:lnTo>
                    <a:pt x="0" y="163335"/>
                  </a:lnTo>
                  <a:lnTo>
                    <a:pt x="125" y="168626"/>
                  </a:lnTo>
                  <a:lnTo>
                    <a:pt x="418" y="173910"/>
                  </a:lnTo>
                  <a:lnTo>
                    <a:pt x="878" y="179182"/>
                  </a:lnTo>
                  <a:lnTo>
                    <a:pt x="1505" y="184438"/>
                  </a:lnTo>
                  <a:lnTo>
                    <a:pt x="2298" y="189670"/>
                  </a:lnTo>
                  <a:lnTo>
                    <a:pt x="3256" y="194876"/>
                  </a:lnTo>
                  <a:lnTo>
                    <a:pt x="4378" y="200048"/>
                  </a:lnTo>
                  <a:lnTo>
                    <a:pt x="5664" y="205182"/>
                  </a:lnTo>
                  <a:lnTo>
                    <a:pt x="7111" y="210272"/>
                  </a:lnTo>
                  <a:lnTo>
                    <a:pt x="8719" y="215315"/>
                  </a:lnTo>
                  <a:lnTo>
                    <a:pt x="10486" y="220304"/>
                  </a:lnTo>
                  <a:lnTo>
                    <a:pt x="12410" y="225234"/>
                  </a:lnTo>
                  <a:lnTo>
                    <a:pt x="14488" y="230101"/>
                  </a:lnTo>
                  <a:lnTo>
                    <a:pt x="16720" y="234900"/>
                  </a:lnTo>
                  <a:lnTo>
                    <a:pt x="19103" y="239626"/>
                  </a:lnTo>
                  <a:lnTo>
                    <a:pt x="21634" y="244274"/>
                  </a:lnTo>
                  <a:lnTo>
                    <a:pt x="24311" y="248840"/>
                  </a:lnTo>
                  <a:lnTo>
                    <a:pt x="27131" y="253318"/>
                  </a:lnTo>
                  <a:lnTo>
                    <a:pt x="30091" y="257705"/>
                  </a:lnTo>
                  <a:lnTo>
                    <a:pt x="33189" y="261996"/>
                  </a:lnTo>
                  <a:lnTo>
                    <a:pt x="36422" y="266187"/>
                  </a:lnTo>
                  <a:lnTo>
                    <a:pt x="39785" y="270274"/>
                  </a:lnTo>
                  <a:lnTo>
                    <a:pt x="43276" y="274252"/>
                  </a:lnTo>
                  <a:lnTo>
                    <a:pt x="46891" y="278117"/>
                  </a:lnTo>
                  <a:lnTo>
                    <a:pt x="50626" y="281866"/>
                  </a:lnTo>
                  <a:lnTo>
                    <a:pt x="54479" y="285495"/>
                  </a:lnTo>
                  <a:lnTo>
                    <a:pt x="58444" y="289000"/>
                  </a:lnTo>
                  <a:lnTo>
                    <a:pt x="62518" y="292378"/>
                  </a:lnTo>
                  <a:lnTo>
                    <a:pt x="66698" y="295626"/>
                  </a:lnTo>
                  <a:lnTo>
                    <a:pt x="70978" y="298739"/>
                  </a:lnTo>
                  <a:lnTo>
                    <a:pt x="75354" y="301715"/>
                  </a:lnTo>
                  <a:lnTo>
                    <a:pt x="79822" y="304551"/>
                  </a:lnTo>
                  <a:lnTo>
                    <a:pt x="84378" y="307245"/>
                  </a:lnTo>
                  <a:lnTo>
                    <a:pt x="89017" y="309793"/>
                  </a:lnTo>
                  <a:lnTo>
                    <a:pt x="93734" y="312192"/>
                  </a:lnTo>
                  <a:lnTo>
                    <a:pt x="98525" y="314441"/>
                  </a:lnTo>
                  <a:lnTo>
                    <a:pt x="103385" y="316538"/>
                  </a:lnTo>
                  <a:lnTo>
                    <a:pt x="108308" y="318479"/>
                  </a:lnTo>
                  <a:lnTo>
                    <a:pt x="113291" y="320264"/>
                  </a:lnTo>
                  <a:lnTo>
                    <a:pt x="118327" y="321890"/>
                  </a:lnTo>
                  <a:lnTo>
                    <a:pt x="123413" y="323356"/>
                  </a:lnTo>
                  <a:lnTo>
                    <a:pt x="128542" y="324660"/>
                  </a:lnTo>
                  <a:lnTo>
                    <a:pt x="133710" y="325801"/>
                  </a:lnTo>
                  <a:lnTo>
                    <a:pt x="138912" y="326778"/>
                  </a:lnTo>
                  <a:lnTo>
                    <a:pt x="144141" y="327589"/>
                  </a:lnTo>
                  <a:lnTo>
                    <a:pt x="149394" y="328235"/>
                  </a:lnTo>
                  <a:lnTo>
                    <a:pt x="154665" y="328714"/>
                  </a:lnTo>
                  <a:lnTo>
                    <a:pt x="159948" y="329026"/>
                  </a:lnTo>
                  <a:lnTo>
                    <a:pt x="165239" y="329171"/>
                  </a:lnTo>
                  <a:lnTo>
                    <a:pt x="170531" y="329148"/>
                  </a:lnTo>
                  <a:lnTo>
                    <a:pt x="175821" y="328958"/>
                  </a:lnTo>
                  <a:lnTo>
                    <a:pt x="181101" y="328600"/>
                  </a:lnTo>
                  <a:lnTo>
                    <a:pt x="186367" y="328075"/>
                  </a:lnTo>
                  <a:lnTo>
                    <a:pt x="191615" y="327384"/>
                  </a:lnTo>
                  <a:lnTo>
                    <a:pt x="196837" y="326527"/>
                  </a:lnTo>
                  <a:lnTo>
                    <a:pt x="202030" y="325505"/>
                  </a:lnTo>
                  <a:lnTo>
                    <a:pt x="207188" y="324319"/>
                  </a:lnTo>
                  <a:lnTo>
                    <a:pt x="212306" y="322971"/>
                  </a:lnTo>
                  <a:lnTo>
                    <a:pt x="217378" y="321461"/>
                  </a:lnTo>
                  <a:lnTo>
                    <a:pt x="222401" y="319792"/>
                  </a:lnTo>
                  <a:lnTo>
                    <a:pt x="227368" y="317964"/>
                  </a:lnTo>
                  <a:lnTo>
                    <a:pt x="232274" y="315980"/>
                  </a:lnTo>
                  <a:lnTo>
                    <a:pt x="237115" y="313842"/>
                  </a:lnTo>
                  <a:lnTo>
                    <a:pt x="241887" y="311551"/>
                  </a:lnTo>
                  <a:lnTo>
                    <a:pt x="246583" y="309111"/>
                  </a:lnTo>
                  <a:lnTo>
                    <a:pt x="251199" y="306523"/>
                  </a:lnTo>
                  <a:lnTo>
                    <a:pt x="255732" y="303790"/>
                  </a:lnTo>
                  <a:lnTo>
                    <a:pt x="260176" y="300915"/>
                  </a:lnTo>
                  <a:lnTo>
                    <a:pt x="264526" y="297901"/>
                  </a:lnTo>
                  <a:lnTo>
                    <a:pt x="268779" y="294751"/>
                  </a:lnTo>
                  <a:lnTo>
                    <a:pt x="272930" y="291468"/>
                  </a:lnTo>
                  <a:lnTo>
                    <a:pt x="276975" y="288054"/>
                  </a:lnTo>
                  <a:lnTo>
                    <a:pt x="280910" y="284515"/>
                  </a:lnTo>
                  <a:lnTo>
                    <a:pt x="284730" y="280853"/>
                  </a:lnTo>
                  <a:lnTo>
                    <a:pt x="288433" y="277072"/>
                  </a:lnTo>
                  <a:lnTo>
                    <a:pt x="292015" y="273175"/>
                  </a:lnTo>
                  <a:lnTo>
                    <a:pt x="295471" y="269167"/>
                  </a:lnTo>
                  <a:lnTo>
                    <a:pt x="298799" y="265051"/>
                  </a:lnTo>
                  <a:lnTo>
                    <a:pt x="301995" y="260833"/>
                  </a:lnTo>
                  <a:lnTo>
                    <a:pt x="305055" y="256515"/>
                  </a:lnTo>
                  <a:lnTo>
                    <a:pt x="307978" y="252102"/>
                  </a:lnTo>
                  <a:lnTo>
                    <a:pt x="310759" y="247600"/>
                  </a:lnTo>
                  <a:lnTo>
                    <a:pt x="313396" y="243011"/>
                  </a:lnTo>
                  <a:lnTo>
                    <a:pt x="315887" y="238341"/>
                  </a:lnTo>
                  <a:lnTo>
                    <a:pt x="318229" y="233595"/>
                  </a:lnTo>
                  <a:lnTo>
                    <a:pt x="320419" y="228777"/>
                  </a:lnTo>
                  <a:lnTo>
                    <a:pt x="322455" y="223892"/>
                  </a:lnTo>
                  <a:lnTo>
                    <a:pt x="324336" y="218945"/>
                  </a:lnTo>
                  <a:lnTo>
                    <a:pt x="326060" y="213941"/>
                  </a:lnTo>
                  <a:lnTo>
                    <a:pt x="327624" y="208885"/>
                  </a:lnTo>
                  <a:lnTo>
                    <a:pt x="329027" y="203782"/>
                  </a:lnTo>
                  <a:lnTo>
                    <a:pt x="330268" y="198637"/>
                  </a:lnTo>
                  <a:lnTo>
                    <a:pt x="331346" y="193455"/>
                  </a:lnTo>
                  <a:lnTo>
                    <a:pt x="332259" y="188242"/>
                  </a:lnTo>
                  <a:lnTo>
                    <a:pt x="333006" y="183003"/>
                  </a:lnTo>
                  <a:lnTo>
                    <a:pt x="333588" y="177742"/>
                  </a:lnTo>
                  <a:lnTo>
                    <a:pt x="334002" y="172466"/>
                  </a:lnTo>
                  <a:lnTo>
                    <a:pt x="334249" y="167179"/>
                  </a:lnTo>
                  <a:lnTo>
                    <a:pt x="334329" y="161887"/>
                  </a:lnTo>
                  <a:lnTo>
                    <a:pt x="334241" y="156596"/>
                  </a:lnTo>
                  <a:lnTo>
                    <a:pt x="333986" y="151309"/>
                  </a:lnTo>
                  <a:lnTo>
                    <a:pt x="333564" y="146034"/>
                  </a:lnTo>
                  <a:lnTo>
                    <a:pt x="332974" y="140774"/>
                  </a:lnTo>
                  <a:lnTo>
                    <a:pt x="332219" y="135536"/>
                  </a:lnTo>
                  <a:lnTo>
                    <a:pt x="331298" y="130324"/>
                  </a:lnTo>
                  <a:lnTo>
                    <a:pt x="330212" y="125144"/>
                  </a:lnTo>
                  <a:lnTo>
                    <a:pt x="328964" y="120001"/>
                  </a:lnTo>
                  <a:lnTo>
                    <a:pt x="327552" y="114900"/>
                  </a:lnTo>
                  <a:lnTo>
                    <a:pt x="325981" y="109846"/>
                  </a:lnTo>
                  <a:lnTo>
                    <a:pt x="324250" y="104845"/>
                  </a:lnTo>
                  <a:lnTo>
                    <a:pt x="322361" y="99901"/>
                  </a:lnTo>
                  <a:lnTo>
                    <a:pt x="320317" y="95019"/>
                  </a:lnTo>
                  <a:lnTo>
                    <a:pt x="318120" y="90204"/>
                  </a:lnTo>
                  <a:lnTo>
                    <a:pt x="315771" y="85462"/>
                  </a:lnTo>
                  <a:lnTo>
                    <a:pt x="313273" y="80796"/>
                  </a:lnTo>
                  <a:lnTo>
                    <a:pt x="310629" y="76211"/>
                  </a:lnTo>
                  <a:lnTo>
                    <a:pt x="307840" y="71713"/>
                  </a:lnTo>
                  <a:lnTo>
                    <a:pt x="304911" y="67304"/>
                  </a:lnTo>
                  <a:lnTo>
                    <a:pt x="301844" y="62991"/>
                  </a:lnTo>
                  <a:lnTo>
                    <a:pt x="298642" y="58778"/>
                  </a:lnTo>
                  <a:lnTo>
                    <a:pt x="295308" y="54667"/>
                  </a:lnTo>
                  <a:lnTo>
                    <a:pt x="291846" y="50664"/>
                  </a:lnTo>
                  <a:lnTo>
                    <a:pt x="288258" y="46773"/>
                  </a:lnTo>
                  <a:lnTo>
                    <a:pt x="284550" y="42998"/>
                  </a:lnTo>
                  <a:lnTo>
                    <a:pt x="280723" y="39341"/>
                  </a:lnTo>
                  <a:lnTo>
                    <a:pt x="276783" y="35808"/>
                  </a:lnTo>
                  <a:lnTo>
                    <a:pt x="272733" y="32401"/>
                  </a:lnTo>
                  <a:lnTo>
                    <a:pt x="268577" y="29124"/>
                  </a:lnTo>
                  <a:lnTo>
                    <a:pt x="264319" y="25980"/>
                  </a:lnTo>
                  <a:lnTo>
                    <a:pt x="259964" y="22973"/>
                  </a:lnTo>
                  <a:lnTo>
                    <a:pt x="255516" y="20105"/>
                  </a:lnTo>
                  <a:lnTo>
                    <a:pt x="250980" y="17379"/>
                  </a:lnTo>
                  <a:lnTo>
                    <a:pt x="246359" y="14798"/>
                  </a:lnTo>
                  <a:lnTo>
                    <a:pt x="167162" y="1620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423235" y="1681503"/>
              <a:ext cx="79197" cy="167167"/>
            </a:xfrm>
            <a:custGeom>
              <a:avLst/>
              <a:pathLst>
                <a:path w="79197" h="167167">
                  <a:moveTo>
                    <a:pt x="79197" y="19950"/>
                  </a:moveTo>
                  <a:lnTo>
                    <a:pt x="73959" y="17250"/>
                  </a:lnTo>
                  <a:lnTo>
                    <a:pt x="68629" y="14737"/>
                  </a:lnTo>
                  <a:lnTo>
                    <a:pt x="63213" y="12412"/>
                  </a:lnTo>
                  <a:lnTo>
                    <a:pt x="57720" y="10281"/>
                  </a:lnTo>
                  <a:lnTo>
                    <a:pt x="52154" y="8344"/>
                  </a:lnTo>
                  <a:lnTo>
                    <a:pt x="46524" y="6604"/>
                  </a:lnTo>
                  <a:lnTo>
                    <a:pt x="40835" y="5064"/>
                  </a:lnTo>
                  <a:lnTo>
                    <a:pt x="35096" y="3725"/>
                  </a:lnTo>
                  <a:lnTo>
                    <a:pt x="29314" y="2590"/>
                  </a:lnTo>
                  <a:lnTo>
                    <a:pt x="23495" y="1659"/>
                  </a:lnTo>
                  <a:lnTo>
                    <a:pt x="17647" y="934"/>
                  </a:lnTo>
                  <a:lnTo>
                    <a:pt x="11776" y="415"/>
                  </a:lnTo>
                  <a:lnTo>
                    <a:pt x="5892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853880" y="1322571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1" y="334"/>
                  </a:lnTo>
                  <a:lnTo>
                    <a:pt x="151321" y="751"/>
                  </a:lnTo>
                  <a:lnTo>
                    <a:pt x="146067" y="1335"/>
                  </a:lnTo>
                  <a:lnTo>
                    <a:pt x="140833" y="2085"/>
                  </a:lnTo>
                  <a:lnTo>
                    <a:pt x="135627" y="3000"/>
                  </a:lnTo>
                  <a:lnTo>
                    <a:pt x="130451" y="4079"/>
                  </a:lnTo>
                  <a:lnTo>
                    <a:pt x="125313" y="5322"/>
                  </a:lnTo>
                  <a:lnTo>
                    <a:pt x="120216" y="6726"/>
                  </a:lnTo>
                  <a:lnTo>
                    <a:pt x="115166" y="8290"/>
                  </a:lnTo>
                  <a:lnTo>
                    <a:pt x="110168" y="10014"/>
                  </a:lnTo>
                  <a:lnTo>
                    <a:pt x="105227" y="11894"/>
                  </a:lnTo>
                  <a:lnTo>
                    <a:pt x="100348" y="13930"/>
                  </a:lnTo>
                  <a:lnTo>
                    <a:pt x="95536" y="16119"/>
                  </a:lnTo>
                  <a:lnTo>
                    <a:pt x="90796" y="18460"/>
                  </a:lnTo>
                  <a:lnTo>
                    <a:pt x="86132" y="20949"/>
                  </a:lnTo>
                  <a:lnTo>
                    <a:pt x="81549" y="23584"/>
                  </a:lnTo>
                  <a:lnTo>
                    <a:pt x="77051" y="26363"/>
                  </a:lnTo>
                  <a:lnTo>
                    <a:pt x="72644" y="29282"/>
                  </a:lnTo>
                  <a:lnTo>
                    <a:pt x="68331" y="32340"/>
                  </a:lnTo>
                  <a:lnTo>
                    <a:pt x="64117" y="35532"/>
                  </a:lnTo>
                  <a:lnTo>
                    <a:pt x="60007" y="38856"/>
                  </a:lnTo>
                  <a:lnTo>
                    <a:pt x="56003" y="42309"/>
                  </a:lnTo>
                  <a:lnTo>
                    <a:pt x="52110" y="45886"/>
                  </a:lnTo>
                  <a:lnTo>
                    <a:pt x="48333" y="49585"/>
                  </a:lnTo>
                  <a:lnTo>
                    <a:pt x="44674" y="53401"/>
                  </a:lnTo>
                  <a:lnTo>
                    <a:pt x="41138" y="57331"/>
                  </a:lnTo>
                  <a:lnTo>
                    <a:pt x="37728" y="61370"/>
                  </a:lnTo>
                  <a:lnTo>
                    <a:pt x="34447" y="65516"/>
                  </a:lnTo>
                  <a:lnTo>
                    <a:pt x="31299" y="69763"/>
                  </a:lnTo>
                  <a:lnTo>
                    <a:pt x="28287" y="74108"/>
                  </a:lnTo>
                  <a:lnTo>
                    <a:pt x="25414" y="78546"/>
                  </a:lnTo>
                  <a:lnTo>
                    <a:pt x="22683" y="83072"/>
                  </a:lnTo>
                  <a:lnTo>
                    <a:pt x="20096" y="87683"/>
                  </a:lnTo>
                  <a:lnTo>
                    <a:pt x="17656" y="92373"/>
                  </a:lnTo>
                  <a:lnTo>
                    <a:pt x="15366" y="97137"/>
                  </a:lnTo>
                  <a:lnTo>
                    <a:pt x="13227" y="101972"/>
                  </a:lnTo>
                  <a:lnTo>
                    <a:pt x="11243" y="106872"/>
                  </a:lnTo>
                  <a:lnTo>
                    <a:pt x="9414" y="111832"/>
                  </a:lnTo>
                  <a:lnTo>
                    <a:pt x="7743" y="116848"/>
                  </a:lnTo>
                  <a:lnTo>
                    <a:pt x="6232" y="121914"/>
                  </a:lnTo>
                  <a:lnTo>
                    <a:pt x="4881" y="127025"/>
                  </a:lnTo>
                  <a:lnTo>
                    <a:pt x="3693" y="132177"/>
                  </a:lnTo>
                  <a:lnTo>
                    <a:pt x="2669" y="137363"/>
                  </a:lnTo>
                  <a:lnTo>
                    <a:pt x="1808" y="142579"/>
                  </a:lnTo>
                  <a:lnTo>
                    <a:pt x="1114" y="147820"/>
                  </a:lnTo>
                  <a:lnTo>
                    <a:pt x="585" y="153080"/>
                  </a:lnTo>
                  <a:lnTo>
                    <a:pt x="223" y="158354"/>
                  </a:lnTo>
                  <a:lnTo>
                    <a:pt x="28" y="163638"/>
                  </a:lnTo>
                  <a:lnTo>
                    <a:pt x="0" y="168924"/>
                  </a:lnTo>
                  <a:lnTo>
                    <a:pt x="139" y="174209"/>
                  </a:lnTo>
                  <a:lnTo>
                    <a:pt x="445" y="179487"/>
                  </a:lnTo>
                  <a:lnTo>
                    <a:pt x="918" y="184752"/>
                  </a:lnTo>
                  <a:lnTo>
                    <a:pt x="1557" y="190000"/>
                  </a:lnTo>
                  <a:lnTo>
                    <a:pt x="2362" y="195225"/>
                  </a:lnTo>
                  <a:lnTo>
                    <a:pt x="3331" y="200422"/>
                  </a:lnTo>
                  <a:lnTo>
                    <a:pt x="4465" y="205586"/>
                  </a:lnTo>
                  <a:lnTo>
                    <a:pt x="5761" y="210711"/>
                  </a:lnTo>
                  <a:lnTo>
                    <a:pt x="7219" y="215793"/>
                  </a:lnTo>
                  <a:lnTo>
                    <a:pt x="8836" y="220826"/>
                  </a:lnTo>
                  <a:lnTo>
                    <a:pt x="10612" y="225805"/>
                  </a:lnTo>
                  <a:lnTo>
                    <a:pt x="12545" y="230726"/>
                  </a:lnTo>
                  <a:lnTo>
                    <a:pt x="14632" y="235583"/>
                  </a:lnTo>
                  <a:lnTo>
                    <a:pt x="16871" y="240372"/>
                  </a:lnTo>
                  <a:lnTo>
                    <a:pt x="19261" y="245088"/>
                  </a:lnTo>
                  <a:lnTo>
                    <a:pt x="21799" y="249725"/>
                  </a:lnTo>
                  <a:lnTo>
                    <a:pt x="24482" y="254280"/>
                  </a:lnTo>
                  <a:lnTo>
                    <a:pt x="27308" y="258748"/>
                  </a:lnTo>
                  <a:lnTo>
                    <a:pt x="30274" y="263125"/>
                  </a:lnTo>
                  <a:lnTo>
                    <a:pt x="33377" y="267405"/>
                  </a:lnTo>
                  <a:lnTo>
                    <a:pt x="36613" y="271585"/>
                  </a:lnTo>
                  <a:lnTo>
                    <a:pt x="39981" y="275661"/>
                  </a:lnTo>
                  <a:lnTo>
                    <a:pt x="43475" y="279628"/>
                  </a:lnTo>
                  <a:lnTo>
                    <a:pt x="47093" y="283483"/>
                  </a:lnTo>
                  <a:lnTo>
                    <a:pt x="50831" y="287221"/>
                  </a:lnTo>
                  <a:lnTo>
                    <a:pt x="54685" y="290839"/>
                  </a:lnTo>
                  <a:lnTo>
                    <a:pt x="58652" y="294334"/>
                  </a:lnTo>
                  <a:lnTo>
                    <a:pt x="62728" y="297702"/>
                  </a:lnTo>
                  <a:lnTo>
                    <a:pt x="66907" y="300938"/>
                  </a:lnTo>
                  <a:lnTo>
                    <a:pt x="71187" y="304042"/>
                  </a:lnTo>
                  <a:lnTo>
                    <a:pt x="75564" y="307008"/>
                  </a:lnTo>
                  <a:lnTo>
                    <a:pt x="80031" y="309834"/>
                  </a:lnTo>
                  <a:lnTo>
                    <a:pt x="84586" y="312518"/>
                  </a:lnTo>
                  <a:lnTo>
                    <a:pt x="89224" y="315056"/>
                  </a:lnTo>
                  <a:lnTo>
                    <a:pt x="93939" y="317447"/>
                  </a:lnTo>
                  <a:lnTo>
                    <a:pt x="98727" y="319687"/>
                  </a:lnTo>
                  <a:lnTo>
                    <a:pt x="103584" y="321774"/>
                  </a:lnTo>
                  <a:lnTo>
                    <a:pt x="108505" y="323707"/>
                  </a:lnTo>
                  <a:lnTo>
                    <a:pt x="113484" y="325483"/>
                  </a:lnTo>
                  <a:lnTo>
                    <a:pt x="118517" y="327102"/>
                  </a:lnTo>
                  <a:lnTo>
                    <a:pt x="123599" y="328560"/>
                  </a:lnTo>
                  <a:lnTo>
                    <a:pt x="128724" y="329856"/>
                  </a:lnTo>
                  <a:lnTo>
                    <a:pt x="133888" y="330990"/>
                  </a:lnTo>
                  <a:lnTo>
                    <a:pt x="139085" y="331960"/>
                  </a:lnTo>
                  <a:lnTo>
                    <a:pt x="144309" y="332766"/>
                  </a:lnTo>
                  <a:lnTo>
                    <a:pt x="149557" y="333405"/>
                  </a:lnTo>
                  <a:lnTo>
                    <a:pt x="154823" y="333879"/>
                  </a:lnTo>
                  <a:lnTo>
                    <a:pt x="160100" y="334185"/>
                  </a:lnTo>
                  <a:lnTo>
                    <a:pt x="165385" y="334325"/>
                  </a:lnTo>
                  <a:lnTo>
                    <a:pt x="170672" y="334297"/>
                  </a:lnTo>
                  <a:lnTo>
                    <a:pt x="175955" y="334103"/>
                  </a:lnTo>
                  <a:lnTo>
                    <a:pt x="181229" y="333741"/>
                  </a:lnTo>
                  <a:lnTo>
                    <a:pt x="186489" y="333213"/>
                  </a:lnTo>
                  <a:lnTo>
                    <a:pt x="191730" y="332519"/>
                  </a:lnTo>
                  <a:lnTo>
                    <a:pt x="196946" y="331659"/>
                  </a:lnTo>
                  <a:lnTo>
                    <a:pt x="202133" y="330635"/>
                  </a:lnTo>
                  <a:lnTo>
                    <a:pt x="207284" y="329447"/>
                  </a:lnTo>
                  <a:lnTo>
                    <a:pt x="212396" y="328097"/>
                  </a:lnTo>
                  <a:lnTo>
                    <a:pt x="217462" y="326586"/>
                  </a:lnTo>
                  <a:lnTo>
                    <a:pt x="222478" y="324916"/>
                  </a:lnTo>
                  <a:lnTo>
                    <a:pt x="227438" y="323087"/>
                  </a:lnTo>
                  <a:lnTo>
                    <a:pt x="232338" y="321103"/>
                  </a:lnTo>
                  <a:lnTo>
                    <a:pt x="237173" y="318965"/>
                  </a:lnTo>
                  <a:lnTo>
                    <a:pt x="241938" y="316675"/>
                  </a:lnTo>
                  <a:lnTo>
                    <a:pt x="246629" y="314236"/>
                  </a:lnTo>
                  <a:lnTo>
                    <a:pt x="251239" y="311650"/>
                  </a:lnTo>
                  <a:lnTo>
                    <a:pt x="255766" y="308919"/>
                  </a:lnTo>
                  <a:lnTo>
                    <a:pt x="260204" y="306046"/>
                  </a:lnTo>
                  <a:lnTo>
                    <a:pt x="264549" y="303034"/>
                  </a:lnTo>
                  <a:lnTo>
                    <a:pt x="268796" y="299887"/>
                  </a:lnTo>
                  <a:lnTo>
                    <a:pt x="272942" y="296606"/>
                  </a:lnTo>
                  <a:lnTo>
                    <a:pt x="276982" y="293197"/>
                  </a:lnTo>
                  <a:lnTo>
                    <a:pt x="280913" y="289661"/>
                  </a:lnTo>
                  <a:lnTo>
                    <a:pt x="284729" y="286003"/>
                  </a:lnTo>
                  <a:lnTo>
                    <a:pt x="288428" y="282225"/>
                  </a:lnTo>
                  <a:lnTo>
                    <a:pt x="292006" y="278333"/>
                  </a:lnTo>
                  <a:lnTo>
                    <a:pt x="295458" y="274330"/>
                  </a:lnTo>
                  <a:lnTo>
                    <a:pt x="298783" y="270219"/>
                  </a:lnTo>
                  <a:lnTo>
                    <a:pt x="301976" y="266006"/>
                  </a:lnTo>
                  <a:lnTo>
                    <a:pt x="305034" y="261693"/>
                  </a:lnTo>
                  <a:lnTo>
                    <a:pt x="307954" y="257286"/>
                  </a:lnTo>
                  <a:lnTo>
                    <a:pt x="310733" y="252789"/>
                  </a:lnTo>
                  <a:lnTo>
                    <a:pt x="313368" y="248206"/>
                  </a:lnTo>
                  <a:lnTo>
                    <a:pt x="315858" y="243542"/>
                  </a:lnTo>
                  <a:lnTo>
                    <a:pt x="318199" y="238802"/>
                  </a:lnTo>
                  <a:lnTo>
                    <a:pt x="320388" y="233990"/>
                  </a:lnTo>
                  <a:lnTo>
                    <a:pt x="322425" y="229112"/>
                  </a:lnTo>
                  <a:lnTo>
                    <a:pt x="324306" y="224171"/>
                  </a:lnTo>
                  <a:lnTo>
                    <a:pt x="326030" y="219173"/>
                  </a:lnTo>
                  <a:lnTo>
                    <a:pt x="327595" y="214124"/>
                  </a:lnTo>
                  <a:lnTo>
                    <a:pt x="328999" y="209027"/>
                  </a:lnTo>
                  <a:lnTo>
                    <a:pt x="330242" y="203888"/>
                  </a:lnTo>
                  <a:lnTo>
                    <a:pt x="331322" y="198713"/>
                  </a:lnTo>
                  <a:lnTo>
                    <a:pt x="332237" y="193506"/>
                  </a:lnTo>
                  <a:lnTo>
                    <a:pt x="332987" y="188273"/>
                  </a:lnTo>
                  <a:lnTo>
                    <a:pt x="333572" y="183019"/>
                  </a:lnTo>
                  <a:lnTo>
                    <a:pt x="333990" y="177749"/>
                  </a:lnTo>
                  <a:lnTo>
                    <a:pt x="334241" y="172468"/>
                  </a:lnTo>
                  <a:lnTo>
                    <a:pt x="334325" y="167182"/>
                  </a:lnTo>
                  <a:lnTo>
                    <a:pt x="334242" y="161896"/>
                  </a:lnTo>
                  <a:lnTo>
                    <a:pt x="333992" y="156616"/>
                  </a:lnTo>
                  <a:lnTo>
                    <a:pt x="333575" y="151345"/>
                  </a:lnTo>
                  <a:lnTo>
                    <a:pt x="332991" y="146091"/>
                  </a:lnTo>
                  <a:lnTo>
                    <a:pt x="332242" y="140858"/>
                  </a:lnTo>
                  <a:lnTo>
                    <a:pt x="331327" y="135651"/>
                  </a:lnTo>
                  <a:lnTo>
                    <a:pt x="330249" y="130475"/>
                  </a:lnTo>
                  <a:lnTo>
                    <a:pt x="329007" y="125337"/>
                  </a:lnTo>
                  <a:lnTo>
                    <a:pt x="327603" y="120240"/>
                  </a:lnTo>
                  <a:lnTo>
                    <a:pt x="326039" y="115190"/>
                  </a:lnTo>
                  <a:lnTo>
                    <a:pt x="324316" y="110192"/>
                  </a:lnTo>
                  <a:lnTo>
                    <a:pt x="322436" y="105251"/>
                  </a:lnTo>
                  <a:lnTo>
                    <a:pt x="320401" y="100372"/>
                  </a:lnTo>
                  <a:lnTo>
                    <a:pt x="318212" y="95560"/>
                  </a:lnTo>
                  <a:lnTo>
                    <a:pt x="315872" y="90819"/>
                  </a:lnTo>
                  <a:lnTo>
                    <a:pt x="313383" y="86155"/>
                  </a:lnTo>
                  <a:lnTo>
                    <a:pt x="310749" y="81571"/>
                  </a:lnTo>
                  <a:lnTo>
                    <a:pt x="307970" y="77074"/>
                  </a:lnTo>
                  <a:lnTo>
                    <a:pt x="305051" y="72666"/>
                  </a:lnTo>
                  <a:lnTo>
                    <a:pt x="301994" y="68353"/>
                  </a:lnTo>
                  <a:lnTo>
                    <a:pt x="298802" y="64139"/>
                  </a:lnTo>
                  <a:lnTo>
                    <a:pt x="295478" y="60028"/>
                  </a:lnTo>
                  <a:lnTo>
                    <a:pt x="292026" y="56024"/>
                  </a:lnTo>
                  <a:lnTo>
                    <a:pt x="288449" y="52131"/>
                  </a:lnTo>
                  <a:lnTo>
                    <a:pt x="284751" y="48353"/>
                  </a:lnTo>
                  <a:lnTo>
                    <a:pt x="280935" y="44694"/>
                  </a:lnTo>
                  <a:lnTo>
                    <a:pt x="277006" y="41157"/>
                  </a:lnTo>
                  <a:lnTo>
                    <a:pt x="272966" y="37747"/>
                  </a:lnTo>
                  <a:lnTo>
                    <a:pt x="268821" y="34466"/>
                  </a:lnTo>
                  <a:lnTo>
                    <a:pt x="264574" y="31318"/>
                  </a:lnTo>
                  <a:lnTo>
                    <a:pt x="260229" y="28305"/>
                  </a:lnTo>
                  <a:lnTo>
                    <a:pt x="255792" y="25432"/>
                  </a:lnTo>
                  <a:lnTo>
                    <a:pt x="251266" y="22700"/>
                  </a:lnTo>
                  <a:lnTo>
                    <a:pt x="246656" y="20112"/>
                  </a:lnTo>
                  <a:lnTo>
                    <a:pt x="241966" y="17672"/>
                  </a:lnTo>
                  <a:lnTo>
                    <a:pt x="237201" y="15381"/>
                  </a:lnTo>
                  <a:lnTo>
                    <a:pt x="232367" y="13242"/>
                  </a:lnTo>
                  <a:lnTo>
                    <a:pt x="227467" y="11257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71"/>
              <a:ext cx="60309" cy="167167"/>
            </a:xfrm>
            <a:custGeom>
              <a:avLst/>
              <a:pathLst>
                <a:path w="60309" h="167167">
                  <a:moveTo>
                    <a:pt x="60309" y="11257"/>
                  </a:moveTo>
                  <a:lnTo>
                    <a:pt x="54514" y="9138"/>
                  </a:lnTo>
                  <a:lnTo>
                    <a:pt x="48646" y="7234"/>
                  </a:lnTo>
                  <a:lnTo>
                    <a:pt x="42711" y="5548"/>
                  </a:lnTo>
                  <a:lnTo>
                    <a:pt x="36718" y="4082"/>
                  </a:lnTo>
                  <a:lnTo>
                    <a:pt x="30675" y="2838"/>
                  </a:lnTo>
                  <a:lnTo>
                    <a:pt x="24590" y="1818"/>
                  </a:lnTo>
                  <a:lnTo>
                    <a:pt x="18472" y="1023"/>
                  </a:lnTo>
                  <a:lnTo>
                    <a:pt x="12328" y="455"/>
                  </a:lnTo>
                  <a:lnTo>
                    <a:pt x="6168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378099" y="1071028"/>
              <a:ext cx="333581" cy="334324"/>
            </a:xfrm>
            <a:custGeom>
              <a:avLst/>
              <a:pathLst>
                <a:path w="333581" h="334324">
                  <a:moveTo>
                    <a:pt x="167158" y="0"/>
                  </a:moveTo>
                  <a:lnTo>
                    <a:pt x="161835" y="84"/>
                  </a:lnTo>
                  <a:lnTo>
                    <a:pt x="156517" y="339"/>
                  </a:lnTo>
                  <a:lnTo>
                    <a:pt x="151211" y="762"/>
                  </a:lnTo>
                  <a:lnTo>
                    <a:pt x="145920" y="1354"/>
                  </a:lnTo>
                  <a:lnTo>
                    <a:pt x="140651" y="2114"/>
                  </a:lnTo>
                  <a:lnTo>
                    <a:pt x="135408" y="3042"/>
                  </a:lnTo>
                  <a:lnTo>
                    <a:pt x="130198" y="4136"/>
                  </a:lnTo>
                  <a:lnTo>
                    <a:pt x="125026" y="5396"/>
                  </a:lnTo>
                  <a:lnTo>
                    <a:pt x="119896" y="6820"/>
                  </a:lnTo>
                  <a:lnTo>
                    <a:pt x="114814" y="8406"/>
                  </a:lnTo>
                  <a:lnTo>
                    <a:pt x="109785" y="10153"/>
                  </a:lnTo>
                  <a:lnTo>
                    <a:pt x="104815" y="12060"/>
                  </a:lnTo>
                  <a:lnTo>
                    <a:pt x="99907" y="14124"/>
                  </a:lnTo>
                  <a:lnTo>
                    <a:pt x="95068" y="16343"/>
                  </a:lnTo>
                  <a:lnTo>
                    <a:pt x="90302" y="18715"/>
                  </a:lnTo>
                  <a:lnTo>
                    <a:pt x="85614" y="21237"/>
                  </a:lnTo>
                  <a:lnTo>
                    <a:pt x="81008" y="23908"/>
                  </a:lnTo>
                  <a:lnTo>
                    <a:pt x="76490" y="26724"/>
                  </a:lnTo>
                  <a:lnTo>
                    <a:pt x="72064" y="29682"/>
                  </a:lnTo>
                  <a:lnTo>
                    <a:pt x="67734" y="32780"/>
                  </a:lnTo>
                  <a:lnTo>
                    <a:pt x="63506" y="36014"/>
                  </a:lnTo>
                  <a:lnTo>
                    <a:pt x="59382" y="39381"/>
                  </a:lnTo>
                  <a:lnTo>
                    <a:pt x="55368" y="42878"/>
                  </a:lnTo>
                  <a:lnTo>
                    <a:pt x="51467" y="46500"/>
                  </a:lnTo>
                  <a:lnTo>
                    <a:pt x="47683" y="50246"/>
                  </a:lnTo>
                  <a:lnTo>
                    <a:pt x="44020" y="54109"/>
                  </a:lnTo>
                  <a:lnTo>
                    <a:pt x="40483" y="58088"/>
                  </a:lnTo>
                  <a:lnTo>
                    <a:pt x="37074" y="62177"/>
                  </a:lnTo>
                  <a:lnTo>
                    <a:pt x="33796" y="66372"/>
                  </a:lnTo>
                  <a:lnTo>
                    <a:pt x="30654" y="70670"/>
                  </a:lnTo>
                  <a:lnTo>
                    <a:pt x="27651" y="75065"/>
                  </a:lnTo>
                  <a:lnTo>
                    <a:pt x="24789" y="79554"/>
                  </a:lnTo>
                  <a:lnTo>
                    <a:pt x="22071" y="84132"/>
                  </a:lnTo>
                  <a:lnTo>
                    <a:pt x="19501" y="88794"/>
                  </a:lnTo>
                  <a:lnTo>
                    <a:pt x="17080" y="93536"/>
                  </a:lnTo>
                  <a:lnTo>
                    <a:pt x="14812" y="98352"/>
                  </a:lnTo>
                  <a:lnTo>
                    <a:pt x="12698" y="103238"/>
                  </a:lnTo>
                  <a:lnTo>
                    <a:pt x="10740" y="108189"/>
                  </a:lnTo>
                  <a:lnTo>
                    <a:pt x="8942" y="113200"/>
                  </a:lnTo>
                  <a:lnTo>
                    <a:pt x="7303" y="118265"/>
                  </a:lnTo>
                  <a:lnTo>
                    <a:pt x="5827" y="123380"/>
                  </a:lnTo>
                  <a:lnTo>
                    <a:pt x="4515" y="128540"/>
                  </a:lnTo>
                  <a:lnTo>
                    <a:pt x="3367" y="133738"/>
                  </a:lnTo>
                  <a:lnTo>
                    <a:pt x="2386" y="138971"/>
                  </a:lnTo>
                  <a:lnTo>
                    <a:pt x="1572" y="144232"/>
                  </a:lnTo>
                  <a:lnTo>
                    <a:pt x="925" y="149516"/>
                  </a:lnTo>
                  <a:lnTo>
                    <a:pt x="447" y="154818"/>
                  </a:lnTo>
                  <a:lnTo>
                    <a:pt x="139" y="160133"/>
                  </a:lnTo>
                  <a:lnTo>
                    <a:pt x="0" y="165455"/>
                  </a:lnTo>
                  <a:lnTo>
                    <a:pt x="30" y="170779"/>
                  </a:lnTo>
                  <a:lnTo>
                    <a:pt x="230" y="176099"/>
                  </a:lnTo>
                  <a:lnTo>
                    <a:pt x="599" y="181410"/>
                  </a:lnTo>
                  <a:lnTo>
                    <a:pt x="1137" y="186706"/>
                  </a:lnTo>
                  <a:lnTo>
                    <a:pt x="1843" y="191983"/>
                  </a:lnTo>
                  <a:lnTo>
                    <a:pt x="2717" y="197234"/>
                  </a:lnTo>
                  <a:lnTo>
                    <a:pt x="3758" y="202455"/>
                  </a:lnTo>
                  <a:lnTo>
                    <a:pt x="4964" y="207640"/>
                  </a:lnTo>
                  <a:lnTo>
                    <a:pt x="6335" y="212785"/>
                  </a:lnTo>
                  <a:lnTo>
                    <a:pt x="7869" y="217882"/>
                  </a:lnTo>
                  <a:lnTo>
                    <a:pt x="9565" y="222929"/>
                  </a:lnTo>
                  <a:lnTo>
                    <a:pt x="11421" y="227919"/>
                  </a:lnTo>
                  <a:lnTo>
                    <a:pt x="13434" y="232847"/>
                  </a:lnTo>
                  <a:lnTo>
                    <a:pt x="15604" y="237709"/>
                  </a:lnTo>
                  <a:lnTo>
                    <a:pt x="17927" y="242499"/>
                  </a:lnTo>
                  <a:lnTo>
                    <a:pt x="20401" y="247213"/>
                  </a:lnTo>
                  <a:lnTo>
                    <a:pt x="23024" y="251845"/>
                  </a:lnTo>
                  <a:lnTo>
                    <a:pt x="25794" y="256392"/>
                  </a:lnTo>
                  <a:lnTo>
                    <a:pt x="28707" y="260848"/>
                  </a:lnTo>
                  <a:lnTo>
                    <a:pt x="31760" y="265209"/>
                  </a:lnTo>
                  <a:lnTo>
                    <a:pt x="34951" y="269471"/>
                  </a:lnTo>
                  <a:lnTo>
                    <a:pt x="38275" y="273629"/>
                  </a:lnTo>
                  <a:lnTo>
                    <a:pt x="41731" y="277679"/>
                  </a:lnTo>
                  <a:lnTo>
                    <a:pt x="45313" y="281617"/>
                  </a:lnTo>
                  <a:lnTo>
                    <a:pt x="49019" y="285439"/>
                  </a:lnTo>
                  <a:lnTo>
                    <a:pt x="52845" y="289141"/>
                  </a:lnTo>
                  <a:lnTo>
                    <a:pt x="56787" y="292719"/>
                  </a:lnTo>
                  <a:lnTo>
                    <a:pt x="60841" y="296170"/>
                  </a:lnTo>
                  <a:lnTo>
                    <a:pt x="65003" y="299490"/>
                  </a:lnTo>
                  <a:lnTo>
                    <a:pt x="69268" y="302675"/>
                  </a:lnTo>
                  <a:lnTo>
                    <a:pt x="73633" y="305724"/>
                  </a:lnTo>
                  <a:lnTo>
                    <a:pt x="78092" y="308632"/>
                  </a:lnTo>
                  <a:lnTo>
                    <a:pt x="82642" y="311396"/>
                  </a:lnTo>
                  <a:lnTo>
                    <a:pt x="87278" y="314014"/>
                  </a:lnTo>
                  <a:lnTo>
                    <a:pt x="91994" y="316483"/>
                  </a:lnTo>
                  <a:lnTo>
                    <a:pt x="96787" y="318801"/>
                  </a:lnTo>
                  <a:lnTo>
                    <a:pt x="101651" y="320965"/>
                  </a:lnTo>
                  <a:lnTo>
                    <a:pt x="106581" y="322973"/>
                  </a:lnTo>
                  <a:lnTo>
                    <a:pt x="111573" y="324823"/>
                  </a:lnTo>
                  <a:lnTo>
                    <a:pt x="116622" y="326513"/>
                  </a:lnTo>
                  <a:lnTo>
                    <a:pt x="121721" y="328041"/>
                  </a:lnTo>
                  <a:lnTo>
                    <a:pt x="126867" y="329406"/>
                  </a:lnTo>
                  <a:lnTo>
                    <a:pt x="132054" y="330607"/>
                  </a:lnTo>
                  <a:lnTo>
                    <a:pt x="137276" y="331642"/>
                  </a:lnTo>
                  <a:lnTo>
                    <a:pt x="142528" y="332510"/>
                  </a:lnTo>
                  <a:lnTo>
                    <a:pt x="147806" y="333210"/>
                  </a:lnTo>
                  <a:lnTo>
                    <a:pt x="153103" y="333742"/>
                  </a:lnTo>
                  <a:lnTo>
                    <a:pt x="158414" y="334106"/>
                  </a:lnTo>
                  <a:lnTo>
                    <a:pt x="163734" y="334299"/>
                  </a:lnTo>
                  <a:lnTo>
                    <a:pt x="169058" y="334324"/>
                  </a:lnTo>
                  <a:lnTo>
                    <a:pt x="174380" y="334178"/>
                  </a:lnTo>
                  <a:lnTo>
                    <a:pt x="179694" y="333864"/>
                  </a:lnTo>
                  <a:lnTo>
                    <a:pt x="184996" y="333380"/>
                  </a:lnTo>
                  <a:lnTo>
                    <a:pt x="190280" y="332728"/>
                  </a:lnTo>
                  <a:lnTo>
                    <a:pt x="195540" y="331907"/>
                  </a:lnTo>
                  <a:lnTo>
                    <a:pt x="200771" y="330920"/>
                  </a:lnTo>
                  <a:lnTo>
                    <a:pt x="205969" y="329767"/>
                  </a:lnTo>
                  <a:lnTo>
                    <a:pt x="211126" y="328449"/>
                  </a:lnTo>
                  <a:lnTo>
                    <a:pt x="216240" y="326967"/>
                  </a:lnTo>
                  <a:lnTo>
                    <a:pt x="221303" y="325323"/>
                  </a:lnTo>
                  <a:lnTo>
                    <a:pt x="226312" y="323518"/>
                  </a:lnTo>
                  <a:lnTo>
                    <a:pt x="231261" y="321556"/>
                  </a:lnTo>
                  <a:lnTo>
                    <a:pt x="236144" y="319436"/>
                  </a:lnTo>
                  <a:lnTo>
                    <a:pt x="240958" y="317162"/>
                  </a:lnTo>
                  <a:lnTo>
                    <a:pt x="245697" y="314736"/>
                  </a:lnTo>
                  <a:lnTo>
                    <a:pt x="250356" y="312160"/>
                  </a:lnTo>
                  <a:lnTo>
                    <a:pt x="254931" y="309438"/>
                  </a:lnTo>
                  <a:lnTo>
                    <a:pt x="259417" y="306571"/>
                  </a:lnTo>
                  <a:lnTo>
                    <a:pt x="263809" y="303562"/>
                  </a:lnTo>
                  <a:lnTo>
                    <a:pt x="268103" y="300415"/>
                  </a:lnTo>
                  <a:lnTo>
                    <a:pt x="272295" y="297133"/>
                  </a:lnTo>
                  <a:lnTo>
                    <a:pt x="276380" y="293720"/>
                  </a:lnTo>
                  <a:lnTo>
                    <a:pt x="280354" y="290178"/>
                  </a:lnTo>
                  <a:lnTo>
                    <a:pt x="284214" y="286511"/>
                  </a:lnTo>
                  <a:lnTo>
                    <a:pt x="287955" y="282723"/>
                  </a:lnTo>
                  <a:lnTo>
                    <a:pt x="291573" y="278818"/>
                  </a:lnTo>
                  <a:lnTo>
                    <a:pt x="295065" y="274799"/>
                  </a:lnTo>
                  <a:lnTo>
                    <a:pt x="298428" y="270672"/>
                  </a:lnTo>
                  <a:lnTo>
                    <a:pt x="301657" y="266439"/>
                  </a:lnTo>
                  <a:lnTo>
                    <a:pt x="304750" y="262106"/>
                  </a:lnTo>
                  <a:lnTo>
                    <a:pt x="307703" y="257677"/>
                  </a:lnTo>
                  <a:lnTo>
                    <a:pt x="310514" y="253156"/>
                  </a:lnTo>
                  <a:lnTo>
                    <a:pt x="313179" y="248547"/>
                  </a:lnTo>
                  <a:lnTo>
                    <a:pt x="315697" y="243856"/>
                  </a:lnTo>
                  <a:lnTo>
                    <a:pt x="318063" y="239087"/>
                  </a:lnTo>
                  <a:lnTo>
                    <a:pt x="320277" y="234246"/>
                  </a:lnTo>
                  <a:lnTo>
                    <a:pt x="322335" y="229336"/>
                  </a:lnTo>
                  <a:lnTo>
                    <a:pt x="324236" y="224363"/>
                  </a:lnTo>
                  <a:lnTo>
                    <a:pt x="325978" y="219332"/>
                  </a:lnTo>
                  <a:lnTo>
                    <a:pt x="327558" y="214249"/>
                  </a:lnTo>
                  <a:lnTo>
                    <a:pt x="328976" y="209117"/>
                  </a:lnTo>
                  <a:lnTo>
                    <a:pt x="330230" y="203943"/>
                  </a:lnTo>
                  <a:lnTo>
                    <a:pt x="331318" y="198732"/>
                  </a:lnTo>
                  <a:lnTo>
                    <a:pt x="332240" y="193489"/>
                  </a:lnTo>
                  <a:lnTo>
                    <a:pt x="332995" y="188219"/>
                  </a:lnTo>
                  <a:lnTo>
                    <a:pt x="333581" y="182927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545258" y="1238196"/>
              <a:ext cx="166422" cy="15760"/>
            </a:xfrm>
            <a:custGeom>
              <a:avLst/>
              <a:pathLst>
                <a:path w="166422" h="15760">
                  <a:moveTo>
                    <a:pt x="166422" y="1576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238196"/>
              <a:ext cx="166422" cy="15760"/>
            </a:xfrm>
            <a:custGeom>
              <a:avLst/>
              <a:pathLst>
                <a:path w="166422" h="15760">
                  <a:moveTo>
                    <a:pt x="166422" y="1576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238196"/>
              <a:ext cx="166422" cy="15760"/>
            </a:xfrm>
            <a:custGeom>
              <a:avLst/>
              <a:pathLst>
                <a:path w="166422" h="15760">
                  <a:moveTo>
                    <a:pt x="166422" y="1576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238196"/>
              <a:ext cx="166422" cy="15760"/>
            </a:xfrm>
            <a:custGeom>
              <a:avLst/>
              <a:pathLst>
                <a:path w="166422" h="15760">
                  <a:moveTo>
                    <a:pt x="166422" y="1576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238196"/>
              <a:ext cx="166422" cy="15760"/>
            </a:xfrm>
            <a:custGeom>
              <a:avLst/>
              <a:pathLst>
                <a:path w="166422" h="15760">
                  <a:moveTo>
                    <a:pt x="166422" y="1576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238196"/>
              <a:ext cx="166422" cy="15760"/>
            </a:xfrm>
            <a:custGeom>
              <a:avLst/>
              <a:pathLst>
                <a:path w="166422" h="15760">
                  <a:moveTo>
                    <a:pt x="166422" y="1576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238196"/>
              <a:ext cx="166422" cy="15760"/>
            </a:xfrm>
            <a:custGeom>
              <a:avLst/>
              <a:pathLst>
                <a:path w="166422" h="15760">
                  <a:moveTo>
                    <a:pt x="166422" y="1576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238196"/>
              <a:ext cx="166422" cy="15760"/>
            </a:xfrm>
            <a:custGeom>
              <a:avLst/>
              <a:pathLst>
                <a:path w="166422" h="15760">
                  <a:moveTo>
                    <a:pt x="166422" y="1576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238196"/>
              <a:ext cx="166422" cy="15760"/>
            </a:xfrm>
            <a:custGeom>
              <a:avLst/>
              <a:pathLst>
                <a:path w="166422" h="15760">
                  <a:moveTo>
                    <a:pt x="166422" y="1576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238196"/>
              <a:ext cx="166422" cy="15760"/>
            </a:xfrm>
            <a:custGeom>
              <a:avLst/>
              <a:pathLst>
                <a:path w="166422" h="15760">
                  <a:moveTo>
                    <a:pt x="166422" y="1576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238196"/>
              <a:ext cx="166422" cy="15760"/>
            </a:xfrm>
            <a:custGeom>
              <a:avLst/>
              <a:pathLst>
                <a:path w="166422" h="15760">
                  <a:moveTo>
                    <a:pt x="166422" y="1576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238196"/>
              <a:ext cx="166422" cy="15760"/>
            </a:xfrm>
            <a:custGeom>
              <a:avLst/>
              <a:pathLst>
                <a:path w="166422" h="15760">
                  <a:moveTo>
                    <a:pt x="166422" y="1576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238196"/>
              <a:ext cx="166422" cy="15760"/>
            </a:xfrm>
            <a:custGeom>
              <a:avLst/>
              <a:pathLst>
                <a:path w="166422" h="15760">
                  <a:moveTo>
                    <a:pt x="166422" y="1576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238196"/>
              <a:ext cx="166422" cy="15760"/>
            </a:xfrm>
            <a:custGeom>
              <a:avLst/>
              <a:pathLst>
                <a:path w="166422" h="15760">
                  <a:moveTo>
                    <a:pt x="166422" y="1576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238196"/>
              <a:ext cx="166422" cy="15760"/>
            </a:xfrm>
            <a:custGeom>
              <a:avLst/>
              <a:pathLst>
                <a:path w="166422" h="15760">
                  <a:moveTo>
                    <a:pt x="166422" y="1576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238196"/>
              <a:ext cx="166422" cy="15760"/>
            </a:xfrm>
            <a:custGeom>
              <a:avLst/>
              <a:pathLst>
                <a:path w="166422" h="15760">
                  <a:moveTo>
                    <a:pt x="166422" y="1576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238196"/>
              <a:ext cx="166422" cy="15760"/>
            </a:xfrm>
            <a:custGeom>
              <a:avLst/>
              <a:pathLst>
                <a:path w="166422" h="15760">
                  <a:moveTo>
                    <a:pt x="166422" y="1576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8196"/>
              <a:ext cx="166422" cy="15760"/>
            </a:xfrm>
            <a:custGeom>
              <a:avLst/>
              <a:pathLst>
                <a:path w="166422" h="15760">
                  <a:moveTo>
                    <a:pt x="166422" y="1576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8196"/>
              <a:ext cx="166422" cy="15760"/>
            </a:xfrm>
            <a:custGeom>
              <a:avLst/>
              <a:pathLst>
                <a:path w="166422" h="15760">
                  <a:moveTo>
                    <a:pt x="166422" y="1576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8196"/>
              <a:ext cx="166422" cy="15760"/>
            </a:xfrm>
            <a:custGeom>
              <a:avLst/>
              <a:pathLst>
                <a:path w="166422" h="15760">
                  <a:moveTo>
                    <a:pt x="166422" y="1576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38196"/>
              <a:ext cx="166722" cy="15760"/>
            </a:xfrm>
            <a:custGeom>
              <a:avLst/>
              <a:pathLst>
                <a:path w="166722" h="15760">
                  <a:moveTo>
                    <a:pt x="166422" y="15760"/>
                  </a:moveTo>
                  <a:lnTo>
                    <a:pt x="166722" y="121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071028"/>
              <a:ext cx="167161" cy="179353"/>
            </a:xfrm>
            <a:custGeom>
              <a:avLst/>
              <a:pathLst>
                <a:path w="167161" h="179353">
                  <a:moveTo>
                    <a:pt x="166722" y="179353"/>
                  </a:moveTo>
                  <a:lnTo>
                    <a:pt x="167028" y="173974"/>
                  </a:lnTo>
                  <a:lnTo>
                    <a:pt x="167161" y="168588"/>
                  </a:lnTo>
                  <a:lnTo>
                    <a:pt x="167120" y="163200"/>
                  </a:lnTo>
                  <a:lnTo>
                    <a:pt x="166905" y="157817"/>
                  </a:lnTo>
                  <a:lnTo>
                    <a:pt x="166517" y="152443"/>
                  </a:lnTo>
                  <a:lnTo>
                    <a:pt x="165956" y="147085"/>
                  </a:lnTo>
                  <a:lnTo>
                    <a:pt x="165223" y="141747"/>
                  </a:lnTo>
                  <a:lnTo>
                    <a:pt x="164318" y="136436"/>
                  </a:lnTo>
                  <a:lnTo>
                    <a:pt x="163242" y="131157"/>
                  </a:lnTo>
                  <a:lnTo>
                    <a:pt x="161997" y="125915"/>
                  </a:lnTo>
                  <a:lnTo>
                    <a:pt x="160584" y="120716"/>
                  </a:lnTo>
                  <a:lnTo>
                    <a:pt x="159003" y="115566"/>
                  </a:lnTo>
                  <a:lnTo>
                    <a:pt x="157258" y="110468"/>
                  </a:lnTo>
                  <a:lnTo>
                    <a:pt x="155349" y="105430"/>
                  </a:lnTo>
                  <a:lnTo>
                    <a:pt x="153279" y="100456"/>
                  </a:lnTo>
                  <a:lnTo>
                    <a:pt x="151050" y="95551"/>
                  </a:lnTo>
                  <a:lnTo>
                    <a:pt x="148663" y="90721"/>
                  </a:lnTo>
                  <a:lnTo>
                    <a:pt x="146123" y="85970"/>
                  </a:lnTo>
                  <a:lnTo>
                    <a:pt x="143430" y="81303"/>
                  </a:lnTo>
                  <a:lnTo>
                    <a:pt x="140589" y="76726"/>
                  </a:lnTo>
                  <a:lnTo>
                    <a:pt x="137601" y="72242"/>
                  </a:lnTo>
                  <a:lnTo>
                    <a:pt x="134471" y="67858"/>
                  </a:lnTo>
                  <a:lnTo>
                    <a:pt x="131201" y="63576"/>
                  </a:lnTo>
                  <a:lnTo>
                    <a:pt x="127795" y="59402"/>
                  </a:lnTo>
                  <a:lnTo>
                    <a:pt x="124255" y="55339"/>
                  </a:lnTo>
                  <a:lnTo>
                    <a:pt x="120587" y="51393"/>
                  </a:lnTo>
                  <a:lnTo>
                    <a:pt x="116794" y="47567"/>
                  </a:lnTo>
                  <a:lnTo>
                    <a:pt x="112879" y="43866"/>
                  </a:lnTo>
                  <a:lnTo>
                    <a:pt x="108847" y="40292"/>
                  </a:lnTo>
                  <a:lnTo>
                    <a:pt x="104702" y="36851"/>
                  </a:lnTo>
                  <a:lnTo>
                    <a:pt x="100448" y="33544"/>
                  </a:lnTo>
                  <a:lnTo>
                    <a:pt x="96090" y="30377"/>
                  </a:lnTo>
                  <a:lnTo>
                    <a:pt x="91632" y="27351"/>
                  </a:lnTo>
                  <a:lnTo>
                    <a:pt x="87079" y="24471"/>
                  </a:lnTo>
                  <a:lnTo>
                    <a:pt x="82435" y="21739"/>
                  </a:lnTo>
                  <a:lnTo>
                    <a:pt x="77706" y="19158"/>
                  </a:lnTo>
                  <a:lnTo>
                    <a:pt x="72896" y="16731"/>
                  </a:lnTo>
                  <a:lnTo>
                    <a:pt x="68011" y="14460"/>
                  </a:lnTo>
                  <a:lnTo>
                    <a:pt x="63054" y="12348"/>
                  </a:lnTo>
                  <a:lnTo>
                    <a:pt x="58033" y="10396"/>
                  </a:lnTo>
                  <a:lnTo>
                    <a:pt x="52950" y="8607"/>
                  </a:lnTo>
                  <a:lnTo>
                    <a:pt x="47813" y="6983"/>
                  </a:lnTo>
                  <a:lnTo>
                    <a:pt x="42627" y="5526"/>
                  </a:lnTo>
                  <a:lnTo>
                    <a:pt x="37396" y="4236"/>
                  </a:lnTo>
                  <a:lnTo>
                    <a:pt x="32126" y="3116"/>
                  </a:lnTo>
                  <a:lnTo>
                    <a:pt x="26823" y="2165"/>
                  </a:lnTo>
                  <a:lnTo>
                    <a:pt x="21491" y="1387"/>
                  </a:lnTo>
                  <a:lnTo>
                    <a:pt x="16138" y="780"/>
                  </a:lnTo>
                  <a:lnTo>
                    <a:pt x="10768" y="347"/>
                  </a:lnTo>
                  <a:lnTo>
                    <a:pt x="5386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903327" y="941493"/>
              <a:ext cx="120216" cy="167167"/>
            </a:xfrm>
            <a:custGeom>
              <a:avLst/>
              <a:pathLst>
                <a:path w="120216" h="167167">
                  <a:moveTo>
                    <a:pt x="120216" y="0"/>
                  </a:moveTo>
                  <a:lnTo>
                    <a:pt x="114627" y="93"/>
                  </a:lnTo>
                  <a:lnTo>
                    <a:pt x="109045" y="373"/>
                  </a:lnTo>
                  <a:lnTo>
                    <a:pt x="103474" y="840"/>
                  </a:lnTo>
                  <a:lnTo>
                    <a:pt x="97923" y="1493"/>
                  </a:lnTo>
                  <a:lnTo>
                    <a:pt x="92396" y="2331"/>
                  </a:lnTo>
                  <a:lnTo>
                    <a:pt x="86900" y="3353"/>
                  </a:lnTo>
                  <a:lnTo>
                    <a:pt x="81442" y="4559"/>
                  </a:lnTo>
                  <a:lnTo>
                    <a:pt x="76027" y="5946"/>
                  </a:lnTo>
                  <a:lnTo>
                    <a:pt x="70661" y="7513"/>
                  </a:lnTo>
                  <a:lnTo>
                    <a:pt x="65351" y="9259"/>
                  </a:lnTo>
                  <a:lnTo>
                    <a:pt x="60103" y="11182"/>
                  </a:lnTo>
                  <a:lnTo>
                    <a:pt x="54921" y="13279"/>
                  </a:lnTo>
                  <a:lnTo>
                    <a:pt x="49812" y="15548"/>
                  </a:lnTo>
                  <a:lnTo>
                    <a:pt x="44783" y="17987"/>
                  </a:lnTo>
                  <a:lnTo>
                    <a:pt x="39837" y="20592"/>
                  </a:lnTo>
                  <a:lnTo>
                    <a:pt x="34981" y="23362"/>
                  </a:lnTo>
                  <a:lnTo>
                    <a:pt x="30221" y="26292"/>
                  </a:lnTo>
                  <a:lnTo>
                    <a:pt x="25561" y="29380"/>
                  </a:lnTo>
                  <a:lnTo>
                    <a:pt x="21007" y="32621"/>
                  </a:lnTo>
                  <a:lnTo>
                    <a:pt x="16565" y="36013"/>
                  </a:lnTo>
                  <a:lnTo>
                    <a:pt x="12238" y="39552"/>
                  </a:lnTo>
                  <a:lnTo>
                    <a:pt x="8031" y="43234"/>
                  </a:lnTo>
                  <a:lnTo>
                    <a:pt x="3950" y="47054"/>
                  </a:lnTo>
                  <a:lnTo>
                    <a:pt x="0" y="51008"/>
                  </a:lnTo>
                  <a:lnTo>
                    <a:pt x="12021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03327" y="992502"/>
              <a:ext cx="120216" cy="116158"/>
            </a:xfrm>
            <a:custGeom>
              <a:avLst/>
              <a:pathLst>
                <a:path w="120216" h="116158">
                  <a:moveTo>
                    <a:pt x="0" y="0"/>
                  </a:moveTo>
                  <a:lnTo>
                    <a:pt x="120216" y="116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56379" y="969566"/>
              <a:ext cx="334331" cy="306249"/>
            </a:xfrm>
            <a:custGeom>
              <a:avLst/>
              <a:pathLst>
                <a:path w="334331" h="306249">
                  <a:moveTo>
                    <a:pt x="46947" y="22935"/>
                  </a:moveTo>
                  <a:lnTo>
                    <a:pt x="43318" y="26812"/>
                  </a:lnTo>
                  <a:lnTo>
                    <a:pt x="39814" y="30803"/>
                  </a:lnTo>
                  <a:lnTo>
                    <a:pt x="36438" y="34903"/>
                  </a:lnTo>
                  <a:lnTo>
                    <a:pt x="33195" y="39108"/>
                  </a:lnTo>
                  <a:lnTo>
                    <a:pt x="30086" y="43414"/>
                  </a:lnTo>
                  <a:lnTo>
                    <a:pt x="27116" y="47817"/>
                  </a:lnTo>
                  <a:lnTo>
                    <a:pt x="24287" y="52311"/>
                  </a:lnTo>
                  <a:lnTo>
                    <a:pt x="21603" y="56894"/>
                  </a:lnTo>
                  <a:lnTo>
                    <a:pt x="19065" y="61559"/>
                  </a:lnTo>
                  <a:lnTo>
                    <a:pt x="16677" y="66302"/>
                  </a:lnTo>
                  <a:lnTo>
                    <a:pt x="14441" y="71119"/>
                  </a:lnTo>
                  <a:lnTo>
                    <a:pt x="12359" y="76005"/>
                  </a:lnTo>
                  <a:lnTo>
                    <a:pt x="10433" y="80954"/>
                  </a:lnTo>
                  <a:lnTo>
                    <a:pt x="8665" y="85962"/>
                  </a:lnTo>
                  <a:lnTo>
                    <a:pt x="7057" y="91024"/>
                  </a:lnTo>
                  <a:lnTo>
                    <a:pt x="5611" y="96134"/>
                  </a:lnTo>
                  <a:lnTo>
                    <a:pt x="4328" y="101287"/>
                  </a:lnTo>
                  <a:lnTo>
                    <a:pt x="3209" y="106479"/>
                  </a:lnTo>
                  <a:lnTo>
                    <a:pt x="2256" y="111703"/>
                  </a:lnTo>
                  <a:lnTo>
                    <a:pt x="1469" y="116955"/>
                  </a:lnTo>
                  <a:lnTo>
                    <a:pt x="850" y="122230"/>
                  </a:lnTo>
                  <a:lnTo>
                    <a:pt x="398" y="127521"/>
                  </a:lnTo>
                  <a:lnTo>
                    <a:pt x="114" y="132825"/>
                  </a:lnTo>
                  <a:lnTo>
                    <a:pt x="0" y="138134"/>
                  </a:lnTo>
                  <a:lnTo>
                    <a:pt x="53" y="143445"/>
                  </a:lnTo>
                  <a:lnTo>
                    <a:pt x="276" y="148751"/>
                  </a:lnTo>
                  <a:lnTo>
                    <a:pt x="667" y="154047"/>
                  </a:lnTo>
                  <a:lnTo>
                    <a:pt x="1226" y="159328"/>
                  </a:lnTo>
                  <a:lnTo>
                    <a:pt x="1952" y="164589"/>
                  </a:lnTo>
                  <a:lnTo>
                    <a:pt x="2846" y="169824"/>
                  </a:lnTo>
                  <a:lnTo>
                    <a:pt x="3905" y="175028"/>
                  </a:lnTo>
                  <a:lnTo>
                    <a:pt x="5129" y="180196"/>
                  </a:lnTo>
                  <a:lnTo>
                    <a:pt x="6516" y="185322"/>
                  </a:lnTo>
                  <a:lnTo>
                    <a:pt x="8065" y="190402"/>
                  </a:lnTo>
                  <a:lnTo>
                    <a:pt x="9776" y="195430"/>
                  </a:lnTo>
                  <a:lnTo>
                    <a:pt x="11644" y="200401"/>
                  </a:lnTo>
                  <a:lnTo>
                    <a:pt x="13670" y="205310"/>
                  </a:lnTo>
                  <a:lnTo>
                    <a:pt x="15851" y="210152"/>
                  </a:lnTo>
                  <a:lnTo>
                    <a:pt x="18185" y="214923"/>
                  </a:lnTo>
                  <a:lnTo>
                    <a:pt x="20669" y="219617"/>
                  </a:lnTo>
                  <a:lnTo>
                    <a:pt x="23300" y="224230"/>
                  </a:lnTo>
                  <a:lnTo>
                    <a:pt x="26077" y="228757"/>
                  </a:lnTo>
                  <a:lnTo>
                    <a:pt x="28997" y="233193"/>
                  </a:lnTo>
                  <a:lnTo>
                    <a:pt x="32056" y="237535"/>
                  </a:lnTo>
                  <a:lnTo>
                    <a:pt x="35251" y="241777"/>
                  </a:lnTo>
                  <a:lnTo>
                    <a:pt x="38579" y="245915"/>
                  </a:lnTo>
                  <a:lnTo>
                    <a:pt x="42037" y="249946"/>
                  </a:lnTo>
                  <a:lnTo>
                    <a:pt x="45621" y="253864"/>
                  </a:lnTo>
                  <a:lnTo>
                    <a:pt x="49328" y="257667"/>
                  </a:lnTo>
                  <a:lnTo>
                    <a:pt x="53154" y="261351"/>
                  </a:lnTo>
                  <a:lnTo>
                    <a:pt x="57095" y="264910"/>
                  </a:lnTo>
                  <a:lnTo>
                    <a:pt x="61148" y="268343"/>
                  </a:lnTo>
                  <a:lnTo>
                    <a:pt x="65307" y="271646"/>
                  </a:lnTo>
                  <a:lnTo>
                    <a:pt x="69569" y="274814"/>
                  </a:lnTo>
                  <a:lnTo>
                    <a:pt x="73929" y="277846"/>
                  </a:lnTo>
                  <a:lnTo>
                    <a:pt x="78384" y="280737"/>
                  </a:lnTo>
                  <a:lnTo>
                    <a:pt x="82928" y="283486"/>
                  </a:lnTo>
                  <a:lnTo>
                    <a:pt x="87557" y="286089"/>
                  </a:lnTo>
                  <a:lnTo>
                    <a:pt x="92266" y="288544"/>
                  </a:lnTo>
                  <a:lnTo>
                    <a:pt x="97051" y="290847"/>
                  </a:lnTo>
                  <a:lnTo>
                    <a:pt x="101907" y="292998"/>
                  </a:lnTo>
                  <a:lnTo>
                    <a:pt x="106829" y="294993"/>
                  </a:lnTo>
                  <a:lnTo>
                    <a:pt x="111812" y="296831"/>
                  </a:lnTo>
                  <a:lnTo>
                    <a:pt x="116850" y="298510"/>
                  </a:lnTo>
                  <a:lnTo>
                    <a:pt x="121939" y="300027"/>
                  </a:lnTo>
                  <a:lnTo>
                    <a:pt x="127074" y="301383"/>
                  </a:lnTo>
                  <a:lnTo>
                    <a:pt x="132250" y="302574"/>
                  </a:lnTo>
                  <a:lnTo>
                    <a:pt x="137460" y="303601"/>
                  </a:lnTo>
                  <a:lnTo>
                    <a:pt x="142701" y="304461"/>
                  </a:lnTo>
                  <a:lnTo>
                    <a:pt x="147966" y="305155"/>
                  </a:lnTo>
                  <a:lnTo>
                    <a:pt x="153251" y="305681"/>
                  </a:lnTo>
                  <a:lnTo>
                    <a:pt x="158549" y="306039"/>
                  </a:lnTo>
                  <a:lnTo>
                    <a:pt x="163857" y="306228"/>
                  </a:lnTo>
                  <a:lnTo>
                    <a:pt x="169167" y="306249"/>
                  </a:lnTo>
                  <a:lnTo>
                    <a:pt x="174476" y="306101"/>
                  </a:lnTo>
                  <a:lnTo>
                    <a:pt x="179777" y="305785"/>
                  </a:lnTo>
                  <a:lnTo>
                    <a:pt x="185066" y="305300"/>
                  </a:lnTo>
                  <a:lnTo>
                    <a:pt x="190337" y="304647"/>
                  </a:lnTo>
                  <a:lnTo>
                    <a:pt x="195584" y="303828"/>
                  </a:lnTo>
                  <a:lnTo>
                    <a:pt x="200802" y="302842"/>
                  </a:lnTo>
                  <a:lnTo>
                    <a:pt x="205987" y="301691"/>
                  </a:lnTo>
                  <a:lnTo>
                    <a:pt x="211132" y="300375"/>
                  </a:lnTo>
                  <a:lnTo>
                    <a:pt x="216233" y="298897"/>
                  </a:lnTo>
                  <a:lnTo>
                    <a:pt x="221284" y="297258"/>
                  </a:lnTo>
                  <a:lnTo>
                    <a:pt x="226281" y="295459"/>
                  </a:lnTo>
                  <a:lnTo>
                    <a:pt x="231218" y="293502"/>
                  </a:lnTo>
                  <a:lnTo>
                    <a:pt x="236091" y="291390"/>
                  </a:lnTo>
                  <a:lnTo>
                    <a:pt x="240894" y="289123"/>
                  </a:lnTo>
                  <a:lnTo>
                    <a:pt x="245622" y="286706"/>
                  </a:lnTo>
                  <a:lnTo>
                    <a:pt x="250271" y="284139"/>
                  </a:lnTo>
                  <a:lnTo>
                    <a:pt x="254837" y="281426"/>
                  </a:lnTo>
                  <a:lnTo>
                    <a:pt x="259314" y="278569"/>
                  </a:lnTo>
                  <a:lnTo>
                    <a:pt x="263698" y="275572"/>
                  </a:lnTo>
                  <a:lnTo>
                    <a:pt x="267984" y="272436"/>
                  </a:lnTo>
                  <a:lnTo>
                    <a:pt x="272169" y="269167"/>
                  </a:lnTo>
                  <a:lnTo>
                    <a:pt x="276248" y="265765"/>
                  </a:lnTo>
                  <a:lnTo>
                    <a:pt x="280216" y="262236"/>
                  </a:lnTo>
                  <a:lnTo>
                    <a:pt x="284071" y="258583"/>
                  </a:lnTo>
                  <a:lnTo>
                    <a:pt x="287808" y="254809"/>
                  </a:lnTo>
                  <a:lnTo>
                    <a:pt x="291422" y="250919"/>
                  </a:lnTo>
                  <a:lnTo>
                    <a:pt x="294912" y="246915"/>
                  </a:lnTo>
                  <a:lnTo>
                    <a:pt x="298272" y="242803"/>
                  </a:lnTo>
                  <a:lnTo>
                    <a:pt x="301501" y="238586"/>
                  </a:lnTo>
                  <a:lnTo>
                    <a:pt x="304593" y="234268"/>
                  </a:lnTo>
                  <a:lnTo>
                    <a:pt x="307547" y="229855"/>
                  </a:lnTo>
                  <a:lnTo>
                    <a:pt x="310359" y="225350"/>
                  </a:lnTo>
                  <a:lnTo>
                    <a:pt x="313027" y="220758"/>
                  </a:lnTo>
                  <a:lnTo>
                    <a:pt x="315547" y="216083"/>
                  </a:lnTo>
                  <a:lnTo>
                    <a:pt x="317918" y="211331"/>
                  </a:lnTo>
                  <a:lnTo>
                    <a:pt x="320137" y="206506"/>
                  </a:lnTo>
                  <a:lnTo>
                    <a:pt x="322201" y="201613"/>
                  </a:lnTo>
                  <a:lnTo>
                    <a:pt x="324108" y="196656"/>
                  </a:lnTo>
                  <a:lnTo>
                    <a:pt x="325858" y="191642"/>
                  </a:lnTo>
                  <a:lnTo>
                    <a:pt x="327447" y="186575"/>
                  </a:lnTo>
                  <a:lnTo>
                    <a:pt x="328874" y="181459"/>
                  </a:lnTo>
                  <a:lnTo>
                    <a:pt x="330138" y="176301"/>
                  </a:lnTo>
                  <a:lnTo>
                    <a:pt x="331238" y="171105"/>
                  </a:lnTo>
                  <a:lnTo>
                    <a:pt x="332172" y="165877"/>
                  </a:lnTo>
                  <a:lnTo>
                    <a:pt x="332940" y="160622"/>
                  </a:lnTo>
                  <a:lnTo>
                    <a:pt x="333540" y="155346"/>
                  </a:lnTo>
                  <a:lnTo>
                    <a:pt x="333972" y="150053"/>
                  </a:lnTo>
                  <a:lnTo>
                    <a:pt x="334236" y="144748"/>
                  </a:lnTo>
                  <a:lnTo>
                    <a:pt x="334331" y="139438"/>
                  </a:lnTo>
                  <a:lnTo>
                    <a:pt x="334258" y="134128"/>
                  </a:lnTo>
                  <a:lnTo>
                    <a:pt x="334016" y="128823"/>
                  </a:lnTo>
                  <a:lnTo>
                    <a:pt x="333605" y="123528"/>
                  </a:lnTo>
                  <a:lnTo>
                    <a:pt x="333027" y="118249"/>
                  </a:lnTo>
                  <a:lnTo>
                    <a:pt x="332281" y="112991"/>
                  </a:lnTo>
                  <a:lnTo>
                    <a:pt x="331369" y="107759"/>
                  </a:lnTo>
                  <a:lnTo>
                    <a:pt x="330290" y="102559"/>
                  </a:lnTo>
                  <a:lnTo>
                    <a:pt x="329048" y="97396"/>
                  </a:lnTo>
                  <a:lnTo>
                    <a:pt x="327641" y="92274"/>
                  </a:lnTo>
                  <a:lnTo>
                    <a:pt x="326073" y="87200"/>
                  </a:lnTo>
                  <a:lnTo>
                    <a:pt x="324345" y="82179"/>
                  </a:lnTo>
                  <a:lnTo>
                    <a:pt x="322457" y="77215"/>
                  </a:lnTo>
                  <a:lnTo>
                    <a:pt x="320413" y="72313"/>
                  </a:lnTo>
                  <a:lnTo>
                    <a:pt x="318215" y="67479"/>
                  </a:lnTo>
                  <a:lnTo>
                    <a:pt x="315864" y="62717"/>
                  </a:lnTo>
                  <a:lnTo>
                    <a:pt x="313362" y="58032"/>
                  </a:lnTo>
                  <a:lnTo>
                    <a:pt x="310714" y="53429"/>
                  </a:lnTo>
                  <a:lnTo>
                    <a:pt x="307920" y="48912"/>
                  </a:lnTo>
                  <a:lnTo>
                    <a:pt x="304985" y="44487"/>
                  </a:lnTo>
                  <a:lnTo>
                    <a:pt x="301910" y="40156"/>
                  </a:lnTo>
                  <a:lnTo>
                    <a:pt x="298699" y="35926"/>
                  </a:lnTo>
                  <a:lnTo>
                    <a:pt x="295356" y="31800"/>
                  </a:lnTo>
                  <a:lnTo>
                    <a:pt x="291883" y="27782"/>
                  </a:lnTo>
                  <a:lnTo>
                    <a:pt x="288284" y="23877"/>
                  </a:lnTo>
                  <a:lnTo>
                    <a:pt x="284563" y="20087"/>
                  </a:lnTo>
                  <a:lnTo>
                    <a:pt x="280723" y="16418"/>
                  </a:lnTo>
                  <a:lnTo>
                    <a:pt x="276769" y="12873"/>
                  </a:lnTo>
                  <a:lnTo>
                    <a:pt x="272705" y="9455"/>
                  </a:lnTo>
                  <a:lnTo>
                    <a:pt x="268533" y="6168"/>
                  </a:lnTo>
                  <a:lnTo>
                    <a:pt x="264260" y="3015"/>
                  </a:lnTo>
                  <a:lnTo>
                    <a:pt x="259888" y="0"/>
                  </a:lnTo>
                  <a:lnTo>
                    <a:pt x="167164" y="1390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5023544" y="941493"/>
              <a:ext cx="92724" cy="167167"/>
            </a:xfrm>
            <a:custGeom>
              <a:avLst/>
              <a:pathLst>
                <a:path w="92724" h="167167">
                  <a:moveTo>
                    <a:pt x="92724" y="28073"/>
                  </a:moveTo>
                  <a:lnTo>
                    <a:pt x="87858" y="24950"/>
                  </a:lnTo>
                  <a:lnTo>
                    <a:pt x="82888" y="21996"/>
                  </a:lnTo>
                  <a:lnTo>
                    <a:pt x="77818" y="19217"/>
                  </a:lnTo>
                  <a:lnTo>
                    <a:pt x="72656" y="16614"/>
                  </a:lnTo>
                  <a:lnTo>
                    <a:pt x="67406" y="14192"/>
                  </a:lnTo>
                  <a:lnTo>
                    <a:pt x="62076" y="11953"/>
                  </a:lnTo>
                  <a:lnTo>
                    <a:pt x="56672" y="9899"/>
                  </a:lnTo>
                  <a:lnTo>
                    <a:pt x="51199" y="8033"/>
                  </a:lnTo>
                  <a:lnTo>
                    <a:pt x="45666" y="6358"/>
                  </a:lnTo>
                  <a:lnTo>
                    <a:pt x="40078" y="4875"/>
                  </a:lnTo>
                  <a:lnTo>
                    <a:pt x="34442" y="3586"/>
                  </a:lnTo>
                  <a:lnTo>
                    <a:pt x="28765" y="2493"/>
                  </a:lnTo>
                  <a:lnTo>
                    <a:pt x="23053" y="1597"/>
                  </a:lnTo>
                  <a:lnTo>
                    <a:pt x="17314" y="899"/>
                  </a:lnTo>
                  <a:lnTo>
                    <a:pt x="11554" y="399"/>
                  </a:lnTo>
                  <a:lnTo>
                    <a:pt x="5780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375322" y="941493"/>
              <a:ext cx="110893" cy="167167"/>
            </a:xfrm>
            <a:custGeom>
              <a:avLst/>
              <a:pathLst>
                <a:path w="110893" h="167167">
                  <a:moveTo>
                    <a:pt x="110893" y="0"/>
                  </a:moveTo>
                  <a:lnTo>
                    <a:pt x="105383" y="90"/>
                  </a:lnTo>
                  <a:lnTo>
                    <a:pt x="99879" y="363"/>
                  </a:lnTo>
                  <a:lnTo>
                    <a:pt x="94386" y="816"/>
                  </a:lnTo>
                  <a:lnTo>
                    <a:pt x="88912" y="1451"/>
                  </a:lnTo>
                  <a:lnTo>
                    <a:pt x="83461" y="2266"/>
                  </a:lnTo>
                  <a:lnTo>
                    <a:pt x="78041" y="3259"/>
                  </a:lnTo>
                  <a:lnTo>
                    <a:pt x="72656" y="4431"/>
                  </a:lnTo>
                  <a:lnTo>
                    <a:pt x="67312" y="5780"/>
                  </a:lnTo>
                  <a:lnTo>
                    <a:pt x="62016" y="7305"/>
                  </a:lnTo>
                  <a:lnTo>
                    <a:pt x="56773" y="9003"/>
                  </a:lnTo>
                  <a:lnTo>
                    <a:pt x="51589" y="10872"/>
                  </a:lnTo>
                  <a:lnTo>
                    <a:pt x="46469" y="12912"/>
                  </a:lnTo>
                  <a:lnTo>
                    <a:pt x="41420" y="15120"/>
                  </a:lnTo>
                  <a:lnTo>
                    <a:pt x="36446" y="17492"/>
                  </a:lnTo>
                  <a:lnTo>
                    <a:pt x="31552" y="20028"/>
                  </a:lnTo>
                  <a:lnTo>
                    <a:pt x="26745" y="22723"/>
                  </a:lnTo>
                  <a:lnTo>
                    <a:pt x="22030" y="25575"/>
                  </a:lnTo>
                  <a:lnTo>
                    <a:pt x="17411" y="28581"/>
                  </a:lnTo>
                  <a:lnTo>
                    <a:pt x="12893" y="31738"/>
                  </a:lnTo>
                  <a:lnTo>
                    <a:pt x="8483" y="35042"/>
                  </a:lnTo>
                  <a:lnTo>
                    <a:pt x="4183" y="38490"/>
                  </a:lnTo>
                  <a:lnTo>
                    <a:pt x="0" y="42077"/>
                  </a:lnTo>
                  <a:lnTo>
                    <a:pt x="11089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375322" y="983570"/>
              <a:ext cx="110893" cy="125090"/>
            </a:xfrm>
            <a:custGeom>
              <a:avLst/>
              <a:pathLst>
                <a:path w="110893" h="125090">
                  <a:moveTo>
                    <a:pt x="0" y="0"/>
                  </a:moveTo>
                  <a:lnTo>
                    <a:pt x="110893" y="1250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375322" y="983570"/>
              <a:ext cx="110893" cy="125090"/>
            </a:xfrm>
            <a:custGeom>
              <a:avLst/>
              <a:pathLst>
                <a:path w="110893" h="125090">
                  <a:moveTo>
                    <a:pt x="0" y="0"/>
                  </a:moveTo>
                  <a:lnTo>
                    <a:pt x="110893" y="1250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375322" y="983570"/>
              <a:ext cx="110893" cy="125090"/>
            </a:xfrm>
            <a:custGeom>
              <a:avLst/>
              <a:pathLst>
                <a:path w="110893" h="125090">
                  <a:moveTo>
                    <a:pt x="0" y="0"/>
                  </a:moveTo>
                  <a:lnTo>
                    <a:pt x="110893" y="1250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375322" y="983570"/>
              <a:ext cx="110893" cy="125090"/>
            </a:xfrm>
            <a:custGeom>
              <a:avLst/>
              <a:pathLst>
                <a:path w="110893" h="125090">
                  <a:moveTo>
                    <a:pt x="0" y="0"/>
                  </a:moveTo>
                  <a:lnTo>
                    <a:pt x="110893" y="1250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375322" y="983570"/>
              <a:ext cx="110893" cy="125090"/>
            </a:xfrm>
            <a:custGeom>
              <a:avLst/>
              <a:pathLst>
                <a:path w="110893" h="125090">
                  <a:moveTo>
                    <a:pt x="0" y="0"/>
                  </a:moveTo>
                  <a:lnTo>
                    <a:pt x="110893" y="1250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375322" y="983570"/>
              <a:ext cx="110893" cy="125090"/>
            </a:xfrm>
            <a:custGeom>
              <a:avLst/>
              <a:pathLst>
                <a:path w="110893" h="125090">
                  <a:moveTo>
                    <a:pt x="0" y="0"/>
                  </a:moveTo>
                  <a:lnTo>
                    <a:pt x="110893" y="1250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75322" y="983570"/>
              <a:ext cx="110893" cy="125090"/>
            </a:xfrm>
            <a:custGeom>
              <a:avLst/>
              <a:pathLst>
                <a:path w="110893" h="125090">
                  <a:moveTo>
                    <a:pt x="0" y="0"/>
                  </a:moveTo>
                  <a:lnTo>
                    <a:pt x="110893" y="1250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75322" y="983570"/>
              <a:ext cx="110893" cy="125090"/>
            </a:xfrm>
            <a:custGeom>
              <a:avLst/>
              <a:pathLst>
                <a:path w="110893" h="125090">
                  <a:moveTo>
                    <a:pt x="0" y="0"/>
                  </a:moveTo>
                  <a:lnTo>
                    <a:pt x="110893" y="1250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75322" y="983570"/>
              <a:ext cx="110893" cy="125090"/>
            </a:xfrm>
            <a:custGeom>
              <a:avLst/>
              <a:pathLst>
                <a:path w="110893" h="125090">
                  <a:moveTo>
                    <a:pt x="0" y="0"/>
                  </a:moveTo>
                  <a:lnTo>
                    <a:pt x="110893" y="1250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75322" y="983570"/>
              <a:ext cx="110893" cy="125090"/>
            </a:xfrm>
            <a:custGeom>
              <a:avLst/>
              <a:pathLst>
                <a:path w="110893" h="125090">
                  <a:moveTo>
                    <a:pt x="0" y="0"/>
                  </a:moveTo>
                  <a:lnTo>
                    <a:pt x="110893" y="1250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75322" y="983570"/>
              <a:ext cx="110893" cy="125090"/>
            </a:xfrm>
            <a:custGeom>
              <a:avLst/>
              <a:pathLst>
                <a:path w="110893" h="125090">
                  <a:moveTo>
                    <a:pt x="0" y="0"/>
                  </a:moveTo>
                  <a:lnTo>
                    <a:pt x="110893" y="1250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75322" y="983570"/>
              <a:ext cx="110893" cy="125090"/>
            </a:xfrm>
            <a:custGeom>
              <a:avLst/>
              <a:pathLst>
                <a:path w="110893" h="125090">
                  <a:moveTo>
                    <a:pt x="0" y="0"/>
                  </a:moveTo>
                  <a:lnTo>
                    <a:pt x="110893" y="1250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75322" y="983570"/>
              <a:ext cx="110893" cy="125090"/>
            </a:xfrm>
            <a:custGeom>
              <a:avLst/>
              <a:pathLst>
                <a:path w="110893" h="125090">
                  <a:moveTo>
                    <a:pt x="0" y="0"/>
                  </a:moveTo>
                  <a:lnTo>
                    <a:pt x="110893" y="125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75322" y="983570"/>
              <a:ext cx="110893" cy="125090"/>
            </a:xfrm>
            <a:custGeom>
              <a:avLst/>
              <a:pathLst>
                <a:path w="110893" h="125090">
                  <a:moveTo>
                    <a:pt x="0" y="0"/>
                  </a:moveTo>
                  <a:lnTo>
                    <a:pt x="110893" y="125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75322" y="983570"/>
              <a:ext cx="110893" cy="125090"/>
            </a:xfrm>
            <a:custGeom>
              <a:avLst/>
              <a:pathLst>
                <a:path w="110893" h="125090">
                  <a:moveTo>
                    <a:pt x="0" y="0"/>
                  </a:moveTo>
                  <a:lnTo>
                    <a:pt x="110893" y="125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75322" y="983570"/>
              <a:ext cx="110893" cy="125090"/>
            </a:xfrm>
            <a:custGeom>
              <a:avLst/>
              <a:pathLst>
                <a:path w="110893" h="125090">
                  <a:moveTo>
                    <a:pt x="0" y="0"/>
                  </a:moveTo>
                  <a:lnTo>
                    <a:pt x="110893" y="125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75322" y="983570"/>
              <a:ext cx="110893" cy="125090"/>
            </a:xfrm>
            <a:custGeom>
              <a:avLst/>
              <a:pathLst>
                <a:path w="110893" h="125090">
                  <a:moveTo>
                    <a:pt x="0" y="0"/>
                  </a:moveTo>
                  <a:lnTo>
                    <a:pt x="110893" y="1250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5322" y="983570"/>
              <a:ext cx="110893" cy="125090"/>
            </a:xfrm>
            <a:custGeom>
              <a:avLst/>
              <a:pathLst>
                <a:path w="110893" h="125090">
                  <a:moveTo>
                    <a:pt x="0" y="0"/>
                  </a:moveTo>
                  <a:lnTo>
                    <a:pt x="110893" y="1250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19063" y="983570"/>
              <a:ext cx="167152" cy="269501"/>
            </a:xfrm>
            <a:custGeom>
              <a:avLst/>
              <a:pathLst>
                <a:path w="167152" h="269501">
                  <a:moveTo>
                    <a:pt x="56258" y="0"/>
                  </a:moveTo>
                  <a:lnTo>
                    <a:pt x="52312" y="3612"/>
                  </a:lnTo>
                  <a:lnTo>
                    <a:pt x="48483" y="7350"/>
                  </a:lnTo>
                  <a:lnTo>
                    <a:pt x="44776" y="11207"/>
                  </a:lnTo>
                  <a:lnTo>
                    <a:pt x="41195" y="15182"/>
                  </a:lnTo>
                  <a:lnTo>
                    <a:pt x="37742" y="19269"/>
                  </a:lnTo>
                  <a:lnTo>
                    <a:pt x="34422" y="23464"/>
                  </a:lnTo>
                  <a:lnTo>
                    <a:pt x="31238" y="27764"/>
                  </a:lnTo>
                  <a:lnTo>
                    <a:pt x="28193" y="32163"/>
                  </a:lnTo>
                  <a:lnTo>
                    <a:pt x="25290" y="36658"/>
                  </a:lnTo>
                  <a:lnTo>
                    <a:pt x="22533" y="41243"/>
                  </a:lnTo>
                  <a:lnTo>
                    <a:pt x="19924" y="45914"/>
                  </a:lnTo>
                  <a:lnTo>
                    <a:pt x="17466" y="50666"/>
                  </a:lnTo>
                  <a:lnTo>
                    <a:pt x="15161" y="55494"/>
                  </a:lnTo>
                  <a:lnTo>
                    <a:pt x="13011" y="60393"/>
                  </a:lnTo>
                  <a:lnTo>
                    <a:pt x="11020" y="65359"/>
                  </a:lnTo>
                  <a:lnTo>
                    <a:pt x="9189" y="70386"/>
                  </a:lnTo>
                  <a:lnTo>
                    <a:pt x="7519" y="75469"/>
                  </a:lnTo>
                  <a:lnTo>
                    <a:pt x="6013" y="80603"/>
                  </a:lnTo>
                  <a:lnTo>
                    <a:pt x="4672" y="85783"/>
                  </a:lnTo>
                  <a:lnTo>
                    <a:pt x="3497" y="91002"/>
                  </a:lnTo>
                  <a:lnTo>
                    <a:pt x="2490" y="96257"/>
                  </a:lnTo>
                  <a:lnTo>
                    <a:pt x="1652" y="101541"/>
                  </a:lnTo>
                  <a:lnTo>
                    <a:pt x="983" y="106849"/>
                  </a:lnTo>
                  <a:lnTo>
                    <a:pt x="484" y="112176"/>
                  </a:lnTo>
                  <a:lnTo>
                    <a:pt x="156" y="117516"/>
                  </a:lnTo>
                  <a:lnTo>
                    <a:pt x="0" y="122864"/>
                  </a:lnTo>
                  <a:lnTo>
                    <a:pt x="14" y="128214"/>
                  </a:lnTo>
                  <a:lnTo>
                    <a:pt x="200" y="133562"/>
                  </a:lnTo>
                  <a:lnTo>
                    <a:pt x="556" y="138900"/>
                  </a:lnTo>
                  <a:lnTo>
                    <a:pt x="1083" y="144224"/>
                  </a:lnTo>
                  <a:lnTo>
                    <a:pt x="1781" y="149529"/>
                  </a:lnTo>
                  <a:lnTo>
                    <a:pt x="2648" y="154808"/>
                  </a:lnTo>
                  <a:lnTo>
                    <a:pt x="3683" y="160057"/>
                  </a:lnTo>
                  <a:lnTo>
                    <a:pt x="4886" y="165271"/>
                  </a:lnTo>
                  <a:lnTo>
                    <a:pt x="6255" y="170443"/>
                  </a:lnTo>
                  <a:lnTo>
                    <a:pt x="7788" y="175568"/>
                  </a:lnTo>
                  <a:lnTo>
                    <a:pt x="9485" y="180642"/>
                  </a:lnTo>
                  <a:lnTo>
                    <a:pt x="11344" y="185659"/>
                  </a:lnTo>
                  <a:lnTo>
                    <a:pt x="13362" y="190614"/>
                  </a:lnTo>
                  <a:lnTo>
                    <a:pt x="15538" y="195502"/>
                  </a:lnTo>
                  <a:lnTo>
                    <a:pt x="17868" y="200318"/>
                  </a:lnTo>
                  <a:lnTo>
                    <a:pt x="20352" y="205057"/>
                  </a:lnTo>
                  <a:lnTo>
                    <a:pt x="22987" y="209714"/>
                  </a:lnTo>
                  <a:lnTo>
                    <a:pt x="25768" y="214284"/>
                  </a:lnTo>
                  <a:lnTo>
                    <a:pt x="28695" y="218763"/>
                  </a:lnTo>
                  <a:lnTo>
                    <a:pt x="31764" y="223145"/>
                  </a:lnTo>
                  <a:lnTo>
                    <a:pt x="34971" y="227428"/>
                  </a:lnTo>
                  <a:lnTo>
                    <a:pt x="38314" y="231605"/>
                  </a:lnTo>
                  <a:lnTo>
                    <a:pt x="41788" y="235674"/>
                  </a:lnTo>
                  <a:lnTo>
                    <a:pt x="45391" y="239629"/>
                  </a:lnTo>
                  <a:lnTo>
                    <a:pt x="49119" y="243467"/>
                  </a:lnTo>
                  <a:lnTo>
                    <a:pt x="52968" y="247183"/>
                  </a:lnTo>
                  <a:lnTo>
                    <a:pt x="56933" y="250775"/>
                  </a:lnTo>
                  <a:lnTo>
                    <a:pt x="61012" y="254237"/>
                  </a:lnTo>
                  <a:lnTo>
                    <a:pt x="65199" y="257568"/>
                  </a:lnTo>
                  <a:lnTo>
                    <a:pt x="69491" y="260763"/>
                  </a:lnTo>
                  <a:lnTo>
                    <a:pt x="73882" y="263818"/>
                  </a:lnTo>
                  <a:lnTo>
                    <a:pt x="78370" y="266732"/>
                  </a:lnTo>
                  <a:lnTo>
                    <a:pt x="82948" y="269501"/>
                  </a:lnTo>
                  <a:lnTo>
                    <a:pt x="167152" y="1250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402011" y="941493"/>
              <a:ext cx="251367" cy="334317"/>
            </a:xfrm>
            <a:custGeom>
              <a:avLst/>
              <a:pathLst>
                <a:path w="251367" h="334317">
                  <a:moveTo>
                    <a:pt x="0" y="311578"/>
                  </a:moveTo>
                  <a:lnTo>
                    <a:pt x="4650" y="314191"/>
                  </a:lnTo>
                  <a:lnTo>
                    <a:pt x="9381" y="316654"/>
                  </a:lnTo>
                  <a:lnTo>
                    <a:pt x="14188" y="318965"/>
                  </a:lnTo>
                  <a:lnTo>
                    <a:pt x="19066" y="321122"/>
                  </a:lnTo>
                  <a:lnTo>
                    <a:pt x="24011" y="323121"/>
                  </a:lnTo>
                  <a:lnTo>
                    <a:pt x="29017" y="324962"/>
                  </a:lnTo>
                  <a:lnTo>
                    <a:pt x="34079" y="326643"/>
                  </a:lnTo>
                  <a:lnTo>
                    <a:pt x="39193" y="328161"/>
                  </a:lnTo>
                  <a:lnTo>
                    <a:pt x="44352" y="329515"/>
                  </a:lnTo>
                  <a:lnTo>
                    <a:pt x="49551" y="330703"/>
                  </a:lnTo>
                  <a:lnTo>
                    <a:pt x="54786" y="331726"/>
                  </a:lnTo>
                  <a:lnTo>
                    <a:pt x="60051" y="332580"/>
                  </a:lnTo>
                  <a:lnTo>
                    <a:pt x="65341" y="333267"/>
                  </a:lnTo>
                  <a:lnTo>
                    <a:pt x="70650" y="333784"/>
                  </a:lnTo>
                  <a:lnTo>
                    <a:pt x="75972" y="334132"/>
                  </a:lnTo>
                  <a:lnTo>
                    <a:pt x="81303" y="334309"/>
                  </a:lnTo>
                  <a:lnTo>
                    <a:pt x="86637" y="334317"/>
                  </a:lnTo>
                  <a:lnTo>
                    <a:pt x="91968" y="334154"/>
                  </a:lnTo>
                  <a:lnTo>
                    <a:pt x="97292" y="333821"/>
                  </a:lnTo>
                  <a:lnTo>
                    <a:pt x="102602" y="333319"/>
                  </a:lnTo>
                  <a:lnTo>
                    <a:pt x="107893" y="332647"/>
                  </a:lnTo>
                  <a:lnTo>
                    <a:pt x="113160" y="331807"/>
                  </a:lnTo>
                  <a:lnTo>
                    <a:pt x="118398" y="330800"/>
                  </a:lnTo>
                  <a:lnTo>
                    <a:pt x="123601" y="329626"/>
                  </a:lnTo>
                  <a:lnTo>
                    <a:pt x="128764" y="328286"/>
                  </a:lnTo>
                  <a:lnTo>
                    <a:pt x="133882" y="326782"/>
                  </a:lnTo>
                  <a:lnTo>
                    <a:pt x="138949" y="325116"/>
                  </a:lnTo>
                  <a:lnTo>
                    <a:pt x="143960" y="323289"/>
                  </a:lnTo>
                  <a:lnTo>
                    <a:pt x="148910" y="321303"/>
                  </a:lnTo>
                  <a:lnTo>
                    <a:pt x="153795" y="319161"/>
                  </a:lnTo>
                  <a:lnTo>
                    <a:pt x="158608" y="316863"/>
                  </a:lnTo>
                  <a:lnTo>
                    <a:pt x="163346" y="314413"/>
                  </a:lnTo>
                  <a:lnTo>
                    <a:pt x="168004" y="311813"/>
                  </a:lnTo>
                  <a:lnTo>
                    <a:pt x="172576" y="309066"/>
                  </a:lnTo>
                  <a:lnTo>
                    <a:pt x="177058" y="306175"/>
                  </a:lnTo>
                  <a:lnTo>
                    <a:pt x="181445" y="303141"/>
                  </a:lnTo>
                  <a:lnTo>
                    <a:pt x="185734" y="299970"/>
                  </a:lnTo>
                  <a:lnTo>
                    <a:pt x="189919" y="296663"/>
                  </a:lnTo>
                  <a:lnTo>
                    <a:pt x="193996" y="293225"/>
                  </a:lnTo>
                  <a:lnTo>
                    <a:pt x="197962" y="289658"/>
                  </a:lnTo>
                  <a:lnTo>
                    <a:pt x="201812" y="285966"/>
                  </a:lnTo>
                  <a:lnTo>
                    <a:pt x="205542" y="282154"/>
                  </a:lnTo>
                  <a:lnTo>
                    <a:pt x="209149" y="278224"/>
                  </a:lnTo>
                  <a:lnTo>
                    <a:pt x="212628" y="274181"/>
                  </a:lnTo>
                  <a:lnTo>
                    <a:pt x="215977" y="270030"/>
                  </a:lnTo>
                  <a:lnTo>
                    <a:pt x="219192" y="265773"/>
                  </a:lnTo>
                  <a:lnTo>
                    <a:pt x="222269" y="261417"/>
                  </a:lnTo>
                  <a:lnTo>
                    <a:pt x="225205" y="256964"/>
                  </a:lnTo>
                  <a:lnTo>
                    <a:pt x="227998" y="252420"/>
                  </a:lnTo>
                  <a:lnTo>
                    <a:pt x="230645" y="247789"/>
                  </a:lnTo>
                  <a:lnTo>
                    <a:pt x="233143" y="243076"/>
                  </a:lnTo>
                  <a:lnTo>
                    <a:pt x="235488" y="238286"/>
                  </a:lnTo>
                  <a:lnTo>
                    <a:pt x="237680" y="233423"/>
                  </a:lnTo>
                  <a:lnTo>
                    <a:pt x="239716" y="228493"/>
                  </a:lnTo>
                  <a:lnTo>
                    <a:pt x="241593" y="223500"/>
                  </a:lnTo>
                  <a:lnTo>
                    <a:pt x="243310" y="218451"/>
                  </a:lnTo>
                  <a:lnTo>
                    <a:pt x="244866" y="213348"/>
                  </a:lnTo>
                  <a:lnTo>
                    <a:pt x="246257" y="208199"/>
                  </a:lnTo>
                  <a:lnTo>
                    <a:pt x="247484" y="203008"/>
                  </a:lnTo>
                  <a:lnTo>
                    <a:pt x="248544" y="197781"/>
                  </a:lnTo>
                  <a:lnTo>
                    <a:pt x="249437" y="192523"/>
                  </a:lnTo>
                  <a:lnTo>
                    <a:pt x="250162" y="187238"/>
                  </a:lnTo>
                  <a:lnTo>
                    <a:pt x="250718" y="181933"/>
                  </a:lnTo>
                  <a:lnTo>
                    <a:pt x="251104" y="176614"/>
                  </a:lnTo>
                  <a:lnTo>
                    <a:pt x="251321" y="171284"/>
                  </a:lnTo>
                  <a:lnTo>
                    <a:pt x="251367" y="165950"/>
                  </a:lnTo>
                  <a:lnTo>
                    <a:pt x="251243" y="160618"/>
                  </a:lnTo>
                  <a:lnTo>
                    <a:pt x="250949" y="155292"/>
                  </a:lnTo>
                  <a:lnTo>
                    <a:pt x="250485" y="149979"/>
                  </a:lnTo>
                  <a:lnTo>
                    <a:pt x="249852" y="144682"/>
                  </a:lnTo>
                  <a:lnTo>
                    <a:pt x="249051" y="139409"/>
                  </a:lnTo>
                  <a:lnTo>
                    <a:pt x="248081" y="134164"/>
                  </a:lnTo>
                  <a:lnTo>
                    <a:pt x="246945" y="128953"/>
                  </a:lnTo>
                  <a:lnTo>
                    <a:pt x="245643" y="123780"/>
                  </a:lnTo>
                  <a:lnTo>
                    <a:pt x="244176" y="118652"/>
                  </a:lnTo>
                  <a:lnTo>
                    <a:pt x="242547" y="113573"/>
                  </a:lnTo>
                  <a:lnTo>
                    <a:pt x="240757" y="108549"/>
                  </a:lnTo>
                  <a:lnTo>
                    <a:pt x="238807" y="103584"/>
                  </a:lnTo>
                  <a:lnTo>
                    <a:pt x="236700" y="98684"/>
                  </a:lnTo>
                  <a:lnTo>
                    <a:pt x="234437" y="93854"/>
                  </a:lnTo>
                  <a:lnTo>
                    <a:pt x="232022" y="89098"/>
                  </a:lnTo>
                  <a:lnTo>
                    <a:pt x="229456" y="84422"/>
                  </a:lnTo>
                  <a:lnTo>
                    <a:pt x="226742" y="79830"/>
                  </a:lnTo>
                  <a:lnTo>
                    <a:pt x="223883" y="75327"/>
                  </a:lnTo>
                  <a:lnTo>
                    <a:pt x="220882" y="70918"/>
                  </a:lnTo>
                  <a:lnTo>
                    <a:pt x="217742" y="66606"/>
                  </a:lnTo>
                  <a:lnTo>
                    <a:pt x="214466" y="62397"/>
                  </a:lnTo>
                  <a:lnTo>
                    <a:pt x="211057" y="58295"/>
                  </a:lnTo>
                  <a:lnTo>
                    <a:pt x="207519" y="54303"/>
                  </a:lnTo>
                  <a:lnTo>
                    <a:pt x="203856" y="50426"/>
                  </a:lnTo>
                  <a:lnTo>
                    <a:pt x="200070" y="46669"/>
                  </a:lnTo>
                  <a:lnTo>
                    <a:pt x="196167" y="43033"/>
                  </a:lnTo>
                  <a:lnTo>
                    <a:pt x="192150" y="39525"/>
                  </a:lnTo>
                  <a:lnTo>
                    <a:pt x="188023" y="36146"/>
                  </a:lnTo>
                  <a:lnTo>
                    <a:pt x="183790" y="32900"/>
                  </a:lnTo>
                  <a:lnTo>
                    <a:pt x="179456" y="29792"/>
                  </a:lnTo>
                  <a:lnTo>
                    <a:pt x="175025" y="26823"/>
                  </a:lnTo>
                  <a:lnTo>
                    <a:pt x="170501" y="23997"/>
                  </a:lnTo>
                  <a:lnTo>
                    <a:pt x="165889" y="21316"/>
                  </a:lnTo>
                  <a:lnTo>
                    <a:pt x="161195" y="18785"/>
                  </a:lnTo>
                  <a:lnTo>
                    <a:pt x="156422" y="16404"/>
                  </a:lnTo>
                  <a:lnTo>
                    <a:pt x="151575" y="14177"/>
                  </a:lnTo>
                  <a:lnTo>
                    <a:pt x="146660" y="12105"/>
                  </a:lnTo>
                  <a:lnTo>
                    <a:pt x="141681" y="10191"/>
                  </a:lnTo>
                  <a:lnTo>
                    <a:pt x="136644" y="8438"/>
                  </a:lnTo>
                  <a:lnTo>
                    <a:pt x="131553" y="6845"/>
                  </a:lnTo>
                  <a:lnTo>
                    <a:pt x="126414" y="5416"/>
                  </a:lnTo>
                  <a:lnTo>
                    <a:pt x="121233" y="4152"/>
                  </a:lnTo>
                  <a:lnTo>
                    <a:pt x="116013" y="3054"/>
                  </a:lnTo>
                  <a:lnTo>
                    <a:pt x="110761" y="2123"/>
                  </a:lnTo>
                  <a:lnTo>
                    <a:pt x="105482" y="1359"/>
                  </a:lnTo>
                  <a:lnTo>
                    <a:pt x="100182" y="765"/>
                  </a:lnTo>
                  <a:lnTo>
                    <a:pt x="94865" y="340"/>
                  </a:lnTo>
                  <a:lnTo>
                    <a:pt x="89537" y="85"/>
                  </a:lnTo>
                  <a:lnTo>
                    <a:pt x="84204" y="0"/>
                  </a:lnTo>
                  <a:lnTo>
                    <a:pt x="8420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797339" y="1071028"/>
              <a:ext cx="167161" cy="331753"/>
            </a:xfrm>
            <a:custGeom>
              <a:avLst/>
              <a:pathLst>
                <a:path w="167161" h="331753">
                  <a:moveTo>
                    <a:pt x="167161" y="0"/>
                  </a:moveTo>
                  <a:lnTo>
                    <a:pt x="161831" y="84"/>
                  </a:lnTo>
                  <a:lnTo>
                    <a:pt x="156507" y="339"/>
                  </a:lnTo>
                  <a:lnTo>
                    <a:pt x="151193" y="764"/>
                  </a:lnTo>
                  <a:lnTo>
                    <a:pt x="145896" y="1358"/>
                  </a:lnTo>
                  <a:lnTo>
                    <a:pt x="140620" y="2120"/>
                  </a:lnTo>
                  <a:lnTo>
                    <a:pt x="135372" y="3050"/>
                  </a:lnTo>
                  <a:lnTo>
                    <a:pt x="130155" y="4147"/>
                  </a:lnTo>
                  <a:lnTo>
                    <a:pt x="124977" y="5410"/>
                  </a:lnTo>
                  <a:lnTo>
                    <a:pt x="119841" y="6837"/>
                  </a:lnTo>
                  <a:lnTo>
                    <a:pt x="114753" y="8427"/>
                  </a:lnTo>
                  <a:lnTo>
                    <a:pt x="109718" y="10179"/>
                  </a:lnTo>
                  <a:lnTo>
                    <a:pt x="104742" y="12090"/>
                  </a:lnTo>
                  <a:lnTo>
                    <a:pt x="99830" y="14159"/>
                  </a:lnTo>
                  <a:lnTo>
                    <a:pt x="94986" y="16384"/>
                  </a:lnTo>
                  <a:lnTo>
                    <a:pt x="90215" y="18761"/>
                  </a:lnTo>
                  <a:lnTo>
                    <a:pt x="85522" y="21290"/>
                  </a:lnTo>
                  <a:lnTo>
                    <a:pt x="80913" y="23967"/>
                  </a:lnTo>
                  <a:lnTo>
                    <a:pt x="76391" y="26790"/>
                  </a:lnTo>
                  <a:lnTo>
                    <a:pt x="71962" y="29755"/>
                  </a:lnTo>
                  <a:lnTo>
                    <a:pt x="67629" y="32860"/>
                  </a:lnTo>
                  <a:lnTo>
                    <a:pt x="63397" y="36102"/>
                  </a:lnTo>
                  <a:lnTo>
                    <a:pt x="59271" y="39477"/>
                  </a:lnTo>
                  <a:lnTo>
                    <a:pt x="55255" y="42982"/>
                  </a:lnTo>
                  <a:lnTo>
                    <a:pt x="51353" y="46613"/>
                  </a:lnTo>
                  <a:lnTo>
                    <a:pt x="47568" y="50366"/>
                  </a:lnTo>
                  <a:lnTo>
                    <a:pt x="43905" y="54239"/>
                  </a:lnTo>
                  <a:lnTo>
                    <a:pt x="40367" y="58226"/>
                  </a:lnTo>
                  <a:lnTo>
                    <a:pt x="36958" y="62324"/>
                  </a:lnTo>
                  <a:lnTo>
                    <a:pt x="33681" y="66529"/>
                  </a:lnTo>
                  <a:lnTo>
                    <a:pt x="30541" y="70835"/>
                  </a:lnTo>
                  <a:lnTo>
                    <a:pt x="27539" y="75240"/>
                  </a:lnTo>
                  <a:lnTo>
                    <a:pt x="24679" y="79739"/>
                  </a:lnTo>
                  <a:lnTo>
                    <a:pt x="21964" y="84326"/>
                  </a:lnTo>
                  <a:lnTo>
                    <a:pt x="19396" y="88997"/>
                  </a:lnTo>
                  <a:lnTo>
                    <a:pt x="16979" y="93748"/>
                  </a:lnTo>
                  <a:lnTo>
                    <a:pt x="14715" y="98574"/>
                  </a:lnTo>
                  <a:lnTo>
                    <a:pt x="12605" y="103469"/>
                  </a:lnTo>
                  <a:lnTo>
                    <a:pt x="10653" y="108429"/>
                  </a:lnTo>
                  <a:lnTo>
                    <a:pt x="8860" y="113449"/>
                  </a:lnTo>
                  <a:lnTo>
                    <a:pt x="7228" y="118524"/>
                  </a:lnTo>
                  <a:lnTo>
                    <a:pt x="5758" y="123648"/>
                  </a:lnTo>
                  <a:lnTo>
                    <a:pt x="4452" y="128816"/>
                  </a:lnTo>
                  <a:lnTo>
                    <a:pt x="3312" y="134023"/>
                  </a:lnTo>
                  <a:lnTo>
                    <a:pt x="2339" y="139264"/>
                  </a:lnTo>
                  <a:lnTo>
                    <a:pt x="1533" y="144533"/>
                  </a:lnTo>
                  <a:lnTo>
                    <a:pt x="896" y="149825"/>
                  </a:lnTo>
                  <a:lnTo>
                    <a:pt x="427" y="155135"/>
                  </a:lnTo>
                  <a:lnTo>
                    <a:pt x="129" y="160457"/>
                  </a:lnTo>
                  <a:lnTo>
                    <a:pt x="0" y="165786"/>
                  </a:lnTo>
                  <a:lnTo>
                    <a:pt x="40" y="171116"/>
                  </a:lnTo>
                  <a:lnTo>
                    <a:pt x="251" y="176443"/>
                  </a:lnTo>
                  <a:lnTo>
                    <a:pt x="632" y="181760"/>
                  </a:lnTo>
                  <a:lnTo>
                    <a:pt x="1182" y="187062"/>
                  </a:lnTo>
                  <a:lnTo>
                    <a:pt x="1901" y="192343"/>
                  </a:lnTo>
                  <a:lnTo>
                    <a:pt x="2787" y="197600"/>
                  </a:lnTo>
                  <a:lnTo>
                    <a:pt x="3841" y="202825"/>
                  </a:lnTo>
                  <a:lnTo>
                    <a:pt x="5061" y="208014"/>
                  </a:lnTo>
                  <a:lnTo>
                    <a:pt x="6446" y="213161"/>
                  </a:lnTo>
                  <a:lnTo>
                    <a:pt x="7994" y="218262"/>
                  </a:lnTo>
                  <a:lnTo>
                    <a:pt x="9704" y="223311"/>
                  </a:lnTo>
                  <a:lnTo>
                    <a:pt x="11574" y="228303"/>
                  </a:lnTo>
                  <a:lnTo>
                    <a:pt x="13602" y="233232"/>
                  </a:lnTo>
                  <a:lnTo>
                    <a:pt x="15787" y="238095"/>
                  </a:lnTo>
                  <a:lnTo>
                    <a:pt x="18125" y="242885"/>
                  </a:lnTo>
                  <a:lnTo>
                    <a:pt x="20615" y="247598"/>
                  </a:lnTo>
                  <a:lnTo>
                    <a:pt x="23254" y="252229"/>
                  </a:lnTo>
                  <a:lnTo>
                    <a:pt x="26039" y="256774"/>
                  </a:lnTo>
                  <a:lnTo>
                    <a:pt x="28968" y="261228"/>
                  </a:lnTo>
                  <a:lnTo>
                    <a:pt x="32037" y="265586"/>
                  </a:lnTo>
                  <a:lnTo>
                    <a:pt x="35244" y="269845"/>
                  </a:lnTo>
                  <a:lnTo>
                    <a:pt x="38584" y="273998"/>
                  </a:lnTo>
                  <a:lnTo>
                    <a:pt x="42056" y="278043"/>
                  </a:lnTo>
                  <a:lnTo>
                    <a:pt x="45655" y="281976"/>
                  </a:lnTo>
                  <a:lnTo>
                    <a:pt x="49377" y="285791"/>
                  </a:lnTo>
                  <a:lnTo>
                    <a:pt x="53219" y="289486"/>
                  </a:lnTo>
                  <a:lnTo>
                    <a:pt x="57177" y="293057"/>
                  </a:lnTo>
                  <a:lnTo>
                    <a:pt x="61246" y="296500"/>
                  </a:lnTo>
                  <a:lnTo>
                    <a:pt x="65424" y="299811"/>
                  </a:lnTo>
                  <a:lnTo>
                    <a:pt x="69705" y="302987"/>
                  </a:lnTo>
                  <a:lnTo>
                    <a:pt x="74084" y="306025"/>
                  </a:lnTo>
                  <a:lnTo>
                    <a:pt x="78559" y="308922"/>
                  </a:lnTo>
                  <a:lnTo>
                    <a:pt x="83124" y="311675"/>
                  </a:lnTo>
                  <a:lnTo>
                    <a:pt x="87774" y="314281"/>
                  </a:lnTo>
                  <a:lnTo>
                    <a:pt x="92505" y="316737"/>
                  </a:lnTo>
                  <a:lnTo>
                    <a:pt x="97311" y="319042"/>
                  </a:lnTo>
                  <a:lnTo>
                    <a:pt x="102189" y="321191"/>
                  </a:lnTo>
                  <a:lnTo>
                    <a:pt x="107133" y="323185"/>
                  </a:lnTo>
                  <a:lnTo>
                    <a:pt x="112138" y="325019"/>
                  </a:lnTo>
                  <a:lnTo>
                    <a:pt x="117198" y="326693"/>
                  </a:lnTo>
                  <a:lnTo>
                    <a:pt x="122310" y="328205"/>
                  </a:lnTo>
                  <a:lnTo>
                    <a:pt x="127467" y="329553"/>
                  </a:lnTo>
                  <a:lnTo>
                    <a:pt x="132665" y="330736"/>
                  </a:lnTo>
                  <a:lnTo>
                    <a:pt x="137897" y="331753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35237" y="1238196"/>
              <a:ext cx="29263" cy="164586"/>
            </a:xfrm>
            <a:custGeom>
              <a:avLst/>
              <a:pathLst>
                <a:path w="29263" h="164586">
                  <a:moveTo>
                    <a:pt x="0" y="164586"/>
                  </a:moveTo>
                  <a:lnTo>
                    <a:pt x="2926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35237" y="1084732"/>
              <a:ext cx="196419" cy="320610"/>
            </a:xfrm>
            <a:custGeom>
              <a:avLst/>
              <a:pathLst>
                <a:path w="196419" h="320610">
                  <a:moveTo>
                    <a:pt x="0" y="318050"/>
                  </a:moveTo>
                  <a:lnTo>
                    <a:pt x="5276" y="318901"/>
                  </a:lnTo>
                  <a:lnTo>
                    <a:pt x="10578" y="319584"/>
                  </a:lnTo>
                  <a:lnTo>
                    <a:pt x="15898" y="320096"/>
                  </a:lnTo>
                  <a:lnTo>
                    <a:pt x="21233" y="320438"/>
                  </a:lnTo>
                  <a:lnTo>
                    <a:pt x="26575" y="320610"/>
                  </a:lnTo>
                  <a:lnTo>
                    <a:pt x="31920" y="320610"/>
                  </a:lnTo>
                  <a:lnTo>
                    <a:pt x="37263" y="320440"/>
                  </a:lnTo>
                  <a:lnTo>
                    <a:pt x="42597" y="320099"/>
                  </a:lnTo>
                  <a:lnTo>
                    <a:pt x="47917" y="319587"/>
                  </a:lnTo>
                  <a:lnTo>
                    <a:pt x="53219" y="318906"/>
                  </a:lnTo>
                  <a:lnTo>
                    <a:pt x="58496" y="318055"/>
                  </a:lnTo>
                  <a:lnTo>
                    <a:pt x="63743" y="317037"/>
                  </a:lnTo>
                  <a:lnTo>
                    <a:pt x="68955" y="315851"/>
                  </a:lnTo>
                  <a:lnTo>
                    <a:pt x="74127" y="314499"/>
                  </a:lnTo>
                  <a:lnTo>
                    <a:pt x="79252" y="312982"/>
                  </a:lnTo>
                  <a:lnTo>
                    <a:pt x="84326" y="311302"/>
                  </a:lnTo>
                  <a:lnTo>
                    <a:pt x="89344" y="309461"/>
                  </a:lnTo>
                  <a:lnTo>
                    <a:pt x="94301" y="307461"/>
                  </a:lnTo>
                  <a:lnTo>
                    <a:pt x="99191" y="305303"/>
                  </a:lnTo>
                  <a:lnTo>
                    <a:pt x="104010" y="302989"/>
                  </a:lnTo>
                  <a:lnTo>
                    <a:pt x="108752" y="300523"/>
                  </a:lnTo>
                  <a:lnTo>
                    <a:pt x="113413" y="297907"/>
                  </a:lnTo>
                  <a:lnTo>
                    <a:pt x="117988" y="295143"/>
                  </a:lnTo>
                  <a:lnTo>
                    <a:pt x="122472" y="292234"/>
                  </a:lnTo>
                  <a:lnTo>
                    <a:pt x="126861" y="289183"/>
                  </a:lnTo>
                  <a:lnTo>
                    <a:pt x="131150" y="285993"/>
                  </a:lnTo>
                  <a:lnTo>
                    <a:pt x="135335" y="282668"/>
                  </a:lnTo>
                  <a:lnTo>
                    <a:pt x="139412" y="279211"/>
                  </a:lnTo>
                  <a:lnTo>
                    <a:pt x="143376" y="275625"/>
                  </a:lnTo>
                  <a:lnTo>
                    <a:pt x="147223" y="271914"/>
                  </a:lnTo>
                  <a:lnTo>
                    <a:pt x="150950" y="268082"/>
                  </a:lnTo>
                  <a:lnTo>
                    <a:pt x="154552" y="264133"/>
                  </a:lnTo>
                  <a:lnTo>
                    <a:pt x="158026" y="260071"/>
                  </a:lnTo>
                  <a:lnTo>
                    <a:pt x="161369" y="255900"/>
                  </a:lnTo>
                  <a:lnTo>
                    <a:pt x="164576" y="251624"/>
                  </a:lnTo>
                  <a:lnTo>
                    <a:pt x="167645" y="247248"/>
                  </a:lnTo>
                  <a:lnTo>
                    <a:pt x="170573" y="242776"/>
                  </a:lnTo>
                  <a:lnTo>
                    <a:pt x="173356" y="238212"/>
                  </a:lnTo>
                  <a:lnTo>
                    <a:pt x="175992" y="233562"/>
                  </a:lnTo>
                  <a:lnTo>
                    <a:pt x="178477" y="228830"/>
                  </a:lnTo>
                  <a:lnTo>
                    <a:pt x="180811" y="224021"/>
                  </a:lnTo>
                  <a:lnTo>
                    <a:pt x="182989" y="219140"/>
                  </a:lnTo>
                  <a:lnTo>
                    <a:pt x="185010" y="214192"/>
                  </a:lnTo>
                  <a:lnTo>
                    <a:pt x="186872" y="209181"/>
                  </a:lnTo>
                  <a:lnTo>
                    <a:pt x="188573" y="204114"/>
                  </a:lnTo>
                  <a:lnTo>
                    <a:pt x="190111" y="198995"/>
                  </a:lnTo>
                  <a:lnTo>
                    <a:pt x="191484" y="193829"/>
                  </a:lnTo>
                  <a:lnTo>
                    <a:pt x="192692" y="188622"/>
                  </a:lnTo>
                  <a:lnTo>
                    <a:pt x="193732" y="183379"/>
                  </a:lnTo>
                  <a:lnTo>
                    <a:pt x="194605" y="178106"/>
                  </a:lnTo>
                  <a:lnTo>
                    <a:pt x="195308" y="172807"/>
                  </a:lnTo>
                  <a:lnTo>
                    <a:pt x="195841" y="167489"/>
                  </a:lnTo>
                  <a:lnTo>
                    <a:pt x="196205" y="162156"/>
                  </a:lnTo>
                  <a:lnTo>
                    <a:pt x="196397" y="156814"/>
                  </a:lnTo>
                  <a:lnTo>
                    <a:pt x="196419" y="151469"/>
                  </a:lnTo>
                  <a:lnTo>
                    <a:pt x="196270" y="146126"/>
                  </a:lnTo>
                  <a:lnTo>
                    <a:pt x="195950" y="140790"/>
                  </a:lnTo>
                  <a:lnTo>
                    <a:pt x="195459" y="135468"/>
                  </a:lnTo>
                  <a:lnTo>
                    <a:pt x="194799" y="130164"/>
                  </a:lnTo>
                  <a:lnTo>
                    <a:pt x="193969" y="124883"/>
                  </a:lnTo>
                  <a:lnTo>
                    <a:pt x="192972" y="119632"/>
                  </a:lnTo>
                  <a:lnTo>
                    <a:pt x="191806" y="114416"/>
                  </a:lnTo>
                  <a:lnTo>
                    <a:pt x="190475" y="109239"/>
                  </a:lnTo>
                  <a:lnTo>
                    <a:pt x="188978" y="104107"/>
                  </a:lnTo>
                  <a:lnTo>
                    <a:pt x="187319" y="99026"/>
                  </a:lnTo>
                  <a:lnTo>
                    <a:pt x="185498" y="94001"/>
                  </a:lnTo>
                  <a:lnTo>
                    <a:pt x="183517" y="89037"/>
                  </a:lnTo>
                  <a:lnTo>
                    <a:pt x="181378" y="84138"/>
                  </a:lnTo>
                  <a:lnTo>
                    <a:pt x="179084" y="79310"/>
                  </a:lnTo>
                  <a:lnTo>
                    <a:pt x="176637" y="74558"/>
                  </a:lnTo>
                  <a:lnTo>
                    <a:pt x="174039" y="69887"/>
                  </a:lnTo>
                  <a:lnTo>
                    <a:pt x="171292" y="65301"/>
                  </a:lnTo>
                  <a:lnTo>
                    <a:pt x="168401" y="60805"/>
                  </a:lnTo>
                  <a:lnTo>
                    <a:pt x="165368" y="56404"/>
                  </a:lnTo>
                  <a:lnTo>
                    <a:pt x="162195" y="52103"/>
                  </a:lnTo>
                  <a:lnTo>
                    <a:pt x="158887" y="47904"/>
                  </a:lnTo>
                  <a:lnTo>
                    <a:pt x="155445" y="43814"/>
                  </a:lnTo>
                  <a:lnTo>
                    <a:pt x="151875" y="39836"/>
                  </a:lnTo>
                  <a:lnTo>
                    <a:pt x="148180" y="35974"/>
                  </a:lnTo>
                  <a:lnTo>
                    <a:pt x="144363" y="32232"/>
                  </a:lnTo>
                  <a:lnTo>
                    <a:pt x="140428" y="28615"/>
                  </a:lnTo>
                  <a:lnTo>
                    <a:pt x="136380" y="25124"/>
                  </a:lnTo>
                  <a:lnTo>
                    <a:pt x="132222" y="21765"/>
                  </a:lnTo>
                  <a:lnTo>
                    <a:pt x="127959" y="18541"/>
                  </a:lnTo>
                  <a:lnTo>
                    <a:pt x="123595" y="15455"/>
                  </a:lnTo>
                  <a:lnTo>
                    <a:pt x="119134" y="12509"/>
                  </a:lnTo>
                  <a:lnTo>
                    <a:pt x="114582" y="9708"/>
                  </a:lnTo>
                  <a:lnTo>
                    <a:pt x="109942" y="7054"/>
                  </a:lnTo>
                  <a:lnTo>
                    <a:pt x="105220" y="4549"/>
                  </a:lnTo>
                  <a:lnTo>
                    <a:pt x="100421" y="2197"/>
                  </a:lnTo>
                  <a:lnTo>
                    <a:pt x="95548" y="0"/>
                  </a:lnTo>
                  <a:lnTo>
                    <a:pt x="29263" y="1534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071028"/>
              <a:ext cx="66284" cy="167167"/>
            </a:xfrm>
            <a:custGeom>
              <a:avLst/>
              <a:pathLst>
                <a:path w="66284" h="167167">
                  <a:moveTo>
                    <a:pt x="66284" y="13703"/>
                  </a:moveTo>
                  <a:lnTo>
                    <a:pt x="60552" y="11352"/>
                  </a:lnTo>
                  <a:lnTo>
                    <a:pt x="54736" y="9215"/>
                  </a:lnTo>
                  <a:lnTo>
                    <a:pt x="48845" y="7295"/>
                  </a:lnTo>
                  <a:lnTo>
                    <a:pt x="42887" y="5595"/>
                  </a:lnTo>
                  <a:lnTo>
                    <a:pt x="36871" y="4116"/>
                  </a:lnTo>
                  <a:lnTo>
                    <a:pt x="30803" y="2862"/>
                  </a:lnTo>
                  <a:lnTo>
                    <a:pt x="24693" y="1833"/>
                  </a:lnTo>
                  <a:lnTo>
                    <a:pt x="18550" y="1032"/>
                  </a:lnTo>
                  <a:lnTo>
                    <a:pt x="12380" y="459"/>
                  </a:lnTo>
                  <a:lnTo>
                    <a:pt x="6194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390694" y="1322571"/>
              <a:ext cx="98026" cy="167167"/>
            </a:xfrm>
            <a:custGeom>
              <a:avLst/>
              <a:pathLst>
                <a:path w="98026" h="167167">
                  <a:moveTo>
                    <a:pt x="98026" y="0"/>
                  </a:moveTo>
                  <a:lnTo>
                    <a:pt x="92208" y="101"/>
                  </a:lnTo>
                  <a:lnTo>
                    <a:pt x="86397" y="404"/>
                  </a:lnTo>
                  <a:lnTo>
                    <a:pt x="80600" y="910"/>
                  </a:lnTo>
                  <a:lnTo>
                    <a:pt x="74824" y="1617"/>
                  </a:lnTo>
                  <a:lnTo>
                    <a:pt x="69076" y="2525"/>
                  </a:lnTo>
                  <a:lnTo>
                    <a:pt x="63363" y="3633"/>
                  </a:lnTo>
                  <a:lnTo>
                    <a:pt x="57693" y="4938"/>
                  </a:lnTo>
                  <a:lnTo>
                    <a:pt x="52071" y="6440"/>
                  </a:lnTo>
                  <a:lnTo>
                    <a:pt x="46505" y="8137"/>
                  </a:lnTo>
                  <a:lnTo>
                    <a:pt x="41001" y="10026"/>
                  </a:lnTo>
                  <a:lnTo>
                    <a:pt x="35566" y="12106"/>
                  </a:lnTo>
                  <a:lnTo>
                    <a:pt x="30207" y="14374"/>
                  </a:lnTo>
                  <a:lnTo>
                    <a:pt x="24931" y="16827"/>
                  </a:lnTo>
                  <a:lnTo>
                    <a:pt x="19743" y="19462"/>
                  </a:lnTo>
                  <a:lnTo>
                    <a:pt x="14649" y="22276"/>
                  </a:lnTo>
                  <a:lnTo>
                    <a:pt x="9657" y="25266"/>
                  </a:lnTo>
                  <a:lnTo>
                    <a:pt x="4772" y="28427"/>
                  </a:lnTo>
                  <a:lnTo>
                    <a:pt x="0" y="31757"/>
                  </a:lnTo>
                  <a:lnTo>
                    <a:pt x="9802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390694" y="1354329"/>
              <a:ext cx="98026" cy="135409"/>
            </a:xfrm>
            <a:custGeom>
              <a:avLst/>
              <a:pathLst>
                <a:path w="98026" h="135409">
                  <a:moveTo>
                    <a:pt x="0" y="0"/>
                  </a:moveTo>
                  <a:lnTo>
                    <a:pt x="98026" y="1354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390694" y="1354329"/>
              <a:ext cx="98026" cy="135409"/>
            </a:xfrm>
            <a:custGeom>
              <a:avLst/>
              <a:pathLst>
                <a:path w="98026" h="135409">
                  <a:moveTo>
                    <a:pt x="0" y="0"/>
                  </a:moveTo>
                  <a:lnTo>
                    <a:pt x="98026" y="1354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390694" y="1354329"/>
              <a:ext cx="98026" cy="135409"/>
            </a:xfrm>
            <a:custGeom>
              <a:avLst/>
              <a:pathLst>
                <a:path w="98026" h="135409">
                  <a:moveTo>
                    <a:pt x="0" y="0"/>
                  </a:moveTo>
                  <a:lnTo>
                    <a:pt x="98026" y="135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390694" y="1354329"/>
              <a:ext cx="98026" cy="135409"/>
            </a:xfrm>
            <a:custGeom>
              <a:avLst/>
              <a:pathLst>
                <a:path w="98026" h="135409">
                  <a:moveTo>
                    <a:pt x="0" y="0"/>
                  </a:moveTo>
                  <a:lnTo>
                    <a:pt x="98026" y="135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390694" y="1354329"/>
              <a:ext cx="98026" cy="135409"/>
            </a:xfrm>
            <a:custGeom>
              <a:avLst/>
              <a:pathLst>
                <a:path w="98026" h="135409">
                  <a:moveTo>
                    <a:pt x="0" y="0"/>
                  </a:moveTo>
                  <a:lnTo>
                    <a:pt x="98026" y="135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390694" y="1354329"/>
              <a:ext cx="98026" cy="135409"/>
            </a:xfrm>
            <a:custGeom>
              <a:avLst/>
              <a:pathLst>
                <a:path w="98026" h="135409">
                  <a:moveTo>
                    <a:pt x="0" y="0"/>
                  </a:moveTo>
                  <a:lnTo>
                    <a:pt x="98026" y="135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90694" y="1354329"/>
              <a:ext cx="98026" cy="135409"/>
            </a:xfrm>
            <a:custGeom>
              <a:avLst/>
              <a:pathLst>
                <a:path w="98026" h="135409">
                  <a:moveTo>
                    <a:pt x="0" y="0"/>
                  </a:moveTo>
                  <a:lnTo>
                    <a:pt x="98026" y="1354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90694" y="1354329"/>
              <a:ext cx="98026" cy="135409"/>
            </a:xfrm>
            <a:custGeom>
              <a:avLst/>
              <a:pathLst>
                <a:path w="98026" h="135409">
                  <a:moveTo>
                    <a:pt x="0" y="0"/>
                  </a:moveTo>
                  <a:lnTo>
                    <a:pt x="98026" y="1354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90694" y="1354329"/>
              <a:ext cx="98026" cy="135409"/>
            </a:xfrm>
            <a:custGeom>
              <a:avLst/>
              <a:pathLst>
                <a:path w="98026" h="135409">
                  <a:moveTo>
                    <a:pt x="0" y="0"/>
                  </a:moveTo>
                  <a:lnTo>
                    <a:pt x="98026" y="1354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90694" y="1354329"/>
              <a:ext cx="98026" cy="135409"/>
            </a:xfrm>
            <a:custGeom>
              <a:avLst/>
              <a:pathLst>
                <a:path w="98026" h="135409">
                  <a:moveTo>
                    <a:pt x="0" y="0"/>
                  </a:moveTo>
                  <a:lnTo>
                    <a:pt x="98026" y="1354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90694" y="1354329"/>
              <a:ext cx="98026" cy="135409"/>
            </a:xfrm>
            <a:custGeom>
              <a:avLst/>
              <a:pathLst>
                <a:path w="98026" h="135409">
                  <a:moveTo>
                    <a:pt x="0" y="0"/>
                  </a:moveTo>
                  <a:lnTo>
                    <a:pt x="98026" y="135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90694" y="1354329"/>
              <a:ext cx="98026" cy="135409"/>
            </a:xfrm>
            <a:custGeom>
              <a:avLst/>
              <a:pathLst>
                <a:path w="98026" h="135409">
                  <a:moveTo>
                    <a:pt x="0" y="0"/>
                  </a:moveTo>
                  <a:lnTo>
                    <a:pt x="98026" y="135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90694" y="1354329"/>
              <a:ext cx="98026" cy="135409"/>
            </a:xfrm>
            <a:custGeom>
              <a:avLst/>
              <a:pathLst>
                <a:path w="98026" h="135409">
                  <a:moveTo>
                    <a:pt x="0" y="0"/>
                  </a:moveTo>
                  <a:lnTo>
                    <a:pt x="98026" y="135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90694" y="1354329"/>
              <a:ext cx="98026" cy="135409"/>
            </a:xfrm>
            <a:custGeom>
              <a:avLst/>
              <a:pathLst>
                <a:path w="98026" h="135409">
                  <a:moveTo>
                    <a:pt x="0" y="0"/>
                  </a:moveTo>
                  <a:lnTo>
                    <a:pt x="98026" y="135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90694" y="1354329"/>
              <a:ext cx="98026" cy="135409"/>
            </a:xfrm>
            <a:custGeom>
              <a:avLst/>
              <a:pathLst>
                <a:path w="98026" h="135409">
                  <a:moveTo>
                    <a:pt x="0" y="0"/>
                  </a:moveTo>
                  <a:lnTo>
                    <a:pt x="98026" y="1354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90694" y="1354329"/>
              <a:ext cx="98026" cy="135409"/>
            </a:xfrm>
            <a:custGeom>
              <a:avLst/>
              <a:pathLst>
                <a:path w="98026" h="135409">
                  <a:moveTo>
                    <a:pt x="0" y="0"/>
                  </a:moveTo>
                  <a:lnTo>
                    <a:pt x="98026" y="1354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21556" y="1354329"/>
              <a:ext cx="334332" cy="302562"/>
            </a:xfrm>
            <a:custGeom>
              <a:avLst/>
              <a:pathLst>
                <a:path w="334332" h="302562">
                  <a:moveTo>
                    <a:pt x="69138" y="0"/>
                  </a:moveTo>
                  <a:lnTo>
                    <a:pt x="64900" y="3171"/>
                  </a:lnTo>
                  <a:lnTo>
                    <a:pt x="60764" y="6475"/>
                  </a:lnTo>
                  <a:lnTo>
                    <a:pt x="56735" y="9909"/>
                  </a:lnTo>
                  <a:lnTo>
                    <a:pt x="52817" y="13468"/>
                  </a:lnTo>
                  <a:lnTo>
                    <a:pt x="49013" y="17150"/>
                  </a:lnTo>
                  <a:lnTo>
                    <a:pt x="45328" y="20950"/>
                  </a:lnTo>
                  <a:lnTo>
                    <a:pt x="41765" y="24865"/>
                  </a:lnTo>
                  <a:lnTo>
                    <a:pt x="38328" y="28891"/>
                  </a:lnTo>
                  <a:lnTo>
                    <a:pt x="35020" y="33023"/>
                  </a:lnTo>
                  <a:lnTo>
                    <a:pt x="31845" y="37259"/>
                  </a:lnTo>
                  <a:lnTo>
                    <a:pt x="28805" y="41592"/>
                  </a:lnTo>
                  <a:lnTo>
                    <a:pt x="25904" y="46020"/>
                  </a:lnTo>
                  <a:lnTo>
                    <a:pt x="23144" y="50537"/>
                  </a:lnTo>
                  <a:lnTo>
                    <a:pt x="20529" y="55140"/>
                  </a:lnTo>
                  <a:lnTo>
                    <a:pt x="18061" y="59823"/>
                  </a:lnTo>
                  <a:lnTo>
                    <a:pt x="15743" y="64582"/>
                  </a:lnTo>
                  <a:lnTo>
                    <a:pt x="13576" y="69412"/>
                  </a:lnTo>
                  <a:lnTo>
                    <a:pt x="11564" y="74308"/>
                  </a:lnTo>
                  <a:lnTo>
                    <a:pt x="9707" y="79265"/>
                  </a:lnTo>
                  <a:lnTo>
                    <a:pt x="8008" y="84278"/>
                  </a:lnTo>
                  <a:lnTo>
                    <a:pt x="6469" y="89343"/>
                  </a:lnTo>
                  <a:lnTo>
                    <a:pt x="5091" y="94454"/>
                  </a:lnTo>
                  <a:lnTo>
                    <a:pt x="3876" y="99606"/>
                  </a:lnTo>
                  <a:lnTo>
                    <a:pt x="2824" y="104794"/>
                  </a:lnTo>
                  <a:lnTo>
                    <a:pt x="1937" y="110013"/>
                  </a:lnTo>
                  <a:lnTo>
                    <a:pt x="1216" y="115257"/>
                  </a:lnTo>
                  <a:lnTo>
                    <a:pt x="661" y="120521"/>
                  </a:lnTo>
                  <a:lnTo>
                    <a:pt x="273" y="125801"/>
                  </a:lnTo>
                  <a:lnTo>
                    <a:pt x="52" y="131090"/>
                  </a:lnTo>
                  <a:lnTo>
                    <a:pt x="0" y="136383"/>
                  </a:lnTo>
                  <a:lnTo>
                    <a:pt x="114" y="141675"/>
                  </a:lnTo>
                  <a:lnTo>
                    <a:pt x="396" y="146961"/>
                  </a:lnTo>
                  <a:lnTo>
                    <a:pt x="846" y="152236"/>
                  </a:lnTo>
                  <a:lnTo>
                    <a:pt x="1462" y="157493"/>
                  </a:lnTo>
                  <a:lnTo>
                    <a:pt x="2244" y="162729"/>
                  </a:lnTo>
                  <a:lnTo>
                    <a:pt x="3192" y="167937"/>
                  </a:lnTo>
                  <a:lnTo>
                    <a:pt x="4304" y="173112"/>
                  </a:lnTo>
                  <a:lnTo>
                    <a:pt x="5579" y="178250"/>
                  </a:lnTo>
                  <a:lnTo>
                    <a:pt x="7017" y="183344"/>
                  </a:lnTo>
                  <a:lnTo>
                    <a:pt x="8615" y="188391"/>
                  </a:lnTo>
                  <a:lnTo>
                    <a:pt x="10372" y="193384"/>
                  </a:lnTo>
                  <a:lnTo>
                    <a:pt x="12286" y="198319"/>
                  </a:lnTo>
                  <a:lnTo>
                    <a:pt x="14355" y="203192"/>
                  </a:lnTo>
                  <a:lnTo>
                    <a:pt x="16578" y="207996"/>
                  </a:lnTo>
                  <a:lnTo>
                    <a:pt x="18952" y="212727"/>
                  </a:lnTo>
                  <a:lnTo>
                    <a:pt x="21474" y="217381"/>
                  </a:lnTo>
                  <a:lnTo>
                    <a:pt x="24143" y="221953"/>
                  </a:lnTo>
                  <a:lnTo>
                    <a:pt x="26955" y="226438"/>
                  </a:lnTo>
                  <a:lnTo>
                    <a:pt x="29907" y="230832"/>
                  </a:lnTo>
                  <a:lnTo>
                    <a:pt x="32997" y="235130"/>
                  </a:lnTo>
                  <a:lnTo>
                    <a:pt x="36222" y="239328"/>
                  </a:lnTo>
                  <a:lnTo>
                    <a:pt x="39578" y="243421"/>
                  </a:lnTo>
                  <a:lnTo>
                    <a:pt x="43061" y="247407"/>
                  </a:lnTo>
                  <a:lnTo>
                    <a:pt x="46670" y="251280"/>
                  </a:lnTo>
                  <a:lnTo>
                    <a:pt x="50399" y="255037"/>
                  </a:lnTo>
                  <a:lnTo>
                    <a:pt x="54245" y="258674"/>
                  </a:lnTo>
                  <a:lnTo>
                    <a:pt x="58204" y="262188"/>
                  </a:lnTo>
                  <a:lnTo>
                    <a:pt x="62273" y="265574"/>
                  </a:lnTo>
                  <a:lnTo>
                    <a:pt x="66447" y="268830"/>
                  </a:lnTo>
                  <a:lnTo>
                    <a:pt x="70722" y="271952"/>
                  </a:lnTo>
                  <a:lnTo>
                    <a:pt x="75093" y="274937"/>
                  </a:lnTo>
                  <a:lnTo>
                    <a:pt x="79557" y="277782"/>
                  </a:lnTo>
                  <a:lnTo>
                    <a:pt x="84109" y="280484"/>
                  </a:lnTo>
                  <a:lnTo>
                    <a:pt x="88744" y="283041"/>
                  </a:lnTo>
                  <a:lnTo>
                    <a:pt x="93458" y="285450"/>
                  </a:lnTo>
                  <a:lnTo>
                    <a:pt x="98245" y="287709"/>
                  </a:lnTo>
                  <a:lnTo>
                    <a:pt x="103102" y="289815"/>
                  </a:lnTo>
                  <a:lnTo>
                    <a:pt x="108023" y="291765"/>
                  </a:lnTo>
                  <a:lnTo>
                    <a:pt x="113003" y="293560"/>
                  </a:lnTo>
                  <a:lnTo>
                    <a:pt x="118038" y="295195"/>
                  </a:lnTo>
                  <a:lnTo>
                    <a:pt x="123121" y="296671"/>
                  </a:lnTo>
                  <a:lnTo>
                    <a:pt x="128249" y="297984"/>
                  </a:lnTo>
                  <a:lnTo>
                    <a:pt x="133416" y="299135"/>
                  </a:lnTo>
                  <a:lnTo>
                    <a:pt x="138617" y="300121"/>
                  </a:lnTo>
                  <a:lnTo>
                    <a:pt x="143846" y="300942"/>
                  </a:lnTo>
                  <a:lnTo>
                    <a:pt x="149099" y="301598"/>
                  </a:lnTo>
                  <a:lnTo>
                    <a:pt x="154370" y="302086"/>
                  </a:lnTo>
                  <a:lnTo>
                    <a:pt x="159654" y="302408"/>
                  </a:lnTo>
                  <a:lnTo>
                    <a:pt x="164945" y="302562"/>
                  </a:lnTo>
                  <a:lnTo>
                    <a:pt x="170239" y="302548"/>
                  </a:lnTo>
                  <a:lnTo>
                    <a:pt x="175529" y="302367"/>
                  </a:lnTo>
                  <a:lnTo>
                    <a:pt x="180811" y="302019"/>
                  </a:lnTo>
                  <a:lnTo>
                    <a:pt x="186080" y="301503"/>
                  </a:lnTo>
                  <a:lnTo>
                    <a:pt x="191329" y="300821"/>
                  </a:lnTo>
                  <a:lnTo>
                    <a:pt x="196554" y="299973"/>
                  </a:lnTo>
                  <a:lnTo>
                    <a:pt x="201750" y="298960"/>
                  </a:lnTo>
                  <a:lnTo>
                    <a:pt x="206911" y="297783"/>
                  </a:lnTo>
                  <a:lnTo>
                    <a:pt x="212032" y="296443"/>
                  </a:lnTo>
                  <a:lnTo>
                    <a:pt x="217108" y="294942"/>
                  </a:lnTo>
                  <a:lnTo>
                    <a:pt x="222134" y="293280"/>
                  </a:lnTo>
                  <a:lnTo>
                    <a:pt x="227105" y="291461"/>
                  </a:lnTo>
                  <a:lnTo>
                    <a:pt x="232016" y="289485"/>
                  </a:lnTo>
                  <a:lnTo>
                    <a:pt x="236862" y="287354"/>
                  </a:lnTo>
                  <a:lnTo>
                    <a:pt x="241638" y="285071"/>
                  </a:lnTo>
                  <a:lnTo>
                    <a:pt x="246339" y="282638"/>
                  </a:lnTo>
                  <a:lnTo>
                    <a:pt x="250961" y="280057"/>
                  </a:lnTo>
                  <a:lnTo>
                    <a:pt x="255499" y="277332"/>
                  </a:lnTo>
                  <a:lnTo>
                    <a:pt x="259948" y="274464"/>
                  </a:lnTo>
                  <a:lnTo>
                    <a:pt x="264304" y="271456"/>
                  </a:lnTo>
                  <a:lnTo>
                    <a:pt x="268563" y="268312"/>
                  </a:lnTo>
                  <a:lnTo>
                    <a:pt x="272720" y="265035"/>
                  </a:lnTo>
                  <a:lnTo>
                    <a:pt x="276771" y="261628"/>
                  </a:lnTo>
                  <a:lnTo>
                    <a:pt x="280713" y="258095"/>
                  </a:lnTo>
                  <a:lnTo>
                    <a:pt x="284540" y="254438"/>
                  </a:lnTo>
                  <a:lnTo>
                    <a:pt x="288250" y="250662"/>
                  </a:lnTo>
                  <a:lnTo>
                    <a:pt x="291839" y="246770"/>
                  </a:lnTo>
                  <a:lnTo>
                    <a:pt x="295302" y="242767"/>
                  </a:lnTo>
                  <a:lnTo>
                    <a:pt x="298637" y="238656"/>
                  </a:lnTo>
                  <a:lnTo>
                    <a:pt x="301840" y="234442"/>
                  </a:lnTo>
                  <a:lnTo>
                    <a:pt x="304908" y="230128"/>
                  </a:lnTo>
                  <a:lnTo>
                    <a:pt x="307838" y="225719"/>
                  </a:lnTo>
                  <a:lnTo>
                    <a:pt x="310627" y="221220"/>
                  </a:lnTo>
                  <a:lnTo>
                    <a:pt x="313272" y="216634"/>
                  </a:lnTo>
                  <a:lnTo>
                    <a:pt x="315770" y="211968"/>
                  </a:lnTo>
                  <a:lnTo>
                    <a:pt x="318120" y="207224"/>
                  </a:lnTo>
                  <a:lnTo>
                    <a:pt x="320318" y="202408"/>
                  </a:lnTo>
                  <a:lnTo>
                    <a:pt x="322362" y="197526"/>
                  </a:lnTo>
                  <a:lnTo>
                    <a:pt x="324251" y="192581"/>
                  </a:lnTo>
                  <a:lnTo>
                    <a:pt x="325983" y="187578"/>
                  </a:lnTo>
                  <a:lnTo>
                    <a:pt x="327555" y="182524"/>
                  </a:lnTo>
                  <a:lnTo>
                    <a:pt x="328966" y="177422"/>
                  </a:lnTo>
                  <a:lnTo>
                    <a:pt x="330215" y="172278"/>
                  </a:lnTo>
                  <a:lnTo>
                    <a:pt x="331301" y="167097"/>
                  </a:lnTo>
                  <a:lnTo>
                    <a:pt x="332222" y="161884"/>
                  </a:lnTo>
                  <a:lnTo>
                    <a:pt x="332977" y="156645"/>
                  </a:lnTo>
                  <a:lnTo>
                    <a:pt x="333567" y="151384"/>
                  </a:lnTo>
                  <a:lnTo>
                    <a:pt x="333989" y="146107"/>
                  </a:lnTo>
                  <a:lnTo>
                    <a:pt x="334244" y="140820"/>
                  </a:lnTo>
                  <a:lnTo>
                    <a:pt x="334332" y="135527"/>
                  </a:lnTo>
                  <a:lnTo>
                    <a:pt x="334251" y="130234"/>
                  </a:lnTo>
                  <a:lnTo>
                    <a:pt x="334004" y="124947"/>
                  </a:lnTo>
                  <a:lnTo>
                    <a:pt x="333589" y="119669"/>
                  </a:lnTo>
                  <a:lnTo>
                    <a:pt x="333007" y="114408"/>
                  </a:lnTo>
                  <a:lnTo>
                    <a:pt x="332259" y="109167"/>
                  </a:lnTo>
                  <a:lnTo>
                    <a:pt x="331345" y="103953"/>
                  </a:lnTo>
                  <a:lnTo>
                    <a:pt x="330267" y="98771"/>
                  </a:lnTo>
                  <a:lnTo>
                    <a:pt x="329025" y="93625"/>
                  </a:lnTo>
                  <a:lnTo>
                    <a:pt x="327621" y="88521"/>
                  </a:lnTo>
                  <a:lnTo>
                    <a:pt x="326056" y="83464"/>
                  </a:lnTo>
                  <a:lnTo>
                    <a:pt x="324332" y="78459"/>
                  </a:lnTo>
                  <a:lnTo>
                    <a:pt x="167164" y="1354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88720" y="1322571"/>
              <a:ext cx="157167" cy="167167"/>
            </a:xfrm>
            <a:custGeom>
              <a:avLst/>
              <a:pathLst>
                <a:path w="157167" h="167167">
                  <a:moveTo>
                    <a:pt x="157167" y="110217"/>
                  </a:moveTo>
                  <a:lnTo>
                    <a:pt x="155199" y="105053"/>
                  </a:lnTo>
                  <a:lnTo>
                    <a:pt x="153061" y="99958"/>
                  </a:lnTo>
                  <a:lnTo>
                    <a:pt x="150756" y="94935"/>
                  </a:lnTo>
                  <a:lnTo>
                    <a:pt x="148286" y="89992"/>
                  </a:lnTo>
                  <a:lnTo>
                    <a:pt x="145654" y="85133"/>
                  </a:lnTo>
                  <a:lnTo>
                    <a:pt x="142863" y="80363"/>
                  </a:lnTo>
                  <a:lnTo>
                    <a:pt x="139916" y="75689"/>
                  </a:lnTo>
                  <a:lnTo>
                    <a:pt x="136816" y="71114"/>
                  </a:lnTo>
                  <a:lnTo>
                    <a:pt x="133567" y="66645"/>
                  </a:lnTo>
                  <a:lnTo>
                    <a:pt x="130171" y="62285"/>
                  </a:lnTo>
                  <a:lnTo>
                    <a:pt x="126634" y="58040"/>
                  </a:lnTo>
                  <a:lnTo>
                    <a:pt x="122957" y="53914"/>
                  </a:lnTo>
                  <a:lnTo>
                    <a:pt x="119147" y="49912"/>
                  </a:lnTo>
                  <a:lnTo>
                    <a:pt x="115206" y="46038"/>
                  </a:lnTo>
                  <a:lnTo>
                    <a:pt x="111140" y="42296"/>
                  </a:lnTo>
                  <a:lnTo>
                    <a:pt x="106952" y="38691"/>
                  </a:lnTo>
                  <a:lnTo>
                    <a:pt x="102647" y="35226"/>
                  </a:lnTo>
                  <a:lnTo>
                    <a:pt x="98230" y="31905"/>
                  </a:lnTo>
                  <a:lnTo>
                    <a:pt x="93705" y="28732"/>
                  </a:lnTo>
                  <a:lnTo>
                    <a:pt x="89079" y="25711"/>
                  </a:lnTo>
                  <a:lnTo>
                    <a:pt x="84354" y="22844"/>
                  </a:lnTo>
                  <a:lnTo>
                    <a:pt x="79538" y="20134"/>
                  </a:lnTo>
                  <a:lnTo>
                    <a:pt x="74635" y="17586"/>
                  </a:lnTo>
                  <a:lnTo>
                    <a:pt x="69650" y="15201"/>
                  </a:lnTo>
                  <a:lnTo>
                    <a:pt x="64589" y="12982"/>
                  </a:lnTo>
                  <a:lnTo>
                    <a:pt x="59458" y="10931"/>
                  </a:lnTo>
                  <a:lnTo>
                    <a:pt x="54261" y="9051"/>
                  </a:lnTo>
                  <a:lnTo>
                    <a:pt x="49006" y="7344"/>
                  </a:lnTo>
                  <a:lnTo>
                    <a:pt x="43696" y="5812"/>
                  </a:lnTo>
                  <a:lnTo>
                    <a:pt x="38339" y="4455"/>
                  </a:lnTo>
                  <a:lnTo>
                    <a:pt x="32940" y="3277"/>
                  </a:lnTo>
                  <a:lnTo>
                    <a:pt x="27505" y="2278"/>
                  </a:lnTo>
                  <a:lnTo>
                    <a:pt x="22040" y="1459"/>
                  </a:lnTo>
                  <a:lnTo>
                    <a:pt x="16551" y="821"/>
                  </a:lnTo>
                  <a:lnTo>
                    <a:pt x="11044" y="365"/>
                  </a:lnTo>
                  <a:lnTo>
                    <a:pt x="5525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38428" y="1681503"/>
              <a:ext cx="48096" cy="167167"/>
            </a:xfrm>
            <a:custGeom>
              <a:avLst/>
              <a:pathLst>
                <a:path w="48096" h="167167">
                  <a:moveTo>
                    <a:pt x="48096" y="0"/>
                  </a:moveTo>
                  <a:lnTo>
                    <a:pt x="41999" y="111"/>
                  </a:lnTo>
                  <a:lnTo>
                    <a:pt x="35911" y="444"/>
                  </a:lnTo>
                  <a:lnTo>
                    <a:pt x="29838" y="1000"/>
                  </a:lnTo>
                  <a:lnTo>
                    <a:pt x="23790" y="1776"/>
                  </a:lnTo>
                  <a:lnTo>
                    <a:pt x="17774" y="2773"/>
                  </a:lnTo>
                  <a:lnTo>
                    <a:pt x="11798" y="3988"/>
                  </a:lnTo>
                  <a:lnTo>
                    <a:pt x="5871" y="5420"/>
                  </a:lnTo>
                  <a:lnTo>
                    <a:pt x="0" y="7068"/>
                  </a:lnTo>
                  <a:lnTo>
                    <a:pt x="4809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3842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3842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3842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3842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3842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3842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3842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3842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3842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3842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3842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3842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3842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3842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3842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3842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19367" y="1681503"/>
              <a:ext cx="334307" cy="334333"/>
            </a:xfrm>
            <a:custGeom>
              <a:avLst/>
              <a:pathLst>
                <a:path w="334307" h="334333">
                  <a:moveTo>
                    <a:pt x="119060" y="7068"/>
                  </a:moveTo>
                  <a:lnTo>
                    <a:pt x="114010" y="8673"/>
                  </a:lnTo>
                  <a:lnTo>
                    <a:pt x="109013" y="10437"/>
                  </a:lnTo>
                  <a:lnTo>
                    <a:pt x="104075" y="12359"/>
                  </a:lnTo>
                  <a:lnTo>
                    <a:pt x="99200" y="14436"/>
                  </a:lnTo>
                  <a:lnTo>
                    <a:pt x="94393" y="16666"/>
                  </a:lnTo>
                  <a:lnTo>
                    <a:pt x="89660" y="19048"/>
                  </a:lnTo>
                  <a:lnTo>
                    <a:pt x="85004" y="21579"/>
                  </a:lnTo>
                  <a:lnTo>
                    <a:pt x="80431" y="24256"/>
                  </a:lnTo>
                  <a:lnTo>
                    <a:pt x="75945" y="27077"/>
                  </a:lnTo>
                  <a:lnTo>
                    <a:pt x="71551" y="30038"/>
                  </a:lnTo>
                  <a:lnTo>
                    <a:pt x="67252" y="33137"/>
                  </a:lnTo>
                  <a:lnTo>
                    <a:pt x="63054" y="36371"/>
                  </a:lnTo>
                  <a:lnTo>
                    <a:pt x="58961" y="39736"/>
                  </a:lnTo>
                  <a:lnTo>
                    <a:pt x="54977" y="43229"/>
                  </a:lnTo>
                  <a:lnTo>
                    <a:pt x="51105" y="46847"/>
                  </a:lnTo>
                  <a:lnTo>
                    <a:pt x="47350" y="50586"/>
                  </a:lnTo>
                  <a:lnTo>
                    <a:pt x="43715" y="54442"/>
                  </a:lnTo>
                  <a:lnTo>
                    <a:pt x="40204" y="58411"/>
                  </a:lnTo>
                  <a:lnTo>
                    <a:pt x="36821" y="62489"/>
                  </a:lnTo>
                  <a:lnTo>
                    <a:pt x="33568" y="66673"/>
                  </a:lnTo>
                  <a:lnTo>
                    <a:pt x="30450" y="70957"/>
                  </a:lnTo>
                  <a:lnTo>
                    <a:pt x="27470" y="75339"/>
                  </a:lnTo>
                  <a:lnTo>
                    <a:pt x="24629" y="79812"/>
                  </a:lnTo>
                  <a:lnTo>
                    <a:pt x="21932" y="84373"/>
                  </a:lnTo>
                  <a:lnTo>
                    <a:pt x="19381" y="89018"/>
                  </a:lnTo>
                  <a:lnTo>
                    <a:pt x="16978" y="93741"/>
                  </a:lnTo>
                  <a:lnTo>
                    <a:pt x="14727" y="98538"/>
                  </a:lnTo>
                  <a:lnTo>
                    <a:pt x="12628" y="103403"/>
                  </a:lnTo>
                  <a:lnTo>
                    <a:pt x="10685" y="108333"/>
                  </a:lnTo>
                  <a:lnTo>
                    <a:pt x="8899" y="113322"/>
                  </a:lnTo>
                  <a:lnTo>
                    <a:pt x="7272" y="118365"/>
                  </a:lnTo>
                  <a:lnTo>
                    <a:pt x="5805" y="123457"/>
                  </a:lnTo>
                  <a:lnTo>
                    <a:pt x="4501" y="128593"/>
                  </a:lnTo>
                  <a:lnTo>
                    <a:pt x="3360" y="133768"/>
                  </a:lnTo>
                  <a:lnTo>
                    <a:pt x="2384" y="138976"/>
                  </a:lnTo>
                  <a:lnTo>
                    <a:pt x="1573" y="144213"/>
                  </a:lnTo>
                  <a:lnTo>
                    <a:pt x="929" y="149473"/>
                  </a:lnTo>
                  <a:lnTo>
                    <a:pt x="451" y="154750"/>
                  </a:lnTo>
                  <a:lnTo>
                    <a:pt x="141" y="160040"/>
                  </a:lnTo>
                  <a:lnTo>
                    <a:pt x="0" y="165337"/>
                  </a:lnTo>
                  <a:lnTo>
                    <a:pt x="25" y="170636"/>
                  </a:lnTo>
                  <a:lnTo>
                    <a:pt x="219" y="175932"/>
                  </a:lnTo>
                  <a:lnTo>
                    <a:pt x="581" y="181218"/>
                  </a:lnTo>
                  <a:lnTo>
                    <a:pt x="1110" y="186491"/>
                  </a:lnTo>
                  <a:lnTo>
                    <a:pt x="1806" y="191744"/>
                  </a:lnTo>
                  <a:lnTo>
                    <a:pt x="2668" y="196973"/>
                  </a:lnTo>
                  <a:lnTo>
                    <a:pt x="3695" y="202171"/>
                  </a:lnTo>
                  <a:lnTo>
                    <a:pt x="4887" y="207334"/>
                  </a:lnTo>
                  <a:lnTo>
                    <a:pt x="6242" y="212457"/>
                  </a:lnTo>
                  <a:lnTo>
                    <a:pt x="7758" y="217535"/>
                  </a:lnTo>
                  <a:lnTo>
                    <a:pt x="9434" y="222562"/>
                  </a:lnTo>
                  <a:lnTo>
                    <a:pt x="11269" y="227533"/>
                  </a:lnTo>
                  <a:lnTo>
                    <a:pt x="13261" y="232443"/>
                  </a:lnTo>
                  <a:lnTo>
                    <a:pt x="15407" y="237288"/>
                  </a:lnTo>
                  <a:lnTo>
                    <a:pt x="17706" y="242063"/>
                  </a:lnTo>
                  <a:lnTo>
                    <a:pt x="20155" y="246762"/>
                  </a:lnTo>
                  <a:lnTo>
                    <a:pt x="22751" y="251381"/>
                  </a:lnTo>
                  <a:lnTo>
                    <a:pt x="25493" y="255916"/>
                  </a:lnTo>
                  <a:lnTo>
                    <a:pt x="28377" y="260361"/>
                  </a:lnTo>
                  <a:lnTo>
                    <a:pt x="31401" y="264713"/>
                  </a:lnTo>
                  <a:lnTo>
                    <a:pt x="34561" y="268967"/>
                  </a:lnTo>
                  <a:lnTo>
                    <a:pt x="37854" y="273118"/>
                  </a:lnTo>
                  <a:lnTo>
                    <a:pt x="41277" y="277163"/>
                  </a:lnTo>
                  <a:lnTo>
                    <a:pt x="44826" y="281098"/>
                  </a:lnTo>
                  <a:lnTo>
                    <a:pt x="48499" y="284918"/>
                  </a:lnTo>
                  <a:lnTo>
                    <a:pt x="52291" y="288619"/>
                  </a:lnTo>
                  <a:lnTo>
                    <a:pt x="56198" y="292199"/>
                  </a:lnTo>
                  <a:lnTo>
                    <a:pt x="60216" y="295653"/>
                  </a:lnTo>
                  <a:lnTo>
                    <a:pt x="64343" y="298978"/>
                  </a:lnTo>
                  <a:lnTo>
                    <a:pt x="68572" y="302170"/>
                  </a:lnTo>
                  <a:lnTo>
                    <a:pt x="72900" y="305227"/>
                  </a:lnTo>
                  <a:lnTo>
                    <a:pt x="77324" y="308145"/>
                  </a:lnTo>
                  <a:lnTo>
                    <a:pt x="81837" y="310922"/>
                  </a:lnTo>
                  <a:lnTo>
                    <a:pt x="86436" y="313554"/>
                  </a:lnTo>
                  <a:lnTo>
                    <a:pt x="91116" y="316039"/>
                  </a:lnTo>
                  <a:lnTo>
                    <a:pt x="95873" y="318374"/>
                  </a:lnTo>
                  <a:lnTo>
                    <a:pt x="100701" y="320557"/>
                  </a:lnTo>
                  <a:lnTo>
                    <a:pt x="105596" y="322587"/>
                  </a:lnTo>
                  <a:lnTo>
                    <a:pt x="110553" y="324460"/>
                  </a:lnTo>
                  <a:lnTo>
                    <a:pt x="115567" y="326175"/>
                  </a:lnTo>
                  <a:lnTo>
                    <a:pt x="120633" y="327730"/>
                  </a:lnTo>
                  <a:lnTo>
                    <a:pt x="125745" y="329124"/>
                  </a:lnTo>
                  <a:lnTo>
                    <a:pt x="130899" y="330355"/>
                  </a:lnTo>
                  <a:lnTo>
                    <a:pt x="136090" y="331422"/>
                  </a:lnTo>
                  <a:lnTo>
                    <a:pt x="141311" y="332324"/>
                  </a:lnTo>
                  <a:lnTo>
                    <a:pt x="146559" y="333061"/>
                  </a:lnTo>
                  <a:lnTo>
                    <a:pt x="151827" y="333630"/>
                  </a:lnTo>
                  <a:lnTo>
                    <a:pt x="157111" y="334032"/>
                  </a:lnTo>
                  <a:lnTo>
                    <a:pt x="162405" y="334267"/>
                  </a:lnTo>
                  <a:lnTo>
                    <a:pt x="167704" y="334333"/>
                  </a:lnTo>
                  <a:lnTo>
                    <a:pt x="173002" y="334232"/>
                  </a:lnTo>
                  <a:lnTo>
                    <a:pt x="178294" y="333963"/>
                  </a:lnTo>
                  <a:lnTo>
                    <a:pt x="183575" y="333526"/>
                  </a:lnTo>
                  <a:lnTo>
                    <a:pt x="188839" y="332922"/>
                  </a:lnTo>
                  <a:lnTo>
                    <a:pt x="194082" y="332152"/>
                  </a:lnTo>
                  <a:lnTo>
                    <a:pt x="199298" y="331215"/>
                  </a:lnTo>
                  <a:lnTo>
                    <a:pt x="204481" y="330114"/>
                  </a:lnTo>
                  <a:lnTo>
                    <a:pt x="209627" y="328850"/>
                  </a:lnTo>
                  <a:lnTo>
                    <a:pt x="214730" y="327422"/>
                  </a:lnTo>
                  <a:lnTo>
                    <a:pt x="219785" y="325834"/>
                  </a:lnTo>
                  <a:lnTo>
                    <a:pt x="224788" y="324086"/>
                  </a:lnTo>
                  <a:lnTo>
                    <a:pt x="229732" y="322181"/>
                  </a:lnTo>
                  <a:lnTo>
                    <a:pt x="234614" y="320119"/>
                  </a:lnTo>
                  <a:lnTo>
                    <a:pt x="239428" y="317905"/>
                  </a:lnTo>
                  <a:lnTo>
                    <a:pt x="244169" y="315538"/>
                  </a:lnTo>
                  <a:lnTo>
                    <a:pt x="248833" y="313023"/>
                  </a:lnTo>
                  <a:lnTo>
                    <a:pt x="253415" y="310361"/>
                  </a:lnTo>
                  <a:lnTo>
                    <a:pt x="257910" y="307555"/>
                  </a:lnTo>
                  <a:lnTo>
                    <a:pt x="262314" y="304608"/>
                  </a:lnTo>
                  <a:lnTo>
                    <a:pt x="266623" y="301523"/>
                  </a:lnTo>
                  <a:lnTo>
                    <a:pt x="270831" y="298303"/>
                  </a:lnTo>
                  <a:lnTo>
                    <a:pt x="274935" y="294951"/>
                  </a:lnTo>
                  <a:lnTo>
                    <a:pt x="278931" y="291471"/>
                  </a:lnTo>
                  <a:lnTo>
                    <a:pt x="282815" y="287866"/>
                  </a:lnTo>
                  <a:lnTo>
                    <a:pt x="286582" y="284139"/>
                  </a:lnTo>
                  <a:lnTo>
                    <a:pt x="290230" y="280295"/>
                  </a:lnTo>
                  <a:lnTo>
                    <a:pt x="293754" y="276338"/>
                  </a:lnTo>
                  <a:lnTo>
                    <a:pt x="297150" y="272270"/>
                  </a:lnTo>
                  <a:lnTo>
                    <a:pt x="300416" y="268097"/>
                  </a:lnTo>
                  <a:lnTo>
                    <a:pt x="303548" y="263823"/>
                  </a:lnTo>
                  <a:lnTo>
                    <a:pt x="306543" y="259452"/>
                  </a:lnTo>
                  <a:lnTo>
                    <a:pt x="309398" y="254987"/>
                  </a:lnTo>
                  <a:lnTo>
                    <a:pt x="312110" y="250435"/>
                  </a:lnTo>
                  <a:lnTo>
                    <a:pt x="314676" y="245799"/>
                  </a:lnTo>
                  <a:lnTo>
                    <a:pt x="317095" y="241084"/>
                  </a:lnTo>
                  <a:lnTo>
                    <a:pt x="319362" y="236294"/>
                  </a:lnTo>
                  <a:lnTo>
                    <a:pt x="321476" y="231435"/>
                  </a:lnTo>
                  <a:lnTo>
                    <a:pt x="323436" y="226512"/>
                  </a:lnTo>
                  <a:lnTo>
                    <a:pt x="325238" y="221529"/>
                  </a:lnTo>
                  <a:lnTo>
                    <a:pt x="326882" y="216491"/>
                  </a:lnTo>
                  <a:lnTo>
                    <a:pt x="328365" y="211404"/>
                  </a:lnTo>
                  <a:lnTo>
                    <a:pt x="329686" y="206272"/>
                  </a:lnTo>
                  <a:lnTo>
                    <a:pt x="330844" y="201101"/>
                  </a:lnTo>
                  <a:lnTo>
                    <a:pt x="331837" y="195896"/>
                  </a:lnTo>
                  <a:lnTo>
                    <a:pt x="332665" y="190662"/>
                  </a:lnTo>
                  <a:lnTo>
                    <a:pt x="333327" y="185405"/>
                  </a:lnTo>
                  <a:lnTo>
                    <a:pt x="333821" y="180129"/>
                  </a:lnTo>
                  <a:lnTo>
                    <a:pt x="334148" y="174840"/>
                  </a:lnTo>
                  <a:lnTo>
                    <a:pt x="334307" y="169543"/>
                  </a:lnTo>
                  <a:lnTo>
                    <a:pt x="334299" y="164244"/>
                  </a:lnTo>
                  <a:lnTo>
                    <a:pt x="334122" y="158948"/>
                  </a:lnTo>
                  <a:lnTo>
                    <a:pt x="333778" y="153660"/>
                  </a:lnTo>
                  <a:lnTo>
                    <a:pt x="333266" y="148386"/>
                  </a:lnTo>
                  <a:lnTo>
                    <a:pt x="332587" y="143131"/>
                  </a:lnTo>
                  <a:lnTo>
                    <a:pt x="331742" y="137899"/>
                  </a:lnTo>
                  <a:lnTo>
                    <a:pt x="330732" y="132698"/>
                  </a:lnTo>
                  <a:lnTo>
                    <a:pt x="329557" y="127530"/>
                  </a:lnTo>
                  <a:lnTo>
                    <a:pt x="328219" y="122403"/>
                  </a:lnTo>
                  <a:lnTo>
                    <a:pt x="326720" y="117321"/>
                  </a:lnTo>
                  <a:lnTo>
                    <a:pt x="325060" y="112288"/>
                  </a:lnTo>
                  <a:lnTo>
                    <a:pt x="323241" y="107311"/>
                  </a:lnTo>
                  <a:lnTo>
                    <a:pt x="321265" y="102394"/>
                  </a:lnTo>
                  <a:lnTo>
                    <a:pt x="319135" y="97542"/>
                  </a:lnTo>
                  <a:lnTo>
                    <a:pt x="316852" y="92760"/>
                  </a:lnTo>
                  <a:lnTo>
                    <a:pt x="314418" y="88053"/>
                  </a:lnTo>
                  <a:lnTo>
                    <a:pt x="311837" y="83425"/>
                  </a:lnTo>
                  <a:lnTo>
                    <a:pt x="309110" y="78882"/>
                  </a:lnTo>
                  <a:lnTo>
                    <a:pt x="306241" y="74427"/>
                  </a:lnTo>
                  <a:lnTo>
                    <a:pt x="303231" y="70065"/>
                  </a:lnTo>
                  <a:lnTo>
                    <a:pt x="300085" y="65801"/>
                  </a:lnTo>
                  <a:lnTo>
                    <a:pt x="296806" y="61639"/>
                  </a:lnTo>
                  <a:lnTo>
                    <a:pt x="293396" y="57583"/>
                  </a:lnTo>
                  <a:lnTo>
                    <a:pt x="289859" y="53637"/>
                  </a:lnTo>
                  <a:lnTo>
                    <a:pt x="286199" y="49805"/>
                  </a:lnTo>
                  <a:lnTo>
                    <a:pt x="282420" y="46091"/>
                  </a:lnTo>
                  <a:lnTo>
                    <a:pt x="278524" y="42498"/>
                  </a:lnTo>
                  <a:lnTo>
                    <a:pt x="274517" y="39031"/>
                  </a:lnTo>
                  <a:lnTo>
                    <a:pt x="270402" y="35693"/>
                  </a:lnTo>
                  <a:lnTo>
                    <a:pt x="266183" y="32487"/>
                  </a:lnTo>
                  <a:lnTo>
                    <a:pt x="261864" y="29416"/>
                  </a:lnTo>
                  <a:lnTo>
                    <a:pt x="257451" y="26483"/>
                  </a:lnTo>
                  <a:lnTo>
                    <a:pt x="252947" y="23692"/>
                  </a:lnTo>
                  <a:lnTo>
                    <a:pt x="248356" y="21045"/>
                  </a:lnTo>
                  <a:lnTo>
                    <a:pt x="243684" y="18545"/>
                  </a:lnTo>
                  <a:lnTo>
                    <a:pt x="238935" y="16194"/>
                  </a:lnTo>
                  <a:lnTo>
                    <a:pt x="234114" y="13995"/>
                  </a:lnTo>
                  <a:lnTo>
                    <a:pt x="229225" y="11949"/>
                  </a:lnTo>
                  <a:lnTo>
                    <a:pt x="224274" y="10060"/>
                  </a:lnTo>
                  <a:lnTo>
                    <a:pt x="219266" y="8329"/>
                  </a:lnTo>
                  <a:lnTo>
                    <a:pt x="214206" y="6757"/>
                  </a:lnTo>
                  <a:lnTo>
                    <a:pt x="209098" y="5346"/>
                  </a:lnTo>
                  <a:lnTo>
                    <a:pt x="203948" y="4098"/>
                  </a:lnTo>
                  <a:lnTo>
                    <a:pt x="198761" y="3014"/>
                  </a:lnTo>
                  <a:lnTo>
                    <a:pt x="193542" y="2095"/>
                  </a:lnTo>
                  <a:lnTo>
                    <a:pt x="188297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86189" y="2126963"/>
              <a:ext cx="95098" cy="167167"/>
            </a:xfrm>
            <a:custGeom>
              <a:avLst/>
              <a:pathLst>
                <a:path w="95098" h="167167">
                  <a:moveTo>
                    <a:pt x="95098" y="0"/>
                  </a:moveTo>
                  <a:lnTo>
                    <a:pt x="89479" y="94"/>
                  </a:lnTo>
                  <a:lnTo>
                    <a:pt x="83866" y="377"/>
                  </a:lnTo>
                  <a:lnTo>
                    <a:pt x="78266" y="849"/>
                  </a:lnTo>
                  <a:lnTo>
                    <a:pt x="72685" y="1509"/>
                  </a:lnTo>
                  <a:lnTo>
                    <a:pt x="67130" y="2356"/>
                  </a:lnTo>
                  <a:lnTo>
                    <a:pt x="61606" y="3389"/>
                  </a:lnTo>
                  <a:lnTo>
                    <a:pt x="56120" y="4607"/>
                  </a:lnTo>
                  <a:lnTo>
                    <a:pt x="50678" y="6009"/>
                  </a:lnTo>
                  <a:lnTo>
                    <a:pt x="45286" y="7593"/>
                  </a:lnTo>
                  <a:lnTo>
                    <a:pt x="39950" y="9358"/>
                  </a:lnTo>
                  <a:lnTo>
                    <a:pt x="34677" y="11301"/>
                  </a:lnTo>
                  <a:lnTo>
                    <a:pt x="29472" y="13420"/>
                  </a:lnTo>
                  <a:lnTo>
                    <a:pt x="24341" y="15712"/>
                  </a:lnTo>
                  <a:lnTo>
                    <a:pt x="19290" y="18176"/>
                  </a:lnTo>
                  <a:lnTo>
                    <a:pt x="14325" y="20809"/>
                  </a:lnTo>
                  <a:lnTo>
                    <a:pt x="9451" y="23606"/>
                  </a:lnTo>
                  <a:lnTo>
                    <a:pt x="4674" y="26566"/>
                  </a:lnTo>
                  <a:lnTo>
                    <a:pt x="0" y="29685"/>
                  </a:lnTo>
                  <a:lnTo>
                    <a:pt x="9509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14139" y="2127462"/>
              <a:ext cx="334312" cy="333834"/>
            </a:xfrm>
            <a:custGeom>
              <a:avLst/>
              <a:pathLst>
                <a:path w="334312" h="333834">
                  <a:moveTo>
                    <a:pt x="72049" y="29186"/>
                  </a:moveTo>
                  <a:lnTo>
                    <a:pt x="67747" y="32264"/>
                  </a:lnTo>
                  <a:lnTo>
                    <a:pt x="63545" y="35476"/>
                  </a:lnTo>
                  <a:lnTo>
                    <a:pt x="59446" y="38819"/>
                  </a:lnTo>
                  <a:lnTo>
                    <a:pt x="55455" y="42291"/>
                  </a:lnTo>
                  <a:lnTo>
                    <a:pt x="51576" y="45887"/>
                  </a:lnTo>
                  <a:lnTo>
                    <a:pt x="47813" y="49604"/>
                  </a:lnTo>
                  <a:lnTo>
                    <a:pt x="44169" y="53438"/>
                  </a:lnTo>
                  <a:lnTo>
                    <a:pt x="40648" y="57385"/>
                  </a:lnTo>
                  <a:lnTo>
                    <a:pt x="37254" y="61442"/>
                  </a:lnTo>
                  <a:lnTo>
                    <a:pt x="33990" y="65604"/>
                  </a:lnTo>
                  <a:lnTo>
                    <a:pt x="30859" y="69868"/>
                  </a:lnTo>
                  <a:lnTo>
                    <a:pt x="27865" y="74228"/>
                  </a:lnTo>
                  <a:lnTo>
                    <a:pt x="25010" y="78681"/>
                  </a:lnTo>
                  <a:lnTo>
                    <a:pt x="22297" y="83222"/>
                  </a:lnTo>
                  <a:lnTo>
                    <a:pt x="19730" y="87846"/>
                  </a:lnTo>
                  <a:lnTo>
                    <a:pt x="17310" y="92549"/>
                  </a:lnTo>
                  <a:lnTo>
                    <a:pt x="15040" y="97327"/>
                  </a:lnTo>
                  <a:lnTo>
                    <a:pt x="12922" y="102174"/>
                  </a:lnTo>
                  <a:lnTo>
                    <a:pt x="10959" y="107086"/>
                  </a:lnTo>
                  <a:lnTo>
                    <a:pt x="9152" y="112057"/>
                  </a:lnTo>
                  <a:lnTo>
                    <a:pt x="7503" y="117083"/>
                  </a:lnTo>
                  <a:lnTo>
                    <a:pt x="6014" y="122158"/>
                  </a:lnTo>
                  <a:lnTo>
                    <a:pt x="4687" y="127279"/>
                  </a:lnTo>
                  <a:lnTo>
                    <a:pt x="3522" y="132438"/>
                  </a:lnTo>
                  <a:lnTo>
                    <a:pt x="2521" y="137632"/>
                  </a:lnTo>
                  <a:lnTo>
                    <a:pt x="1685" y="142855"/>
                  </a:lnTo>
                  <a:lnTo>
                    <a:pt x="1014" y="148102"/>
                  </a:lnTo>
                  <a:lnTo>
                    <a:pt x="510" y="153367"/>
                  </a:lnTo>
                  <a:lnTo>
                    <a:pt x="173" y="158646"/>
                  </a:lnTo>
                  <a:lnTo>
                    <a:pt x="2" y="163932"/>
                  </a:lnTo>
                  <a:lnTo>
                    <a:pt x="0" y="169222"/>
                  </a:lnTo>
                  <a:lnTo>
                    <a:pt x="164" y="174509"/>
                  </a:lnTo>
                  <a:lnTo>
                    <a:pt x="496" y="179788"/>
                  </a:lnTo>
                  <a:lnTo>
                    <a:pt x="994" y="185054"/>
                  </a:lnTo>
                  <a:lnTo>
                    <a:pt x="1659" y="190301"/>
                  </a:lnTo>
                  <a:lnTo>
                    <a:pt x="2489" y="195525"/>
                  </a:lnTo>
                  <a:lnTo>
                    <a:pt x="3485" y="200720"/>
                  </a:lnTo>
                  <a:lnTo>
                    <a:pt x="4644" y="205881"/>
                  </a:lnTo>
                  <a:lnTo>
                    <a:pt x="5966" y="211002"/>
                  </a:lnTo>
                  <a:lnTo>
                    <a:pt x="7449" y="216080"/>
                  </a:lnTo>
                  <a:lnTo>
                    <a:pt x="9093" y="221107"/>
                  </a:lnTo>
                  <a:lnTo>
                    <a:pt x="10894" y="226081"/>
                  </a:lnTo>
                  <a:lnTo>
                    <a:pt x="12852" y="230994"/>
                  </a:lnTo>
                  <a:lnTo>
                    <a:pt x="14964" y="235844"/>
                  </a:lnTo>
                  <a:lnTo>
                    <a:pt x="17229" y="240624"/>
                  </a:lnTo>
                  <a:lnTo>
                    <a:pt x="19644" y="245330"/>
                  </a:lnTo>
                  <a:lnTo>
                    <a:pt x="22206" y="249957"/>
                  </a:lnTo>
                  <a:lnTo>
                    <a:pt x="24914" y="254501"/>
                  </a:lnTo>
                  <a:lnTo>
                    <a:pt x="27764" y="258957"/>
                  </a:lnTo>
                  <a:lnTo>
                    <a:pt x="30753" y="263320"/>
                  </a:lnTo>
                  <a:lnTo>
                    <a:pt x="33880" y="267587"/>
                  </a:lnTo>
                  <a:lnTo>
                    <a:pt x="37139" y="271753"/>
                  </a:lnTo>
                  <a:lnTo>
                    <a:pt x="40529" y="275814"/>
                  </a:lnTo>
                  <a:lnTo>
                    <a:pt x="44045" y="279765"/>
                  </a:lnTo>
                  <a:lnTo>
                    <a:pt x="47685" y="283603"/>
                  </a:lnTo>
                  <a:lnTo>
                    <a:pt x="51444" y="287324"/>
                  </a:lnTo>
                  <a:lnTo>
                    <a:pt x="55320" y="290924"/>
                  </a:lnTo>
                  <a:lnTo>
                    <a:pt x="59307" y="294400"/>
                  </a:lnTo>
                  <a:lnTo>
                    <a:pt x="63402" y="297748"/>
                  </a:lnTo>
                  <a:lnTo>
                    <a:pt x="67601" y="300964"/>
                  </a:lnTo>
                  <a:lnTo>
                    <a:pt x="71899" y="304047"/>
                  </a:lnTo>
                  <a:lnTo>
                    <a:pt x="76293" y="306991"/>
                  </a:lnTo>
                  <a:lnTo>
                    <a:pt x="80778" y="309795"/>
                  </a:lnTo>
                  <a:lnTo>
                    <a:pt x="85350" y="312456"/>
                  </a:lnTo>
                  <a:lnTo>
                    <a:pt x="90003" y="314971"/>
                  </a:lnTo>
                  <a:lnTo>
                    <a:pt x="94734" y="317338"/>
                  </a:lnTo>
                  <a:lnTo>
                    <a:pt x="99537" y="319553"/>
                  </a:lnTo>
                  <a:lnTo>
                    <a:pt x="104407" y="321616"/>
                  </a:lnTo>
                  <a:lnTo>
                    <a:pt x="109341" y="323523"/>
                  </a:lnTo>
                  <a:lnTo>
                    <a:pt x="114332" y="325273"/>
                  </a:lnTo>
                  <a:lnTo>
                    <a:pt x="119377" y="326865"/>
                  </a:lnTo>
                  <a:lnTo>
                    <a:pt x="124469" y="328296"/>
                  </a:lnTo>
                  <a:lnTo>
                    <a:pt x="129604" y="329565"/>
                  </a:lnTo>
                  <a:lnTo>
                    <a:pt x="134776" y="330672"/>
                  </a:lnTo>
                  <a:lnTo>
                    <a:pt x="139981" y="331614"/>
                  </a:lnTo>
                  <a:lnTo>
                    <a:pt x="145213" y="332391"/>
                  </a:lnTo>
                  <a:lnTo>
                    <a:pt x="150467" y="333002"/>
                  </a:lnTo>
                  <a:lnTo>
                    <a:pt x="155738" y="333446"/>
                  </a:lnTo>
                  <a:lnTo>
                    <a:pt x="161020" y="333723"/>
                  </a:lnTo>
                  <a:lnTo>
                    <a:pt x="166308" y="333834"/>
                  </a:lnTo>
                  <a:lnTo>
                    <a:pt x="171598" y="333777"/>
                  </a:lnTo>
                  <a:lnTo>
                    <a:pt x="176882" y="333552"/>
                  </a:lnTo>
                  <a:lnTo>
                    <a:pt x="182157" y="333161"/>
                  </a:lnTo>
                  <a:lnTo>
                    <a:pt x="187417" y="332602"/>
                  </a:lnTo>
                  <a:lnTo>
                    <a:pt x="192657" y="331878"/>
                  </a:lnTo>
                  <a:lnTo>
                    <a:pt x="197871" y="330988"/>
                  </a:lnTo>
                  <a:lnTo>
                    <a:pt x="203054" y="329934"/>
                  </a:lnTo>
                  <a:lnTo>
                    <a:pt x="208201" y="328716"/>
                  </a:lnTo>
                  <a:lnTo>
                    <a:pt x="213308" y="327336"/>
                  </a:lnTo>
                  <a:lnTo>
                    <a:pt x="218368" y="325795"/>
                  </a:lnTo>
                  <a:lnTo>
                    <a:pt x="223376" y="324095"/>
                  </a:lnTo>
                  <a:lnTo>
                    <a:pt x="228329" y="322238"/>
                  </a:lnTo>
                  <a:lnTo>
                    <a:pt x="233220" y="320224"/>
                  </a:lnTo>
                  <a:lnTo>
                    <a:pt x="238045" y="318057"/>
                  </a:lnTo>
                  <a:lnTo>
                    <a:pt x="242799" y="315738"/>
                  </a:lnTo>
                  <a:lnTo>
                    <a:pt x="247478" y="313270"/>
                  </a:lnTo>
                  <a:lnTo>
                    <a:pt x="252075" y="310655"/>
                  </a:lnTo>
                  <a:lnTo>
                    <a:pt x="256588" y="307896"/>
                  </a:lnTo>
                  <a:lnTo>
                    <a:pt x="261012" y="304996"/>
                  </a:lnTo>
                  <a:lnTo>
                    <a:pt x="265341" y="301957"/>
                  </a:lnTo>
                  <a:lnTo>
                    <a:pt x="269572" y="298782"/>
                  </a:lnTo>
                  <a:lnTo>
                    <a:pt x="273701" y="295476"/>
                  </a:lnTo>
                  <a:lnTo>
                    <a:pt x="277722" y="292040"/>
                  </a:lnTo>
                  <a:lnTo>
                    <a:pt x="281634" y="288479"/>
                  </a:lnTo>
                  <a:lnTo>
                    <a:pt x="285430" y="284796"/>
                  </a:lnTo>
                  <a:lnTo>
                    <a:pt x="289108" y="280995"/>
                  </a:lnTo>
                  <a:lnTo>
                    <a:pt x="292664" y="277079"/>
                  </a:lnTo>
                  <a:lnTo>
                    <a:pt x="296094" y="273053"/>
                  </a:lnTo>
                  <a:lnTo>
                    <a:pt x="299396" y="268920"/>
                  </a:lnTo>
                  <a:lnTo>
                    <a:pt x="302564" y="264685"/>
                  </a:lnTo>
                  <a:lnTo>
                    <a:pt x="305598" y="260351"/>
                  </a:lnTo>
                  <a:lnTo>
                    <a:pt x="308492" y="255924"/>
                  </a:lnTo>
                  <a:lnTo>
                    <a:pt x="311245" y="251408"/>
                  </a:lnTo>
                  <a:lnTo>
                    <a:pt x="313854" y="246806"/>
                  </a:lnTo>
                  <a:lnTo>
                    <a:pt x="316316" y="242125"/>
                  </a:lnTo>
                  <a:lnTo>
                    <a:pt x="318629" y="237368"/>
                  </a:lnTo>
                  <a:lnTo>
                    <a:pt x="320790" y="232540"/>
                  </a:lnTo>
                  <a:lnTo>
                    <a:pt x="322797" y="227646"/>
                  </a:lnTo>
                  <a:lnTo>
                    <a:pt x="324648" y="222691"/>
                  </a:lnTo>
                  <a:lnTo>
                    <a:pt x="326341" y="217680"/>
                  </a:lnTo>
                  <a:lnTo>
                    <a:pt x="327876" y="212618"/>
                  </a:lnTo>
                  <a:lnTo>
                    <a:pt x="329249" y="207510"/>
                  </a:lnTo>
                  <a:lnTo>
                    <a:pt x="330460" y="202361"/>
                  </a:lnTo>
                  <a:lnTo>
                    <a:pt x="331507" y="197176"/>
                  </a:lnTo>
                  <a:lnTo>
                    <a:pt x="332390" y="191961"/>
                  </a:lnTo>
                  <a:lnTo>
                    <a:pt x="333108" y="186721"/>
                  </a:lnTo>
                  <a:lnTo>
                    <a:pt x="333659" y="181460"/>
                  </a:lnTo>
                  <a:lnTo>
                    <a:pt x="334044" y="176185"/>
                  </a:lnTo>
                  <a:lnTo>
                    <a:pt x="334261" y="170900"/>
                  </a:lnTo>
                  <a:lnTo>
                    <a:pt x="334312" y="165610"/>
                  </a:lnTo>
                  <a:lnTo>
                    <a:pt x="334194" y="160322"/>
                  </a:lnTo>
                  <a:lnTo>
                    <a:pt x="333910" y="155041"/>
                  </a:lnTo>
                  <a:lnTo>
                    <a:pt x="333459" y="149770"/>
                  </a:lnTo>
                  <a:lnTo>
                    <a:pt x="332841" y="144517"/>
                  </a:lnTo>
                  <a:lnTo>
                    <a:pt x="332057" y="139286"/>
                  </a:lnTo>
                  <a:lnTo>
                    <a:pt x="331108" y="134082"/>
                  </a:lnTo>
                  <a:lnTo>
                    <a:pt x="329995" y="128911"/>
                  </a:lnTo>
                  <a:lnTo>
                    <a:pt x="328719" y="123778"/>
                  </a:lnTo>
                  <a:lnTo>
                    <a:pt x="327281" y="118688"/>
                  </a:lnTo>
                  <a:lnTo>
                    <a:pt x="325683" y="113646"/>
                  </a:lnTo>
                  <a:lnTo>
                    <a:pt x="323926" y="108657"/>
                  </a:lnTo>
                  <a:lnTo>
                    <a:pt x="322012" y="103726"/>
                  </a:lnTo>
                  <a:lnTo>
                    <a:pt x="319944" y="98857"/>
                  </a:lnTo>
                  <a:lnTo>
                    <a:pt x="317722" y="94057"/>
                  </a:lnTo>
                  <a:lnTo>
                    <a:pt x="315349" y="89330"/>
                  </a:lnTo>
                  <a:lnTo>
                    <a:pt x="312828" y="84680"/>
                  </a:lnTo>
                  <a:lnTo>
                    <a:pt x="310161" y="80112"/>
                  </a:lnTo>
                  <a:lnTo>
                    <a:pt x="307351" y="75631"/>
                  </a:lnTo>
                  <a:lnTo>
                    <a:pt x="304401" y="71240"/>
                  </a:lnTo>
                  <a:lnTo>
                    <a:pt x="301313" y="66946"/>
                  </a:lnTo>
                  <a:lnTo>
                    <a:pt x="298091" y="62751"/>
                  </a:lnTo>
                  <a:lnTo>
                    <a:pt x="294738" y="58660"/>
                  </a:lnTo>
                  <a:lnTo>
                    <a:pt x="291257" y="54678"/>
                  </a:lnTo>
                  <a:lnTo>
                    <a:pt x="287651" y="50807"/>
                  </a:lnTo>
                  <a:lnTo>
                    <a:pt x="283925" y="47053"/>
                  </a:lnTo>
                  <a:lnTo>
                    <a:pt x="280083" y="43418"/>
                  </a:lnTo>
                  <a:lnTo>
                    <a:pt x="276127" y="39907"/>
                  </a:lnTo>
                  <a:lnTo>
                    <a:pt x="272062" y="36523"/>
                  </a:lnTo>
                  <a:lnTo>
                    <a:pt x="267892" y="33268"/>
                  </a:lnTo>
                  <a:lnTo>
                    <a:pt x="263621" y="30148"/>
                  </a:lnTo>
                  <a:lnTo>
                    <a:pt x="259253" y="27164"/>
                  </a:lnTo>
                  <a:lnTo>
                    <a:pt x="254794" y="24320"/>
                  </a:lnTo>
                  <a:lnTo>
                    <a:pt x="250246" y="21618"/>
                  </a:lnTo>
                  <a:lnTo>
                    <a:pt x="245616" y="19062"/>
                  </a:lnTo>
                  <a:lnTo>
                    <a:pt x="240906" y="16653"/>
                  </a:lnTo>
                  <a:lnTo>
                    <a:pt x="236123" y="14395"/>
                  </a:lnTo>
                  <a:lnTo>
                    <a:pt x="231271" y="12289"/>
                  </a:lnTo>
                  <a:lnTo>
                    <a:pt x="226355" y="10337"/>
                  </a:lnTo>
                  <a:lnTo>
                    <a:pt x="221379" y="8542"/>
                  </a:lnTo>
                  <a:lnTo>
                    <a:pt x="216350" y="6906"/>
                  </a:lnTo>
                  <a:lnTo>
                    <a:pt x="211270" y="5429"/>
                  </a:lnTo>
                  <a:lnTo>
                    <a:pt x="206147" y="4114"/>
                  </a:lnTo>
                  <a:lnTo>
                    <a:pt x="200985" y="2961"/>
                  </a:lnTo>
                  <a:lnTo>
                    <a:pt x="195788" y="1973"/>
                  </a:lnTo>
                  <a:lnTo>
                    <a:pt x="190564" y="1149"/>
                  </a:lnTo>
                  <a:lnTo>
                    <a:pt x="185315" y="491"/>
                  </a:lnTo>
                  <a:lnTo>
                    <a:pt x="180049" y="0"/>
                  </a:lnTo>
                  <a:lnTo>
                    <a:pt x="167147" y="1666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12901" cy="167167"/>
            </a:xfrm>
            <a:custGeom>
              <a:avLst/>
              <a:pathLst>
                <a:path w="12901" h="167167">
                  <a:moveTo>
                    <a:pt x="12901" y="49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423599" y="2633064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3" y="336"/>
                  </a:lnTo>
                  <a:lnTo>
                    <a:pt x="151269" y="755"/>
                  </a:lnTo>
                  <a:lnTo>
                    <a:pt x="146001" y="1343"/>
                  </a:lnTo>
                  <a:lnTo>
                    <a:pt x="140754" y="2096"/>
                  </a:lnTo>
                  <a:lnTo>
                    <a:pt x="135533" y="3016"/>
                  </a:lnTo>
                  <a:lnTo>
                    <a:pt x="130345" y="4101"/>
                  </a:lnTo>
                  <a:lnTo>
                    <a:pt x="125193" y="5350"/>
                  </a:lnTo>
                  <a:lnTo>
                    <a:pt x="120083" y="6762"/>
                  </a:lnTo>
                  <a:lnTo>
                    <a:pt x="115021" y="8335"/>
                  </a:lnTo>
                  <a:lnTo>
                    <a:pt x="110012" y="10067"/>
                  </a:lnTo>
                  <a:lnTo>
                    <a:pt x="105059" y="11958"/>
                  </a:lnTo>
                  <a:lnTo>
                    <a:pt x="100169" y="14005"/>
                  </a:lnTo>
                  <a:lnTo>
                    <a:pt x="95347" y="16205"/>
                  </a:lnTo>
                  <a:lnTo>
                    <a:pt x="90596" y="18558"/>
                  </a:lnTo>
                  <a:lnTo>
                    <a:pt x="85923" y="21060"/>
                  </a:lnTo>
                  <a:lnTo>
                    <a:pt x="81331" y="23708"/>
                  </a:lnTo>
                  <a:lnTo>
                    <a:pt x="76826" y="26501"/>
                  </a:lnTo>
                  <a:lnTo>
                    <a:pt x="72411" y="29436"/>
                  </a:lnTo>
                  <a:lnTo>
                    <a:pt x="68092" y="32509"/>
                  </a:lnTo>
                  <a:lnTo>
                    <a:pt x="63872" y="35717"/>
                  </a:lnTo>
                  <a:lnTo>
                    <a:pt x="59757" y="39058"/>
                  </a:lnTo>
                  <a:lnTo>
                    <a:pt x="55749" y="42527"/>
                  </a:lnTo>
                  <a:lnTo>
                    <a:pt x="51853" y="46122"/>
                  </a:lnTo>
                  <a:lnTo>
                    <a:pt x="48073" y="49839"/>
                  </a:lnTo>
                  <a:lnTo>
                    <a:pt x="44413" y="53673"/>
                  </a:lnTo>
                  <a:lnTo>
                    <a:pt x="40876" y="57622"/>
                  </a:lnTo>
                  <a:lnTo>
                    <a:pt x="37466" y="61680"/>
                  </a:lnTo>
                  <a:lnTo>
                    <a:pt x="34187" y="65845"/>
                  </a:lnTo>
                  <a:lnTo>
                    <a:pt x="31041" y="70112"/>
                  </a:lnTo>
                  <a:lnTo>
                    <a:pt x="28032" y="74476"/>
                  </a:lnTo>
                  <a:lnTo>
                    <a:pt x="25163" y="78934"/>
                  </a:lnTo>
                  <a:lnTo>
                    <a:pt x="22437" y="83480"/>
                  </a:lnTo>
                  <a:lnTo>
                    <a:pt x="19857" y="88110"/>
                  </a:lnTo>
                  <a:lnTo>
                    <a:pt x="17424" y="92820"/>
                  </a:lnTo>
                  <a:lnTo>
                    <a:pt x="15142" y="97604"/>
                  </a:lnTo>
                  <a:lnTo>
                    <a:pt x="13013" y="102459"/>
                  </a:lnTo>
                  <a:lnTo>
                    <a:pt x="11039" y="107379"/>
                  </a:lnTo>
                  <a:lnTo>
                    <a:pt x="9222" y="112358"/>
                  </a:lnTo>
                  <a:lnTo>
                    <a:pt x="7563" y="117393"/>
                  </a:lnTo>
                  <a:lnTo>
                    <a:pt x="6065" y="122478"/>
                  </a:lnTo>
                  <a:lnTo>
                    <a:pt x="4729" y="127608"/>
                  </a:lnTo>
                  <a:lnTo>
                    <a:pt x="3557" y="132777"/>
                  </a:lnTo>
                  <a:lnTo>
                    <a:pt x="2549" y="137982"/>
                  </a:lnTo>
                  <a:lnTo>
                    <a:pt x="1706" y="143215"/>
                  </a:lnTo>
                  <a:lnTo>
                    <a:pt x="1030" y="148473"/>
                  </a:lnTo>
                  <a:lnTo>
                    <a:pt x="521" y="153749"/>
                  </a:lnTo>
                  <a:lnTo>
                    <a:pt x="179" y="159039"/>
                  </a:lnTo>
                  <a:lnTo>
                    <a:pt x="5" y="164337"/>
                  </a:lnTo>
                  <a:lnTo>
                    <a:pt x="0" y="169638"/>
                  </a:lnTo>
                  <a:lnTo>
                    <a:pt x="162" y="174936"/>
                  </a:lnTo>
                  <a:lnTo>
                    <a:pt x="492" y="180227"/>
                  </a:lnTo>
                  <a:lnTo>
                    <a:pt x="990" y="185505"/>
                  </a:lnTo>
                  <a:lnTo>
                    <a:pt x="1655" y="190764"/>
                  </a:lnTo>
                  <a:lnTo>
                    <a:pt x="2486" y="195999"/>
                  </a:lnTo>
                  <a:lnTo>
                    <a:pt x="3483" y="201205"/>
                  </a:lnTo>
                  <a:lnTo>
                    <a:pt x="4645" y="206377"/>
                  </a:lnTo>
                  <a:lnTo>
                    <a:pt x="5970" y="211510"/>
                  </a:lnTo>
                  <a:lnTo>
                    <a:pt x="7457" y="216598"/>
                  </a:lnTo>
                  <a:lnTo>
                    <a:pt x="9104" y="221637"/>
                  </a:lnTo>
                  <a:lnTo>
                    <a:pt x="10911" y="226620"/>
                  </a:lnTo>
                  <a:lnTo>
                    <a:pt x="12874" y="231544"/>
                  </a:lnTo>
                  <a:lnTo>
                    <a:pt x="14993" y="236403"/>
                  </a:lnTo>
                  <a:lnTo>
                    <a:pt x="17265" y="241193"/>
                  </a:lnTo>
                  <a:lnTo>
                    <a:pt x="19687" y="245908"/>
                  </a:lnTo>
                  <a:lnTo>
                    <a:pt x="22258" y="250543"/>
                  </a:lnTo>
                  <a:lnTo>
                    <a:pt x="24974" y="255095"/>
                  </a:lnTo>
                  <a:lnTo>
                    <a:pt x="27834" y="259559"/>
                  </a:lnTo>
                  <a:lnTo>
                    <a:pt x="30833" y="263930"/>
                  </a:lnTo>
                  <a:lnTo>
                    <a:pt x="33970" y="268203"/>
                  </a:lnTo>
                  <a:lnTo>
                    <a:pt x="37240" y="272375"/>
                  </a:lnTo>
                  <a:lnTo>
                    <a:pt x="40641" y="276441"/>
                  </a:lnTo>
                  <a:lnTo>
                    <a:pt x="44170" y="280397"/>
                  </a:lnTo>
                  <a:lnTo>
                    <a:pt x="47821" y="284239"/>
                  </a:lnTo>
                  <a:lnTo>
                    <a:pt x="51593" y="287964"/>
                  </a:lnTo>
                  <a:lnTo>
                    <a:pt x="55482" y="291567"/>
                  </a:lnTo>
                  <a:lnTo>
                    <a:pt x="59482" y="295045"/>
                  </a:lnTo>
                  <a:lnTo>
                    <a:pt x="63591" y="298395"/>
                  </a:lnTo>
                  <a:lnTo>
                    <a:pt x="67803" y="301612"/>
                  </a:lnTo>
                  <a:lnTo>
                    <a:pt x="72116" y="304694"/>
                  </a:lnTo>
                  <a:lnTo>
                    <a:pt x="76524" y="307638"/>
                  </a:lnTo>
                  <a:lnTo>
                    <a:pt x="81024" y="310441"/>
                  </a:lnTo>
                  <a:lnTo>
                    <a:pt x="85610" y="313100"/>
                  </a:lnTo>
                  <a:lnTo>
                    <a:pt x="90278" y="315612"/>
                  </a:lnTo>
                  <a:lnTo>
                    <a:pt x="95023" y="317974"/>
                  </a:lnTo>
                  <a:lnTo>
                    <a:pt x="99841" y="320185"/>
                  </a:lnTo>
                  <a:lnTo>
                    <a:pt x="104726" y="322242"/>
                  </a:lnTo>
                  <a:lnTo>
                    <a:pt x="109675" y="324144"/>
                  </a:lnTo>
                  <a:lnTo>
                    <a:pt x="114681" y="325887"/>
                  </a:lnTo>
                  <a:lnTo>
                    <a:pt x="119739" y="327471"/>
                  </a:lnTo>
                  <a:lnTo>
                    <a:pt x="124846" y="328893"/>
                  </a:lnTo>
                  <a:lnTo>
                    <a:pt x="129995" y="330153"/>
                  </a:lnTo>
                  <a:lnTo>
                    <a:pt x="135181" y="331249"/>
                  </a:lnTo>
                  <a:lnTo>
                    <a:pt x="140400" y="332180"/>
                  </a:lnTo>
                  <a:lnTo>
                    <a:pt x="145645" y="332946"/>
                  </a:lnTo>
                  <a:lnTo>
                    <a:pt x="150912" y="333544"/>
                  </a:lnTo>
                  <a:lnTo>
                    <a:pt x="156196" y="333975"/>
                  </a:lnTo>
                  <a:lnTo>
                    <a:pt x="161490" y="334239"/>
                  </a:lnTo>
                  <a:lnTo>
                    <a:pt x="166790" y="334334"/>
                  </a:lnTo>
                  <a:lnTo>
                    <a:pt x="172090" y="334261"/>
                  </a:lnTo>
                  <a:lnTo>
                    <a:pt x="177386" y="334021"/>
                  </a:lnTo>
                  <a:lnTo>
                    <a:pt x="182671" y="333612"/>
                  </a:lnTo>
                  <a:lnTo>
                    <a:pt x="187941" y="333036"/>
                  </a:lnTo>
                  <a:lnTo>
                    <a:pt x="193189" y="332294"/>
                  </a:lnTo>
                  <a:lnTo>
                    <a:pt x="198412" y="331385"/>
                  </a:lnTo>
                  <a:lnTo>
                    <a:pt x="203603" y="330311"/>
                  </a:lnTo>
                  <a:lnTo>
                    <a:pt x="208757" y="329073"/>
                  </a:lnTo>
                  <a:lnTo>
                    <a:pt x="213870" y="327673"/>
                  </a:lnTo>
                  <a:lnTo>
                    <a:pt x="218935" y="326111"/>
                  </a:lnTo>
                  <a:lnTo>
                    <a:pt x="223949" y="324389"/>
                  </a:lnTo>
                  <a:lnTo>
                    <a:pt x="228905" y="322509"/>
                  </a:lnTo>
                  <a:lnTo>
                    <a:pt x="233799" y="320473"/>
                  </a:lnTo>
                  <a:lnTo>
                    <a:pt x="238626" y="318282"/>
                  </a:lnTo>
                  <a:lnTo>
                    <a:pt x="243382" y="315940"/>
                  </a:lnTo>
                  <a:lnTo>
                    <a:pt x="248061" y="313448"/>
                  </a:lnTo>
                  <a:lnTo>
                    <a:pt x="252658" y="310809"/>
                  </a:lnTo>
                  <a:lnTo>
                    <a:pt x="257169" y="308026"/>
                  </a:lnTo>
                  <a:lnTo>
                    <a:pt x="261590" y="305101"/>
                  </a:lnTo>
                  <a:lnTo>
                    <a:pt x="265916" y="302037"/>
                  </a:lnTo>
                  <a:lnTo>
                    <a:pt x="270143" y="298838"/>
                  </a:lnTo>
                  <a:lnTo>
                    <a:pt x="274266" y="295506"/>
                  </a:lnTo>
                  <a:lnTo>
                    <a:pt x="278281" y="292045"/>
                  </a:lnTo>
                  <a:lnTo>
                    <a:pt x="282184" y="288459"/>
                  </a:lnTo>
                  <a:lnTo>
                    <a:pt x="285972" y="284751"/>
                  </a:lnTo>
                  <a:lnTo>
                    <a:pt x="289641" y="280924"/>
                  </a:lnTo>
                  <a:lnTo>
                    <a:pt x="293186" y="276983"/>
                  </a:lnTo>
                  <a:lnTo>
                    <a:pt x="296604" y="272932"/>
                  </a:lnTo>
                  <a:lnTo>
                    <a:pt x="299893" y="268774"/>
                  </a:lnTo>
                  <a:lnTo>
                    <a:pt x="303048" y="264514"/>
                  </a:lnTo>
                  <a:lnTo>
                    <a:pt x="306066" y="260156"/>
                  </a:lnTo>
                  <a:lnTo>
                    <a:pt x="308944" y="255705"/>
                  </a:lnTo>
                  <a:lnTo>
                    <a:pt x="311680" y="251165"/>
                  </a:lnTo>
                  <a:lnTo>
                    <a:pt x="314271" y="246540"/>
                  </a:lnTo>
                  <a:lnTo>
                    <a:pt x="316713" y="241835"/>
                  </a:lnTo>
                  <a:lnTo>
                    <a:pt x="319006" y="237055"/>
                  </a:lnTo>
                  <a:lnTo>
                    <a:pt x="321145" y="232206"/>
                  </a:lnTo>
                  <a:lnTo>
                    <a:pt x="323130" y="227290"/>
                  </a:lnTo>
                  <a:lnTo>
                    <a:pt x="324958" y="222314"/>
                  </a:lnTo>
                  <a:lnTo>
                    <a:pt x="326627" y="217283"/>
                  </a:lnTo>
                  <a:lnTo>
                    <a:pt x="328136" y="212201"/>
                  </a:lnTo>
                  <a:lnTo>
                    <a:pt x="329483" y="207074"/>
                  </a:lnTo>
                  <a:lnTo>
                    <a:pt x="330666" y="201907"/>
                  </a:lnTo>
                  <a:lnTo>
                    <a:pt x="331686" y="196705"/>
                  </a:lnTo>
                  <a:lnTo>
                    <a:pt x="332540" y="191474"/>
                  </a:lnTo>
                  <a:lnTo>
                    <a:pt x="333227" y="186218"/>
                  </a:lnTo>
                  <a:lnTo>
                    <a:pt x="333748" y="180942"/>
                  </a:lnTo>
                  <a:lnTo>
                    <a:pt x="334101" y="175653"/>
                  </a:lnTo>
                  <a:lnTo>
                    <a:pt x="334286" y="170355"/>
                  </a:lnTo>
                  <a:lnTo>
                    <a:pt x="334303" y="165055"/>
                  </a:lnTo>
                  <a:lnTo>
                    <a:pt x="334152" y="159756"/>
                  </a:lnTo>
                  <a:lnTo>
                    <a:pt x="333833" y="154464"/>
                  </a:lnTo>
                  <a:lnTo>
                    <a:pt x="333346" y="149186"/>
                  </a:lnTo>
                  <a:lnTo>
                    <a:pt x="332693" y="143925"/>
                  </a:lnTo>
                  <a:lnTo>
                    <a:pt x="331872" y="138688"/>
                  </a:lnTo>
                  <a:lnTo>
                    <a:pt x="330887" y="133480"/>
                  </a:lnTo>
                  <a:lnTo>
                    <a:pt x="329736" y="128305"/>
                  </a:lnTo>
                  <a:lnTo>
                    <a:pt x="328422" y="123170"/>
                  </a:lnTo>
                  <a:lnTo>
                    <a:pt x="326946" y="118079"/>
                  </a:lnTo>
                  <a:lnTo>
                    <a:pt x="325310" y="113037"/>
                  </a:lnTo>
                  <a:lnTo>
                    <a:pt x="323514" y="108049"/>
                  </a:lnTo>
                  <a:lnTo>
                    <a:pt x="321561" y="103121"/>
                  </a:lnTo>
                  <a:lnTo>
                    <a:pt x="319452" y="98257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731322"/>
              <a:ext cx="152303" cy="68909"/>
            </a:xfrm>
            <a:custGeom>
              <a:avLst/>
              <a:pathLst>
                <a:path w="152303" h="68909">
                  <a:moveTo>
                    <a:pt x="152303" y="0"/>
                  </a:moveTo>
                  <a:lnTo>
                    <a:pt x="0" y="689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731322"/>
              <a:ext cx="152303" cy="68909"/>
            </a:xfrm>
            <a:custGeom>
              <a:avLst/>
              <a:pathLst>
                <a:path w="152303" h="68909">
                  <a:moveTo>
                    <a:pt x="152303" y="0"/>
                  </a:moveTo>
                  <a:lnTo>
                    <a:pt x="0" y="689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731322"/>
              <a:ext cx="152303" cy="68909"/>
            </a:xfrm>
            <a:custGeom>
              <a:avLst/>
              <a:pathLst>
                <a:path w="152303" h="68909">
                  <a:moveTo>
                    <a:pt x="152303" y="0"/>
                  </a:moveTo>
                  <a:lnTo>
                    <a:pt x="0" y="689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731322"/>
              <a:ext cx="152303" cy="68909"/>
            </a:xfrm>
            <a:custGeom>
              <a:avLst/>
              <a:pathLst>
                <a:path w="152303" h="68909">
                  <a:moveTo>
                    <a:pt x="152303" y="0"/>
                  </a:moveTo>
                  <a:lnTo>
                    <a:pt x="0" y="689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731322"/>
              <a:ext cx="152303" cy="68909"/>
            </a:xfrm>
            <a:custGeom>
              <a:avLst/>
              <a:pathLst>
                <a:path w="152303" h="68909">
                  <a:moveTo>
                    <a:pt x="152303" y="0"/>
                  </a:moveTo>
                  <a:lnTo>
                    <a:pt x="0" y="689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731322"/>
              <a:ext cx="152303" cy="68909"/>
            </a:xfrm>
            <a:custGeom>
              <a:avLst/>
              <a:pathLst>
                <a:path w="152303" h="68909">
                  <a:moveTo>
                    <a:pt x="152303" y="0"/>
                  </a:moveTo>
                  <a:lnTo>
                    <a:pt x="0" y="689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731322"/>
              <a:ext cx="152303" cy="68909"/>
            </a:xfrm>
            <a:custGeom>
              <a:avLst/>
              <a:pathLst>
                <a:path w="152303" h="68909">
                  <a:moveTo>
                    <a:pt x="152303" y="0"/>
                  </a:moveTo>
                  <a:lnTo>
                    <a:pt x="0" y="689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31322"/>
              <a:ext cx="152303" cy="68909"/>
            </a:xfrm>
            <a:custGeom>
              <a:avLst/>
              <a:pathLst>
                <a:path w="152303" h="68909">
                  <a:moveTo>
                    <a:pt x="152303" y="0"/>
                  </a:moveTo>
                  <a:lnTo>
                    <a:pt x="0" y="68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31322"/>
              <a:ext cx="152303" cy="68909"/>
            </a:xfrm>
            <a:custGeom>
              <a:avLst/>
              <a:pathLst>
                <a:path w="152303" h="68909">
                  <a:moveTo>
                    <a:pt x="152303" y="0"/>
                  </a:moveTo>
                  <a:lnTo>
                    <a:pt x="0" y="68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31322"/>
              <a:ext cx="152303" cy="68909"/>
            </a:xfrm>
            <a:custGeom>
              <a:avLst/>
              <a:pathLst>
                <a:path w="152303" h="68909">
                  <a:moveTo>
                    <a:pt x="152303" y="0"/>
                  </a:moveTo>
                  <a:lnTo>
                    <a:pt x="0" y="68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31322"/>
              <a:ext cx="152303" cy="68909"/>
            </a:xfrm>
            <a:custGeom>
              <a:avLst/>
              <a:pathLst>
                <a:path w="152303" h="68909">
                  <a:moveTo>
                    <a:pt x="152303" y="0"/>
                  </a:moveTo>
                  <a:lnTo>
                    <a:pt x="0" y="68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31322"/>
              <a:ext cx="152303" cy="68909"/>
            </a:xfrm>
            <a:custGeom>
              <a:avLst/>
              <a:pathLst>
                <a:path w="152303" h="68909">
                  <a:moveTo>
                    <a:pt x="152303" y="0"/>
                  </a:moveTo>
                  <a:lnTo>
                    <a:pt x="0" y="689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31322"/>
              <a:ext cx="152303" cy="68909"/>
            </a:xfrm>
            <a:custGeom>
              <a:avLst/>
              <a:pathLst>
                <a:path w="152303" h="68909">
                  <a:moveTo>
                    <a:pt x="152303" y="0"/>
                  </a:moveTo>
                  <a:lnTo>
                    <a:pt x="0" y="689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9137"/>
              <a:ext cx="152303" cy="161094"/>
            </a:xfrm>
            <a:custGeom>
              <a:avLst/>
              <a:pathLst>
                <a:path w="152303" h="161094">
                  <a:moveTo>
                    <a:pt x="152303" y="92184"/>
                  </a:moveTo>
                  <a:lnTo>
                    <a:pt x="149897" y="87095"/>
                  </a:lnTo>
                  <a:lnTo>
                    <a:pt x="147321" y="82091"/>
                  </a:lnTo>
                  <a:lnTo>
                    <a:pt x="144577" y="77175"/>
                  </a:lnTo>
                  <a:lnTo>
                    <a:pt x="141670" y="72355"/>
                  </a:lnTo>
                  <a:lnTo>
                    <a:pt x="138602" y="67636"/>
                  </a:lnTo>
                  <a:lnTo>
                    <a:pt x="135377" y="63023"/>
                  </a:lnTo>
                  <a:lnTo>
                    <a:pt x="131998" y="58520"/>
                  </a:lnTo>
                  <a:lnTo>
                    <a:pt x="128470" y="54134"/>
                  </a:lnTo>
                  <a:lnTo>
                    <a:pt x="124796" y="49870"/>
                  </a:lnTo>
                  <a:lnTo>
                    <a:pt x="120981" y="45731"/>
                  </a:lnTo>
                  <a:lnTo>
                    <a:pt x="117028" y="41723"/>
                  </a:lnTo>
                  <a:lnTo>
                    <a:pt x="112943" y="37851"/>
                  </a:lnTo>
                  <a:lnTo>
                    <a:pt x="108730" y="34118"/>
                  </a:lnTo>
                  <a:lnTo>
                    <a:pt x="104393" y="30530"/>
                  </a:lnTo>
                  <a:lnTo>
                    <a:pt x="99938" y="27089"/>
                  </a:lnTo>
                  <a:lnTo>
                    <a:pt x="95370" y="23800"/>
                  </a:lnTo>
                  <a:lnTo>
                    <a:pt x="90693" y="20667"/>
                  </a:lnTo>
                  <a:lnTo>
                    <a:pt x="85914" y="17693"/>
                  </a:lnTo>
                  <a:lnTo>
                    <a:pt x="81037" y="14882"/>
                  </a:lnTo>
                  <a:lnTo>
                    <a:pt x="76069" y="12237"/>
                  </a:lnTo>
                  <a:lnTo>
                    <a:pt x="71014" y="9760"/>
                  </a:lnTo>
                  <a:lnTo>
                    <a:pt x="65879" y="7455"/>
                  </a:lnTo>
                  <a:lnTo>
                    <a:pt x="60669" y="5324"/>
                  </a:lnTo>
                  <a:lnTo>
                    <a:pt x="55390" y="3370"/>
                  </a:lnTo>
                  <a:lnTo>
                    <a:pt x="50048" y="1594"/>
                  </a:lnTo>
                  <a:lnTo>
                    <a:pt x="44650" y="0"/>
                  </a:lnTo>
                  <a:lnTo>
                    <a:pt x="0" y="1610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44650" cy="167167"/>
            </a:xfrm>
            <a:custGeom>
              <a:avLst/>
              <a:pathLst>
                <a:path w="44650" h="167167">
                  <a:moveTo>
                    <a:pt x="44650" y="6073"/>
                  </a:moveTo>
                  <a:lnTo>
                    <a:pt x="38396" y="4469"/>
                  </a:lnTo>
                  <a:lnTo>
                    <a:pt x="32084" y="3107"/>
                  </a:lnTo>
                  <a:lnTo>
                    <a:pt x="25725" y="1991"/>
                  </a:lnTo>
                  <a:lnTo>
                    <a:pt x="19327" y="1121"/>
                  </a:lnTo>
                  <a:lnTo>
                    <a:pt x="12901" y="498"/>
                  </a:lnTo>
                  <a:lnTo>
                    <a:pt x="6455" y="12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358834" y="3170392"/>
              <a:ext cx="334294" cy="334334"/>
            </a:xfrm>
            <a:custGeom>
              <a:avLst/>
              <a:pathLst>
                <a:path w="334294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5" y="757"/>
                  </a:lnTo>
                  <a:lnTo>
                    <a:pt x="145982" y="1345"/>
                  </a:lnTo>
                  <a:lnTo>
                    <a:pt x="140731" y="2100"/>
                  </a:lnTo>
                  <a:lnTo>
                    <a:pt x="135507" y="3021"/>
                  </a:lnTo>
                  <a:lnTo>
                    <a:pt x="130314" y="4108"/>
                  </a:lnTo>
                  <a:lnTo>
                    <a:pt x="125159" y="5358"/>
                  </a:lnTo>
                  <a:lnTo>
                    <a:pt x="120046" y="6772"/>
                  </a:lnTo>
                  <a:lnTo>
                    <a:pt x="114980" y="8347"/>
                  </a:lnTo>
                  <a:lnTo>
                    <a:pt x="109967" y="10083"/>
                  </a:lnTo>
                  <a:lnTo>
                    <a:pt x="105011" y="11976"/>
                  </a:lnTo>
                  <a:lnTo>
                    <a:pt x="100118" y="14026"/>
                  </a:lnTo>
                  <a:lnTo>
                    <a:pt x="95293" y="16230"/>
                  </a:lnTo>
                  <a:lnTo>
                    <a:pt x="90539" y="18586"/>
                  </a:lnTo>
                  <a:lnTo>
                    <a:pt x="85863" y="21091"/>
                  </a:lnTo>
                  <a:lnTo>
                    <a:pt x="81269" y="23744"/>
                  </a:lnTo>
                  <a:lnTo>
                    <a:pt x="76762" y="26541"/>
                  </a:lnTo>
                  <a:lnTo>
                    <a:pt x="72345" y="29480"/>
                  </a:lnTo>
                  <a:lnTo>
                    <a:pt x="68024" y="32558"/>
                  </a:lnTo>
                  <a:lnTo>
                    <a:pt x="63802" y="35771"/>
                  </a:lnTo>
                  <a:lnTo>
                    <a:pt x="59685" y="39116"/>
                  </a:lnTo>
                  <a:lnTo>
                    <a:pt x="55676" y="42590"/>
                  </a:lnTo>
                  <a:lnTo>
                    <a:pt x="51779" y="46190"/>
                  </a:lnTo>
                  <a:lnTo>
                    <a:pt x="47999" y="49912"/>
                  </a:lnTo>
                  <a:lnTo>
                    <a:pt x="44338" y="53751"/>
                  </a:lnTo>
                  <a:lnTo>
                    <a:pt x="40801" y="57705"/>
                  </a:lnTo>
                  <a:lnTo>
                    <a:pt x="37392" y="61769"/>
                  </a:lnTo>
                  <a:lnTo>
                    <a:pt x="34113" y="65940"/>
                  </a:lnTo>
                  <a:lnTo>
                    <a:pt x="30968" y="70212"/>
                  </a:lnTo>
                  <a:lnTo>
                    <a:pt x="27960" y="74582"/>
                  </a:lnTo>
                  <a:lnTo>
                    <a:pt x="25092" y="79045"/>
                  </a:lnTo>
                  <a:lnTo>
                    <a:pt x="22367" y="83597"/>
                  </a:lnTo>
                  <a:lnTo>
                    <a:pt x="19788" y="88233"/>
                  </a:lnTo>
                  <a:lnTo>
                    <a:pt x="17358" y="92948"/>
                  </a:lnTo>
                  <a:lnTo>
                    <a:pt x="15078" y="97738"/>
                  </a:lnTo>
                  <a:lnTo>
                    <a:pt x="12952" y="102599"/>
                  </a:lnTo>
                  <a:lnTo>
                    <a:pt x="10981" y="107524"/>
                  </a:lnTo>
                  <a:lnTo>
                    <a:pt x="9167" y="112509"/>
                  </a:lnTo>
                  <a:lnTo>
                    <a:pt x="7512" y="117549"/>
                  </a:lnTo>
                  <a:lnTo>
                    <a:pt x="6018" y="122640"/>
                  </a:lnTo>
                  <a:lnTo>
                    <a:pt x="4686" y="127775"/>
                  </a:lnTo>
                  <a:lnTo>
                    <a:pt x="3518" y="132950"/>
                  </a:lnTo>
                  <a:lnTo>
                    <a:pt x="2515" y="138159"/>
                  </a:lnTo>
                  <a:lnTo>
                    <a:pt x="1677" y="143397"/>
                  </a:lnTo>
                  <a:lnTo>
                    <a:pt x="1006" y="148660"/>
                  </a:lnTo>
                  <a:lnTo>
                    <a:pt x="503" y="153941"/>
                  </a:lnTo>
                  <a:lnTo>
                    <a:pt x="167" y="159235"/>
                  </a:lnTo>
                  <a:lnTo>
                    <a:pt x="0" y="164538"/>
                  </a:lnTo>
                  <a:lnTo>
                    <a:pt x="0" y="169843"/>
                  </a:lnTo>
                  <a:lnTo>
                    <a:pt x="169" y="175145"/>
                  </a:lnTo>
                  <a:lnTo>
                    <a:pt x="507" y="180439"/>
                  </a:lnTo>
                  <a:lnTo>
                    <a:pt x="1012" y="185720"/>
                  </a:lnTo>
                  <a:lnTo>
                    <a:pt x="1684" y="190982"/>
                  </a:lnTo>
                  <a:lnTo>
                    <a:pt x="2523" y="196221"/>
                  </a:lnTo>
                  <a:lnTo>
                    <a:pt x="3528" y="201430"/>
                  </a:lnTo>
                  <a:lnTo>
                    <a:pt x="4697" y="206604"/>
                  </a:lnTo>
                  <a:lnTo>
                    <a:pt x="6031" y="211739"/>
                  </a:lnTo>
                  <a:lnTo>
                    <a:pt x="7526" y="216829"/>
                  </a:lnTo>
                  <a:lnTo>
                    <a:pt x="9182" y="221869"/>
                  </a:lnTo>
                  <a:lnTo>
                    <a:pt x="10997" y="226853"/>
                  </a:lnTo>
                  <a:lnTo>
                    <a:pt x="12970" y="231778"/>
                  </a:lnTo>
                  <a:lnTo>
                    <a:pt x="15098" y="236638"/>
                  </a:lnTo>
                  <a:lnTo>
                    <a:pt x="17379" y="241427"/>
                  </a:lnTo>
                  <a:lnTo>
                    <a:pt x="19810" y="246142"/>
                  </a:lnTo>
                  <a:lnTo>
                    <a:pt x="22391" y="250778"/>
                  </a:lnTo>
                  <a:lnTo>
                    <a:pt x="25116" y="255329"/>
                  </a:lnTo>
                  <a:lnTo>
                    <a:pt x="27985" y="259791"/>
                  </a:lnTo>
                  <a:lnTo>
                    <a:pt x="30995" y="264160"/>
                  </a:lnTo>
                  <a:lnTo>
                    <a:pt x="34141" y="268431"/>
                  </a:lnTo>
                  <a:lnTo>
                    <a:pt x="37421" y="272601"/>
                  </a:lnTo>
                  <a:lnTo>
                    <a:pt x="40832" y="276664"/>
                  </a:lnTo>
                  <a:lnTo>
                    <a:pt x="44370" y="280617"/>
                  </a:lnTo>
                  <a:lnTo>
                    <a:pt x="48031" y="284455"/>
                  </a:lnTo>
                  <a:lnTo>
                    <a:pt x="51813" y="288176"/>
                  </a:lnTo>
                  <a:lnTo>
                    <a:pt x="55711" y="291775"/>
                  </a:lnTo>
                  <a:lnTo>
                    <a:pt x="59721" y="295248"/>
                  </a:lnTo>
                  <a:lnTo>
                    <a:pt x="63839" y="298592"/>
                  </a:lnTo>
                  <a:lnTo>
                    <a:pt x="68061" y="301804"/>
                  </a:lnTo>
                  <a:lnTo>
                    <a:pt x="72383" y="304880"/>
                  </a:lnTo>
                  <a:lnTo>
                    <a:pt x="76801" y="307818"/>
                  </a:lnTo>
                  <a:lnTo>
                    <a:pt x="81309" y="310614"/>
                  </a:lnTo>
                  <a:lnTo>
                    <a:pt x="85904" y="313265"/>
                  </a:lnTo>
                  <a:lnTo>
                    <a:pt x="90581" y="315769"/>
                  </a:lnTo>
                  <a:lnTo>
                    <a:pt x="95335" y="318124"/>
                  </a:lnTo>
                  <a:lnTo>
                    <a:pt x="100161" y="320327"/>
                  </a:lnTo>
                  <a:lnTo>
                    <a:pt x="105054" y="322375"/>
                  </a:lnTo>
                  <a:lnTo>
                    <a:pt x="110011" y="324267"/>
                  </a:lnTo>
                  <a:lnTo>
                    <a:pt x="115024" y="326001"/>
                  </a:lnTo>
                  <a:lnTo>
                    <a:pt x="120090" y="327575"/>
                  </a:lnTo>
                  <a:lnTo>
                    <a:pt x="125204" y="328987"/>
                  </a:lnTo>
                  <a:lnTo>
                    <a:pt x="130360" y="330237"/>
                  </a:lnTo>
                  <a:lnTo>
                    <a:pt x="135553" y="331322"/>
                  </a:lnTo>
                  <a:lnTo>
                    <a:pt x="140777" y="332242"/>
                  </a:lnTo>
                  <a:lnTo>
                    <a:pt x="146028" y="332995"/>
                  </a:lnTo>
                  <a:lnTo>
                    <a:pt x="151301" y="333582"/>
                  </a:lnTo>
                  <a:lnTo>
                    <a:pt x="156589" y="334001"/>
                  </a:lnTo>
                  <a:lnTo>
                    <a:pt x="161888" y="334252"/>
                  </a:lnTo>
                  <a:lnTo>
                    <a:pt x="167193" y="334334"/>
                  </a:lnTo>
                  <a:lnTo>
                    <a:pt x="172497" y="334249"/>
                  </a:lnTo>
                  <a:lnTo>
                    <a:pt x="177796" y="333995"/>
                  </a:lnTo>
                  <a:lnTo>
                    <a:pt x="183084" y="333573"/>
                  </a:lnTo>
                  <a:lnTo>
                    <a:pt x="188356" y="332983"/>
                  </a:lnTo>
                  <a:lnTo>
                    <a:pt x="193607" y="332227"/>
                  </a:lnTo>
                  <a:lnTo>
                    <a:pt x="198831" y="331304"/>
                  </a:lnTo>
                  <a:lnTo>
                    <a:pt x="204024" y="330216"/>
                  </a:lnTo>
                  <a:lnTo>
                    <a:pt x="209179" y="328964"/>
                  </a:lnTo>
                  <a:lnTo>
                    <a:pt x="214291" y="327549"/>
                  </a:lnTo>
                  <a:lnTo>
                    <a:pt x="219357" y="325972"/>
                  </a:lnTo>
                  <a:lnTo>
                    <a:pt x="224369" y="324235"/>
                  </a:lnTo>
                  <a:lnTo>
                    <a:pt x="229325" y="322340"/>
                  </a:lnTo>
                  <a:lnTo>
                    <a:pt x="234217" y="320289"/>
                  </a:lnTo>
                  <a:lnTo>
                    <a:pt x="239042" y="318084"/>
                  </a:lnTo>
                  <a:lnTo>
                    <a:pt x="243794" y="315727"/>
                  </a:lnTo>
                  <a:lnTo>
                    <a:pt x="248470" y="313220"/>
                  </a:lnTo>
                  <a:lnTo>
                    <a:pt x="253063" y="310566"/>
                  </a:lnTo>
                  <a:lnTo>
                    <a:pt x="257570" y="307767"/>
                  </a:lnTo>
                  <a:lnTo>
                    <a:pt x="261986" y="304827"/>
                  </a:lnTo>
                  <a:lnTo>
                    <a:pt x="266306" y="301749"/>
                  </a:lnTo>
                  <a:lnTo>
                    <a:pt x="270527" y="298535"/>
                  </a:lnTo>
                  <a:lnTo>
                    <a:pt x="274643" y="295188"/>
                  </a:lnTo>
                  <a:lnTo>
                    <a:pt x="278651" y="291713"/>
                  </a:lnTo>
                  <a:lnTo>
                    <a:pt x="282547" y="288112"/>
                  </a:lnTo>
                  <a:lnTo>
                    <a:pt x="286326" y="284389"/>
                  </a:lnTo>
                  <a:lnTo>
                    <a:pt x="289986" y="280548"/>
                  </a:lnTo>
                  <a:lnTo>
                    <a:pt x="293522" y="276594"/>
                  </a:lnTo>
                  <a:lnTo>
                    <a:pt x="296930" y="272528"/>
                  </a:lnTo>
                  <a:lnTo>
                    <a:pt x="300208" y="268357"/>
                  </a:lnTo>
                  <a:lnTo>
                    <a:pt x="303352" y="264084"/>
                  </a:lnTo>
                  <a:lnTo>
                    <a:pt x="306359" y="259713"/>
                  </a:lnTo>
                  <a:lnTo>
                    <a:pt x="309225" y="255250"/>
                  </a:lnTo>
                  <a:lnTo>
                    <a:pt x="311949" y="250697"/>
                  </a:lnTo>
                  <a:lnTo>
                    <a:pt x="314526" y="246060"/>
                  </a:lnTo>
                  <a:lnTo>
                    <a:pt x="316955" y="241344"/>
                  </a:lnTo>
                  <a:lnTo>
                    <a:pt x="319233" y="236553"/>
                  </a:lnTo>
                  <a:lnTo>
                    <a:pt x="321359" y="231692"/>
                  </a:lnTo>
                  <a:lnTo>
                    <a:pt x="323328" y="226767"/>
                  </a:lnTo>
                  <a:lnTo>
                    <a:pt x="325141" y="221781"/>
                  </a:lnTo>
                  <a:lnTo>
                    <a:pt x="326794" y="216740"/>
                  </a:lnTo>
                  <a:lnTo>
                    <a:pt x="328287" y="211649"/>
                  </a:lnTo>
                  <a:lnTo>
                    <a:pt x="329617" y="206514"/>
                  </a:lnTo>
                  <a:lnTo>
                    <a:pt x="330784" y="201339"/>
                  </a:lnTo>
                  <a:lnTo>
                    <a:pt x="331786" y="196129"/>
                  </a:lnTo>
                  <a:lnTo>
                    <a:pt x="332622" y="190890"/>
                  </a:lnTo>
                  <a:lnTo>
                    <a:pt x="333291" y="185628"/>
                  </a:lnTo>
                  <a:lnTo>
                    <a:pt x="333793" y="180347"/>
                  </a:lnTo>
                  <a:lnTo>
                    <a:pt x="334128" y="175052"/>
                  </a:lnTo>
                  <a:lnTo>
                    <a:pt x="334294" y="169750"/>
                  </a:lnTo>
                  <a:lnTo>
                    <a:pt x="334292" y="164445"/>
                  </a:lnTo>
                  <a:lnTo>
                    <a:pt x="334121" y="159142"/>
                  </a:lnTo>
                  <a:lnTo>
                    <a:pt x="333782" y="153848"/>
                  </a:lnTo>
                  <a:lnTo>
                    <a:pt x="333276" y="148567"/>
                  </a:lnTo>
                  <a:lnTo>
                    <a:pt x="332602" y="143305"/>
                  </a:lnTo>
                  <a:lnTo>
                    <a:pt x="331761" y="138067"/>
                  </a:lnTo>
                  <a:lnTo>
                    <a:pt x="330755" y="132859"/>
                  </a:lnTo>
                  <a:lnTo>
                    <a:pt x="329584" y="127684"/>
                  </a:lnTo>
                  <a:lnTo>
                    <a:pt x="328250" y="122550"/>
                  </a:lnTo>
                  <a:lnTo>
                    <a:pt x="326753" y="117461"/>
                  </a:lnTo>
                  <a:lnTo>
                    <a:pt x="325095" y="112421"/>
                  </a:lnTo>
                  <a:lnTo>
                    <a:pt x="323279" y="107437"/>
                  </a:lnTo>
                  <a:lnTo>
                    <a:pt x="321305" y="102513"/>
                  </a:lnTo>
                  <a:lnTo>
                    <a:pt x="319175" y="97654"/>
                  </a:lnTo>
                  <a:lnTo>
                    <a:pt x="316893" y="92865"/>
                  </a:lnTo>
                  <a:lnTo>
                    <a:pt x="314460" y="88151"/>
                  </a:lnTo>
                  <a:lnTo>
                    <a:pt x="311879" y="83516"/>
                  </a:lnTo>
                  <a:lnTo>
                    <a:pt x="309152" y="78966"/>
                  </a:lnTo>
                  <a:lnTo>
                    <a:pt x="306281" y="74504"/>
                  </a:lnTo>
                  <a:lnTo>
                    <a:pt x="303271" y="70136"/>
                  </a:lnTo>
                  <a:lnTo>
                    <a:pt x="300124" y="65866"/>
                  </a:lnTo>
                  <a:lnTo>
                    <a:pt x="296842" y="61697"/>
                  </a:lnTo>
                  <a:lnTo>
                    <a:pt x="293430" y="57635"/>
                  </a:lnTo>
                  <a:lnTo>
                    <a:pt x="289891" y="53683"/>
                  </a:lnTo>
                  <a:lnTo>
                    <a:pt x="286228" y="49845"/>
                  </a:lnTo>
                  <a:lnTo>
                    <a:pt x="282446" y="46126"/>
                  </a:lnTo>
                  <a:lnTo>
                    <a:pt x="278547" y="42528"/>
                  </a:lnTo>
                  <a:lnTo>
                    <a:pt x="274536" y="39056"/>
                  </a:lnTo>
                  <a:lnTo>
                    <a:pt x="270417" y="35713"/>
                  </a:lnTo>
                  <a:lnTo>
                    <a:pt x="266194" y="32502"/>
                  </a:lnTo>
                  <a:lnTo>
                    <a:pt x="261871" y="29427"/>
                  </a:lnTo>
                  <a:lnTo>
                    <a:pt x="257453" y="26491"/>
                  </a:lnTo>
                  <a:lnTo>
                    <a:pt x="252943" y="23696"/>
                  </a:lnTo>
                  <a:lnTo>
                    <a:pt x="248348" y="21046"/>
                  </a:lnTo>
                  <a:lnTo>
                    <a:pt x="243670" y="18543"/>
                  </a:lnTo>
                  <a:lnTo>
                    <a:pt x="238916" y="16190"/>
                  </a:lnTo>
                  <a:lnTo>
                    <a:pt x="234089" y="13989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6275"/>
              <a:ext cx="66942" cy="161284"/>
            </a:xfrm>
            <a:custGeom>
              <a:avLst/>
              <a:pathLst>
                <a:path w="66942" h="161284">
                  <a:moveTo>
                    <a:pt x="66942" y="8105"/>
                  </a:moveTo>
                  <a:lnTo>
                    <a:pt x="59415" y="5032"/>
                  </a:lnTo>
                  <a:lnTo>
                    <a:pt x="51748" y="2328"/>
                  </a:lnTo>
                  <a:lnTo>
                    <a:pt x="43958" y="0"/>
                  </a:lnTo>
                  <a:lnTo>
                    <a:pt x="0" y="161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43958" cy="167167"/>
            </a:xfrm>
            <a:custGeom>
              <a:avLst/>
              <a:pathLst>
                <a:path w="43958" h="167167">
                  <a:moveTo>
                    <a:pt x="43958" y="5883"/>
                  </a:moveTo>
                  <a:lnTo>
                    <a:pt x="37797" y="4329"/>
                  </a:lnTo>
                  <a:lnTo>
                    <a:pt x="31581" y="3010"/>
                  </a:lnTo>
                  <a:lnTo>
                    <a:pt x="25320" y="1928"/>
                  </a:lnTo>
                  <a:lnTo>
                    <a:pt x="19022" y="1085"/>
                  </a:lnTo>
                  <a:lnTo>
                    <a:pt x="12696" y="482"/>
                  </a:lnTo>
                  <a:lnTo>
                    <a:pt x="6353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423596" y="3707720"/>
              <a:ext cx="334311" cy="334333"/>
            </a:xfrm>
            <a:custGeom>
              <a:avLst/>
              <a:pathLst>
                <a:path w="334311" h="334333">
                  <a:moveTo>
                    <a:pt x="167151" y="0"/>
                  </a:moveTo>
                  <a:lnTo>
                    <a:pt x="161855" y="83"/>
                  </a:lnTo>
                  <a:lnTo>
                    <a:pt x="156563" y="335"/>
                  </a:lnTo>
                  <a:lnTo>
                    <a:pt x="151283" y="754"/>
                  </a:lnTo>
                  <a:lnTo>
                    <a:pt x="146018" y="1341"/>
                  </a:lnTo>
                  <a:lnTo>
                    <a:pt x="140774" y="2094"/>
                  </a:lnTo>
                  <a:lnTo>
                    <a:pt x="135557" y="3012"/>
                  </a:lnTo>
                  <a:lnTo>
                    <a:pt x="130372" y="4096"/>
                  </a:lnTo>
                  <a:lnTo>
                    <a:pt x="125224" y="5343"/>
                  </a:lnTo>
                  <a:lnTo>
                    <a:pt x="120117" y="6753"/>
                  </a:lnTo>
                  <a:lnTo>
                    <a:pt x="115058" y="8323"/>
                  </a:lnTo>
                  <a:lnTo>
                    <a:pt x="110052" y="10054"/>
                  </a:lnTo>
                  <a:lnTo>
                    <a:pt x="105102" y="11942"/>
                  </a:lnTo>
                  <a:lnTo>
                    <a:pt x="100215" y="13986"/>
                  </a:lnTo>
                  <a:lnTo>
                    <a:pt x="95395" y="16183"/>
                  </a:lnTo>
                  <a:lnTo>
                    <a:pt x="90647" y="18533"/>
                  </a:lnTo>
                  <a:lnTo>
                    <a:pt x="85976" y="21031"/>
                  </a:lnTo>
                  <a:lnTo>
                    <a:pt x="81387" y="23677"/>
                  </a:lnTo>
                  <a:lnTo>
                    <a:pt x="76883" y="26466"/>
                  </a:lnTo>
                  <a:lnTo>
                    <a:pt x="72471" y="29397"/>
                  </a:lnTo>
                  <a:lnTo>
                    <a:pt x="68153" y="32466"/>
                  </a:lnTo>
                  <a:lnTo>
                    <a:pt x="63935" y="35670"/>
                  </a:lnTo>
                  <a:lnTo>
                    <a:pt x="59820" y="39007"/>
                  </a:lnTo>
                  <a:lnTo>
                    <a:pt x="55813" y="42472"/>
                  </a:lnTo>
                  <a:lnTo>
                    <a:pt x="51918" y="46062"/>
                  </a:lnTo>
                  <a:lnTo>
                    <a:pt x="48139" y="49774"/>
                  </a:lnTo>
                  <a:lnTo>
                    <a:pt x="44479" y="53604"/>
                  </a:lnTo>
                  <a:lnTo>
                    <a:pt x="40943" y="57548"/>
                  </a:lnTo>
                  <a:lnTo>
                    <a:pt x="37533" y="61602"/>
                  </a:lnTo>
                  <a:lnTo>
                    <a:pt x="34253" y="65762"/>
                  </a:lnTo>
                  <a:lnTo>
                    <a:pt x="31107" y="70023"/>
                  </a:lnTo>
                  <a:lnTo>
                    <a:pt x="28097" y="74383"/>
                  </a:lnTo>
                  <a:lnTo>
                    <a:pt x="25227" y="78835"/>
                  </a:lnTo>
                  <a:lnTo>
                    <a:pt x="22500" y="83376"/>
                  </a:lnTo>
                  <a:lnTo>
                    <a:pt x="19917" y="88001"/>
                  </a:lnTo>
                  <a:lnTo>
                    <a:pt x="17483" y="92706"/>
                  </a:lnTo>
                  <a:lnTo>
                    <a:pt x="15199" y="97486"/>
                  </a:lnTo>
                  <a:lnTo>
                    <a:pt x="13067" y="102335"/>
                  </a:lnTo>
                  <a:lnTo>
                    <a:pt x="11091" y="107250"/>
                  </a:lnTo>
                  <a:lnTo>
                    <a:pt x="9271" y="112225"/>
                  </a:lnTo>
                  <a:lnTo>
                    <a:pt x="7609" y="117255"/>
                  </a:lnTo>
                  <a:lnTo>
                    <a:pt x="6108" y="122335"/>
                  </a:lnTo>
                  <a:lnTo>
                    <a:pt x="4768" y="127460"/>
                  </a:lnTo>
                  <a:lnTo>
                    <a:pt x="3591" y="132625"/>
                  </a:lnTo>
                  <a:lnTo>
                    <a:pt x="2579" y="137825"/>
                  </a:lnTo>
                  <a:lnTo>
                    <a:pt x="1732" y="143054"/>
                  </a:lnTo>
                  <a:lnTo>
                    <a:pt x="1051" y="148307"/>
                  </a:lnTo>
                  <a:lnTo>
                    <a:pt x="537" y="153579"/>
                  </a:lnTo>
                  <a:lnTo>
                    <a:pt x="190" y="158865"/>
                  </a:lnTo>
                  <a:lnTo>
                    <a:pt x="11" y="164160"/>
                  </a:lnTo>
                  <a:lnTo>
                    <a:pt x="0" y="169457"/>
                  </a:lnTo>
                  <a:lnTo>
                    <a:pt x="156" y="174752"/>
                  </a:lnTo>
                  <a:lnTo>
                    <a:pt x="480" y="180039"/>
                  </a:lnTo>
                  <a:lnTo>
                    <a:pt x="972" y="185314"/>
                  </a:lnTo>
                  <a:lnTo>
                    <a:pt x="1630" y="190570"/>
                  </a:lnTo>
                  <a:lnTo>
                    <a:pt x="2455" y="195803"/>
                  </a:lnTo>
                  <a:lnTo>
                    <a:pt x="3445" y="201007"/>
                  </a:lnTo>
                  <a:lnTo>
                    <a:pt x="4599" y="206177"/>
                  </a:lnTo>
                  <a:lnTo>
                    <a:pt x="5917" y="211307"/>
                  </a:lnTo>
                  <a:lnTo>
                    <a:pt x="7396" y="216394"/>
                  </a:lnTo>
                  <a:lnTo>
                    <a:pt x="9036" y="221431"/>
                  </a:lnTo>
                  <a:lnTo>
                    <a:pt x="10835" y="226414"/>
                  </a:lnTo>
                  <a:lnTo>
                    <a:pt x="12791" y="231337"/>
                  </a:lnTo>
                  <a:lnTo>
                    <a:pt x="14901" y="236195"/>
                  </a:lnTo>
                  <a:lnTo>
                    <a:pt x="17165" y="240985"/>
                  </a:lnTo>
                  <a:lnTo>
                    <a:pt x="19579" y="245700"/>
                  </a:lnTo>
                  <a:lnTo>
                    <a:pt x="22141" y="250336"/>
                  </a:lnTo>
                  <a:lnTo>
                    <a:pt x="24849" y="254889"/>
                  </a:lnTo>
                  <a:lnTo>
                    <a:pt x="27700" y="259354"/>
                  </a:lnTo>
                  <a:lnTo>
                    <a:pt x="30691" y="263726"/>
                  </a:lnTo>
                  <a:lnTo>
                    <a:pt x="33819" y="268001"/>
                  </a:lnTo>
                  <a:lnTo>
                    <a:pt x="37081" y="272175"/>
                  </a:lnTo>
                  <a:lnTo>
                    <a:pt x="40473" y="276243"/>
                  </a:lnTo>
                  <a:lnTo>
                    <a:pt x="43993" y="280202"/>
                  </a:lnTo>
                  <a:lnTo>
                    <a:pt x="47636" y="284048"/>
                  </a:lnTo>
                  <a:lnTo>
                    <a:pt x="51400" y="287776"/>
                  </a:lnTo>
                  <a:lnTo>
                    <a:pt x="55279" y="291383"/>
                  </a:lnTo>
                  <a:lnTo>
                    <a:pt x="59271" y="294865"/>
                  </a:lnTo>
                  <a:lnTo>
                    <a:pt x="63371" y="298219"/>
                  </a:lnTo>
                  <a:lnTo>
                    <a:pt x="67576" y="301442"/>
                  </a:lnTo>
                  <a:lnTo>
                    <a:pt x="71880" y="304529"/>
                  </a:lnTo>
                  <a:lnTo>
                    <a:pt x="76280" y="307479"/>
                  </a:lnTo>
                  <a:lnTo>
                    <a:pt x="80772" y="310288"/>
                  </a:lnTo>
                  <a:lnTo>
                    <a:pt x="85350" y="312953"/>
                  </a:lnTo>
                  <a:lnTo>
                    <a:pt x="90010" y="315471"/>
                  </a:lnTo>
                  <a:lnTo>
                    <a:pt x="94748" y="317841"/>
                  </a:lnTo>
                  <a:lnTo>
                    <a:pt x="99558" y="320060"/>
                  </a:lnTo>
                  <a:lnTo>
                    <a:pt x="104437" y="322124"/>
                  </a:lnTo>
                  <a:lnTo>
                    <a:pt x="109378" y="324034"/>
                  </a:lnTo>
                  <a:lnTo>
                    <a:pt x="114377" y="325785"/>
                  </a:lnTo>
                  <a:lnTo>
                    <a:pt x="119429" y="327378"/>
                  </a:lnTo>
                  <a:lnTo>
                    <a:pt x="124529" y="328810"/>
                  </a:lnTo>
                  <a:lnTo>
                    <a:pt x="129672" y="330079"/>
                  </a:lnTo>
                  <a:lnTo>
                    <a:pt x="134853" y="331185"/>
                  </a:lnTo>
                  <a:lnTo>
                    <a:pt x="140066" y="332126"/>
                  </a:lnTo>
                  <a:lnTo>
                    <a:pt x="145306" y="332901"/>
                  </a:lnTo>
                  <a:lnTo>
                    <a:pt x="150569" y="333510"/>
                  </a:lnTo>
                  <a:lnTo>
                    <a:pt x="155847" y="333952"/>
                  </a:lnTo>
                  <a:lnTo>
                    <a:pt x="161138" y="334226"/>
                  </a:lnTo>
                  <a:lnTo>
                    <a:pt x="166434" y="334333"/>
                  </a:lnTo>
                  <a:lnTo>
                    <a:pt x="171731" y="334272"/>
                  </a:lnTo>
                  <a:lnTo>
                    <a:pt x="177023" y="334043"/>
                  </a:lnTo>
                  <a:lnTo>
                    <a:pt x="182306" y="333646"/>
                  </a:lnTo>
                  <a:lnTo>
                    <a:pt x="187573" y="333082"/>
                  </a:lnTo>
                  <a:lnTo>
                    <a:pt x="192819" y="332352"/>
                  </a:lnTo>
                  <a:lnTo>
                    <a:pt x="198040" y="331456"/>
                  </a:lnTo>
                  <a:lnTo>
                    <a:pt x="203230" y="330395"/>
                  </a:lnTo>
                  <a:lnTo>
                    <a:pt x="208384" y="329169"/>
                  </a:lnTo>
                  <a:lnTo>
                    <a:pt x="213496" y="327782"/>
                  </a:lnTo>
                  <a:lnTo>
                    <a:pt x="218562" y="326233"/>
                  </a:lnTo>
                  <a:lnTo>
                    <a:pt x="223576" y="324524"/>
                  </a:lnTo>
                  <a:lnTo>
                    <a:pt x="228534" y="322657"/>
                  </a:lnTo>
                  <a:lnTo>
                    <a:pt x="233429" y="320634"/>
                  </a:lnTo>
                  <a:lnTo>
                    <a:pt x="238259" y="318457"/>
                  </a:lnTo>
                  <a:lnTo>
                    <a:pt x="243017" y="316128"/>
                  </a:lnTo>
                  <a:lnTo>
                    <a:pt x="247698" y="313649"/>
                  </a:lnTo>
                  <a:lnTo>
                    <a:pt x="252299" y="311024"/>
                  </a:lnTo>
                  <a:lnTo>
                    <a:pt x="256814" y="308254"/>
                  </a:lnTo>
                  <a:lnTo>
                    <a:pt x="261240" y="305342"/>
                  </a:lnTo>
                  <a:lnTo>
                    <a:pt x="265570" y="302291"/>
                  </a:lnTo>
                  <a:lnTo>
                    <a:pt x="269802" y="299105"/>
                  </a:lnTo>
                  <a:lnTo>
                    <a:pt x="273931" y="295787"/>
                  </a:lnTo>
                  <a:lnTo>
                    <a:pt x="277953" y="292339"/>
                  </a:lnTo>
                  <a:lnTo>
                    <a:pt x="281863" y="288765"/>
                  </a:lnTo>
                  <a:lnTo>
                    <a:pt x="285658" y="285069"/>
                  </a:lnTo>
                  <a:lnTo>
                    <a:pt x="289335" y="281255"/>
                  </a:lnTo>
                  <a:lnTo>
                    <a:pt x="292888" y="277327"/>
                  </a:lnTo>
                  <a:lnTo>
                    <a:pt x="296315" y="273288"/>
                  </a:lnTo>
                  <a:lnTo>
                    <a:pt x="299613" y="269142"/>
                  </a:lnTo>
                  <a:lnTo>
                    <a:pt x="302777" y="264894"/>
                  </a:lnTo>
                  <a:lnTo>
                    <a:pt x="305806" y="260547"/>
                  </a:lnTo>
                  <a:lnTo>
                    <a:pt x="308695" y="256107"/>
                  </a:lnTo>
                  <a:lnTo>
                    <a:pt x="311442" y="251578"/>
                  </a:lnTo>
                  <a:lnTo>
                    <a:pt x="314044" y="246964"/>
                  </a:lnTo>
                  <a:lnTo>
                    <a:pt x="316498" y="242269"/>
                  </a:lnTo>
                  <a:lnTo>
                    <a:pt x="318803" y="237500"/>
                  </a:lnTo>
                  <a:lnTo>
                    <a:pt x="320955" y="232659"/>
                  </a:lnTo>
                  <a:lnTo>
                    <a:pt x="322953" y="227753"/>
                  </a:lnTo>
                  <a:lnTo>
                    <a:pt x="324795" y="222786"/>
                  </a:lnTo>
                  <a:lnTo>
                    <a:pt x="326478" y="217763"/>
                  </a:lnTo>
                  <a:lnTo>
                    <a:pt x="328001" y="212690"/>
                  </a:lnTo>
                  <a:lnTo>
                    <a:pt x="329363" y="207570"/>
                  </a:lnTo>
                  <a:lnTo>
                    <a:pt x="330561" y="202411"/>
                  </a:lnTo>
                  <a:lnTo>
                    <a:pt x="331596" y="197215"/>
                  </a:lnTo>
                  <a:lnTo>
                    <a:pt x="332465" y="191990"/>
                  </a:lnTo>
                  <a:lnTo>
                    <a:pt x="333169" y="186739"/>
                  </a:lnTo>
                  <a:lnTo>
                    <a:pt x="333706" y="181469"/>
                  </a:lnTo>
                  <a:lnTo>
                    <a:pt x="334075" y="176185"/>
                  </a:lnTo>
                  <a:lnTo>
                    <a:pt x="334277" y="170892"/>
                  </a:lnTo>
                  <a:lnTo>
                    <a:pt x="334311" y="165594"/>
                  </a:lnTo>
                  <a:lnTo>
                    <a:pt x="334178" y="160299"/>
                  </a:lnTo>
                  <a:lnTo>
                    <a:pt x="333876" y="155010"/>
                  </a:lnTo>
                  <a:lnTo>
                    <a:pt x="333407" y="149734"/>
                  </a:lnTo>
                  <a:lnTo>
                    <a:pt x="332771" y="144475"/>
                  </a:lnTo>
                  <a:lnTo>
                    <a:pt x="331969" y="139238"/>
                  </a:lnTo>
                  <a:lnTo>
                    <a:pt x="331002" y="134030"/>
                  </a:lnTo>
                  <a:lnTo>
                    <a:pt x="329869" y="128855"/>
                  </a:lnTo>
                  <a:lnTo>
                    <a:pt x="328574" y="123719"/>
                  </a:lnTo>
                  <a:lnTo>
                    <a:pt x="327116" y="118626"/>
                  </a:lnTo>
                  <a:lnTo>
                    <a:pt x="325498" y="113582"/>
                  </a:lnTo>
                  <a:lnTo>
                    <a:pt x="323720" y="108592"/>
                  </a:lnTo>
                  <a:lnTo>
                    <a:pt x="321786" y="103660"/>
                  </a:lnTo>
                  <a:lnTo>
                    <a:pt x="319696" y="98793"/>
                  </a:lnTo>
                  <a:lnTo>
                    <a:pt x="317453" y="93994"/>
                  </a:lnTo>
                  <a:lnTo>
                    <a:pt x="315059" y="89268"/>
                  </a:lnTo>
                  <a:lnTo>
                    <a:pt x="312517" y="84621"/>
                  </a:lnTo>
                  <a:lnTo>
                    <a:pt x="309828" y="80056"/>
                  </a:lnTo>
                  <a:lnTo>
                    <a:pt x="306997" y="75580"/>
                  </a:lnTo>
                  <a:lnTo>
                    <a:pt x="304024" y="71195"/>
                  </a:lnTo>
                  <a:lnTo>
                    <a:pt x="300915" y="66906"/>
                  </a:lnTo>
                  <a:lnTo>
                    <a:pt x="297671" y="62718"/>
                  </a:lnTo>
                  <a:lnTo>
                    <a:pt x="294296" y="58635"/>
                  </a:lnTo>
                  <a:lnTo>
                    <a:pt x="290793" y="54661"/>
                  </a:lnTo>
                  <a:lnTo>
                    <a:pt x="287167" y="50800"/>
                  </a:lnTo>
                  <a:lnTo>
                    <a:pt x="283419" y="47056"/>
                  </a:lnTo>
                  <a:lnTo>
                    <a:pt x="279555" y="43432"/>
                  </a:lnTo>
                  <a:lnTo>
                    <a:pt x="275578" y="39933"/>
                  </a:lnTo>
                  <a:lnTo>
                    <a:pt x="271493" y="36561"/>
                  </a:lnTo>
                  <a:lnTo>
                    <a:pt x="267302" y="33321"/>
                  </a:lnTo>
                  <a:lnTo>
                    <a:pt x="263011" y="30215"/>
                  </a:lnTo>
                  <a:lnTo>
                    <a:pt x="258623" y="27246"/>
                  </a:lnTo>
                  <a:lnTo>
                    <a:pt x="254144" y="24418"/>
                  </a:lnTo>
                  <a:lnTo>
                    <a:pt x="249578" y="21734"/>
                  </a:lnTo>
                  <a:lnTo>
                    <a:pt x="244928" y="19195"/>
                  </a:lnTo>
                  <a:lnTo>
                    <a:pt x="240201" y="16805"/>
                  </a:lnTo>
                  <a:lnTo>
                    <a:pt x="235400" y="14566"/>
                  </a:lnTo>
                  <a:lnTo>
                    <a:pt x="230530" y="12480"/>
                  </a:lnTo>
                  <a:lnTo>
                    <a:pt x="225597" y="10550"/>
                  </a:lnTo>
                  <a:lnTo>
                    <a:pt x="220606" y="8776"/>
                  </a:lnTo>
                  <a:lnTo>
                    <a:pt x="215560" y="7162"/>
                  </a:lnTo>
                  <a:lnTo>
                    <a:pt x="210466" y="5709"/>
                  </a:lnTo>
                  <a:lnTo>
                    <a:pt x="205329" y="4417"/>
                  </a:lnTo>
                  <a:lnTo>
                    <a:pt x="200153" y="3289"/>
                  </a:lnTo>
                  <a:lnTo>
                    <a:pt x="194944" y="2326"/>
                  </a:lnTo>
                  <a:lnTo>
                    <a:pt x="189707" y="1528"/>
                  </a:lnTo>
                  <a:lnTo>
                    <a:pt x="184448" y="897"/>
                  </a:lnTo>
                  <a:lnTo>
                    <a:pt x="179171" y="432"/>
                  </a:lnTo>
                  <a:lnTo>
                    <a:pt x="173882" y="135"/>
                  </a:lnTo>
                  <a:lnTo>
                    <a:pt x="168586" y="6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1434" cy="167167"/>
            </a:xfrm>
            <a:custGeom>
              <a:avLst/>
              <a:pathLst>
                <a:path w="1434" h="167167">
                  <a:moveTo>
                    <a:pt x="1434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614135" y="4213821"/>
              <a:ext cx="334311" cy="334333"/>
            </a:xfrm>
            <a:custGeom>
              <a:avLst/>
              <a:pathLst>
                <a:path w="334311" h="334333">
                  <a:moveTo>
                    <a:pt x="167151" y="0"/>
                  </a:moveTo>
                  <a:lnTo>
                    <a:pt x="161855" y="83"/>
                  </a:lnTo>
                  <a:lnTo>
                    <a:pt x="156563" y="335"/>
                  </a:lnTo>
                  <a:lnTo>
                    <a:pt x="151283" y="754"/>
                  </a:lnTo>
                  <a:lnTo>
                    <a:pt x="146018" y="1341"/>
                  </a:lnTo>
                  <a:lnTo>
                    <a:pt x="140774" y="2094"/>
                  </a:lnTo>
                  <a:lnTo>
                    <a:pt x="135557" y="3012"/>
                  </a:lnTo>
                  <a:lnTo>
                    <a:pt x="130372" y="4096"/>
                  </a:lnTo>
                  <a:lnTo>
                    <a:pt x="125224" y="5343"/>
                  </a:lnTo>
                  <a:lnTo>
                    <a:pt x="120117" y="6753"/>
                  </a:lnTo>
                  <a:lnTo>
                    <a:pt x="115058" y="8323"/>
                  </a:lnTo>
                  <a:lnTo>
                    <a:pt x="110052" y="10054"/>
                  </a:lnTo>
                  <a:lnTo>
                    <a:pt x="105102" y="11942"/>
                  </a:lnTo>
                  <a:lnTo>
                    <a:pt x="100215" y="13986"/>
                  </a:lnTo>
                  <a:lnTo>
                    <a:pt x="95395" y="16183"/>
                  </a:lnTo>
                  <a:lnTo>
                    <a:pt x="90647" y="18533"/>
                  </a:lnTo>
                  <a:lnTo>
                    <a:pt x="85976" y="21031"/>
                  </a:lnTo>
                  <a:lnTo>
                    <a:pt x="81387" y="23677"/>
                  </a:lnTo>
                  <a:lnTo>
                    <a:pt x="76883" y="26466"/>
                  </a:lnTo>
                  <a:lnTo>
                    <a:pt x="72471" y="29397"/>
                  </a:lnTo>
                  <a:lnTo>
                    <a:pt x="68153" y="32466"/>
                  </a:lnTo>
                  <a:lnTo>
                    <a:pt x="63935" y="35670"/>
                  </a:lnTo>
                  <a:lnTo>
                    <a:pt x="59820" y="39007"/>
                  </a:lnTo>
                  <a:lnTo>
                    <a:pt x="55813" y="42472"/>
                  </a:lnTo>
                  <a:lnTo>
                    <a:pt x="51918" y="46062"/>
                  </a:lnTo>
                  <a:lnTo>
                    <a:pt x="48139" y="49774"/>
                  </a:lnTo>
                  <a:lnTo>
                    <a:pt x="44479" y="53604"/>
                  </a:lnTo>
                  <a:lnTo>
                    <a:pt x="40943" y="57548"/>
                  </a:lnTo>
                  <a:lnTo>
                    <a:pt x="37533" y="61602"/>
                  </a:lnTo>
                  <a:lnTo>
                    <a:pt x="34253" y="65762"/>
                  </a:lnTo>
                  <a:lnTo>
                    <a:pt x="31107" y="70023"/>
                  </a:lnTo>
                  <a:lnTo>
                    <a:pt x="28097" y="74383"/>
                  </a:lnTo>
                  <a:lnTo>
                    <a:pt x="25227" y="78835"/>
                  </a:lnTo>
                  <a:lnTo>
                    <a:pt x="22500" y="83376"/>
                  </a:lnTo>
                  <a:lnTo>
                    <a:pt x="19917" y="88001"/>
                  </a:lnTo>
                  <a:lnTo>
                    <a:pt x="17483" y="92706"/>
                  </a:lnTo>
                  <a:lnTo>
                    <a:pt x="15199" y="97486"/>
                  </a:lnTo>
                  <a:lnTo>
                    <a:pt x="13067" y="102335"/>
                  </a:lnTo>
                  <a:lnTo>
                    <a:pt x="11091" y="107250"/>
                  </a:lnTo>
                  <a:lnTo>
                    <a:pt x="9271" y="112225"/>
                  </a:lnTo>
                  <a:lnTo>
                    <a:pt x="7609" y="117255"/>
                  </a:lnTo>
                  <a:lnTo>
                    <a:pt x="6108" y="122335"/>
                  </a:lnTo>
                  <a:lnTo>
                    <a:pt x="4768" y="127460"/>
                  </a:lnTo>
                  <a:lnTo>
                    <a:pt x="3591" y="132625"/>
                  </a:lnTo>
                  <a:lnTo>
                    <a:pt x="2579" y="137825"/>
                  </a:lnTo>
                  <a:lnTo>
                    <a:pt x="1732" y="143054"/>
                  </a:lnTo>
                  <a:lnTo>
                    <a:pt x="1051" y="148307"/>
                  </a:lnTo>
                  <a:lnTo>
                    <a:pt x="537" y="153579"/>
                  </a:lnTo>
                  <a:lnTo>
                    <a:pt x="190" y="158865"/>
                  </a:lnTo>
                  <a:lnTo>
                    <a:pt x="11" y="164160"/>
                  </a:lnTo>
                  <a:lnTo>
                    <a:pt x="0" y="169457"/>
                  </a:lnTo>
                  <a:lnTo>
                    <a:pt x="156" y="174752"/>
                  </a:lnTo>
                  <a:lnTo>
                    <a:pt x="480" y="180039"/>
                  </a:lnTo>
                  <a:lnTo>
                    <a:pt x="972" y="185314"/>
                  </a:lnTo>
                  <a:lnTo>
                    <a:pt x="1630" y="190570"/>
                  </a:lnTo>
                  <a:lnTo>
                    <a:pt x="2455" y="195803"/>
                  </a:lnTo>
                  <a:lnTo>
                    <a:pt x="3445" y="201007"/>
                  </a:lnTo>
                  <a:lnTo>
                    <a:pt x="4599" y="206177"/>
                  </a:lnTo>
                  <a:lnTo>
                    <a:pt x="5917" y="211307"/>
                  </a:lnTo>
                  <a:lnTo>
                    <a:pt x="7396" y="216394"/>
                  </a:lnTo>
                  <a:lnTo>
                    <a:pt x="9036" y="221431"/>
                  </a:lnTo>
                  <a:lnTo>
                    <a:pt x="10835" y="226414"/>
                  </a:lnTo>
                  <a:lnTo>
                    <a:pt x="12791" y="231337"/>
                  </a:lnTo>
                  <a:lnTo>
                    <a:pt x="14901" y="236195"/>
                  </a:lnTo>
                  <a:lnTo>
                    <a:pt x="17165" y="240985"/>
                  </a:lnTo>
                  <a:lnTo>
                    <a:pt x="19579" y="245700"/>
                  </a:lnTo>
                  <a:lnTo>
                    <a:pt x="22141" y="250336"/>
                  </a:lnTo>
                  <a:lnTo>
                    <a:pt x="24849" y="254889"/>
                  </a:lnTo>
                  <a:lnTo>
                    <a:pt x="27700" y="259354"/>
                  </a:lnTo>
                  <a:lnTo>
                    <a:pt x="30691" y="263726"/>
                  </a:lnTo>
                  <a:lnTo>
                    <a:pt x="33819" y="268001"/>
                  </a:lnTo>
                  <a:lnTo>
                    <a:pt x="37081" y="272175"/>
                  </a:lnTo>
                  <a:lnTo>
                    <a:pt x="40473" y="276243"/>
                  </a:lnTo>
                  <a:lnTo>
                    <a:pt x="43993" y="280202"/>
                  </a:lnTo>
                  <a:lnTo>
                    <a:pt x="47636" y="284048"/>
                  </a:lnTo>
                  <a:lnTo>
                    <a:pt x="51400" y="287776"/>
                  </a:lnTo>
                  <a:lnTo>
                    <a:pt x="55279" y="291383"/>
                  </a:lnTo>
                  <a:lnTo>
                    <a:pt x="59271" y="294865"/>
                  </a:lnTo>
                  <a:lnTo>
                    <a:pt x="63371" y="298219"/>
                  </a:lnTo>
                  <a:lnTo>
                    <a:pt x="67576" y="301442"/>
                  </a:lnTo>
                  <a:lnTo>
                    <a:pt x="71880" y="304529"/>
                  </a:lnTo>
                  <a:lnTo>
                    <a:pt x="76280" y="307479"/>
                  </a:lnTo>
                  <a:lnTo>
                    <a:pt x="80772" y="310288"/>
                  </a:lnTo>
                  <a:lnTo>
                    <a:pt x="85350" y="312953"/>
                  </a:lnTo>
                  <a:lnTo>
                    <a:pt x="90010" y="315471"/>
                  </a:lnTo>
                  <a:lnTo>
                    <a:pt x="94748" y="317841"/>
                  </a:lnTo>
                  <a:lnTo>
                    <a:pt x="99558" y="320060"/>
                  </a:lnTo>
                  <a:lnTo>
                    <a:pt x="104437" y="322124"/>
                  </a:lnTo>
                  <a:lnTo>
                    <a:pt x="109378" y="324034"/>
                  </a:lnTo>
                  <a:lnTo>
                    <a:pt x="114377" y="325785"/>
                  </a:lnTo>
                  <a:lnTo>
                    <a:pt x="119429" y="327378"/>
                  </a:lnTo>
                  <a:lnTo>
                    <a:pt x="124529" y="328810"/>
                  </a:lnTo>
                  <a:lnTo>
                    <a:pt x="129672" y="330079"/>
                  </a:lnTo>
                  <a:lnTo>
                    <a:pt x="134853" y="331185"/>
                  </a:lnTo>
                  <a:lnTo>
                    <a:pt x="140066" y="332126"/>
                  </a:lnTo>
                  <a:lnTo>
                    <a:pt x="145306" y="332901"/>
                  </a:lnTo>
                  <a:lnTo>
                    <a:pt x="150569" y="333510"/>
                  </a:lnTo>
                  <a:lnTo>
                    <a:pt x="155847" y="333952"/>
                  </a:lnTo>
                  <a:lnTo>
                    <a:pt x="161138" y="334226"/>
                  </a:lnTo>
                  <a:lnTo>
                    <a:pt x="166434" y="334333"/>
                  </a:lnTo>
                  <a:lnTo>
                    <a:pt x="171731" y="334272"/>
                  </a:lnTo>
                  <a:lnTo>
                    <a:pt x="177023" y="334043"/>
                  </a:lnTo>
                  <a:lnTo>
                    <a:pt x="182306" y="333646"/>
                  </a:lnTo>
                  <a:lnTo>
                    <a:pt x="187573" y="333082"/>
                  </a:lnTo>
                  <a:lnTo>
                    <a:pt x="192819" y="332352"/>
                  </a:lnTo>
                  <a:lnTo>
                    <a:pt x="198040" y="331456"/>
                  </a:lnTo>
                  <a:lnTo>
                    <a:pt x="203230" y="330395"/>
                  </a:lnTo>
                  <a:lnTo>
                    <a:pt x="208384" y="329169"/>
                  </a:lnTo>
                  <a:lnTo>
                    <a:pt x="213496" y="327782"/>
                  </a:lnTo>
                  <a:lnTo>
                    <a:pt x="218562" y="326233"/>
                  </a:lnTo>
                  <a:lnTo>
                    <a:pt x="223576" y="324524"/>
                  </a:lnTo>
                  <a:lnTo>
                    <a:pt x="228534" y="322657"/>
                  </a:lnTo>
                  <a:lnTo>
                    <a:pt x="233429" y="320634"/>
                  </a:lnTo>
                  <a:lnTo>
                    <a:pt x="238259" y="318457"/>
                  </a:lnTo>
                  <a:lnTo>
                    <a:pt x="243017" y="316128"/>
                  </a:lnTo>
                  <a:lnTo>
                    <a:pt x="247698" y="313649"/>
                  </a:lnTo>
                  <a:lnTo>
                    <a:pt x="252299" y="311024"/>
                  </a:lnTo>
                  <a:lnTo>
                    <a:pt x="256814" y="308254"/>
                  </a:lnTo>
                  <a:lnTo>
                    <a:pt x="261240" y="305342"/>
                  </a:lnTo>
                  <a:lnTo>
                    <a:pt x="265570" y="302291"/>
                  </a:lnTo>
                  <a:lnTo>
                    <a:pt x="269802" y="299105"/>
                  </a:lnTo>
                  <a:lnTo>
                    <a:pt x="273931" y="295787"/>
                  </a:lnTo>
                  <a:lnTo>
                    <a:pt x="277953" y="292339"/>
                  </a:lnTo>
                  <a:lnTo>
                    <a:pt x="281863" y="288765"/>
                  </a:lnTo>
                  <a:lnTo>
                    <a:pt x="285658" y="285069"/>
                  </a:lnTo>
                  <a:lnTo>
                    <a:pt x="289335" y="281255"/>
                  </a:lnTo>
                  <a:lnTo>
                    <a:pt x="292888" y="277327"/>
                  </a:lnTo>
                  <a:lnTo>
                    <a:pt x="296315" y="273288"/>
                  </a:lnTo>
                  <a:lnTo>
                    <a:pt x="299613" y="269142"/>
                  </a:lnTo>
                  <a:lnTo>
                    <a:pt x="302777" y="264894"/>
                  </a:lnTo>
                  <a:lnTo>
                    <a:pt x="305806" y="260547"/>
                  </a:lnTo>
                  <a:lnTo>
                    <a:pt x="308695" y="256107"/>
                  </a:lnTo>
                  <a:lnTo>
                    <a:pt x="311442" y="251578"/>
                  </a:lnTo>
                  <a:lnTo>
                    <a:pt x="314044" y="246964"/>
                  </a:lnTo>
                  <a:lnTo>
                    <a:pt x="316498" y="242269"/>
                  </a:lnTo>
                  <a:lnTo>
                    <a:pt x="318803" y="237500"/>
                  </a:lnTo>
                  <a:lnTo>
                    <a:pt x="320955" y="232659"/>
                  </a:lnTo>
                  <a:lnTo>
                    <a:pt x="322953" y="227753"/>
                  </a:lnTo>
                  <a:lnTo>
                    <a:pt x="324795" y="222786"/>
                  </a:lnTo>
                  <a:lnTo>
                    <a:pt x="326478" y="217763"/>
                  </a:lnTo>
                  <a:lnTo>
                    <a:pt x="328001" y="212690"/>
                  </a:lnTo>
                  <a:lnTo>
                    <a:pt x="329363" y="207570"/>
                  </a:lnTo>
                  <a:lnTo>
                    <a:pt x="330561" y="202411"/>
                  </a:lnTo>
                  <a:lnTo>
                    <a:pt x="331596" y="197215"/>
                  </a:lnTo>
                  <a:lnTo>
                    <a:pt x="332465" y="191990"/>
                  </a:lnTo>
                  <a:lnTo>
                    <a:pt x="333169" y="186739"/>
                  </a:lnTo>
                  <a:lnTo>
                    <a:pt x="333706" y="181469"/>
                  </a:lnTo>
                  <a:lnTo>
                    <a:pt x="334075" y="176185"/>
                  </a:lnTo>
                  <a:lnTo>
                    <a:pt x="334277" y="170892"/>
                  </a:lnTo>
                  <a:lnTo>
                    <a:pt x="334311" y="165594"/>
                  </a:lnTo>
                  <a:lnTo>
                    <a:pt x="334178" y="160299"/>
                  </a:lnTo>
                  <a:lnTo>
                    <a:pt x="333876" y="155010"/>
                  </a:lnTo>
                  <a:lnTo>
                    <a:pt x="333407" y="149734"/>
                  </a:lnTo>
                  <a:lnTo>
                    <a:pt x="332771" y="144475"/>
                  </a:lnTo>
                  <a:lnTo>
                    <a:pt x="331969" y="139238"/>
                  </a:lnTo>
                  <a:lnTo>
                    <a:pt x="331002" y="134030"/>
                  </a:lnTo>
                  <a:lnTo>
                    <a:pt x="329869" y="128855"/>
                  </a:lnTo>
                  <a:lnTo>
                    <a:pt x="328574" y="123719"/>
                  </a:lnTo>
                  <a:lnTo>
                    <a:pt x="327116" y="118626"/>
                  </a:lnTo>
                  <a:lnTo>
                    <a:pt x="325498" y="113582"/>
                  </a:lnTo>
                  <a:lnTo>
                    <a:pt x="323720" y="108592"/>
                  </a:lnTo>
                  <a:lnTo>
                    <a:pt x="321786" y="103660"/>
                  </a:lnTo>
                  <a:lnTo>
                    <a:pt x="319696" y="98793"/>
                  </a:lnTo>
                  <a:lnTo>
                    <a:pt x="317453" y="93994"/>
                  </a:lnTo>
                  <a:lnTo>
                    <a:pt x="315059" y="89268"/>
                  </a:lnTo>
                  <a:lnTo>
                    <a:pt x="312517" y="84621"/>
                  </a:lnTo>
                  <a:lnTo>
                    <a:pt x="309828" y="80056"/>
                  </a:lnTo>
                  <a:lnTo>
                    <a:pt x="306997" y="75580"/>
                  </a:lnTo>
                  <a:lnTo>
                    <a:pt x="304024" y="71195"/>
                  </a:lnTo>
                  <a:lnTo>
                    <a:pt x="300915" y="66906"/>
                  </a:lnTo>
                  <a:lnTo>
                    <a:pt x="297671" y="62718"/>
                  </a:lnTo>
                  <a:lnTo>
                    <a:pt x="294296" y="58635"/>
                  </a:lnTo>
                  <a:lnTo>
                    <a:pt x="290793" y="54661"/>
                  </a:lnTo>
                  <a:lnTo>
                    <a:pt x="287167" y="50800"/>
                  </a:lnTo>
                  <a:lnTo>
                    <a:pt x="283419" y="47056"/>
                  </a:lnTo>
                  <a:lnTo>
                    <a:pt x="279555" y="43432"/>
                  </a:lnTo>
                  <a:lnTo>
                    <a:pt x="275578" y="39933"/>
                  </a:lnTo>
                  <a:lnTo>
                    <a:pt x="271493" y="36561"/>
                  </a:lnTo>
                  <a:lnTo>
                    <a:pt x="267302" y="33321"/>
                  </a:lnTo>
                  <a:lnTo>
                    <a:pt x="263011" y="30215"/>
                  </a:lnTo>
                  <a:lnTo>
                    <a:pt x="258623" y="27246"/>
                  </a:lnTo>
                  <a:lnTo>
                    <a:pt x="254144" y="24418"/>
                  </a:lnTo>
                  <a:lnTo>
                    <a:pt x="249578" y="21734"/>
                  </a:lnTo>
                  <a:lnTo>
                    <a:pt x="244928" y="19195"/>
                  </a:lnTo>
                  <a:lnTo>
                    <a:pt x="240201" y="16805"/>
                  </a:lnTo>
                  <a:lnTo>
                    <a:pt x="235400" y="14566"/>
                  </a:lnTo>
                  <a:lnTo>
                    <a:pt x="230530" y="12480"/>
                  </a:lnTo>
                  <a:lnTo>
                    <a:pt x="225597" y="10550"/>
                  </a:lnTo>
                  <a:lnTo>
                    <a:pt x="220606" y="8776"/>
                  </a:lnTo>
                  <a:lnTo>
                    <a:pt x="215560" y="7162"/>
                  </a:lnTo>
                  <a:lnTo>
                    <a:pt x="210466" y="5709"/>
                  </a:lnTo>
                  <a:lnTo>
                    <a:pt x="205329" y="4417"/>
                  </a:lnTo>
                  <a:lnTo>
                    <a:pt x="200153" y="3289"/>
                  </a:lnTo>
                  <a:lnTo>
                    <a:pt x="194944" y="2326"/>
                  </a:lnTo>
                  <a:lnTo>
                    <a:pt x="189707" y="1528"/>
                  </a:lnTo>
                  <a:lnTo>
                    <a:pt x="184448" y="897"/>
                  </a:lnTo>
                  <a:lnTo>
                    <a:pt x="179171" y="432"/>
                  </a:lnTo>
                  <a:lnTo>
                    <a:pt x="173882" y="135"/>
                  </a:lnTo>
                  <a:lnTo>
                    <a:pt x="168586" y="6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1434" cy="167167"/>
            </a:xfrm>
            <a:custGeom>
              <a:avLst/>
              <a:pathLst>
                <a:path w="1434" h="167167">
                  <a:moveTo>
                    <a:pt x="1434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924162" y="4659281"/>
              <a:ext cx="162362" cy="167167"/>
            </a:xfrm>
            <a:custGeom>
              <a:avLst/>
              <a:pathLst>
                <a:path w="162362" h="167167">
                  <a:moveTo>
                    <a:pt x="162362" y="0"/>
                  </a:moveTo>
                  <a:lnTo>
                    <a:pt x="156938" y="88"/>
                  </a:lnTo>
                  <a:lnTo>
                    <a:pt x="151520" y="351"/>
                  </a:lnTo>
                  <a:lnTo>
                    <a:pt x="146114" y="791"/>
                  </a:lnTo>
                  <a:lnTo>
                    <a:pt x="140724" y="1406"/>
                  </a:lnTo>
                  <a:lnTo>
                    <a:pt x="135358" y="2195"/>
                  </a:lnTo>
                  <a:lnTo>
                    <a:pt x="130020" y="3158"/>
                  </a:lnTo>
                  <a:lnTo>
                    <a:pt x="124715" y="4294"/>
                  </a:lnTo>
                  <a:lnTo>
                    <a:pt x="119451" y="5601"/>
                  </a:lnTo>
                  <a:lnTo>
                    <a:pt x="114232" y="7078"/>
                  </a:lnTo>
                  <a:lnTo>
                    <a:pt x="109063" y="8724"/>
                  </a:lnTo>
                  <a:lnTo>
                    <a:pt x="103950" y="10537"/>
                  </a:lnTo>
                  <a:lnTo>
                    <a:pt x="98899" y="12514"/>
                  </a:lnTo>
                  <a:lnTo>
                    <a:pt x="93915" y="14655"/>
                  </a:lnTo>
                  <a:lnTo>
                    <a:pt x="89003" y="16956"/>
                  </a:lnTo>
                  <a:lnTo>
                    <a:pt x="84168" y="19415"/>
                  </a:lnTo>
                  <a:lnTo>
                    <a:pt x="79416" y="22030"/>
                  </a:lnTo>
                  <a:lnTo>
                    <a:pt x="74750" y="24797"/>
                  </a:lnTo>
                  <a:lnTo>
                    <a:pt x="70177" y="27715"/>
                  </a:lnTo>
                  <a:lnTo>
                    <a:pt x="65701" y="30779"/>
                  </a:lnTo>
                  <a:lnTo>
                    <a:pt x="61327" y="33987"/>
                  </a:lnTo>
                  <a:lnTo>
                    <a:pt x="57060" y="37335"/>
                  </a:lnTo>
                  <a:lnTo>
                    <a:pt x="52903" y="40820"/>
                  </a:lnTo>
                  <a:lnTo>
                    <a:pt x="48861" y="44438"/>
                  </a:lnTo>
                  <a:lnTo>
                    <a:pt x="44939" y="48185"/>
                  </a:lnTo>
                  <a:lnTo>
                    <a:pt x="41140" y="52057"/>
                  </a:lnTo>
                  <a:lnTo>
                    <a:pt x="37470" y="56051"/>
                  </a:lnTo>
                  <a:lnTo>
                    <a:pt x="33930" y="60161"/>
                  </a:lnTo>
                  <a:lnTo>
                    <a:pt x="30526" y="64384"/>
                  </a:lnTo>
                  <a:lnTo>
                    <a:pt x="27261" y="68716"/>
                  </a:lnTo>
                  <a:lnTo>
                    <a:pt x="24138" y="73151"/>
                  </a:lnTo>
                  <a:lnTo>
                    <a:pt x="21160" y="77685"/>
                  </a:lnTo>
                  <a:lnTo>
                    <a:pt x="18331" y="82314"/>
                  </a:lnTo>
                  <a:lnTo>
                    <a:pt x="15654" y="87031"/>
                  </a:lnTo>
                  <a:lnTo>
                    <a:pt x="13131" y="91833"/>
                  </a:lnTo>
                  <a:lnTo>
                    <a:pt x="10766" y="96715"/>
                  </a:lnTo>
                  <a:lnTo>
                    <a:pt x="8560" y="101670"/>
                  </a:lnTo>
                  <a:lnTo>
                    <a:pt x="6516" y="106695"/>
                  </a:lnTo>
                  <a:lnTo>
                    <a:pt x="4636" y="111783"/>
                  </a:lnTo>
                  <a:lnTo>
                    <a:pt x="2922" y="116929"/>
                  </a:lnTo>
                  <a:lnTo>
                    <a:pt x="1376" y="122129"/>
                  </a:lnTo>
                  <a:lnTo>
                    <a:pt x="0" y="127376"/>
                  </a:lnTo>
                  <a:lnTo>
                    <a:pt x="16236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924162" y="4786657"/>
              <a:ext cx="162362" cy="39791"/>
            </a:xfrm>
            <a:custGeom>
              <a:avLst/>
              <a:pathLst>
                <a:path w="162362" h="39791">
                  <a:moveTo>
                    <a:pt x="0" y="0"/>
                  </a:moveTo>
                  <a:lnTo>
                    <a:pt x="162362" y="397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924162" y="4786657"/>
              <a:ext cx="162362" cy="39791"/>
            </a:xfrm>
            <a:custGeom>
              <a:avLst/>
              <a:pathLst>
                <a:path w="162362" h="39791">
                  <a:moveTo>
                    <a:pt x="0" y="0"/>
                  </a:moveTo>
                  <a:lnTo>
                    <a:pt x="162362" y="397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924162" y="4786657"/>
              <a:ext cx="162362" cy="39791"/>
            </a:xfrm>
            <a:custGeom>
              <a:avLst/>
              <a:pathLst>
                <a:path w="162362" h="39791">
                  <a:moveTo>
                    <a:pt x="0" y="0"/>
                  </a:moveTo>
                  <a:lnTo>
                    <a:pt x="162362" y="397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924162" y="4786657"/>
              <a:ext cx="162362" cy="39791"/>
            </a:xfrm>
            <a:custGeom>
              <a:avLst/>
              <a:pathLst>
                <a:path w="162362" h="39791">
                  <a:moveTo>
                    <a:pt x="0" y="0"/>
                  </a:moveTo>
                  <a:lnTo>
                    <a:pt x="162362" y="3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924162" y="4786657"/>
              <a:ext cx="162362" cy="39791"/>
            </a:xfrm>
            <a:custGeom>
              <a:avLst/>
              <a:pathLst>
                <a:path w="162362" h="39791">
                  <a:moveTo>
                    <a:pt x="0" y="0"/>
                  </a:moveTo>
                  <a:lnTo>
                    <a:pt x="162362" y="3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924162" y="4786657"/>
              <a:ext cx="162362" cy="39791"/>
            </a:xfrm>
            <a:custGeom>
              <a:avLst/>
              <a:pathLst>
                <a:path w="162362" h="39791">
                  <a:moveTo>
                    <a:pt x="0" y="0"/>
                  </a:moveTo>
                  <a:lnTo>
                    <a:pt x="162362" y="3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24162" y="4786657"/>
              <a:ext cx="162362" cy="39791"/>
            </a:xfrm>
            <a:custGeom>
              <a:avLst/>
              <a:pathLst>
                <a:path w="162362" h="39791">
                  <a:moveTo>
                    <a:pt x="0" y="0"/>
                  </a:moveTo>
                  <a:lnTo>
                    <a:pt x="162362" y="3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24162" y="4786657"/>
              <a:ext cx="162362" cy="39791"/>
            </a:xfrm>
            <a:custGeom>
              <a:avLst/>
              <a:pathLst>
                <a:path w="162362" h="39791">
                  <a:moveTo>
                    <a:pt x="0" y="0"/>
                  </a:moveTo>
                  <a:lnTo>
                    <a:pt x="162362" y="397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4162" y="4786657"/>
              <a:ext cx="162362" cy="39791"/>
            </a:xfrm>
            <a:custGeom>
              <a:avLst/>
              <a:pathLst>
                <a:path w="162362" h="39791">
                  <a:moveTo>
                    <a:pt x="0" y="0"/>
                  </a:moveTo>
                  <a:lnTo>
                    <a:pt x="162362" y="397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0243" y="4786657"/>
              <a:ext cx="166281" cy="39791"/>
            </a:xfrm>
            <a:custGeom>
              <a:avLst/>
              <a:pathLst>
                <a:path w="166281" h="39791">
                  <a:moveTo>
                    <a:pt x="3918" y="0"/>
                  </a:moveTo>
                  <a:lnTo>
                    <a:pt x="2268" y="7471"/>
                  </a:lnTo>
                  <a:lnTo>
                    <a:pt x="960" y="15011"/>
                  </a:lnTo>
                  <a:lnTo>
                    <a:pt x="0" y="22603"/>
                  </a:lnTo>
                  <a:lnTo>
                    <a:pt x="166281" y="397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19362" y="4659281"/>
              <a:ext cx="334314" cy="334332"/>
            </a:xfrm>
            <a:custGeom>
              <a:avLst/>
              <a:pathLst>
                <a:path w="334314" h="334332">
                  <a:moveTo>
                    <a:pt x="880" y="149979"/>
                  </a:moveTo>
                  <a:lnTo>
                    <a:pt x="419" y="155254"/>
                  </a:lnTo>
                  <a:lnTo>
                    <a:pt x="126" y="160542"/>
                  </a:lnTo>
                  <a:lnTo>
                    <a:pt x="0" y="165836"/>
                  </a:lnTo>
                  <a:lnTo>
                    <a:pt x="41" y="171131"/>
                  </a:lnTo>
                  <a:lnTo>
                    <a:pt x="251" y="176423"/>
                  </a:lnTo>
                  <a:lnTo>
                    <a:pt x="628" y="181705"/>
                  </a:lnTo>
                  <a:lnTo>
                    <a:pt x="1172" y="186973"/>
                  </a:lnTo>
                  <a:lnTo>
                    <a:pt x="1882" y="192221"/>
                  </a:lnTo>
                  <a:lnTo>
                    <a:pt x="2759" y="197443"/>
                  </a:lnTo>
                  <a:lnTo>
                    <a:pt x="3800" y="202636"/>
                  </a:lnTo>
                  <a:lnTo>
                    <a:pt x="5006" y="207792"/>
                  </a:lnTo>
                  <a:lnTo>
                    <a:pt x="6374" y="212908"/>
                  </a:lnTo>
                  <a:lnTo>
                    <a:pt x="7903" y="217978"/>
                  </a:lnTo>
                  <a:lnTo>
                    <a:pt x="9593" y="222997"/>
                  </a:lnTo>
                  <a:lnTo>
                    <a:pt x="11440" y="227960"/>
                  </a:lnTo>
                  <a:lnTo>
                    <a:pt x="13444" y="232862"/>
                  </a:lnTo>
                  <a:lnTo>
                    <a:pt x="15602" y="237698"/>
                  </a:lnTo>
                  <a:lnTo>
                    <a:pt x="17912" y="242463"/>
                  </a:lnTo>
                  <a:lnTo>
                    <a:pt x="20372" y="247153"/>
                  </a:lnTo>
                  <a:lnTo>
                    <a:pt x="22979" y="251762"/>
                  </a:lnTo>
                  <a:lnTo>
                    <a:pt x="25731" y="256287"/>
                  </a:lnTo>
                  <a:lnTo>
                    <a:pt x="28625" y="260722"/>
                  </a:lnTo>
                  <a:lnTo>
                    <a:pt x="31658" y="265063"/>
                  </a:lnTo>
                  <a:lnTo>
                    <a:pt x="34827" y="269306"/>
                  </a:lnTo>
                  <a:lnTo>
                    <a:pt x="38128" y="273447"/>
                  </a:lnTo>
                  <a:lnTo>
                    <a:pt x="41559" y="277480"/>
                  </a:lnTo>
                  <a:lnTo>
                    <a:pt x="45117" y="281403"/>
                  </a:lnTo>
                  <a:lnTo>
                    <a:pt x="48796" y="285212"/>
                  </a:lnTo>
                  <a:lnTo>
                    <a:pt x="52595" y="288902"/>
                  </a:lnTo>
                  <a:lnTo>
                    <a:pt x="56508" y="292470"/>
                  </a:lnTo>
                  <a:lnTo>
                    <a:pt x="60533" y="295912"/>
                  </a:lnTo>
                  <a:lnTo>
                    <a:pt x="64664" y="299225"/>
                  </a:lnTo>
                  <a:lnTo>
                    <a:pt x="68899" y="302405"/>
                  </a:lnTo>
                  <a:lnTo>
                    <a:pt x="73231" y="305450"/>
                  </a:lnTo>
                  <a:lnTo>
                    <a:pt x="77659" y="308355"/>
                  </a:lnTo>
                  <a:lnTo>
                    <a:pt x="82176" y="311120"/>
                  </a:lnTo>
                  <a:lnTo>
                    <a:pt x="86778" y="313739"/>
                  </a:lnTo>
                  <a:lnTo>
                    <a:pt x="91461" y="316212"/>
                  </a:lnTo>
                  <a:lnTo>
                    <a:pt x="96220" y="318535"/>
                  </a:lnTo>
                  <a:lnTo>
                    <a:pt x="101050" y="320706"/>
                  </a:lnTo>
                  <a:lnTo>
                    <a:pt x="105947" y="322723"/>
                  </a:lnTo>
                  <a:lnTo>
                    <a:pt x="110905" y="324584"/>
                  </a:lnTo>
                  <a:lnTo>
                    <a:pt x="115919" y="326287"/>
                  </a:lnTo>
                  <a:lnTo>
                    <a:pt x="120985" y="327830"/>
                  </a:lnTo>
                  <a:lnTo>
                    <a:pt x="126097" y="329212"/>
                  </a:lnTo>
                  <a:lnTo>
                    <a:pt x="131250" y="330432"/>
                  </a:lnTo>
                  <a:lnTo>
                    <a:pt x="136440" y="331487"/>
                  </a:lnTo>
                  <a:lnTo>
                    <a:pt x="141660" y="332378"/>
                  </a:lnTo>
                  <a:lnTo>
                    <a:pt x="146906" y="333103"/>
                  </a:lnTo>
                  <a:lnTo>
                    <a:pt x="152172" y="333661"/>
                  </a:lnTo>
                  <a:lnTo>
                    <a:pt x="157453" y="334052"/>
                  </a:lnTo>
                  <a:lnTo>
                    <a:pt x="162744" y="334276"/>
                  </a:lnTo>
                  <a:lnTo>
                    <a:pt x="168040" y="334332"/>
                  </a:lnTo>
                  <a:lnTo>
                    <a:pt x="173334" y="334220"/>
                  </a:lnTo>
                  <a:lnTo>
                    <a:pt x="178622" y="333941"/>
                  </a:lnTo>
                  <a:lnTo>
                    <a:pt x="183899" y="333494"/>
                  </a:lnTo>
                  <a:lnTo>
                    <a:pt x="189159" y="332881"/>
                  </a:lnTo>
                  <a:lnTo>
                    <a:pt x="194397" y="332101"/>
                  </a:lnTo>
                  <a:lnTo>
                    <a:pt x="199608" y="331155"/>
                  </a:lnTo>
                  <a:lnTo>
                    <a:pt x="204786" y="330045"/>
                  </a:lnTo>
                  <a:lnTo>
                    <a:pt x="209926" y="328772"/>
                  </a:lnTo>
                  <a:lnTo>
                    <a:pt x="215023" y="327336"/>
                  </a:lnTo>
                  <a:lnTo>
                    <a:pt x="220073" y="325740"/>
                  </a:lnTo>
                  <a:lnTo>
                    <a:pt x="225069" y="323984"/>
                  </a:lnTo>
                  <a:lnTo>
                    <a:pt x="230007" y="322071"/>
                  </a:lnTo>
                  <a:lnTo>
                    <a:pt x="234882" y="320003"/>
                  </a:lnTo>
                  <a:lnTo>
                    <a:pt x="239689" y="317781"/>
                  </a:lnTo>
                  <a:lnTo>
                    <a:pt x="244424" y="315408"/>
                  </a:lnTo>
                  <a:lnTo>
                    <a:pt x="249080" y="312887"/>
                  </a:lnTo>
                  <a:lnTo>
                    <a:pt x="253655" y="310219"/>
                  </a:lnTo>
                  <a:lnTo>
                    <a:pt x="258143" y="307408"/>
                  </a:lnTo>
                  <a:lnTo>
                    <a:pt x="262539" y="304455"/>
                  </a:lnTo>
                  <a:lnTo>
                    <a:pt x="266840" y="301365"/>
                  </a:lnTo>
                  <a:lnTo>
                    <a:pt x="271041" y="298141"/>
                  </a:lnTo>
                  <a:lnTo>
                    <a:pt x="275137" y="294785"/>
                  </a:lnTo>
                  <a:lnTo>
                    <a:pt x="279125" y="291301"/>
                  </a:lnTo>
                  <a:lnTo>
                    <a:pt x="283001" y="287692"/>
                  </a:lnTo>
                  <a:lnTo>
                    <a:pt x="286760" y="283962"/>
                  </a:lnTo>
                  <a:lnTo>
                    <a:pt x="290400" y="280115"/>
                  </a:lnTo>
                  <a:lnTo>
                    <a:pt x="293916" y="276155"/>
                  </a:lnTo>
                  <a:lnTo>
                    <a:pt x="297304" y="272085"/>
                  </a:lnTo>
                  <a:lnTo>
                    <a:pt x="300562" y="267910"/>
                  </a:lnTo>
                  <a:lnTo>
                    <a:pt x="303686" y="263634"/>
                  </a:lnTo>
                  <a:lnTo>
                    <a:pt x="306673" y="259262"/>
                  </a:lnTo>
                  <a:lnTo>
                    <a:pt x="309520" y="254796"/>
                  </a:lnTo>
                  <a:lnTo>
                    <a:pt x="312225" y="250243"/>
                  </a:lnTo>
                  <a:lnTo>
                    <a:pt x="314783" y="245607"/>
                  </a:lnTo>
                  <a:lnTo>
                    <a:pt x="317194" y="240891"/>
                  </a:lnTo>
                  <a:lnTo>
                    <a:pt x="319454" y="236102"/>
                  </a:lnTo>
                  <a:lnTo>
                    <a:pt x="321561" y="231244"/>
                  </a:lnTo>
                  <a:lnTo>
                    <a:pt x="323513" y="226321"/>
                  </a:lnTo>
                  <a:lnTo>
                    <a:pt x="325308" y="221339"/>
                  </a:lnTo>
                  <a:lnTo>
                    <a:pt x="326945" y="216303"/>
                  </a:lnTo>
                  <a:lnTo>
                    <a:pt x="328421" y="211217"/>
                  </a:lnTo>
                  <a:lnTo>
                    <a:pt x="329735" y="206087"/>
                  </a:lnTo>
                  <a:lnTo>
                    <a:pt x="330887" y="200918"/>
                  </a:lnTo>
                  <a:lnTo>
                    <a:pt x="331873" y="195715"/>
                  </a:lnTo>
                  <a:lnTo>
                    <a:pt x="332695" y="190483"/>
                  </a:lnTo>
                  <a:lnTo>
                    <a:pt x="333351" y="185228"/>
                  </a:lnTo>
                  <a:lnTo>
                    <a:pt x="333839" y="179955"/>
                  </a:lnTo>
                  <a:lnTo>
                    <a:pt x="334161" y="174669"/>
                  </a:lnTo>
                  <a:lnTo>
                    <a:pt x="334314" y="169376"/>
                  </a:lnTo>
                  <a:lnTo>
                    <a:pt x="334301" y="164080"/>
                  </a:lnTo>
                  <a:lnTo>
                    <a:pt x="334119" y="158788"/>
                  </a:lnTo>
                  <a:lnTo>
                    <a:pt x="333770" y="153503"/>
                  </a:lnTo>
                  <a:lnTo>
                    <a:pt x="333253" y="148233"/>
                  </a:lnTo>
                  <a:lnTo>
                    <a:pt x="332570" y="142982"/>
                  </a:lnTo>
                  <a:lnTo>
                    <a:pt x="331721" y="137754"/>
                  </a:lnTo>
                  <a:lnTo>
                    <a:pt x="330707" y="132557"/>
                  </a:lnTo>
                  <a:lnTo>
                    <a:pt x="329529" y="127394"/>
                  </a:lnTo>
                  <a:lnTo>
                    <a:pt x="328187" y="122271"/>
                  </a:lnTo>
                  <a:lnTo>
                    <a:pt x="326685" y="117193"/>
                  </a:lnTo>
                  <a:lnTo>
                    <a:pt x="325022" y="112165"/>
                  </a:lnTo>
                  <a:lnTo>
                    <a:pt x="323200" y="107193"/>
                  </a:lnTo>
                  <a:lnTo>
                    <a:pt x="321222" y="102280"/>
                  </a:lnTo>
                  <a:lnTo>
                    <a:pt x="319090" y="97433"/>
                  </a:lnTo>
                  <a:lnTo>
                    <a:pt x="316805" y="92655"/>
                  </a:lnTo>
                  <a:lnTo>
                    <a:pt x="314369" y="87953"/>
                  </a:lnTo>
                  <a:lnTo>
                    <a:pt x="311786" y="83330"/>
                  </a:lnTo>
                  <a:lnTo>
                    <a:pt x="309058" y="78791"/>
                  </a:lnTo>
                  <a:lnTo>
                    <a:pt x="306188" y="74341"/>
                  </a:lnTo>
                  <a:lnTo>
                    <a:pt x="303178" y="69984"/>
                  </a:lnTo>
                  <a:lnTo>
                    <a:pt x="300031" y="65724"/>
                  </a:lnTo>
                  <a:lnTo>
                    <a:pt x="296751" y="61566"/>
                  </a:lnTo>
                  <a:lnTo>
                    <a:pt x="293341" y="57515"/>
                  </a:lnTo>
                  <a:lnTo>
                    <a:pt x="289805" y="53573"/>
                  </a:lnTo>
                  <a:lnTo>
                    <a:pt x="286145" y="49745"/>
                  </a:lnTo>
                  <a:lnTo>
                    <a:pt x="282366" y="46035"/>
                  </a:lnTo>
                  <a:lnTo>
                    <a:pt x="278472" y="42447"/>
                  </a:lnTo>
                  <a:lnTo>
                    <a:pt x="274465" y="38984"/>
                  </a:lnTo>
                  <a:lnTo>
                    <a:pt x="270351" y="35649"/>
                  </a:lnTo>
                  <a:lnTo>
                    <a:pt x="266134" y="32447"/>
                  </a:lnTo>
                  <a:lnTo>
                    <a:pt x="261817" y="29380"/>
                  </a:lnTo>
                  <a:lnTo>
                    <a:pt x="257405" y="26451"/>
                  </a:lnTo>
                  <a:lnTo>
                    <a:pt x="252902" y="23663"/>
                  </a:lnTo>
                  <a:lnTo>
                    <a:pt x="248314" y="21019"/>
                  </a:lnTo>
                  <a:lnTo>
                    <a:pt x="243644" y="18522"/>
                  </a:lnTo>
                  <a:lnTo>
                    <a:pt x="238897" y="16174"/>
                  </a:lnTo>
                  <a:lnTo>
                    <a:pt x="234079" y="13977"/>
                  </a:lnTo>
                  <a:lnTo>
                    <a:pt x="229193" y="11935"/>
                  </a:lnTo>
                  <a:lnTo>
                    <a:pt x="224245" y="10048"/>
                  </a:lnTo>
                  <a:lnTo>
                    <a:pt x="219239" y="8318"/>
                  </a:lnTo>
                  <a:lnTo>
                    <a:pt x="214182" y="6748"/>
                  </a:lnTo>
                  <a:lnTo>
                    <a:pt x="209077" y="5340"/>
                  </a:lnTo>
                  <a:lnTo>
                    <a:pt x="203930" y="4093"/>
                  </a:lnTo>
                  <a:lnTo>
                    <a:pt x="198746" y="3010"/>
                  </a:lnTo>
                  <a:lnTo>
                    <a:pt x="193531" y="2092"/>
                  </a:lnTo>
                  <a:lnTo>
                    <a:pt x="188289" y="1340"/>
                  </a:lnTo>
                  <a:lnTo>
                    <a:pt x="183025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321559" y="5018213"/>
              <a:ext cx="334325" cy="334317"/>
            </a:xfrm>
            <a:custGeom>
              <a:avLst/>
              <a:pathLst>
                <a:path w="334325" h="334317">
                  <a:moveTo>
                    <a:pt x="167161" y="0"/>
                  </a:moveTo>
                  <a:lnTo>
                    <a:pt x="161881" y="83"/>
                  </a:lnTo>
                  <a:lnTo>
                    <a:pt x="156606" y="333"/>
                  </a:lnTo>
                  <a:lnTo>
                    <a:pt x="151342" y="750"/>
                  </a:lnTo>
                  <a:lnTo>
                    <a:pt x="146094" y="1332"/>
                  </a:lnTo>
                  <a:lnTo>
                    <a:pt x="140867" y="2080"/>
                  </a:lnTo>
                  <a:lnTo>
                    <a:pt x="135666" y="2993"/>
                  </a:lnTo>
                  <a:lnTo>
                    <a:pt x="130496" y="4070"/>
                  </a:lnTo>
                  <a:lnTo>
                    <a:pt x="125363" y="5309"/>
                  </a:lnTo>
                  <a:lnTo>
                    <a:pt x="120272" y="6710"/>
                  </a:lnTo>
                  <a:lnTo>
                    <a:pt x="115227" y="8271"/>
                  </a:lnTo>
                  <a:lnTo>
                    <a:pt x="110235" y="9991"/>
                  </a:lnTo>
                  <a:lnTo>
                    <a:pt x="105299" y="11867"/>
                  </a:lnTo>
                  <a:lnTo>
                    <a:pt x="100425" y="13898"/>
                  </a:lnTo>
                  <a:lnTo>
                    <a:pt x="95617" y="16083"/>
                  </a:lnTo>
                  <a:lnTo>
                    <a:pt x="90881" y="18418"/>
                  </a:lnTo>
                  <a:lnTo>
                    <a:pt x="86221" y="20901"/>
                  </a:lnTo>
                  <a:lnTo>
                    <a:pt x="81642" y="23530"/>
                  </a:lnTo>
                  <a:lnTo>
                    <a:pt x="77148" y="26303"/>
                  </a:lnTo>
                  <a:lnTo>
                    <a:pt x="72744" y="29216"/>
                  </a:lnTo>
                  <a:lnTo>
                    <a:pt x="68434" y="32267"/>
                  </a:lnTo>
                  <a:lnTo>
                    <a:pt x="64222" y="35453"/>
                  </a:lnTo>
                  <a:lnTo>
                    <a:pt x="60113" y="38770"/>
                  </a:lnTo>
                  <a:lnTo>
                    <a:pt x="56112" y="42215"/>
                  </a:lnTo>
                  <a:lnTo>
                    <a:pt x="52220" y="45784"/>
                  </a:lnTo>
                  <a:lnTo>
                    <a:pt x="48444" y="49475"/>
                  </a:lnTo>
                  <a:lnTo>
                    <a:pt x="44786" y="53284"/>
                  </a:lnTo>
                  <a:lnTo>
                    <a:pt x="41250" y="57205"/>
                  </a:lnTo>
                  <a:lnTo>
                    <a:pt x="37840" y="61237"/>
                  </a:lnTo>
                  <a:lnTo>
                    <a:pt x="34559" y="65374"/>
                  </a:lnTo>
                  <a:lnTo>
                    <a:pt x="31410" y="69613"/>
                  </a:lnTo>
                  <a:lnTo>
                    <a:pt x="28397" y="73950"/>
                  </a:lnTo>
                  <a:lnTo>
                    <a:pt x="25522" y="78379"/>
                  </a:lnTo>
                  <a:lnTo>
                    <a:pt x="22788" y="82897"/>
                  </a:lnTo>
                  <a:lnTo>
                    <a:pt x="20198" y="87499"/>
                  </a:lnTo>
                  <a:lnTo>
                    <a:pt x="17755" y="92180"/>
                  </a:lnTo>
                  <a:lnTo>
                    <a:pt x="15462" y="96936"/>
                  </a:lnTo>
                  <a:lnTo>
                    <a:pt x="13319" y="101762"/>
                  </a:lnTo>
                  <a:lnTo>
                    <a:pt x="11330" y="106654"/>
                  </a:lnTo>
                  <a:lnTo>
                    <a:pt x="9497" y="111606"/>
                  </a:lnTo>
                  <a:lnTo>
                    <a:pt x="7820" y="116613"/>
                  </a:lnTo>
                  <a:lnTo>
                    <a:pt x="6303" y="121671"/>
                  </a:lnTo>
                  <a:lnTo>
                    <a:pt x="4947" y="126774"/>
                  </a:lnTo>
                  <a:lnTo>
                    <a:pt x="3752" y="131918"/>
                  </a:lnTo>
                  <a:lnTo>
                    <a:pt x="2720" y="137097"/>
                  </a:lnTo>
                  <a:lnTo>
                    <a:pt x="1852" y="142305"/>
                  </a:lnTo>
                  <a:lnTo>
                    <a:pt x="1150" y="147539"/>
                  </a:lnTo>
                  <a:lnTo>
                    <a:pt x="612" y="152792"/>
                  </a:lnTo>
                  <a:lnTo>
                    <a:pt x="241" y="158059"/>
                  </a:lnTo>
                  <a:lnTo>
                    <a:pt x="37" y="163336"/>
                  </a:lnTo>
                  <a:lnTo>
                    <a:pt x="0" y="168616"/>
                  </a:lnTo>
                  <a:lnTo>
                    <a:pt x="129" y="173895"/>
                  </a:lnTo>
                  <a:lnTo>
                    <a:pt x="425" y="179167"/>
                  </a:lnTo>
                  <a:lnTo>
                    <a:pt x="887" y="184428"/>
                  </a:lnTo>
                  <a:lnTo>
                    <a:pt x="1515" y="189671"/>
                  </a:lnTo>
                  <a:lnTo>
                    <a:pt x="2308" y="194891"/>
                  </a:lnTo>
                  <a:lnTo>
                    <a:pt x="3266" y="200084"/>
                  </a:lnTo>
                  <a:lnTo>
                    <a:pt x="4388" y="205244"/>
                  </a:lnTo>
                  <a:lnTo>
                    <a:pt x="5671" y="210366"/>
                  </a:lnTo>
                  <a:lnTo>
                    <a:pt x="7116" y="215445"/>
                  </a:lnTo>
                  <a:lnTo>
                    <a:pt x="8721" y="220476"/>
                  </a:lnTo>
                  <a:lnTo>
                    <a:pt x="10484" y="225453"/>
                  </a:lnTo>
                  <a:lnTo>
                    <a:pt x="12403" y="230373"/>
                  </a:lnTo>
                  <a:lnTo>
                    <a:pt x="14476" y="235229"/>
                  </a:lnTo>
                  <a:lnTo>
                    <a:pt x="16702" y="240018"/>
                  </a:lnTo>
                  <a:lnTo>
                    <a:pt x="19078" y="244733"/>
                  </a:lnTo>
                  <a:lnTo>
                    <a:pt x="21602" y="249372"/>
                  </a:lnTo>
                  <a:lnTo>
                    <a:pt x="24271" y="253928"/>
                  </a:lnTo>
                  <a:lnTo>
                    <a:pt x="27083" y="258398"/>
                  </a:lnTo>
                  <a:lnTo>
                    <a:pt x="30034" y="262777"/>
                  </a:lnTo>
                  <a:lnTo>
                    <a:pt x="33122" y="267060"/>
                  </a:lnTo>
                  <a:lnTo>
                    <a:pt x="36344" y="271244"/>
                  </a:lnTo>
                  <a:lnTo>
                    <a:pt x="39696" y="275323"/>
                  </a:lnTo>
                  <a:lnTo>
                    <a:pt x="43176" y="279295"/>
                  </a:lnTo>
                  <a:lnTo>
                    <a:pt x="46779" y="283155"/>
                  </a:lnTo>
                  <a:lnTo>
                    <a:pt x="50503" y="286900"/>
                  </a:lnTo>
                  <a:lnTo>
                    <a:pt x="54343" y="290524"/>
                  </a:lnTo>
                  <a:lnTo>
                    <a:pt x="58295" y="294026"/>
                  </a:lnTo>
                  <a:lnTo>
                    <a:pt x="62356" y="297401"/>
                  </a:lnTo>
                  <a:lnTo>
                    <a:pt x="66522" y="300646"/>
                  </a:lnTo>
                  <a:lnTo>
                    <a:pt x="70788" y="303758"/>
                  </a:lnTo>
                  <a:lnTo>
                    <a:pt x="75150" y="306734"/>
                  </a:lnTo>
                  <a:lnTo>
                    <a:pt x="79604" y="309570"/>
                  </a:lnTo>
                  <a:lnTo>
                    <a:pt x="84145" y="312265"/>
                  </a:lnTo>
                  <a:lnTo>
                    <a:pt x="88769" y="314814"/>
                  </a:lnTo>
                  <a:lnTo>
                    <a:pt x="93472" y="317217"/>
                  </a:lnTo>
                  <a:lnTo>
                    <a:pt x="98248" y="319469"/>
                  </a:lnTo>
                  <a:lnTo>
                    <a:pt x="103093" y="321570"/>
                  </a:lnTo>
                  <a:lnTo>
                    <a:pt x="108001" y="323516"/>
                  </a:lnTo>
                  <a:lnTo>
                    <a:pt x="112969" y="325307"/>
                  </a:lnTo>
                  <a:lnTo>
                    <a:pt x="117991" y="326939"/>
                  </a:lnTo>
                  <a:lnTo>
                    <a:pt x="123061" y="328413"/>
                  </a:lnTo>
                  <a:lnTo>
                    <a:pt x="128176" y="329725"/>
                  </a:lnTo>
                  <a:lnTo>
                    <a:pt x="133330" y="330875"/>
                  </a:lnTo>
                  <a:lnTo>
                    <a:pt x="138517" y="331862"/>
                  </a:lnTo>
                  <a:lnTo>
                    <a:pt x="143733" y="332685"/>
                  </a:lnTo>
                  <a:lnTo>
                    <a:pt x="148973" y="333342"/>
                  </a:lnTo>
                  <a:lnTo>
                    <a:pt x="154230" y="333834"/>
                  </a:lnTo>
                  <a:lnTo>
                    <a:pt x="159501" y="334159"/>
                  </a:lnTo>
                  <a:lnTo>
                    <a:pt x="164779" y="334317"/>
                  </a:lnTo>
                  <a:lnTo>
                    <a:pt x="170059" y="334309"/>
                  </a:lnTo>
                  <a:lnTo>
                    <a:pt x="175337" y="334134"/>
                  </a:lnTo>
                  <a:lnTo>
                    <a:pt x="180606" y="333793"/>
                  </a:lnTo>
                  <a:lnTo>
                    <a:pt x="185862" y="333285"/>
                  </a:lnTo>
                  <a:lnTo>
                    <a:pt x="191100" y="332611"/>
                  </a:lnTo>
                  <a:lnTo>
                    <a:pt x="196313" y="331773"/>
                  </a:lnTo>
                  <a:lnTo>
                    <a:pt x="201498" y="330770"/>
                  </a:lnTo>
                  <a:lnTo>
                    <a:pt x="206648" y="329604"/>
                  </a:lnTo>
                  <a:lnTo>
                    <a:pt x="211759" y="328276"/>
                  </a:lnTo>
                  <a:lnTo>
                    <a:pt x="216825" y="326787"/>
                  </a:lnTo>
                  <a:lnTo>
                    <a:pt x="221841" y="325138"/>
                  </a:lnTo>
                  <a:lnTo>
                    <a:pt x="226804" y="323333"/>
                  </a:lnTo>
                  <a:lnTo>
                    <a:pt x="231706" y="321371"/>
                  </a:lnTo>
                  <a:lnTo>
                    <a:pt x="236544" y="319255"/>
                  </a:lnTo>
                  <a:lnTo>
                    <a:pt x="241313" y="316988"/>
                  </a:lnTo>
                  <a:lnTo>
                    <a:pt x="246008" y="314571"/>
                  </a:lnTo>
                  <a:lnTo>
                    <a:pt x="250625" y="312007"/>
                  </a:lnTo>
                  <a:lnTo>
                    <a:pt x="255158" y="309299"/>
                  </a:lnTo>
                  <a:lnTo>
                    <a:pt x="259603" y="306449"/>
                  </a:lnTo>
                  <a:lnTo>
                    <a:pt x="263956" y="303460"/>
                  </a:lnTo>
                  <a:lnTo>
                    <a:pt x="268212" y="300334"/>
                  </a:lnTo>
                  <a:lnTo>
                    <a:pt x="272368" y="297076"/>
                  </a:lnTo>
                  <a:lnTo>
                    <a:pt x="276418" y="293689"/>
                  </a:lnTo>
                  <a:lnTo>
                    <a:pt x="280360" y="290175"/>
                  </a:lnTo>
                  <a:lnTo>
                    <a:pt x="284188" y="286538"/>
                  </a:lnTo>
                  <a:lnTo>
                    <a:pt x="287900" y="282782"/>
                  </a:lnTo>
                  <a:lnTo>
                    <a:pt x="291492" y="278911"/>
                  </a:lnTo>
                  <a:lnTo>
                    <a:pt x="294959" y="274929"/>
                  </a:lnTo>
                  <a:lnTo>
                    <a:pt x="298299" y="270838"/>
                  </a:lnTo>
                  <a:lnTo>
                    <a:pt x="301508" y="266645"/>
                  </a:lnTo>
                  <a:lnTo>
                    <a:pt x="304583" y="262352"/>
                  </a:lnTo>
                  <a:lnTo>
                    <a:pt x="307520" y="257964"/>
                  </a:lnTo>
                  <a:lnTo>
                    <a:pt x="310318" y="253486"/>
                  </a:lnTo>
                  <a:lnTo>
                    <a:pt x="312973" y="248921"/>
                  </a:lnTo>
                  <a:lnTo>
                    <a:pt x="315482" y="244275"/>
                  </a:lnTo>
                  <a:lnTo>
                    <a:pt x="317844" y="239552"/>
                  </a:lnTo>
                  <a:lnTo>
                    <a:pt x="320055" y="234757"/>
                  </a:lnTo>
                  <a:lnTo>
                    <a:pt x="322113" y="229894"/>
                  </a:lnTo>
                  <a:lnTo>
                    <a:pt x="324017" y="224969"/>
                  </a:lnTo>
                  <a:lnTo>
                    <a:pt x="325764" y="219986"/>
                  </a:lnTo>
                  <a:lnTo>
                    <a:pt x="327354" y="214950"/>
                  </a:lnTo>
                  <a:lnTo>
                    <a:pt x="328783" y="209866"/>
                  </a:lnTo>
                  <a:lnTo>
                    <a:pt x="330051" y="204740"/>
                  </a:lnTo>
                  <a:lnTo>
                    <a:pt x="331156" y="199577"/>
                  </a:lnTo>
                  <a:lnTo>
                    <a:pt x="332098" y="194381"/>
                  </a:lnTo>
                  <a:lnTo>
                    <a:pt x="332875" y="189158"/>
                  </a:lnTo>
                  <a:lnTo>
                    <a:pt x="333487" y="183913"/>
                  </a:lnTo>
                  <a:lnTo>
                    <a:pt x="333933" y="178652"/>
                  </a:lnTo>
                  <a:lnTo>
                    <a:pt x="334213" y="173379"/>
                  </a:lnTo>
                  <a:lnTo>
                    <a:pt x="334325" y="168099"/>
                  </a:lnTo>
                  <a:lnTo>
                    <a:pt x="334272" y="162819"/>
                  </a:lnTo>
                  <a:lnTo>
                    <a:pt x="334051" y="157543"/>
                  </a:lnTo>
                  <a:lnTo>
                    <a:pt x="333664" y="152277"/>
                  </a:lnTo>
                  <a:lnTo>
                    <a:pt x="333110" y="147025"/>
                  </a:lnTo>
                  <a:lnTo>
                    <a:pt x="332391" y="141794"/>
                  </a:lnTo>
                  <a:lnTo>
                    <a:pt x="331508" y="136588"/>
                  </a:lnTo>
                  <a:lnTo>
                    <a:pt x="330460" y="131413"/>
                  </a:lnTo>
                  <a:lnTo>
                    <a:pt x="329249" y="126273"/>
                  </a:lnTo>
                  <a:lnTo>
                    <a:pt x="327877" y="121174"/>
                  </a:lnTo>
                  <a:lnTo>
                    <a:pt x="326344" y="116121"/>
                  </a:lnTo>
                  <a:lnTo>
                    <a:pt x="324652" y="111119"/>
                  </a:lnTo>
                  <a:lnTo>
                    <a:pt x="322803" y="106172"/>
                  </a:lnTo>
                  <a:lnTo>
                    <a:pt x="320799" y="101287"/>
                  </a:lnTo>
                  <a:lnTo>
                    <a:pt x="318642" y="96467"/>
                  </a:lnTo>
                  <a:lnTo>
                    <a:pt x="316333" y="91718"/>
                  </a:lnTo>
                  <a:lnTo>
                    <a:pt x="313876" y="87044"/>
                  </a:lnTo>
                  <a:lnTo>
                    <a:pt x="311272" y="82450"/>
                  </a:lnTo>
                  <a:lnTo>
                    <a:pt x="308524" y="77941"/>
                  </a:lnTo>
                  <a:lnTo>
                    <a:pt x="305636" y="73521"/>
                  </a:lnTo>
                  <a:lnTo>
                    <a:pt x="302609" y="69194"/>
                  </a:lnTo>
                  <a:lnTo>
                    <a:pt x="299447" y="64965"/>
                  </a:lnTo>
                  <a:lnTo>
                    <a:pt x="296153" y="60838"/>
                  </a:lnTo>
                  <a:lnTo>
                    <a:pt x="292730" y="56816"/>
                  </a:lnTo>
                  <a:lnTo>
                    <a:pt x="289182" y="52906"/>
                  </a:lnTo>
                  <a:lnTo>
                    <a:pt x="285513" y="49109"/>
                  </a:lnTo>
                  <a:lnTo>
                    <a:pt x="281725" y="45429"/>
                  </a:lnTo>
                  <a:lnTo>
                    <a:pt x="277823" y="41872"/>
                  </a:lnTo>
                  <a:lnTo>
                    <a:pt x="273810" y="38439"/>
                  </a:lnTo>
                  <a:lnTo>
                    <a:pt x="269691" y="35135"/>
                  </a:lnTo>
                  <a:lnTo>
                    <a:pt x="265470" y="31962"/>
                  </a:lnTo>
                  <a:lnTo>
                    <a:pt x="261151" y="28925"/>
                  </a:lnTo>
                  <a:lnTo>
                    <a:pt x="256737" y="26025"/>
                  </a:lnTo>
                  <a:lnTo>
                    <a:pt x="252235" y="23267"/>
                  </a:lnTo>
                  <a:lnTo>
                    <a:pt x="247647" y="20651"/>
                  </a:lnTo>
                  <a:lnTo>
                    <a:pt x="242980" y="18182"/>
                  </a:lnTo>
                  <a:lnTo>
                    <a:pt x="238236" y="15862"/>
                  </a:lnTo>
                  <a:lnTo>
                    <a:pt x="233422" y="13693"/>
                  </a:lnTo>
                  <a:lnTo>
                    <a:pt x="228542" y="11676"/>
                  </a:lnTo>
                  <a:lnTo>
                    <a:pt x="223600" y="9815"/>
                  </a:lnTo>
                  <a:lnTo>
                    <a:pt x="218602" y="8111"/>
                  </a:lnTo>
                  <a:lnTo>
                    <a:pt x="213553" y="6566"/>
                  </a:lnTo>
                  <a:lnTo>
                    <a:pt x="208457" y="5181"/>
                  </a:lnTo>
                  <a:lnTo>
                    <a:pt x="203320" y="3957"/>
                  </a:lnTo>
                  <a:lnTo>
                    <a:pt x="198148" y="2897"/>
                  </a:lnTo>
                  <a:lnTo>
                    <a:pt x="192944" y="2000"/>
                  </a:lnTo>
                  <a:lnTo>
                    <a:pt x="187714" y="1268"/>
                  </a:lnTo>
                  <a:lnTo>
                    <a:pt x="182464" y="701"/>
                  </a:lnTo>
                  <a:lnTo>
                    <a:pt x="177199" y="301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10038" cy="167167"/>
            </a:xfrm>
            <a:custGeom>
              <a:avLst/>
              <a:pathLst>
                <a:path w="10038" h="167167">
                  <a:moveTo>
                    <a:pt x="10038" y="30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797889" y="5269756"/>
              <a:ext cx="166611" cy="167167"/>
            </a:xfrm>
            <a:custGeom>
              <a:avLst/>
              <a:pathLst>
                <a:path w="166611" h="167167">
                  <a:moveTo>
                    <a:pt x="166611" y="0"/>
                  </a:moveTo>
                  <a:lnTo>
                    <a:pt x="161200" y="87"/>
                  </a:lnTo>
                  <a:lnTo>
                    <a:pt x="155795" y="350"/>
                  </a:lnTo>
                  <a:lnTo>
                    <a:pt x="150401" y="787"/>
                  </a:lnTo>
                  <a:lnTo>
                    <a:pt x="145024" y="1399"/>
                  </a:lnTo>
                  <a:lnTo>
                    <a:pt x="139669" y="2185"/>
                  </a:lnTo>
                  <a:lnTo>
                    <a:pt x="134343" y="3143"/>
                  </a:lnTo>
                  <a:lnTo>
                    <a:pt x="129051" y="4274"/>
                  </a:lnTo>
                  <a:lnTo>
                    <a:pt x="123797" y="5575"/>
                  </a:lnTo>
                  <a:lnTo>
                    <a:pt x="118589" y="7046"/>
                  </a:lnTo>
                  <a:lnTo>
                    <a:pt x="113431" y="8684"/>
                  </a:lnTo>
                  <a:lnTo>
                    <a:pt x="108329" y="10488"/>
                  </a:lnTo>
                  <a:lnTo>
                    <a:pt x="103288" y="12457"/>
                  </a:lnTo>
                  <a:lnTo>
                    <a:pt x="98314" y="14588"/>
                  </a:lnTo>
                  <a:lnTo>
                    <a:pt x="93410" y="16879"/>
                  </a:lnTo>
                  <a:lnTo>
                    <a:pt x="88584" y="19327"/>
                  </a:lnTo>
                  <a:lnTo>
                    <a:pt x="83839" y="21930"/>
                  </a:lnTo>
                  <a:lnTo>
                    <a:pt x="79182" y="24685"/>
                  </a:lnTo>
                  <a:lnTo>
                    <a:pt x="74615" y="27590"/>
                  </a:lnTo>
                  <a:lnTo>
                    <a:pt x="70146" y="30641"/>
                  </a:lnTo>
                  <a:lnTo>
                    <a:pt x="65777" y="33835"/>
                  </a:lnTo>
                  <a:lnTo>
                    <a:pt x="61514" y="37169"/>
                  </a:lnTo>
                  <a:lnTo>
                    <a:pt x="57361" y="40639"/>
                  </a:lnTo>
                  <a:lnTo>
                    <a:pt x="53323" y="44242"/>
                  </a:lnTo>
                  <a:lnTo>
                    <a:pt x="49403" y="47973"/>
                  </a:lnTo>
                  <a:lnTo>
                    <a:pt x="45606" y="51830"/>
                  </a:lnTo>
                  <a:lnTo>
                    <a:pt x="41936" y="55807"/>
                  </a:lnTo>
                  <a:lnTo>
                    <a:pt x="38397" y="59901"/>
                  </a:lnTo>
                  <a:lnTo>
                    <a:pt x="34992" y="64108"/>
                  </a:lnTo>
                  <a:lnTo>
                    <a:pt x="31725" y="68422"/>
                  </a:lnTo>
                  <a:lnTo>
                    <a:pt x="28599" y="72840"/>
                  </a:lnTo>
                  <a:lnTo>
                    <a:pt x="25618" y="77357"/>
                  </a:lnTo>
                  <a:lnTo>
                    <a:pt x="22785" y="81968"/>
                  </a:lnTo>
                  <a:lnTo>
                    <a:pt x="20103" y="86668"/>
                  </a:lnTo>
                  <a:lnTo>
                    <a:pt x="17574" y="91452"/>
                  </a:lnTo>
                  <a:lnTo>
                    <a:pt x="15201" y="96316"/>
                  </a:lnTo>
                  <a:lnTo>
                    <a:pt x="12987" y="101255"/>
                  </a:lnTo>
                  <a:lnTo>
                    <a:pt x="10934" y="106262"/>
                  </a:lnTo>
                  <a:lnTo>
                    <a:pt x="9044" y="111333"/>
                  </a:lnTo>
                  <a:lnTo>
                    <a:pt x="7319" y="116463"/>
                  </a:lnTo>
                  <a:lnTo>
                    <a:pt x="5761" y="121645"/>
                  </a:lnTo>
                  <a:lnTo>
                    <a:pt x="4372" y="126876"/>
                  </a:lnTo>
                  <a:lnTo>
                    <a:pt x="3153" y="132149"/>
                  </a:lnTo>
                  <a:lnTo>
                    <a:pt x="2105" y="137458"/>
                  </a:lnTo>
                  <a:lnTo>
                    <a:pt x="1230" y="142798"/>
                  </a:lnTo>
                  <a:lnTo>
                    <a:pt x="528" y="148165"/>
                  </a:lnTo>
                  <a:lnTo>
                    <a:pt x="0" y="153551"/>
                  </a:lnTo>
                  <a:lnTo>
                    <a:pt x="16661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797349" y="5269756"/>
              <a:ext cx="334300" cy="334334"/>
            </a:xfrm>
            <a:custGeom>
              <a:avLst/>
              <a:pathLst>
                <a:path w="334300" h="334334">
                  <a:moveTo>
                    <a:pt x="539" y="153551"/>
                  </a:moveTo>
                  <a:lnTo>
                    <a:pt x="191" y="158846"/>
                  </a:lnTo>
                  <a:lnTo>
                    <a:pt x="11" y="164150"/>
                  </a:lnTo>
                  <a:lnTo>
                    <a:pt x="0" y="169457"/>
                  </a:lnTo>
                  <a:lnTo>
                    <a:pt x="156" y="174762"/>
                  </a:lnTo>
                  <a:lnTo>
                    <a:pt x="482" y="180059"/>
                  </a:lnTo>
                  <a:lnTo>
                    <a:pt x="975" y="185343"/>
                  </a:lnTo>
                  <a:lnTo>
                    <a:pt x="1636" y="190608"/>
                  </a:lnTo>
                  <a:lnTo>
                    <a:pt x="2463" y="195851"/>
                  </a:lnTo>
                  <a:lnTo>
                    <a:pt x="3457" y="201064"/>
                  </a:lnTo>
                  <a:lnTo>
                    <a:pt x="4615" y="206243"/>
                  </a:lnTo>
                  <a:lnTo>
                    <a:pt x="5937" y="211382"/>
                  </a:lnTo>
                  <a:lnTo>
                    <a:pt x="7422" y="216477"/>
                  </a:lnTo>
                  <a:lnTo>
                    <a:pt x="9068" y="221523"/>
                  </a:lnTo>
                  <a:lnTo>
                    <a:pt x="10873" y="226513"/>
                  </a:lnTo>
                  <a:lnTo>
                    <a:pt x="12835" y="231444"/>
                  </a:lnTo>
                  <a:lnTo>
                    <a:pt x="14953" y="236310"/>
                  </a:lnTo>
                  <a:lnTo>
                    <a:pt x="17225" y="241106"/>
                  </a:lnTo>
                  <a:lnTo>
                    <a:pt x="19647" y="245828"/>
                  </a:lnTo>
                  <a:lnTo>
                    <a:pt x="22219" y="250471"/>
                  </a:lnTo>
                  <a:lnTo>
                    <a:pt x="24936" y="255029"/>
                  </a:lnTo>
                  <a:lnTo>
                    <a:pt x="27797" y="259499"/>
                  </a:lnTo>
                  <a:lnTo>
                    <a:pt x="30798" y="263876"/>
                  </a:lnTo>
                  <a:lnTo>
                    <a:pt x="33936" y="268156"/>
                  </a:lnTo>
                  <a:lnTo>
                    <a:pt x="37209" y="272333"/>
                  </a:lnTo>
                  <a:lnTo>
                    <a:pt x="40613" y="276405"/>
                  </a:lnTo>
                  <a:lnTo>
                    <a:pt x="44144" y="280367"/>
                  </a:lnTo>
                  <a:lnTo>
                    <a:pt x="47799" y="284214"/>
                  </a:lnTo>
                  <a:lnTo>
                    <a:pt x="51575" y="287944"/>
                  </a:lnTo>
                  <a:lnTo>
                    <a:pt x="55467" y="291552"/>
                  </a:lnTo>
                  <a:lnTo>
                    <a:pt x="59471" y="295034"/>
                  </a:lnTo>
                  <a:lnTo>
                    <a:pt x="63584" y="298388"/>
                  </a:lnTo>
                  <a:lnTo>
                    <a:pt x="67802" y="301609"/>
                  </a:lnTo>
                  <a:lnTo>
                    <a:pt x="72120" y="304695"/>
                  </a:lnTo>
                  <a:lnTo>
                    <a:pt x="76533" y="307642"/>
                  </a:lnTo>
                  <a:lnTo>
                    <a:pt x="81038" y="310448"/>
                  </a:lnTo>
                  <a:lnTo>
                    <a:pt x="85629" y="313109"/>
                  </a:lnTo>
                  <a:lnTo>
                    <a:pt x="90303" y="315623"/>
                  </a:lnTo>
                  <a:lnTo>
                    <a:pt x="95054" y="317988"/>
                  </a:lnTo>
                  <a:lnTo>
                    <a:pt x="99878" y="320200"/>
                  </a:lnTo>
                  <a:lnTo>
                    <a:pt x="104769" y="322259"/>
                  </a:lnTo>
                  <a:lnTo>
                    <a:pt x="109724" y="324161"/>
                  </a:lnTo>
                  <a:lnTo>
                    <a:pt x="114736" y="325904"/>
                  </a:lnTo>
                  <a:lnTo>
                    <a:pt x="119801" y="327488"/>
                  </a:lnTo>
                  <a:lnTo>
                    <a:pt x="124914" y="328910"/>
                  </a:lnTo>
                  <a:lnTo>
                    <a:pt x="130069" y="330170"/>
                  </a:lnTo>
                  <a:lnTo>
                    <a:pt x="135262" y="331265"/>
                  </a:lnTo>
                  <a:lnTo>
                    <a:pt x="140487" y="332194"/>
                  </a:lnTo>
                  <a:lnTo>
                    <a:pt x="145739" y="332957"/>
                  </a:lnTo>
                  <a:lnTo>
                    <a:pt x="151012" y="333554"/>
                  </a:lnTo>
                  <a:lnTo>
                    <a:pt x="156302" y="333982"/>
                  </a:lnTo>
                  <a:lnTo>
                    <a:pt x="161603" y="334242"/>
                  </a:lnTo>
                  <a:lnTo>
                    <a:pt x="166909" y="334334"/>
                  </a:lnTo>
                  <a:lnTo>
                    <a:pt x="172215" y="334258"/>
                  </a:lnTo>
                  <a:lnTo>
                    <a:pt x="177517" y="334013"/>
                  </a:lnTo>
                  <a:lnTo>
                    <a:pt x="182808" y="333600"/>
                  </a:lnTo>
                  <a:lnTo>
                    <a:pt x="188083" y="333019"/>
                  </a:lnTo>
                  <a:lnTo>
                    <a:pt x="193337" y="332271"/>
                  </a:lnTo>
                  <a:lnTo>
                    <a:pt x="198564" y="331356"/>
                  </a:lnTo>
                  <a:lnTo>
                    <a:pt x="203760" y="330277"/>
                  </a:lnTo>
                  <a:lnTo>
                    <a:pt x="208919" y="329032"/>
                  </a:lnTo>
                  <a:lnTo>
                    <a:pt x="214036" y="327625"/>
                  </a:lnTo>
                  <a:lnTo>
                    <a:pt x="219106" y="326056"/>
                  </a:lnTo>
                  <a:lnTo>
                    <a:pt x="224123" y="324326"/>
                  </a:lnTo>
                  <a:lnTo>
                    <a:pt x="229083" y="322439"/>
                  </a:lnTo>
                  <a:lnTo>
                    <a:pt x="233981" y="320395"/>
                  </a:lnTo>
                  <a:lnTo>
                    <a:pt x="238811" y="318196"/>
                  </a:lnTo>
                  <a:lnTo>
                    <a:pt x="243569" y="315845"/>
                  </a:lnTo>
                  <a:lnTo>
                    <a:pt x="248250" y="313345"/>
                  </a:lnTo>
                  <a:lnTo>
                    <a:pt x="252849" y="310697"/>
                  </a:lnTo>
                  <a:lnTo>
                    <a:pt x="257362" y="307904"/>
                  </a:lnTo>
                  <a:lnTo>
                    <a:pt x="261784" y="304970"/>
                  </a:lnTo>
                  <a:lnTo>
                    <a:pt x="266110" y="301896"/>
                  </a:lnTo>
                  <a:lnTo>
                    <a:pt x="270337" y="298687"/>
                  </a:lnTo>
                  <a:lnTo>
                    <a:pt x="274460" y="295346"/>
                  </a:lnTo>
                  <a:lnTo>
                    <a:pt x="278475" y="291875"/>
                  </a:lnTo>
                  <a:lnTo>
                    <a:pt x="282377" y="288278"/>
                  </a:lnTo>
                  <a:lnTo>
                    <a:pt x="286163" y="284560"/>
                  </a:lnTo>
                  <a:lnTo>
                    <a:pt x="289830" y="280723"/>
                  </a:lnTo>
                  <a:lnTo>
                    <a:pt x="293373" y="276771"/>
                  </a:lnTo>
                  <a:lnTo>
                    <a:pt x="296788" y="272710"/>
                  </a:lnTo>
                  <a:lnTo>
                    <a:pt x="300073" y="268541"/>
                  </a:lnTo>
                  <a:lnTo>
                    <a:pt x="303224" y="264271"/>
                  </a:lnTo>
                  <a:lnTo>
                    <a:pt x="306238" y="259903"/>
                  </a:lnTo>
                  <a:lnTo>
                    <a:pt x="309111" y="255441"/>
                  </a:lnTo>
                  <a:lnTo>
                    <a:pt x="311842" y="250891"/>
                  </a:lnTo>
                  <a:lnTo>
                    <a:pt x="314426" y="246255"/>
                  </a:lnTo>
                  <a:lnTo>
                    <a:pt x="316863" y="241541"/>
                  </a:lnTo>
                  <a:lnTo>
                    <a:pt x="319148" y="236751"/>
                  </a:lnTo>
                  <a:lnTo>
                    <a:pt x="321280" y="231891"/>
                  </a:lnTo>
                  <a:lnTo>
                    <a:pt x="323257" y="226966"/>
                  </a:lnTo>
                  <a:lnTo>
                    <a:pt x="325077" y="221981"/>
                  </a:lnTo>
                  <a:lnTo>
                    <a:pt x="326737" y="216940"/>
                  </a:lnTo>
                  <a:lnTo>
                    <a:pt x="328236" y="211850"/>
                  </a:lnTo>
                  <a:lnTo>
                    <a:pt x="329574" y="206714"/>
                  </a:lnTo>
                  <a:lnTo>
                    <a:pt x="330747" y="201538"/>
                  </a:lnTo>
                  <a:lnTo>
                    <a:pt x="331756" y="196328"/>
                  </a:lnTo>
                  <a:lnTo>
                    <a:pt x="332598" y="191088"/>
                  </a:lnTo>
                  <a:lnTo>
                    <a:pt x="333274" y="185824"/>
                  </a:lnTo>
                  <a:lnTo>
                    <a:pt x="333783" y="180542"/>
                  </a:lnTo>
                  <a:lnTo>
                    <a:pt x="334123" y="175246"/>
                  </a:lnTo>
                  <a:lnTo>
                    <a:pt x="334296" y="169942"/>
                  </a:lnTo>
                  <a:lnTo>
                    <a:pt x="334300" y="164635"/>
                  </a:lnTo>
                  <a:lnTo>
                    <a:pt x="334135" y="159330"/>
                  </a:lnTo>
                  <a:lnTo>
                    <a:pt x="333802" y="154034"/>
                  </a:lnTo>
                  <a:lnTo>
                    <a:pt x="333301" y="148750"/>
                  </a:lnTo>
                  <a:lnTo>
                    <a:pt x="332633" y="143486"/>
                  </a:lnTo>
                  <a:lnTo>
                    <a:pt x="331798" y="138245"/>
                  </a:lnTo>
                  <a:lnTo>
                    <a:pt x="330797" y="133033"/>
                  </a:lnTo>
                  <a:lnTo>
                    <a:pt x="329631" y="127856"/>
                  </a:lnTo>
                  <a:lnTo>
                    <a:pt x="328301" y="122718"/>
                  </a:lnTo>
                  <a:lnTo>
                    <a:pt x="326809" y="117625"/>
                  </a:lnTo>
                  <a:lnTo>
                    <a:pt x="325156" y="112582"/>
                  </a:lnTo>
                  <a:lnTo>
                    <a:pt x="323344" y="107594"/>
                  </a:lnTo>
                  <a:lnTo>
                    <a:pt x="321374" y="102666"/>
                  </a:lnTo>
                  <a:lnTo>
                    <a:pt x="319249" y="97803"/>
                  </a:lnTo>
                  <a:lnTo>
                    <a:pt x="316970" y="93010"/>
                  </a:lnTo>
                  <a:lnTo>
                    <a:pt x="314541" y="88292"/>
                  </a:lnTo>
                  <a:lnTo>
                    <a:pt x="311963" y="83653"/>
                  </a:lnTo>
                  <a:lnTo>
                    <a:pt x="309239" y="79099"/>
                  </a:lnTo>
                  <a:lnTo>
                    <a:pt x="306372" y="74633"/>
                  </a:lnTo>
                  <a:lnTo>
                    <a:pt x="303364" y="70260"/>
                  </a:lnTo>
                  <a:lnTo>
                    <a:pt x="300220" y="65985"/>
                  </a:lnTo>
                  <a:lnTo>
                    <a:pt x="296941" y="61812"/>
                  </a:lnTo>
                  <a:lnTo>
                    <a:pt x="293531" y="57746"/>
                  </a:lnTo>
                  <a:lnTo>
                    <a:pt x="289994" y="53789"/>
                  </a:lnTo>
                  <a:lnTo>
                    <a:pt x="286333" y="49947"/>
                  </a:lnTo>
                  <a:lnTo>
                    <a:pt x="282553" y="46223"/>
                  </a:lnTo>
                  <a:lnTo>
                    <a:pt x="278655" y="42621"/>
                  </a:lnTo>
                  <a:lnTo>
                    <a:pt x="274646" y="39144"/>
                  </a:lnTo>
                  <a:lnTo>
                    <a:pt x="270528" y="35796"/>
                  </a:lnTo>
                  <a:lnTo>
                    <a:pt x="266306" y="32581"/>
                  </a:lnTo>
                  <a:lnTo>
                    <a:pt x="261984" y="29501"/>
                  </a:lnTo>
                  <a:lnTo>
                    <a:pt x="257566" y="26561"/>
                  </a:lnTo>
                  <a:lnTo>
                    <a:pt x="253057" y="23761"/>
                  </a:lnTo>
                  <a:lnTo>
                    <a:pt x="248462" y="21107"/>
                  </a:lnTo>
                  <a:lnTo>
                    <a:pt x="243784" y="18599"/>
                  </a:lnTo>
                  <a:lnTo>
                    <a:pt x="239030" y="16242"/>
                  </a:lnTo>
                  <a:lnTo>
                    <a:pt x="234203" y="14036"/>
                  </a:lnTo>
                  <a:lnTo>
                    <a:pt x="229308" y="11985"/>
                  </a:lnTo>
                  <a:lnTo>
                    <a:pt x="224351" y="10090"/>
                  </a:lnTo>
                  <a:lnTo>
                    <a:pt x="219336" y="8354"/>
                  </a:lnTo>
                  <a:lnTo>
                    <a:pt x="214269" y="6777"/>
                  </a:lnTo>
                  <a:lnTo>
                    <a:pt x="209154" y="5362"/>
                  </a:lnTo>
                  <a:lnTo>
                    <a:pt x="203997" y="4111"/>
                  </a:lnTo>
                  <a:lnTo>
                    <a:pt x="198802" y="3023"/>
                  </a:lnTo>
                  <a:lnTo>
                    <a:pt x="193576" y="2101"/>
                  </a:lnTo>
                  <a:lnTo>
                    <a:pt x="188323" y="1346"/>
                  </a:lnTo>
                  <a:lnTo>
                    <a:pt x="183049" y="757"/>
                  </a:lnTo>
                  <a:lnTo>
                    <a:pt x="177759" y="336"/>
                  </a:lnTo>
                  <a:lnTo>
                    <a:pt x="172458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59073" y="5399291"/>
              <a:ext cx="27142" cy="167167"/>
            </a:xfrm>
            <a:custGeom>
              <a:avLst/>
              <a:pathLst>
                <a:path w="27142" h="167167">
                  <a:moveTo>
                    <a:pt x="27142" y="0"/>
                  </a:moveTo>
                  <a:lnTo>
                    <a:pt x="20328" y="138"/>
                  </a:lnTo>
                  <a:lnTo>
                    <a:pt x="13525" y="555"/>
                  </a:lnTo>
                  <a:lnTo>
                    <a:pt x="6746" y="1248"/>
                  </a:lnTo>
                  <a:lnTo>
                    <a:pt x="0" y="2218"/>
                  </a:lnTo>
                  <a:lnTo>
                    <a:pt x="2714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59073" y="5401509"/>
              <a:ext cx="27142" cy="164949"/>
            </a:xfrm>
            <a:custGeom>
              <a:avLst/>
              <a:pathLst>
                <a:path w="27142" h="164949">
                  <a:moveTo>
                    <a:pt x="0" y="0"/>
                  </a:moveTo>
                  <a:lnTo>
                    <a:pt x="27142" y="164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59073" y="5401509"/>
              <a:ext cx="27142" cy="164949"/>
            </a:xfrm>
            <a:custGeom>
              <a:avLst/>
              <a:pathLst>
                <a:path w="27142" h="164949">
                  <a:moveTo>
                    <a:pt x="0" y="0"/>
                  </a:moveTo>
                  <a:lnTo>
                    <a:pt x="27142" y="164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59073" y="5401509"/>
              <a:ext cx="27142" cy="164949"/>
            </a:xfrm>
            <a:custGeom>
              <a:avLst/>
              <a:pathLst>
                <a:path w="27142" h="164949">
                  <a:moveTo>
                    <a:pt x="0" y="0"/>
                  </a:moveTo>
                  <a:lnTo>
                    <a:pt x="27142" y="164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59073" y="5401509"/>
              <a:ext cx="27142" cy="164949"/>
            </a:xfrm>
            <a:custGeom>
              <a:avLst/>
              <a:pathLst>
                <a:path w="27142" h="164949">
                  <a:moveTo>
                    <a:pt x="0" y="0"/>
                  </a:moveTo>
                  <a:lnTo>
                    <a:pt x="27142" y="164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59073" y="5401509"/>
              <a:ext cx="27142" cy="164949"/>
            </a:xfrm>
            <a:custGeom>
              <a:avLst/>
              <a:pathLst>
                <a:path w="27142" h="164949">
                  <a:moveTo>
                    <a:pt x="0" y="0"/>
                  </a:moveTo>
                  <a:lnTo>
                    <a:pt x="27142" y="1649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59073" y="5401509"/>
              <a:ext cx="27142" cy="164949"/>
            </a:xfrm>
            <a:custGeom>
              <a:avLst/>
              <a:pathLst>
                <a:path w="27142" h="164949">
                  <a:moveTo>
                    <a:pt x="0" y="0"/>
                  </a:moveTo>
                  <a:lnTo>
                    <a:pt x="27142" y="1649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319066" y="5401509"/>
              <a:ext cx="334308" cy="332116"/>
            </a:xfrm>
            <a:custGeom>
              <a:avLst/>
              <a:pathLst>
                <a:path w="334308" h="332116">
                  <a:moveTo>
                    <a:pt x="140007" y="0"/>
                  </a:moveTo>
                  <a:lnTo>
                    <a:pt x="134799" y="941"/>
                  </a:lnTo>
                  <a:lnTo>
                    <a:pt x="129623" y="2048"/>
                  </a:lnTo>
                  <a:lnTo>
                    <a:pt x="124484" y="3317"/>
                  </a:lnTo>
                  <a:lnTo>
                    <a:pt x="119389" y="4749"/>
                  </a:lnTo>
                  <a:lnTo>
                    <a:pt x="114341" y="6342"/>
                  </a:lnTo>
                  <a:lnTo>
                    <a:pt x="109346" y="8093"/>
                  </a:lnTo>
                  <a:lnTo>
                    <a:pt x="104410" y="10001"/>
                  </a:lnTo>
                  <a:lnTo>
                    <a:pt x="99536" y="12065"/>
                  </a:lnTo>
                  <a:lnTo>
                    <a:pt x="94730" y="14282"/>
                  </a:lnTo>
                  <a:lnTo>
                    <a:pt x="89996" y="16651"/>
                  </a:lnTo>
                  <a:lnTo>
                    <a:pt x="85340" y="19167"/>
                  </a:lnTo>
                  <a:lnTo>
                    <a:pt x="80766" y="21830"/>
                  </a:lnTo>
                  <a:lnTo>
                    <a:pt x="76278" y="24637"/>
                  </a:lnTo>
                  <a:lnTo>
                    <a:pt x="71882" y="27584"/>
                  </a:lnTo>
                  <a:lnTo>
                    <a:pt x="67581" y="30669"/>
                  </a:lnTo>
                  <a:lnTo>
                    <a:pt x="63380" y="33888"/>
                  </a:lnTo>
                  <a:lnTo>
                    <a:pt x="59283" y="37239"/>
                  </a:lnTo>
                  <a:lnTo>
                    <a:pt x="55294" y="40718"/>
                  </a:lnTo>
                  <a:lnTo>
                    <a:pt x="51417" y="44321"/>
                  </a:lnTo>
                  <a:lnTo>
                    <a:pt x="47656" y="48046"/>
                  </a:lnTo>
                  <a:lnTo>
                    <a:pt x="44015" y="51887"/>
                  </a:lnTo>
                  <a:lnTo>
                    <a:pt x="40497" y="55842"/>
                  </a:lnTo>
                  <a:lnTo>
                    <a:pt x="37107" y="59906"/>
                  </a:lnTo>
                  <a:lnTo>
                    <a:pt x="33846" y="64076"/>
                  </a:lnTo>
                  <a:lnTo>
                    <a:pt x="30720" y="68347"/>
                  </a:lnTo>
                  <a:lnTo>
                    <a:pt x="27730" y="72714"/>
                  </a:lnTo>
                  <a:lnTo>
                    <a:pt x="24880" y="77174"/>
                  </a:lnTo>
                  <a:lnTo>
                    <a:pt x="22172" y="81722"/>
                  </a:lnTo>
                  <a:lnTo>
                    <a:pt x="19610" y="86354"/>
                  </a:lnTo>
                  <a:lnTo>
                    <a:pt x="17196" y="91064"/>
                  </a:lnTo>
                  <a:lnTo>
                    <a:pt x="14932" y="95848"/>
                  </a:lnTo>
                  <a:lnTo>
                    <a:pt x="12821" y="100702"/>
                  </a:lnTo>
                  <a:lnTo>
                    <a:pt x="10864" y="105620"/>
                  </a:lnTo>
                  <a:lnTo>
                    <a:pt x="9064" y="110597"/>
                  </a:lnTo>
                  <a:lnTo>
                    <a:pt x="7423" y="115629"/>
                  </a:lnTo>
                  <a:lnTo>
                    <a:pt x="5942" y="120710"/>
                  </a:lnTo>
                  <a:lnTo>
                    <a:pt x="4622" y="125836"/>
                  </a:lnTo>
                  <a:lnTo>
                    <a:pt x="3465" y="131001"/>
                  </a:lnTo>
                  <a:lnTo>
                    <a:pt x="2473" y="136200"/>
                  </a:lnTo>
                  <a:lnTo>
                    <a:pt x="1645" y="141428"/>
                  </a:lnTo>
                  <a:lnTo>
                    <a:pt x="983" y="146679"/>
                  </a:lnTo>
                  <a:lnTo>
                    <a:pt x="488" y="151949"/>
                  </a:lnTo>
                  <a:lnTo>
                    <a:pt x="160" y="157231"/>
                  </a:lnTo>
                  <a:lnTo>
                    <a:pt x="0" y="162522"/>
                  </a:lnTo>
                  <a:lnTo>
                    <a:pt x="6" y="167815"/>
                  </a:lnTo>
                  <a:lnTo>
                    <a:pt x="181" y="173105"/>
                  </a:lnTo>
                  <a:lnTo>
                    <a:pt x="523" y="178386"/>
                  </a:lnTo>
                  <a:lnTo>
                    <a:pt x="1032" y="183655"/>
                  </a:lnTo>
                  <a:lnTo>
                    <a:pt x="1707" y="188904"/>
                  </a:lnTo>
                  <a:lnTo>
                    <a:pt x="2549" y="194130"/>
                  </a:lnTo>
                  <a:lnTo>
                    <a:pt x="3555" y="199326"/>
                  </a:lnTo>
                  <a:lnTo>
                    <a:pt x="4725" y="204488"/>
                  </a:lnTo>
                  <a:lnTo>
                    <a:pt x="6058" y="209610"/>
                  </a:lnTo>
                  <a:lnTo>
                    <a:pt x="7553" y="214688"/>
                  </a:lnTo>
                  <a:lnTo>
                    <a:pt x="9208" y="219715"/>
                  </a:lnTo>
                  <a:lnTo>
                    <a:pt x="11021" y="224688"/>
                  </a:lnTo>
                  <a:lnTo>
                    <a:pt x="12990" y="229601"/>
                  </a:lnTo>
                  <a:lnTo>
                    <a:pt x="15114" y="234449"/>
                  </a:lnTo>
                  <a:lnTo>
                    <a:pt x="17391" y="239227"/>
                  </a:lnTo>
                  <a:lnTo>
                    <a:pt x="19817" y="243931"/>
                  </a:lnTo>
                  <a:lnTo>
                    <a:pt x="22391" y="248556"/>
                  </a:lnTo>
                  <a:lnTo>
                    <a:pt x="25111" y="253096"/>
                  </a:lnTo>
                  <a:lnTo>
                    <a:pt x="27973" y="257549"/>
                  </a:lnTo>
                  <a:lnTo>
                    <a:pt x="30974" y="261909"/>
                  </a:lnTo>
                  <a:lnTo>
                    <a:pt x="34112" y="266171"/>
                  </a:lnTo>
                  <a:lnTo>
                    <a:pt x="37383" y="270332"/>
                  </a:lnTo>
                  <a:lnTo>
                    <a:pt x="40784" y="274387"/>
                  </a:lnTo>
                  <a:lnTo>
                    <a:pt x="44312" y="278333"/>
                  </a:lnTo>
                  <a:lnTo>
                    <a:pt x="47963" y="282165"/>
                  </a:lnTo>
                  <a:lnTo>
                    <a:pt x="51734" y="285879"/>
                  </a:lnTo>
                  <a:lnTo>
                    <a:pt x="55620" y="289473"/>
                  </a:lnTo>
                  <a:lnTo>
                    <a:pt x="59618" y="292941"/>
                  </a:lnTo>
                  <a:lnTo>
                    <a:pt x="63724" y="296281"/>
                  </a:lnTo>
                  <a:lnTo>
                    <a:pt x="67934" y="299489"/>
                  </a:lnTo>
                  <a:lnTo>
                    <a:pt x="72243" y="302563"/>
                  </a:lnTo>
                  <a:lnTo>
                    <a:pt x="76647" y="305499"/>
                  </a:lnTo>
                  <a:lnTo>
                    <a:pt x="81142" y="308293"/>
                  </a:lnTo>
                  <a:lnTo>
                    <a:pt x="85723" y="310944"/>
                  </a:lnTo>
                  <a:lnTo>
                    <a:pt x="90386" y="313449"/>
                  </a:lnTo>
                  <a:lnTo>
                    <a:pt x="95125" y="315805"/>
                  </a:lnTo>
                  <a:lnTo>
                    <a:pt x="99937" y="318009"/>
                  </a:lnTo>
                  <a:lnTo>
                    <a:pt x="104817" y="320060"/>
                  </a:lnTo>
                  <a:lnTo>
                    <a:pt x="109758" y="321956"/>
                  </a:lnTo>
                  <a:lnTo>
                    <a:pt x="114758" y="323694"/>
                  </a:lnTo>
                  <a:lnTo>
                    <a:pt x="119810" y="325273"/>
                  </a:lnTo>
                  <a:lnTo>
                    <a:pt x="124909" y="326691"/>
                  </a:lnTo>
                  <a:lnTo>
                    <a:pt x="130050" y="327948"/>
                  </a:lnTo>
                  <a:lnTo>
                    <a:pt x="135229" y="329040"/>
                  </a:lnTo>
                  <a:lnTo>
                    <a:pt x="140440" y="329969"/>
                  </a:lnTo>
                  <a:lnTo>
                    <a:pt x="145678" y="330731"/>
                  </a:lnTo>
                  <a:lnTo>
                    <a:pt x="150937" y="331328"/>
                  </a:lnTo>
                  <a:lnTo>
                    <a:pt x="156212" y="331758"/>
                  </a:lnTo>
                  <a:lnTo>
                    <a:pt x="161499" y="332021"/>
                  </a:lnTo>
                  <a:lnTo>
                    <a:pt x="166791" y="332116"/>
                  </a:lnTo>
                  <a:lnTo>
                    <a:pt x="172083" y="332043"/>
                  </a:lnTo>
                  <a:lnTo>
                    <a:pt x="177370" y="331803"/>
                  </a:lnTo>
                  <a:lnTo>
                    <a:pt x="182648" y="331396"/>
                  </a:lnTo>
                  <a:lnTo>
                    <a:pt x="187909" y="330822"/>
                  </a:lnTo>
                  <a:lnTo>
                    <a:pt x="193150" y="330082"/>
                  </a:lnTo>
                  <a:lnTo>
                    <a:pt x="198365" y="329176"/>
                  </a:lnTo>
                  <a:lnTo>
                    <a:pt x="203548" y="328105"/>
                  </a:lnTo>
                  <a:lnTo>
                    <a:pt x="208695" y="326871"/>
                  </a:lnTo>
                  <a:lnTo>
                    <a:pt x="213801" y="325475"/>
                  </a:lnTo>
                  <a:lnTo>
                    <a:pt x="218859" y="323917"/>
                  </a:lnTo>
                  <a:lnTo>
                    <a:pt x="223866" y="322201"/>
                  </a:lnTo>
                  <a:lnTo>
                    <a:pt x="228816" y="320326"/>
                  </a:lnTo>
                  <a:lnTo>
                    <a:pt x="233704" y="318296"/>
                  </a:lnTo>
                  <a:lnTo>
                    <a:pt x="238525" y="316112"/>
                  </a:lnTo>
                  <a:lnTo>
                    <a:pt x="243275" y="313777"/>
                  </a:lnTo>
                  <a:lnTo>
                    <a:pt x="247948" y="311292"/>
                  </a:lnTo>
                  <a:lnTo>
                    <a:pt x="252541" y="308661"/>
                  </a:lnTo>
                  <a:lnTo>
                    <a:pt x="257048" y="305886"/>
                  </a:lnTo>
                  <a:lnTo>
                    <a:pt x="261464" y="302969"/>
                  </a:lnTo>
                  <a:lnTo>
                    <a:pt x="265787" y="299914"/>
                  </a:lnTo>
                  <a:lnTo>
                    <a:pt x="270010" y="296724"/>
                  </a:lnTo>
                  <a:lnTo>
                    <a:pt x="274130" y="293401"/>
                  </a:lnTo>
                  <a:lnTo>
                    <a:pt x="278143" y="289950"/>
                  </a:lnTo>
                  <a:lnTo>
                    <a:pt x="282045" y="286374"/>
                  </a:lnTo>
                  <a:lnTo>
                    <a:pt x="285831" y="282675"/>
                  </a:lnTo>
                  <a:lnTo>
                    <a:pt x="289499" y="278859"/>
                  </a:lnTo>
                  <a:lnTo>
                    <a:pt x="293044" y="274929"/>
                  </a:lnTo>
                  <a:lnTo>
                    <a:pt x="296462" y="270888"/>
                  </a:lnTo>
                  <a:lnTo>
                    <a:pt x="299751" y="266741"/>
                  </a:lnTo>
                  <a:lnTo>
                    <a:pt x="302907" y="262492"/>
                  </a:lnTo>
                  <a:lnTo>
                    <a:pt x="305927" y="258145"/>
                  </a:lnTo>
                  <a:lnTo>
                    <a:pt x="308808" y="253705"/>
                  </a:lnTo>
                  <a:lnTo>
                    <a:pt x="311547" y="249176"/>
                  </a:lnTo>
                  <a:lnTo>
                    <a:pt x="314141" y="244563"/>
                  </a:lnTo>
                  <a:lnTo>
                    <a:pt x="316588" y="239869"/>
                  </a:lnTo>
                  <a:lnTo>
                    <a:pt x="318885" y="235101"/>
                  </a:lnTo>
                  <a:lnTo>
                    <a:pt x="321030" y="230262"/>
                  </a:lnTo>
                  <a:lnTo>
                    <a:pt x="323020" y="225358"/>
                  </a:lnTo>
                  <a:lnTo>
                    <a:pt x="324855" y="220393"/>
                  </a:lnTo>
                  <a:lnTo>
                    <a:pt x="326531" y="215372"/>
                  </a:lnTo>
                  <a:lnTo>
                    <a:pt x="328047" y="210301"/>
                  </a:lnTo>
                  <a:lnTo>
                    <a:pt x="329402" y="205185"/>
                  </a:lnTo>
                  <a:lnTo>
                    <a:pt x="330595" y="200028"/>
                  </a:lnTo>
                  <a:lnTo>
                    <a:pt x="331623" y="194836"/>
                  </a:lnTo>
                  <a:lnTo>
                    <a:pt x="332487" y="189614"/>
                  </a:lnTo>
                  <a:lnTo>
                    <a:pt x="333185" y="184367"/>
                  </a:lnTo>
                  <a:lnTo>
                    <a:pt x="333717" y="179101"/>
                  </a:lnTo>
                  <a:lnTo>
                    <a:pt x="334081" y="173821"/>
                  </a:lnTo>
                  <a:lnTo>
                    <a:pt x="334278" y="168532"/>
                  </a:lnTo>
                  <a:lnTo>
                    <a:pt x="334308" y="163239"/>
                  </a:lnTo>
                  <a:lnTo>
                    <a:pt x="334170" y="157948"/>
                  </a:lnTo>
                  <a:lnTo>
                    <a:pt x="333865" y="152664"/>
                  </a:lnTo>
                  <a:lnTo>
                    <a:pt x="333392" y="147392"/>
                  </a:lnTo>
                  <a:lnTo>
                    <a:pt x="332753" y="142138"/>
                  </a:lnTo>
                  <a:lnTo>
                    <a:pt x="331948" y="136907"/>
                  </a:lnTo>
                  <a:lnTo>
                    <a:pt x="330978" y="131704"/>
                  </a:lnTo>
                  <a:lnTo>
                    <a:pt x="329843" y="126534"/>
                  </a:lnTo>
                  <a:lnTo>
                    <a:pt x="328545" y="121403"/>
                  </a:lnTo>
                  <a:lnTo>
                    <a:pt x="327086" y="116315"/>
                  </a:lnTo>
                  <a:lnTo>
                    <a:pt x="325466" y="111276"/>
                  </a:lnTo>
                  <a:lnTo>
                    <a:pt x="323688" y="106291"/>
                  </a:lnTo>
                  <a:lnTo>
                    <a:pt x="321752" y="101365"/>
                  </a:lnTo>
                  <a:lnTo>
                    <a:pt x="319662" y="96502"/>
                  </a:lnTo>
                  <a:lnTo>
                    <a:pt x="317418" y="91708"/>
                  </a:lnTo>
                  <a:lnTo>
                    <a:pt x="315024" y="86988"/>
                  </a:lnTo>
                  <a:lnTo>
                    <a:pt x="312482" y="82345"/>
                  </a:lnTo>
                  <a:lnTo>
                    <a:pt x="309794" y="77786"/>
                  </a:lnTo>
                  <a:lnTo>
                    <a:pt x="306963" y="73313"/>
                  </a:lnTo>
                  <a:lnTo>
                    <a:pt x="303992" y="68933"/>
                  </a:lnTo>
                  <a:lnTo>
                    <a:pt x="300884" y="64649"/>
                  </a:lnTo>
                  <a:lnTo>
                    <a:pt x="297642" y="60466"/>
                  </a:lnTo>
                  <a:lnTo>
                    <a:pt x="294268" y="56387"/>
                  </a:lnTo>
                  <a:lnTo>
                    <a:pt x="290768" y="52417"/>
                  </a:lnTo>
                  <a:lnTo>
                    <a:pt x="287143" y="48560"/>
                  </a:lnTo>
                  <a:lnTo>
                    <a:pt x="283399" y="44819"/>
                  </a:lnTo>
                  <a:lnTo>
                    <a:pt x="279537" y="41199"/>
                  </a:lnTo>
                  <a:lnTo>
                    <a:pt x="275563" y="37703"/>
                  </a:lnTo>
                  <a:lnTo>
                    <a:pt x="271480" y="34335"/>
                  </a:lnTo>
                  <a:lnTo>
                    <a:pt x="267293" y="31097"/>
                  </a:lnTo>
                  <a:lnTo>
                    <a:pt x="263006" y="27994"/>
                  </a:lnTo>
                  <a:lnTo>
                    <a:pt x="258622" y="25028"/>
                  </a:lnTo>
                  <a:lnTo>
                    <a:pt x="254146" y="22203"/>
                  </a:lnTo>
                  <a:lnTo>
                    <a:pt x="249584" y="19520"/>
                  </a:lnTo>
                  <a:lnTo>
                    <a:pt x="244938" y="16983"/>
                  </a:lnTo>
                  <a:lnTo>
                    <a:pt x="240215" y="14595"/>
                  </a:lnTo>
                  <a:lnTo>
                    <a:pt x="235418" y="12357"/>
                  </a:lnTo>
                  <a:lnTo>
                    <a:pt x="230553" y="10272"/>
                  </a:lnTo>
                  <a:lnTo>
                    <a:pt x="225625" y="8342"/>
                  </a:lnTo>
                  <a:lnTo>
                    <a:pt x="220638" y="6570"/>
                  </a:lnTo>
                  <a:lnTo>
                    <a:pt x="215597" y="4956"/>
                  </a:lnTo>
                  <a:lnTo>
                    <a:pt x="210508" y="3502"/>
                  </a:lnTo>
                  <a:lnTo>
                    <a:pt x="205375" y="2210"/>
                  </a:lnTo>
                  <a:lnTo>
                    <a:pt x="200204" y="1082"/>
                  </a:lnTo>
                  <a:lnTo>
                    <a:pt x="194999" y="118"/>
                  </a:lnTo>
                  <a:lnTo>
                    <a:pt x="167149" y="1649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27850" cy="167167"/>
            </a:xfrm>
            <a:custGeom>
              <a:avLst/>
              <a:pathLst>
                <a:path w="27850" h="167167">
                  <a:moveTo>
                    <a:pt x="27850" y="2336"/>
                  </a:moveTo>
                  <a:lnTo>
                    <a:pt x="20930" y="1315"/>
                  </a:lnTo>
                  <a:lnTo>
                    <a:pt x="13973" y="585"/>
                  </a:lnTo>
                  <a:lnTo>
                    <a:pt x="6993" y="14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856378" y="5399291"/>
              <a:ext cx="167165" cy="327058"/>
            </a:xfrm>
            <a:custGeom>
              <a:avLst/>
              <a:pathLst>
                <a:path w="167165" h="327058">
                  <a:moveTo>
                    <a:pt x="167165" y="0"/>
                  </a:moveTo>
                  <a:lnTo>
                    <a:pt x="161822" y="85"/>
                  </a:lnTo>
                  <a:lnTo>
                    <a:pt x="156484" y="341"/>
                  </a:lnTo>
                  <a:lnTo>
                    <a:pt x="151156" y="768"/>
                  </a:lnTo>
                  <a:lnTo>
                    <a:pt x="145845" y="1365"/>
                  </a:lnTo>
                  <a:lnTo>
                    <a:pt x="140556" y="2131"/>
                  </a:lnTo>
                  <a:lnTo>
                    <a:pt x="135294" y="3066"/>
                  </a:lnTo>
                  <a:lnTo>
                    <a:pt x="130065" y="4168"/>
                  </a:lnTo>
                  <a:lnTo>
                    <a:pt x="124873" y="5438"/>
                  </a:lnTo>
                  <a:lnTo>
                    <a:pt x="119725" y="6872"/>
                  </a:lnTo>
                  <a:lnTo>
                    <a:pt x="114625" y="8471"/>
                  </a:lnTo>
                  <a:lnTo>
                    <a:pt x="109579" y="10231"/>
                  </a:lnTo>
                  <a:lnTo>
                    <a:pt x="104592" y="12152"/>
                  </a:lnTo>
                  <a:lnTo>
                    <a:pt x="99669" y="14232"/>
                  </a:lnTo>
                  <a:lnTo>
                    <a:pt x="94815" y="16467"/>
                  </a:lnTo>
                  <a:lnTo>
                    <a:pt x="90035" y="18857"/>
                  </a:lnTo>
                  <a:lnTo>
                    <a:pt x="85333" y="21399"/>
                  </a:lnTo>
                  <a:lnTo>
                    <a:pt x="80715" y="24089"/>
                  </a:lnTo>
                  <a:lnTo>
                    <a:pt x="76186" y="26926"/>
                  </a:lnTo>
                  <a:lnTo>
                    <a:pt x="71749" y="29905"/>
                  </a:lnTo>
                  <a:lnTo>
                    <a:pt x="67410" y="33026"/>
                  </a:lnTo>
                  <a:lnTo>
                    <a:pt x="63173" y="36283"/>
                  </a:lnTo>
                  <a:lnTo>
                    <a:pt x="59043" y="39674"/>
                  </a:lnTo>
                  <a:lnTo>
                    <a:pt x="55023" y="43195"/>
                  </a:lnTo>
                  <a:lnTo>
                    <a:pt x="51117" y="46844"/>
                  </a:lnTo>
                  <a:lnTo>
                    <a:pt x="47330" y="50615"/>
                  </a:lnTo>
                  <a:lnTo>
                    <a:pt x="43666" y="54505"/>
                  </a:lnTo>
                  <a:lnTo>
                    <a:pt x="40127" y="58510"/>
                  </a:lnTo>
                  <a:lnTo>
                    <a:pt x="36719" y="62627"/>
                  </a:lnTo>
                  <a:lnTo>
                    <a:pt x="33444" y="66850"/>
                  </a:lnTo>
                  <a:lnTo>
                    <a:pt x="30305" y="71176"/>
                  </a:lnTo>
                  <a:lnTo>
                    <a:pt x="27307" y="75600"/>
                  </a:lnTo>
                  <a:lnTo>
                    <a:pt x="24451" y="80117"/>
                  </a:lnTo>
                  <a:lnTo>
                    <a:pt x="21742" y="84724"/>
                  </a:lnTo>
                  <a:lnTo>
                    <a:pt x="19181" y="89414"/>
                  </a:lnTo>
                  <a:lnTo>
                    <a:pt x="16771" y="94185"/>
                  </a:lnTo>
                  <a:lnTo>
                    <a:pt x="14515" y="99030"/>
                  </a:lnTo>
                  <a:lnTo>
                    <a:pt x="12415" y="103944"/>
                  </a:lnTo>
                  <a:lnTo>
                    <a:pt x="10473" y="108923"/>
                  </a:lnTo>
                  <a:lnTo>
                    <a:pt x="8691" y="113962"/>
                  </a:lnTo>
                  <a:lnTo>
                    <a:pt x="7071" y="119055"/>
                  </a:lnTo>
                  <a:lnTo>
                    <a:pt x="5615" y="124197"/>
                  </a:lnTo>
                  <a:lnTo>
                    <a:pt x="4324" y="129383"/>
                  </a:lnTo>
                  <a:lnTo>
                    <a:pt x="3199" y="134608"/>
                  </a:lnTo>
                  <a:lnTo>
                    <a:pt x="2242" y="139866"/>
                  </a:lnTo>
                  <a:lnTo>
                    <a:pt x="1454" y="145151"/>
                  </a:lnTo>
                  <a:lnTo>
                    <a:pt x="835" y="150460"/>
                  </a:lnTo>
                  <a:lnTo>
                    <a:pt x="386" y="155785"/>
                  </a:lnTo>
                  <a:lnTo>
                    <a:pt x="107" y="161122"/>
                  </a:lnTo>
                  <a:lnTo>
                    <a:pt x="0" y="166466"/>
                  </a:lnTo>
                  <a:lnTo>
                    <a:pt x="63" y="171810"/>
                  </a:lnTo>
                  <a:lnTo>
                    <a:pt x="296" y="177149"/>
                  </a:lnTo>
                  <a:lnTo>
                    <a:pt x="701" y="182478"/>
                  </a:lnTo>
                  <a:lnTo>
                    <a:pt x="1275" y="187791"/>
                  </a:lnTo>
                  <a:lnTo>
                    <a:pt x="2019" y="193084"/>
                  </a:lnTo>
                  <a:lnTo>
                    <a:pt x="2932" y="198349"/>
                  </a:lnTo>
                  <a:lnTo>
                    <a:pt x="4013" y="203583"/>
                  </a:lnTo>
                  <a:lnTo>
                    <a:pt x="5260" y="208780"/>
                  </a:lnTo>
                  <a:lnTo>
                    <a:pt x="6673" y="213934"/>
                  </a:lnTo>
                  <a:lnTo>
                    <a:pt x="8250" y="219041"/>
                  </a:lnTo>
                  <a:lnTo>
                    <a:pt x="9990" y="224094"/>
                  </a:lnTo>
                  <a:lnTo>
                    <a:pt x="11890" y="229089"/>
                  </a:lnTo>
                  <a:lnTo>
                    <a:pt x="13948" y="234021"/>
                  </a:lnTo>
                  <a:lnTo>
                    <a:pt x="16164" y="238885"/>
                  </a:lnTo>
                  <a:lnTo>
                    <a:pt x="18533" y="243675"/>
                  </a:lnTo>
                  <a:lnTo>
                    <a:pt x="21055" y="248387"/>
                  </a:lnTo>
                  <a:lnTo>
                    <a:pt x="23726" y="253016"/>
                  </a:lnTo>
                  <a:lnTo>
                    <a:pt x="26544" y="257557"/>
                  </a:lnTo>
                  <a:lnTo>
                    <a:pt x="29505" y="262006"/>
                  </a:lnTo>
                  <a:lnTo>
                    <a:pt x="32607" y="266358"/>
                  </a:lnTo>
                  <a:lnTo>
                    <a:pt x="35846" y="270609"/>
                  </a:lnTo>
                  <a:lnTo>
                    <a:pt x="39220" y="274754"/>
                  </a:lnTo>
                  <a:lnTo>
                    <a:pt x="42725" y="278789"/>
                  </a:lnTo>
                  <a:lnTo>
                    <a:pt x="46356" y="282710"/>
                  </a:lnTo>
                  <a:lnTo>
                    <a:pt x="50112" y="286512"/>
                  </a:lnTo>
                  <a:lnTo>
                    <a:pt x="53986" y="290193"/>
                  </a:lnTo>
                  <a:lnTo>
                    <a:pt x="57977" y="293748"/>
                  </a:lnTo>
                  <a:lnTo>
                    <a:pt x="62079" y="297174"/>
                  </a:lnTo>
                  <a:lnTo>
                    <a:pt x="66288" y="300466"/>
                  </a:lnTo>
                  <a:lnTo>
                    <a:pt x="70601" y="303623"/>
                  </a:lnTo>
                  <a:lnTo>
                    <a:pt x="75012" y="306640"/>
                  </a:lnTo>
                  <a:lnTo>
                    <a:pt x="79518" y="309515"/>
                  </a:lnTo>
                  <a:lnTo>
                    <a:pt x="84113" y="312244"/>
                  </a:lnTo>
                  <a:lnTo>
                    <a:pt x="88793" y="314824"/>
                  </a:lnTo>
                  <a:lnTo>
                    <a:pt x="93553" y="317254"/>
                  </a:lnTo>
                  <a:lnTo>
                    <a:pt x="98388" y="319530"/>
                  </a:lnTo>
                  <a:lnTo>
                    <a:pt x="103294" y="321651"/>
                  </a:lnTo>
                  <a:lnTo>
                    <a:pt x="108265" y="323614"/>
                  </a:lnTo>
                  <a:lnTo>
                    <a:pt x="113296" y="325417"/>
                  </a:lnTo>
                  <a:lnTo>
                    <a:pt x="118382" y="327058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974760" y="5566459"/>
              <a:ext cx="48783" cy="159890"/>
            </a:xfrm>
            <a:custGeom>
              <a:avLst/>
              <a:pathLst>
                <a:path w="48783" h="159890">
                  <a:moveTo>
                    <a:pt x="0" y="159890"/>
                  </a:moveTo>
                  <a:lnTo>
                    <a:pt x="487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974760" y="5566459"/>
              <a:ext cx="48783" cy="159890"/>
            </a:xfrm>
            <a:custGeom>
              <a:avLst/>
              <a:pathLst>
                <a:path w="48783" h="159890">
                  <a:moveTo>
                    <a:pt x="0" y="159890"/>
                  </a:moveTo>
                  <a:lnTo>
                    <a:pt x="487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4974760" y="5566459"/>
              <a:ext cx="48783" cy="159890"/>
            </a:xfrm>
            <a:custGeom>
              <a:avLst/>
              <a:pathLst>
                <a:path w="48783" h="159890">
                  <a:moveTo>
                    <a:pt x="0" y="159890"/>
                  </a:moveTo>
                  <a:lnTo>
                    <a:pt x="487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4974760" y="5566459"/>
              <a:ext cx="48783" cy="159890"/>
            </a:xfrm>
            <a:custGeom>
              <a:avLst/>
              <a:pathLst>
                <a:path w="48783" h="159890">
                  <a:moveTo>
                    <a:pt x="0" y="159890"/>
                  </a:moveTo>
                  <a:lnTo>
                    <a:pt x="4878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4974760" y="5566459"/>
              <a:ext cx="48783" cy="159890"/>
            </a:xfrm>
            <a:custGeom>
              <a:avLst/>
              <a:pathLst>
                <a:path w="48783" h="159890">
                  <a:moveTo>
                    <a:pt x="0" y="159890"/>
                  </a:moveTo>
                  <a:lnTo>
                    <a:pt x="4878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4974760" y="5566459"/>
              <a:ext cx="94815" cy="167161"/>
            </a:xfrm>
            <a:custGeom>
              <a:avLst/>
              <a:pathLst>
                <a:path w="94815" h="167161">
                  <a:moveTo>
                    <a:pt x="0" y="159890"/>
                  </a:moveTo>
                  <a:lnTo>
                    <a:pt x="5435" y="161449"/>
                  </a:lnTo>
                  <a:lnTo>
                    <a:pt x="10921" y="162823"/>
                  </a:lnTo>
                  <a:lnTo>
                    <a:pt x="16450" y="164010"/>
                  </a:lnTo>
                  <a:lnTo>
                    <a:pt x="22016" y="165010"/>
                  </a:lnTo>
                  <a:lnTo>
                    <a:pt x="27612" y="165821"/>
                  </a:lnTo>
                  <a:lnTo>
                    <a:pt x="33233" y="166442"/>
                  </a:lnTo>
                  <a:lnTo>
                    <a:pt x="38871" y="166873"/>
                  </a:lnTo>
                  <a:lnTo>
                    <a:pt x="44521" y="167113"/>
                  </a:lnTo>
                  <a:lnTo>
                    <a:pt x="50176" y="167161"/>
                  </a:lnTo>
                  <a:lnTo>
                    <a:pt x="55829" y="167018"/>
                  </a:lnTo>
                  <a:lnTo>
                    <a:pt x="61474" y="166685"/>
                  </a:lnTo>
                  <a:lnTo>
                    <a:pt x="67104" y="166160"/>
                  </a:lnTo>
                  <a:lnTo>
                    <a:pt x="72714" y="165445"/>
                  </a:lnTo>
                  <a:lnTo>
                    <a:pt x="78296" y="164541"/>
                  </a:lnTo>
                  <a:lnTo>
                    <a:pt x="83845" y="163449"/>
                  </a:lnTo>
                  <a:lnTo>
                    <a:pt x="89353" y="162169"/>
                  </a:lnTo>
                  <a:lnTo>
                    <a:pt x="94815" y="160704"/>
                  </a:lnTo>
                  <a:lnTo>
                    <a:pt x="4878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167154" cy="327872"/>
            </a:xfrm>
            <a:custGeom>
              <a:avLst/>
              <a:pathLst>
                <a:path w="167154" h="327872">
                  <a:moveTo>
                    <a:pt x="46031" y="327872"/>
                  </a:moveTo>
                  <a:lnTo>
                    <a:pt x="51118" y="326327"/>
                  </a:lnTo>
                  <a:lnTo>
                    <a:pt x="56154" y="324620"/>
                  </a:lnTo>
                  <a:lnTo>
                    <a:pt x="61133" y="322755"/>
                  </a:lnTo>
                  <a:lnTo>
                    <a:pt x="66050" y="320732"/>
                  </a:lnTo>
                  <a:lnTo>
                    <a:pt x="70900" y="318554"/>
                  </a:lnTo>
                  <a:lnTo>
                    <a:pt x="75679" y="316223"/>
                  </a:lnTo>
                  <a:lnTo>
                    <a:pt x="80381" y="313741"/>
                  </a:lnTo>
                  <a:lnTo>
                    <a:pt x="85001" y="311110"/>
                  </a:lnTo>
                  <a:lnTo>
                    <a:pt x="89536" y="308334"/>
                  </a:lnTo>
                  <a:lnTo>
                    <a:pt x="93980" y="305415"/>
                  </a:lnTo>
                  <a:lnTo>
                    <a:pt x="98329" y="302357"/>
                  </a:lnTo>
                  <a:lnTo>
                    <a:pt x="102578" y="299161"/>
                  </a:lnTo>
                  <a:lnTo>
                    <a:pt x="106724" y="295832"/>
                  </a:lnTo>
                  <a:lnTo>
                    <a:pt x="110762" y="292373"/>
                  </a:lnTo>
                  <a:lnTo>
                    <a:pt x="114688" y="288787"/>
                  </a:lnTo>
                  <a:lnTo>
                    <a:pt x="118497" y="285079"/>
                  </a:lnTo>
                  <a:lnTo>
                    <a:pt x="122187" y="281251"/>
                  </a:lnTo>
                  <a:lnTo>
                    <a:pt x="125754" y="277307"/>
                  </a:lnTo>
                  <a:lnTo>
                    <a:pt x="129193" y="273252"/>
                  </a:lnTo>
                  <a:lnTo>
                    <a:pt x="132501" y="269090"/>
                  </a:lnTo>
                  <a:lnTo>
                    <a:pt x="135675" y="264825"/>
                  </a:lnTo>
                  <a:lnTo>
                    <a:pt x="138712" y="260461"/>
                  </a:lnTo>
                  <a:lnTo>
                    <a:pt x="141609" y="256002"/>
                  </a:lnTo>
                  <a:lnTo>
                    <a:pt x="144362" y="251454"/>
                  </a:lnTo>
                  <a:lnTo>
                    <a:pt x="146970" y="246820"/>
                  </a:lnTo>
                  <a:lnTo>
                    <a:pt x="149429" y="242106"/>
                  </a:lnTo>
                  <a:lnTo>
                    <a:pt x="151736" y="237316"/>
                  </a:lnTo>
                  <a:lnTo>
                    <a:pt x="153890" y="232455"/>
                  </a:lnTo>
                  <a:lnTo>
                    <a:pt x="155889" y="227528"/>
                  </a:lnTo>
                  <a:lnTo>
                    <a:pt x="157730" y="222540"/>
                  </a:lnTo>
                  <a:lnTo>
                    <a:pt x="159411" y="217496"/>
                  </a:lnTo>
                  <a:lnTo>
                    <a:pt x="160931" y="212401"/>
                  </a:lnTo>
                  <a:lnTo>
                    <a:pt x="162288" y="207260"/>
                  </a:lnTo>
                  <a:lnTo>
                    <a:pt x="163481" y="202079"/>
                  </a:lnTo>
                  <a:lnTo>
                    <a:pt x="164508" y="196862"/>
                  </a:lnTo>
                  <a:lnTo>
                    <a:pt x="165369" y="191616"/>
                  </a:lnTo>
                  <a:lnTo>
                    <a:pt x="166063" y="186344"/>
                  </a:lnTo>
                  <a:lnTo>
                    <a:pt x="166589" y="181053"/>
                  </a:lnTo>
                  <a:lnTo>
                    <a:pt x="166947" y="175749"/>
                  </a:lnTo>
                  <a:lnTo>
                    <a:pt x="167135" y="170435"/>
                  </a:lnTo>
                  <a:lnTo>
                    <a:pt x="167154" y="165118"/>
                  </a:lnTo>
                  <a:lnTo>
                    <a:pt x="167005" y="159804"/>
                  </a:lnTo>
                  <a:lnTo>
                    <a:pt x="166686" y="154496"/>
                  </a:lnTo>
                  <a:lnTo>
                    <a:pt x="166199" y="149202"/>
                  </a:lnTo>
                  <a:lnTo>
                    <a:pt x="165543" y="143925"/>
                  </a:lnTo>
                  <a:lnTo>
                    <a:pt x="164721" y="138673"/>
                  </a:lnTo>
                  <a:lnTo>
                    <a:pt x="163731" y="133449"/>
                  </a:lnTo>
                  <a:lnTo>
                    <a:pt x="162576" y="128259"/>
                  </a:lnTo>
                  <a:lnTo>
                    <a:pt x="161256" y="123108"/>
                  </a:lnTo>
                  <a:lnTo>
                    <a:pt x="159774" y="118002"/>
                  </a:lnTo>
                  <a:lnTo>
                    <a:pt x="158129" y="112946"/>
                  </a:lnTo>
                  <a:lnTo>
                    <a:pt x="156325" y="107945"/>
                  </a:lnTo>
                  <a:lnTo>
                    <a:pt x="154363" y="103003"/>
                  </a:lnTo>
                  <a:lnTo>
                    <a:pt x="152244" y="98127"/>
                  </a:lnTo>
                  <a:lnTo>
                    <a:pt x="149971" y="93320"/>
                  </a:lnTo>
                  <a:lnTo>
                    <a:pt x="147547" y="88588"/>
                  </a:lnTo>
                  <a:lnTo>
                    <a:pt x="144974" y="83936"/>
                  </a:lnTo>
                  <a:lnTo>
                    <a:pt x="142253" y="79367"/>
                  </a:lnTo>
                  <a:lnTo>
                    <a:pt x="139389" y="74888"/>
                  </a:lnTo>
                  <a:lnTo>
                    <a:pt x="136384" y="70502"/>
                  </a:lnTo>
                  <a:lnTo>
                    <a:pt x="133241" y="66213"/>
                  </a:lnTo>
                  <a:lnTo>
                    <a:pt x="129963" y="62027"/>
                  </a:lnTo>
                  <a:lnTo>
                    <a:pt x="126554" y="57947"/>
                  </a:lnTo>
                  <a:lnTo>
                    <a:pt x="123016" y="53978"/>
                  </a:lnTo>
                  <a:lnTo>
                    <a:pt x="119355" y="50123"/>
                  </a:lnTo>
                  <a:lnTo>
                    <a:pt x="115572" y="46386"/>
                  </a:lnTo>
                  <a:lnTo>
                    <a:pt x="111673" y="42772"/>
                  </a:lnTo>
                  <a:lnTo>
                    <a:pt x="107660" y="39284"/>
                  </a:lnTo>
                  <a:lnTo>
                    <a:pt x="103539" y="35925"/>
                  </a:lnTo>
                  <a:lnTo>
                    <a:pt x="99313" y="32698"/>
                  </a:lnTo>
                  <a:lnTo>
                    <a:pt x="94986" y="29608"/>
                  </a:lnTo>
                  <a:lnTo>
                    <a:pt x="90564" y="26657"/>
                  </a:lnTo>
                  <a:lnTo>
                    <a:pt x="86049" y="23848"/>
                  </a:lnTo>
                  <a:lnTo>
                    <a:pt x="81448" y="21184"/>
                  </a:lnTo>
                  <a:lnTo>
                    <a:pt x="76764" y="18667"/>
                  </a:lnTo>
                  <a:lnTo>
                    <a:pt x="72003" y="16301"/>
                  </a:lnTo>
                  <a:lnTo>
                    <a:pt x="67169" y="14088"/>
                  </a:lnTo>
                  <a:lnTo>
                    <a:pt x="62267" y="12029"/>
                  </a:lnTo>
                  <a:lnTo>
                    <a:pt x="57301" y="10127"/>
                  </a:lnTo>
                  <a:lnTo>
                    <a:pt x="52278" y="8384"/>
                  </a:lnTo>
                  <a:lnTo>
                    <a:pt x="47202" y="6802"/>
                  </a:lnTo>
                  <a:lnTo>
                    <a:pt x="42079" y="5382"/>
                  </a:lnTo>
                  <a:lnTo>
                    <a:pt x="36912" y="4126"/>
                  </a:lnTo>
                  <a:lnTo>
                    <a:pt x="31709" y="3034"/>
                  </a:lnTo>
                  <a:lnTo>
                    <a:pt x="26473" y="2109"/>
                  </a:lnTo>
                  <a:lnTo>
                    <a:pt x="21211" y="1351"/>
                  </a:lnTo>
                  <a:lnTo>
                    <a:pt x="15927" y="760"/>
                  </a:lnTo>
                  <a:lnTo>
                    <a:pt x="10627" y="338"/>
                  </a:lnTo>
                  <a:lnTo>
                    <a:pt x="5316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411122" y="5269756"/>
              <a:ext cx="134136" cy="167167"/>
            </a:xfrm>
            <a:custGeom>
              <a:avLst/>
              <a:pathLst>
                <a:path w="134136" h="167167">
                  <a:moveTo>
                    <a:pt x="134136" y="0"/>
                  </a:moveTo>
                  <a:lnTo>
                    <a:pt x="128577" y="92"/>
                  </a:lnTo>
                  <a:lnTo>
                    <a:pt x="123024" y="369"/>
                  </a:lnTo>
                  <a:lnTo>
                    <a:pt x="117483" y="831"/>
                  </a:lnTo>
                  <a:lnTo>
                    <a:pt x="111961" y="1477"/>
                  </a:lnTo>
                  <a:lnTo>
                    <a:pt x="106463" y="2306"/>
                  </a:lnTo>
                  <a:lnTo>
                    <a:pt x="100996" y="3317"/>
                  </a:lnTo>
                  <a:lnTo>
                    <a:pt x="95565" y="4510"/>
                  </a:lnTo>
                  <a:lnTo>
                    <a:pt x="90177" y="5883"/>
                  </a:lnTo>
                  <a:lnTo>
                    <a:pt x="84838" y="7434"/>
                  </a:lnTo>
                  <a:lnTo>
                    <a:pt x="79553" y="9162"/>
                  </a:lnTo>
                  <a:lnTo>
                    <a:pt x="74329" y="11064"/>
                  </a:lnTo>
                  <a:lnTo>
                    <a:pt x="69171" y="13139"/>
                  </a:lnTo>
                  <a:lnTo>
                    <a:pt x="64085" y="15385"/>
                  </a:lnTo>
                  <a:lnTo>
                    <a:pt x="59076" y="17799"/>
                  </a:lnTo>
                  <a:lnTo>
                    <a:pt x="54150" y="20377"/>
                  </a:lnTo>
                  <a:lnTo>
                    <a:pt x="49313" y="23118"/>
                  </a:lnTo>
                  <a:lnTo>
                    <a:pt x="44569" y="26019"/>
                  </a:lnTo>
                  <a:lnTo>
                    <a:pt x="39925" y="29076"/>
                  </a:lnTo>
                  <a:lnTo>
                    <a:pt x="35385" y="32285"/>
                  </a:lnTo>
                  <a:lnTo>
                    <a:pt x="30954" y="35644"/>
                  </a:lnTo>
                  <a:lnTo>
                    <a:pt x="26637" y="39148"/>
                  </a:lnTo>
                  <a:lnTo>
                    <a:pt x="22439" y="42793"/>
                  </a:lnTo>
                  <a:lnTo>
                    <a:pt x="18365" y="46577"/>
                  </a:lnTo>
                  <a:lnTo>
                    <a:pt x="14419" y="50493"/>
                  </a:lnTo>
                  <a:lnTo>
                    <a:pt x="10605" y="54539"/>
                  </a:lnTo>
                  <a:lnTo>
                    <a:pt x="6928" y="58710"/>
                  </a:lnTo>
                  <a:lnTo>
                    <a:pt x="3391" y="63000"/>
                  </a:lnTo>
                  <a:lnTo>
                    <a:pt x="0" y="67405"/>
                  </a:lnTo>
                  <a:lnTo>
                    <a:pt x="13413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411122" y="5337162"/>
              <a:ext cx="134136" cy="99761"/>
            </a:xfrm>
            <a:custGeom>
              <a:avLst/>
              <a:pathLst>
                <a:path w="134136" h="99761">
                  <a:moveTo>
                    <a:pt x="0" y="0"/>
                  </a:moveTo>
                  <a:lnTo>
                    <a:pt x="134136" y="997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411122" y="5337162"/>
              <a:ext cx="134136" cy="99761"/>
            </a:xfrm>
            <a:custGeom>
              <a:avLst/>
              <a:pathLst>
                <a:path w="134136" h="99761">
                  <a:moveTo>
                    <a:pt x="0" y="0"/>
                  </a:moveTo>
                  <a:lnTo>
                    <a:pt x="134136" y="997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411122" y="5337162"/>
              <a:ext cx="134136" cy="99761"/>
            </a:xfrm>
            <a:custGeom>
              <a:avLst/>
              <a:pathLst>
                <a:path w="134136" h="99761">
                  <a:moveTo>
                    <a:pt x="0" y="0"/>
                  </a:moveTo>
                  <a:lnTo>
                    <a:pt x="134136" y="997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411122" y="5337162"/>
              <a:ext cx="134136" cy="99761"/>
            </a:xfrm>
            <a:custGeom>
              <a:avLst/>
              <a:pathLst>
                <a:path w="134136" h="99761">
                  <a:moveTo>
                    <a:pt x="0" y="0"/>
                  </a:moveTo>
                  <a:lnTo>
                    <a:pt x="134136" y="997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389872" y="5337162"/>
              <a:ext cx="155386" cy="99761"/>
            </a:xfrm>
            <a:custGeom>
              <a:avLst/>
              <a:pathLst>
                <a:path w="155386" h="99761">
                  <a:moveTo>
                    <a:pt x="21249" y="0"/>
                  </a:moveTo>
                  <a:lnTo>
                    <a:pt x="17613" y="5085"/>
                  </a:lnTo>
                  <a:lnTo>
                    <a:pt x="14169" y="10302"/>
                  </a:lnTo>
                  <a:lnTo>
                    <a:pt x="10923" y="15645"/>
                  </a:lnTo>
                  <a:lnTo>
                    <a:pt x="7879" y="21106"/>
                  </a:lnTo>
                  <a:lnTo>
                    <a:pt x="5041" y="26676"/>
                  </a:lnTo>
                  <a:lnTo>
                    <a:pt x="2413" y="32349"/>
                  </a:lnTo>
                  <a:lnTo>
                    <a:pt x="0" y="38116"/>
                  </a:lnTo>
                  <a:lnTo>
                    <a:pt x="155386" y="997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378091" y="5269756"/>
              <a:ext cx="334326" cy="334323"/>
            </a:xfrm>
            <a:custGeom>
              <a:avLst/>
              <a:pathLst>
                <a:path w="334326" h="334323">
                  <a:moveTo>
                    <a:pt x="11781" y="105522"/>
                  </a:moveTo>
                  <a:lnTo>
                    <a:pt x="9910" y="110464"/>
                  </a:lnTo>
                  <a:lnTo>
                    <a:pt x="8196" y="115464"/>
                  </a:lnTo>
                  <a:lnTo>
                    <a:pt x="6641" y="120515"/>
                  </a:lnTo>
                  <a:lnTo>
                    <a:pt x="5247" y="125612"/>
                  </a:lnTo>
                  <a:lnTo>
                    <a:pt x="4014" y="130751"/>
                  </a:lnTo>
                  <a:lnTo>
                    <a:pt x="2944" y="135927"/>
                  </a:lnTo>
                  <a:lnTo>
                    <a:pt x="2039" y="141133"/>
                  </a:lnTo>
                  <a:lnTo>
                    <a:pt x="1298" y="146366"/>
                  </a:lnTo>
                  <a:lnTo>
                    <a:pt x="724" y="151619"/>
                  </a:lnTo>
                  <a:lnTo>
                    <a:pt x="316" y="156889"/>
                  </a:lnTo>
                  <a:lnTo>
                    <a:pt x="74" y="162168"/>
                  </a:lnTo>
                  <a:lnTo>
                    <a:pt x="0" y="167452"/>
                  </a:lnTo>
                  <a:lnTo>
                    <a:pt x="92" y="172736"/>
                  </a:lnTo>
                  <a:lnTo>
                    <a:pt x="352" y="178015"/>
                  </a:lnTo>
                  <a:lnTo>
                    <a:pt x="778" y="183282"/>
                  </a:lnTo>
                  <a:lnTo>
                    <a:pt x="1370" y="188534"/>
                  </a:lnTo>
                  <a:lnTo>
                    <a:pt x="2129" y="193764"/>
                  </a:lnTo>
                  <a:lnTo>
                    <a:pt x="3052" y="198967"/>
                  </a:lnTo>
                  <a:lnTo>
                    <a:pt x="4139" y="204139"/>
                  </a:lnTo>
                  <a:lnTo>
                    <a:pt x="5389" y="209274"/>
                  </a:lnTo>
                  <a:lnTo>
                    <a:pt x="6801" y="214367"/>
                  </a:lnTo>
                  <a:lnTo>
                    <a:pt x="8373" y="219412"/>
                  </a:lnTo>
                  <a:lnTo>
                    <a:pt x="10104" y="224406"/>
                  </a:lnTo>
                  <a:lnTo>
                    <a:pt x="11992" y="229342"/>
                  </a:lnTo>
                  <a:lnTo>
                    <a:pt x="14035" y="234216"/>
                  </a:lnTo>
                  <a:lnTo>
                    <a:pt x="16231" y="239023"/>
                  </a:lnTo>
                  <a:lnTo>
                    <a:pt x="18578" y="243758"/>
                  </a:lnTo>
                  <a:lnTo>
                    <a:pt x="21073" y="248417"/>
                  </a:lnTo>
                  <a:lnTo>
                    <a:pt x="23714" y="252994"/>
                  </a:lnTo>
                  <a:lnTo>
                    <a:pt x="26499" y="257486"/>
                  </a:lnTo>
                  <a:lnTo>
                    <a:pt x="29424" y="261887"/>
                  </a:lnTo>
                  <a:lnTo>
                    <a:pt x="32487" y="266194"/>
                  </a:lnTo>
                  <a:lnTo>
                    <a:pt x="35685" y="270402"/>
                  </a:lnTo>
                  <a:lnTo>
                    <a:pt x="39014" y="274506"/>
                  </a:lnTo>
                  <a:lnTo>
                    <a:pt x="42471" y="278504"/>
                  </a:lnTo>
                  <a:lnTo>
                    <a:pt x="46052" y="282390"/>
                  </a:lnTo>
                  <a:lnTo>
                    <a:pt x="49755" y="286160"/>
                  </a:lnTo>
                  <a:lnTo>
                    <a:pt x="53575" y="289812"/>
                  </a:lnTo>
                  <a:lnTo>
                    <a:pt x="57509" y="293342"/>
                  </a:lnTo>
                  <a:lnTo>
                    <a:pt x="61552" y="296745"/>
                  </a:lnTo>
                  <a:lnTo>
                    <a:pt x="65701" y="300019"/>
                  </a:lnTo>
                  <a:lnTo>
                    <a:pt x="69951" y="303160"/>
                  </a:lnTo>
                  <a:lnTo>
                    <a:pt x="74298" y="306165"/>
                  </a:lnTo>
                  <a:lnTo>
                    <a:pt x="78738" y="309031"/>
                  </a:lnTo>
                  <a:lnTo>
                    <a:pt x="83267" y="311755"/>
                  </a:lnTo>
                  <a:lnTo>
                    <a:pt x="87879" y="314335"/>
                  </a:lnTo>
                  <a:lnTo>
                    <a:pt x="92571" y="316768"/>
                  </a:lnTo>
                  <a:lnTo>
                    <a:pt x="97337" y="319051"/>
                  </a:lnTo>
                  <a:lnTo>
                    <a:pt x="102173" y="321182"/>
                  </a:lnTo>
                  <a:lnTo>
                    <a:pt x="107074" y="323160"/>
                  </a:lnTo>
                  <a:lnTo>
                    <a:pt x="112035" y="324981"/>
                  </a:lnTo>
                  <a:lnTo>
                    <a:pt x="117051" y="326645"/>
                  </a:lnTo>
                  <a:lnTo>
                    <a:pt x="122117" y="328150"/>
                  </a:lnTo>
                  <a:lnTo>
                    <a:pt x="127228" y="329493"/>
                  </a:lnTo>
                  <a:lnTo>
                    <a:pt x="132379" y="330675"/>
                  </a:lnTo>
                  <a:lnTo>
                    <a:pt x="137565" y="331693"/>
                  </a:lnTo>
                  <a:lnTo>
                    <a:pt x="142781" y="332546"/>
                  </a:lnTo>
                  <a:lnTo>
                    <a:pt x="148020" y="333234"/>
                  </a:lnTo>
                  <a:lnTo>
                    <a:pt x="153279" y="333757"/>
                  </a:lnTo>
                  <a:lnTo>
                    <a:pt x="158552" y="334112"/>
                  </a:lnTo>
                  <a:lnTo>
                    <a:pt x="163834" y="334301"/>
                  </a:lnTo>
                  <a:lnTo>
                    <a:pt x="169118" y="334323"/>
                  </a:lnTo>
                  <a:lnTo>
                    <a:pt x="174401" y="334178"/>
                  </a:lnTo>
                  <a:lnTo>
                    <a:pt x="179677" y="333866"/>
                  </a:lnTo>
                  <a:lnTo>
                    <a:pt x="184940" y="333387"/>
                  </a:lnTo>
                  <a:lnTo>
                    <a:pt x="190185" y="332742"/>
                  </a:lnTo>
                  <a:lnTo>
                    <a:pt x="195408" y="331932"/>
                  </a:lnTo>
                  <a:lnTo>
                    <a:pt x="200602" y="330957"/>
                  </a:lnTo>
                  <a:lnTo>
                    <a:pt x="205762" y="329818"/>
                  </a:lnTo>
                  <a:lnTo>
                    <a:pt x="210885" y="328517"/>
                  </a:lnTo>
                  <a:lnTo>
                    <a:pt x="215963" y="327054"/>
                  </a:lnTo>
                  <a:lnTo>
                    <a:pt x="220993" y="325432"/>
                  </a:lnTo>
                  <a:lnTo>
                    <a:pt x="225969" y="323651"/>
                  </a:lnTo>
                  <a:lnTo>
                    <a:pt x="230886" y="321714"/>
                  </a:lnTo>
                  <a:lnTo>
                    <a:pt x="235739" y="319623"/>
                  </a:lnTo>
                  <a:lnTo>
                    <a:pt x="240524" y="317379"/>
                  </a:lnTo>
                  <a:lnTo>
                    <a:pt x="245235" y="314985"/>
                  </a:lnTo>
                  <a:lnTo>
                    <a:pt x="249869" y="312444"/>
                  </a:lnTo>
                  <a:lnTo>
                    <a:pt x="254420" y="309757"/>
                  </a:lnTo>
                  <a:lnTo>
                    <a:pt x="258884" y="306927"/>
                  </a:lnTo>
                  <a:lnTo>
                    <a:pt x="263256" y="303958"/>
                  </a:lnTo>
                  <a:lnTo>
                    <a:pt x="267531" y="300853"/>
                  </a:lnTo>
                  <a:lnTo>
                    <a:pt x="271707" y="297613"/>
                  </a:lnTo>
                  <a:lnTo>
                    <a:pt x="275778" y="294244"/>
                  </a:lnTo>
                  <a:lnTo>
                    <a:pt x="279741" y="290747"/>
                  </a:lnTo>
                  <a:lnTo>
                    <a:pt x="283591" y="287127"/>
                  </a:lnTo>
                  <a:lnTo>
                    <a:pt x="287325" y="283386"/>
                  </a:lnTo>
                  <a:lnTo>
                    <a:pt x="290938" y="279530"/>
                  </a:lnTo>
                  <a:lnTo>
                    <a:pt x="294428" y="275562"/>
                  </a:lnTo>
                  <a:lnTo>
                    <a:pt x="297791" y="271485"/>
                  </a:lnTo>
                  <a:lnTo>
                    <a:pt x="301023" y="267304"/>
                  </a:lnTo>
                  <a:lnTo>
                    <a:pt x="304122" y="263022"/>
                  </a:lnTo>
                  <a:lnTo>
                    <a:pt x="307083" y="258645"/>
                  </a:lnTo>
                  <a:lnTo>
                    <a:pt x="309905" y="254177"/>
                  </a:lnTo>
                  <a:lnTo>
                    <a:pt x="312584" y="249621"/>
                  </a:lnTo>
                  <a:lnTo>
                    <a:pt x="315118" y="244983"/>
                  </a:lnTo>
                  <a:lnTo>
                    <a:pt x="317504" y="240268"/>
                  </a:lnTo>
                  <a:lnTo>
                    <a:pt x="319739" y="235479"/>
                  </a:lnTo>
                  <a:lnTo>
                    <a:pt x="321822" y="230622"/>
                  </a:lnTo>
                  <a:lnTo>
                    <a:pt x="323751" y="225702"/>
                  </a:lnTo>
                  <a:lnTo>
                    <a:pt x="325523" y="220723"/>
                  </a:lnTo>
                  <a:lnTo>
                    <a:pt x="327137" y="215690"/>
                  </a:lnTo>
                  <a:lnTo>
                    <a:pt x="328591" y="210610"/>
                  </a:lnTo>
                  <a:lnTo>
                    <a:pt x="329883" y="205485"/>
                  </a:lnTo>
                  <a:lnTo>
                    <a:pt x="331013" y="200323"/>
                  </a:lnTo>
                  <a:lnTo>
                    <a:pt x="331979" y="195127"/>
                  </a:lnTo>
                  <a:lnTo>
                    <a:pt x="332781" y="189903"/>
                  </a:lnTo>
                  <a:lnTo>
                    <a:pt x="333417" y="184657"/>
                  </a:lnTo>
                  <a:lnTo>
                    <a:pt x="333886" y="179393"/>
                  </a:lnTo>
                  <a:lnTo>
                    <a:pt x="334190" y="174117"/>
                  </a:lnTo>
                  <a:lnTo>
                    <a:pt x="334326" y="168834"/>
                  </a:lnTo>
                  <a:lnTo>
                    <a:pt x="334295" y="163549"/>
                  </a:lnTo>
                  <a:lnTo>
                    <a:pt x="334097" y="158268"/>
                  </a:lnTo>
                  <a:lnTo>
                    <a:pt x="333732" y="152995"/>
                  </a:lnTo>
                  <a:lnTo>
                    <a:pt x="333201" y="147737"/>
                  </a:lnTo>
                  <a:lnTo>
                    <a:pt x="332504" y="142499"/>
                  </a:lnTo>
                  <a:lnTo>
                    <a:pt x="331642" y="137285"/>
                  </a:lnTo>
                  <a:lnTo>
                    <a:pt x="330615" y="132101"/>
                  </a:lnTo>
                  <a:lnTo>
                    <a:pt x="329425" y="126952"/>
                  </a:lnTo>
                  <a:lnTo>
                    <a:pt x="328072" y="121843"/>
                  </a:lnTo>
                  <a:lnTo>
                    <a:pt x="326559" y="116779"/>
                  </a:lnTo>
                  <a:lnTo>
                    <a:pt x="324887" y="111766"/>
                  </a:lnTo>
                  <a:lnTo>
                    <a:pt x="323057" y="106808"/>
                  </a:lnTo>
                  <a:lnTo>
                    <a:pt x="321071" y="101910"/>
                  </a:lnTo>
                  <a:lnTo>
                    <a:pt x="318931" y="97078"/>
                  </a:lnTo>
                  <a:lnTo>
                    <a:pt x="316640" y="92316"/>
                  </a:lnTo>
                  <a:lnTo>
                    <a:pt x="314199" y="87628"/>
                  </a:lnTo>
                  <a:lnTo>
                    <a:pt x="311612" y="83020"/>
                  </a:lnTo>
                  <a:lnTo>
                    <a:pt x="308879" y="78497"/>
                  </a:lnTo>
                  <a:lnTo>
                    <a:pt x="306006" y="74061"/>
                  </a:lnTo>
                  <a:lnTo>
                    <a:pt x="302993" y="69719"/>
                  </a:lnTo>
                  <a:lnTo>
                    <a:pt x="299845" y="65474"/>
                  </a:lnTo>
                  <a:lnTo>
                    <a:pt x="296564" y="61331"/>
                  </a:lnTo>
                  <a:lnTo>
                    <a:pt x="293154" y="57294"/>
                  </a:lnTo>
                  <a:lnTo>
                    <a:pt x="289618" y="53366"/>
                  </a:lnTo>
                  <a:lnTo>
                    <a:pt x="285960" y="49552"/>
                  </a:lnTo>
                  <a:lnTo>
                    <a:pt x="282183" y="45856"/>
                  </a:lnTo>
                  <a:lnTo>
                    <a:pt x="278290" y="42281"/>
                  </a:lnTo>
                  <a:lnTo>
                    <a:pt x="274287" y="38831"/>
                  </a:lnTo>
                  <a:lnTo>
                    <a:pt x="270177" y="35509"/>
                  </a:lnTo>
                  <a:lnTo>
                    <a:pt x="265964" y="32319"/>
                  </a:lnTo>
                  <a:lnTo>
                    <a:pt x="261652" y="29263"/>
                  </a:lnTo>
                  <a:lnTo>
                    <a:pt x="257245" y="26345"/>
                  </a:lnTo>
                  <a:lnTo>
                    <a:pt x="252749" y="23568"/>
                  </a:lnTo>
                  <a:lnTo>
                    <a:pt x="248167" y="20935"/>
                  </a:lnTo>
                  <a:lnTo>
                    <a:pt x="243504" y="18447"/>
                  </a:lnTo>
                  <a:lnTo>
                    <a:pt x="238765" y="16109"/>
                  </a:lnTo>
                  <a:lnTo>
                    <a:pt x="233954" y="13921"/>
                  </a:lnTo>
                  <a:lnTo>
                    <a:pt x="229077" y="11886"/>
                  </a:lnTo>
                  <a:lnTo>
                    <a:pt x="224137" y="10007"/>
                  </a:lnTo>
                  <a:lnTo>
                    <a:pt x="219141" y="8285"/>
                  </a:lnTo>
                  <a:lnTo>
                    <a:pt x="214093" y="6721"/>
                  </a:lnTo>
                  <a:lnTo>
                    <a:pt x="208998" y="5318"/>
                  </a:lnTo>
                  <a:lnTo>
                    <a:pt x="203861" y="4076"/>
                  </a:lnTo>
                  <a:lnTo>
                    <a:pt x="198687" y="2998"/>
                  </a:lnTo>
                  <a:lnTo>
                    <a:pt x="193482" y="2084"/>
                  </a:lnTo>
                  <a:lnTo>
                    <a:pt x="188251" y="1334"/>
                  </a:lnTo>
                  <a:lnTo>
                    <a:pt x="182998" y="751"/>
                  </a:lnTo>
                  <a:lnTo>
                    <a:pt x="177730" y="334"/>
                  </a:lnTo>
                  <a:lnTo>
                    <a:pt x="172451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855974" y="5018213"/>
              <a:ext cx="165064" cy="167167"/>
            </a:xfrm>
            <a:custGeom>
              <a:avLst/>
              <a:pathLst>
                <a:path w="165064" h="167167">
                  <a:moveTo>
                    <a:pt x="165064" y="0"/>
                  </a:moveTo>
                  <a:lnTo>
                    <a:pt x="159575" y="90"/>
                  </a:lnTo>
                  <a:lnTo>
                    <a:pt x="154093" y="360"/>
                  </a:lnTo>
                  <a:lnTo>
                    <a:pt x="148622" y="810"/>
                  </a:lnTo>
                  <a:lnTo>
                    <a:pt x="143170" y="1439"/>
                  </a:lnTo>
                  <a:lnTo>
                    <a:pt x="137740" y="2248"/>
                  </a:lnTo>
                  <a:lnTo>
                    <a:pt x="132340" y="3234"/>
                  </a:lnTo>
                  <a:lnTo>
                    <a:pt x="126976" y="4396"/>
                  </a:lnTo>
                  <a:lnTo>
                    <a:pt x="121653" y="5735"/>
                  </a:lnTo>
                  <a:lnTo>
                    <a:pt x="116376" y="7247"/>
                  </a:lnTo>
                  <a:lnTo>
                    <a:pt x="111152" y="8931"/>
                  </a:lnTo>
                  <a:lnTo>
                    <a:pt x="105986" y="10787"/>
                  </a:lnTo>
                  <a:lnTo>
                    <a:pt x="100883" y="12811"/>
                  </a:lnTo>
                  <a:lnTo>
                    <a:pt x="95850" y="15001"/>
                  </a:lnTo>
                  <a:lnTo>
                    <a:pt x="90892" y="17355"/>
                  </a:lnTo>
                  <a:lnTo>
                    <a:pt x="86013" y="19871"/>
                  </a:lnTo>
                  <a:lnTo>
                    <a:pt x="81220" y="22546"/>
                  </a:lnTo>
                  <a:lnTo>
                    <a:pt x="76517" y="25377"/>
                  </a:lnTo>
                  <a:lnTo>
                    <a:pt x="71910" y="28360"/>
                  </a:lnTo>
                  <a:lnTo>
                    <a:pt x="67403" y="31493"/>
                  </a:lnTo>
                  <a:lnTo>
                    <a:pt x="63001" y="34773"/>
                  </a:lnTo>
                  <a:lnTo>
                    <a:pt x="58709" y="38195"/>
                  </a:lnTo>
                  <a:lnTo>
                    <a:pt x="54532" y="41756"/>
                  </a:lnTo>
                  <a:lnTo>
                    <a:pt x="50475" y="45453"/>
                  </a:lnTo>
                  <a:lnTo>
                    <a:pt x="46540" y="49281"/>
                  </a:lnTo>
                  <a:lnTo>
                    <a:pt x="42734" y="53236"/>
                  </a:lnTo>
                  <a:lnTo>
                    <a:pt x="39059" y="57313"/>
                  </a:lnTo>
                  <a:lnTo>
                    <a:pt x="35521" y="61509"/>
                  </a:lnTo>
                  <a:lnTo>
                    <a:pt x="32122" y="65819"/>
                  </a:lnTo>
                  <a:lnTo>
                    <a:pt x="28866" y="70239"/>
                  </a:lnTo>
                  <a:lnTo>
                    <a:pt x="25757" y="74762"/>
                  </a:lnTo>
                  <a:lnTo>
                    <a:pt x="22798" y="79386"/>
                  </a:lnTo>
                  <a:lnTo>
                    <a:pt x="19993" y="84104"/>
                  </a:lnTo>
                  <a:lnTo>
                    <a:pt x="17344" y="88912"/>
                  </a:lnTo>
                  <a:lnTo>
                    <a:pt x="14855" y="93804"/>
                  </a:lnTo>
                  <a:lnTo>
                    <a:pt x="12527" y="98775"/>
                  </a:lnTo>
                  <a:lnTo>
                    <a:pt x="10364" y="103820"/>
                  </a:lnTo>
                  <a:lnTo>
                    <a:pt x="8367" y="108933"/>
                  </a:lnTo>
                  <a:lnTo>
                    <a:pt x="6540" y="114109"/>
                  </a:lnTo>
                  <a:lnTo>
                    <a:pt x="4883" y="119342"/>
                  </a:lnTo>
                  <a:lnTo>
                    <a:pt x="3400" y="124626"/>
                  </a:lnTo>
                  <a:lnTo>
                    <a:pt x="2090" y="129957"/>
                  </a:lnTo>
                  <a:lnTo>
                    <a:pt x="956" y="135328"/>
                  </a:lnTo>
                  <a:lnTo>
                    <a:pt x="0" y="140733"/>
                  </a:lnTo>
                  <a:lnTo>
                    <a:pt x="1650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855974" y="5158946"/>
              <a:ext cx="165064" cy="26434"/>
            </a:xfrm>
            <a:custGeom>
              <a:avLst/>
              <a:pathLst>
                <a:path w="165064" h="26434">
                  <a:moveTo>
                    <a:pt x="0" y="0"/>
                  </a:moveTo>
                  <a:lnTo>
                    <a:pt x="165064" y="264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5855974" y="5158946"/>
              <a:ext cx="165064" cy="26434"/>
            </a:xfrm>
            <a:custGeom>
              <a:avLst/>
              <a:pathLst>
                <a:path w="165064" h="26434">
                  <a:moveTo>
                    <a:pt x="0" y="0"/>
                  </a:moveTo>
                  <a:lnTo>
                    <a:pt x="165064" y="264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855974" y="5158946"/>
              <a:ext cx="165064" cy="26434"/>
            </a:xfrm>
            <a:custGeom>
              <a:avLst/>
              <a:pathLst>
                <a:path w="165064" h="26434">
                  <a:moveTo>
                    <a:pt x="0" y="0"/>
                  </a:moveTo>
                  <a:lnTo>
                    <a:pt x="165064" y="264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853871" y="5158946"/>
              <a:ext cx="167167" cy="39335"/>
            </a:xfrm>
            <a:custGeom>
              <a:avLst/>
              <a:pathLst>
                <a:path w="167167" h="39335">
                  <a:moveTo>
                    <a:pt x="2103" y="0"/>
                  </a:moveTo>
                  <a:lnTo>
                    <a:pt x="1191" y="6512"/>
                  </a:lnTo>
                  <a:lnTo>
                    <a:pt x="535" y="13056"/>
                  </a:lnTo>
                  <a:lnTo>
                    <a:pt x="138" y="19620"/>
                  </a:lnTo>
                  <a:lnTo>
                    <a:pt x="0" y="26195"/>
                  </a:lnTo>
                  <a:lnTo>
                    <a:pt x="119" y="32770"/>
                  </a:lnTo>
                  <a:lnTo>
                    <a:pt x="498" y="39335"/>
                  </a:lnTo>
                  <a:lnTo>
                    <a:pt x="167167" y="264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5854370" y="5018213"/>
              <a:ext cx="333817" cy="334334"/>
            </a:xfrm>
            <a:custGeom>
              <a:avLst/>
              <a:pathLst>
                <a:path w="333817" h="334334">
                  <a:moveTo>
                    <a:pt x="0" y="180068"/>
                  </a:moveTo>
                  <a:lnTo>
                    <a:pt x="493" y="185352"/>
                  </a:lnTo>
                  <a:lnTo>
                    <a:pt x="1154" y="190618"/>
                  </a:lnTo>
                  <a:lnTo>
                    <a:pt x="1982" y="195860"/>
                  </a:lnTo>
                  <a:lnTo>
                    <a:pt x="2976" y="201073"/>
                  </a:lnTo>
                  <a:lnTo>
                    <a:pt x="4134" y="206252"/>
                  </a:lnTo>
                  <a:lnTo>
                    <a:pt x="5457" y="211391"/>
                  </a:lnTo>
                  <a:lnTo>
                    <a:pt x="6942" y="216486"/>
                  </a:lnTo>
                  <a:lnTo>
                    <a:pt x="8588" y="221531"/>
                  </a:lnTo>
                  <a:lnTo>
                    <a:pt x="10393" y="226522"/>
                  </a:lnTo>
                  <a:lnTo>
                    <a:pt x="12356" y="231452"/>
                  </a:lnTo>
                  <a:lnTo>
                    <a:pt x="14474" y="236318"/>
                  </a:lnTo>
                  <a:lnTo>
                    <a:pt x="16746" y="241114"/>
                  </a:lnTo>
                  <a:lnTo>
                    <a:pt x="19169" y="245836"/>
                  </a:lnTo>
                  <a:lnTo>
                    <a:pt x="21740" y="250478"/>
                  </a:lnTo>
                  <a:lnTo>
                    <a:pt x="24458" y="255037"/>
                  </a:lnTo>
                  <a:lnTo>
                    <a:pt x="27318" y="259506"/>
                  </a:lnTo>
                  <a:lnTo>
                    <a:pt x="30320" y="263883"/>
                  </a:lnTo>
                  <a:lnTo>
                    <a:pt x="33458" y="268162"/>
                  </a:lnTo>
                  <a:lnTo>
                    <a:pt x="36731" y="272340"/>
                  </a:lnTo>
                  <a:lnTo>
                    <a:pt x="40135" y="276411"/>
                  </a:lnTo>
                  <a:lnTo>
                    <a:pt x="43667" y="280373"/>
                  </a:lnTo>
                  <a:lnTo>
                    <a:pt x="47322" y="284220"/>
                  </a:lnTo>
                  <a:lnTo>
                    <a:pt x="51098" y="287949"/>
                  </a:lnTo>
                  <a:lnTo>
                    <a:pt x="54990" y="291557"/>
                  </a:lnTo>
                  <a:lnTo>
                    <a:pt x="58995" y="295039"/>
                  </a:lnTo>
                  <a:lnTo>
                    <a:pt x="63108" y="298392"/>
                  </a:lnTo>
                  <a:lnTo>
                    <a:pt x="67325" y="301614"/>
                  </a:lnTo>
                  <a:lnTo>
                    <a:pt x="71643" y="304699"/>
                  </a:lnTo>
                  <a:lnTo>
                    <a:pt x="76056" y="307646"/>
                  </a:lnTo>
                  <a:lnTo>
                    <a:pt x="80561" y="310452"/>
                  </a:lnTo>
                  <a:lnTo>
                    <a:pt x="85153" y="313113"/>
                  </a:lnTo>
                  <a:lnTo>
                    <a:pt x="89826" y="315627"/>
                  </a:lnTo>
                  <a:lnTo>
                    <a:pt x="94578" y="317991"/>
                  </a:lnTo>
                  <a:lnTo>
                    <a:pt x="99401" y="320203"/>
                  </a:lnTo>
                  <a:lnTo>
                    <a:pt x="104293" y="322261"/>
                  </a:lnTo>
                  <a:lnTo>
                    <a:pt x="109248" y="324163"/>
                  </a:lnTo>
                  <a:lnTo>
                    <a:pt x="114260" y="325907"/>
                  </a:lnTo>
                  <a:lnTo>
                    <a:pt x="119325" y="327490"/>
                  </a:lnTo>
                  <a:lnTo>
                    <a:pt x="124438" y="328912"/>
                  </a:lnTo>
                  <a:lnTo>
                    <a:pt x="129593" y="330171"/>
                  </a:lnTo>
                  <a:lnTo>
                    <a:pt x="134786" y="331266"/>
                  </a:lnTo>
                  <a:lnTo>
                    <a:pt x="140011" y="332195"/>
                  </a:lnTo>
                  <a:lnTo>
                    <a:pt x="145263" y="332958"/>
                  </a:lnTo>
                  <a:lnTo>
                    <a:pt x="150536" y="333554"/>
                  </a:lnTo>
                  <a:lnTo>
                    <a:pt x="155826" y="333982"/>
                  </a:lnTo>
                  <a:lnTo>
                    <a:pt x="161126" y="334242"/>
                  </a:lnTo>
                  <a:lnTo>
                    <a:pt x="166432" y="334334"/>
                  </a:lnTo>
                  <a:lnTo>
                    <a:pt x="171739" y="334257"/>
                  </a:lnTo>
                  <a:lnTo>
                    <a:pt x="177040" y="334012"/>
                  </a:lnTo>
                  <a:lnTo>
                    <a:pt x="182331" y="333599"/>
                  </a:lnTo>
                  <a:lnTo>
                    <a:pt x="187606" y="333018"/>
                  </a:lnTo>
                  <a:lnTo>
                    <a:pt x="192860" y="332270"/>
                  </a:lnTo>
                  <a:lnTo>
                    <a:pt x="198087" y="331355"/>
                  </a:lnTo>
                  <a:lnTo>
                    <a:pt x="203283" y="330275"/>
                  </a:lnTo>
                  <a:lnTo>
                    <a:pt x="208442" y="329031"/>
                  </a:lnTo>
                  <a:lnTo>
                    <a:pt x="213559" y="327623"/>
                  </a:lnTo>
                  <a:lnTo>
                    <a:pt x="218629" y="326054"/>
                  </a:lnTo>
                  <a:lnTo>
                    <a:pt x="223646" y="324325"/>
                  </a:lnTo>
                  <a:lnTo>
                    <a:pt x="228606" y="322437"/>
                  </a:lnTo>
                  <a:lnTo>
                    <a:pt x="233503" y="320392"/>
                  </a:lnTo>
                  <a:lnTo>
                    <a:pt x="238333" y="318194"/>
                  </a:lnTo>
                  <a:lnTo>
                    <a:pt x="243091" y="315843"/>
                  </a:lnTo>
                  <a:lnTo>
                    <a:pt x="247772" y="313342"/>
                  </a:lnTo>
                  <a:lnTo>
                    <a:pt x="252371" y="310694"/>
                  </a:lnTo>
                  <a:lnTo>
                    <a:pt x="256884" y="307901"/>
                  </a:lnTo>
                  <a:lnTo>
                    <a:pt x="261305" y="304967"/>
                  </a:lnTo>
                  <a:lnTo>
                    <a:pt x="265632" y="301893"/>
                  </a:lnTo>
                  <a:lnTo>
                    <a:pt x="269858" y="298684"/>
                  </a:lnTo>
                  <a:lnTo>
                    <a:pt x="273981" y="295342"/>
                  </a:lnTo>
                  <a:lnTo>
                    <a:pt x="277995" y="291872"/>
                  </a:lnTo>
                  <a:lnTo>
                    <a:pt x="281898" y="288275"/>
                  </a:lnTo>
                  <a:lnTo>
                    <a:pt x="285684" y="284556"/>
                  </a:lnTo>
                  <a:lnTo>
                    <a:pt x="289350" y="280719"/>
                  </a:lnTo>
                  <a:lnTo>
                    <a:pt x="292893" y="276768"/>
                  </a:lnTo>
                  <a:lnTo>
                    <a:pt x="296308" y="272706"/>
                  </a:lnTo>
                  <a:lnTo>
                    <a:pt x="299593" y="268538"/>
                  </a:lnTo>
                  <a:lnTo>
                    <a:pt x="302744" y="264267"/>
                  </a:lnTo>
                  <a:lnTo>
                    <a:pt x="305757" y="259899"/>
                  </a:lnTo>
                  <a:lnTo>
                    <a:pt x="308631" y="255437"/>
                  </a:lnTo>
                  <a:lnTo>
                    <a:pt x="311361" y="250887"/>
                  </a:lnTo>
                  <a:lnTo>
                    <a:pt x="313945" y="246252"/>
                  </a:lnTo>
                  <a:lnTo>
                    <a:pt x="316382" y="241537"/>
                  </a:lnTo>
                  <a:lnTo>
                    <a:pt x="318667" y="236747"/>
                  </a:lnTo>
                  <a:lnTo>
                    <a:pt x="320799" y="231887"/>
                  </a:lnTo>
                  <a:lnTo>
                    <a:pt x="322776" y="226962"/>
                  </a:lnTo>
                  <a:lnTo>
                    <a:pt x="324595" y="221977"/>
                  </a:lnTo>
                  <a:lnTo>
                    <a:pt x="326255" y="216937"/>
                  </a:lnTo>
                  <a:lnTo>
                    <a:pt x="327755" y="211846"/>
                  </a:lnTo>
                  <a:lnTo>
                    <a:pt x="329092" y="206710"/>
                  </a:lnTo>
                  <a:lnTo>
                    <a:pt x="330265" y="201535"/>
                  </a:lnTo>
                  <a:lnTo>
                    <a:pt x="331273" y="196324"/>
                  </a:lnTo>
                  <a:lnTo>
                    <a:pt x="332116" y="191085"/>
                  </a:lnTo>
                  <a:lnTo>
                    <a:pt x="332792" y="185821"/>
                  </a:lnTo>
                  <a:lnTo>
                    <a:pt x="333300" y="180538"/>
                  </a:lnTo>
                  <a:lnTo>
                    <a:pt x="333641" y="175242"/>
                  </a:lnTo>
                  <a:lnTo>
                    <a:pt x="333813" y="169938"/>
                  </a:lnTo>
                  <a:lnTo>
                    <a:pt x="333817" y="164631"/>
                  </a:lnTo>
                  <a:lnTo>
                    <a:pt x="333652" y="159327"/>
                  </a:lnTo>
                  <a:lnTo>
                    <a:pt x="333319" y="154031"/>
                  </a:lnTo>
                  <a:lnTo>
                    <a:pt x="332818" y="148747"/>
                  </a:lnTo>
                  <a:lnTo>
                    <a:pt x="332150" y="143483"/>
                  </a:lnTo>
                  <a:lnTo>
                    <a:pt x="331314" y="138242"/>
                  </a:lnTo>
                  <a:lnTo>
                    <a:pt x="330313" y="133030"/>
                  </a:lnTo>
                  <a:lnTo>
                    <a:pt x="329147" y="127853"/>
                  </a:lnTo>
                  <a:lnTo>
                    <a:pt x="327817" y="122715"/>
                  </a:lnTo>
                  <a:lnTo>
                    <a:pt x="326325" y="117623"/>
                  </a:lnTo>
                  <a:lnTo>
                    <a:pt x="324672" y="112580"/>
                  </a:lnTo>
                  <a:lnTo>
                    <a:pt x="322860" y="107592"/>
                  </a:lnTo>
                  <a:lnTo>
                    <a:pt x="320890" y="102664"/>
                  </a:lnTo>
                  <a:lnTo>
                    <a:pt x="318765" y="97801"/>
                  </a:lnTo>
                  <a:lnTo>
                    <a:pt x="316486" y="93008"/>
                  </a:lnTo>
                  <a:lnTo>
                    <a:pt x="314057" y="88290"/>
                  </a:lnTo>
                  <a:lnTo>
                    <a:pt x="311479" y="83651"/>
                  </a:lnTo>
                  <a:lnTo>
                    <a:pt x="308755" y="79097"/>
                  </a:lnTo>
                  <a:lnTo>
                    <a:pt x="305888" y="74631"/>
                  </a:lnTo>
                  <a:lnTo>
                    <a:pt x="302880" y="70259"/>
                  </a:lnTo>
                  <a:lnTo>
                    <a:pt x="299736" y="65984"/>
                  </a:lnTo>
                  <a:lnTo>
                    <a:pt x="296457" y="61811"/>
                  </a:lnTo>
                  <a:lnTo>
                    <a:pt x="293047" y="57744"/>
                  </a:lnTo>
                  <a:lnTo>
                    <a:pt x="289510" y="53788"/>
                  </a:lnTo>
                  <a:lnTo>
                    <a:pt x="285849" y="49946"/>
                  </a:lnTo>
                  <a:lnTo>
                    <a:pt x="282068" y="46222"/>
                  </a:lnTo>
                  <a:lnTo>
                    <a:pt x="278171" y="42620"/>
                  </a:lnTo>
                  <a:lnTo>
                    <a:pt x="274162" y="39143"/>
                  </a:lnTo>
                  <a:lnTo>
                    <a:pt x="270044" y="35795"/>
                  </a:lnTo>
                  <a:lnTo>
                    <a:pt x="265822" y="32580"/>
                  </a:lnTo>
                  <a:lnTo>
                    <a:pt x="261500" y="29501"/>
                  </a:lnTo>
                  <a:lnTo>
                    <a:pt x="257082" y="26560"/>
                  </a:lnTo>
                  <a:lnTo>
                    <a:pt x="252573" y="23761"/>
                  </a:lnTo>
                  <a:lnTo>
                    <a:pt x="247978" y="21106"/>
                  </a:lnTo>
                  <a:lnTo>
                    <a:pt x="243301" y="18599"/>
                  </a:lnTo>
                  <a:lnTo>
                    <a:pt x="238546" y="16241"/>
                  </a:lnTo>
                  <a:lnTo>
                    <a:pt x="233719" y="14036"/>
                  </a:lnTo>
                  <a:lnTo>
                    <a:pt x="228825" y="11985"/>
                  </a:lnTo>
                  <a:lnTo>
                    <a:pt x="223868" y="10090"/>
                  </a:lnTo>
                  <a:lnTo>
                    <a:pt x="218853" y="8353"/>
                  </a:lnTo>
                  <a:lnTo>
                    <a:pt x="213785" y="6777"/>
                  </a:lnTo>
                  <a:lnTo>
                    <a:pt x="208671" y="5362"/>
                  </a:lnTo>
                  <a:lnTo>
                    <a:pt x="203513" y="4111"/>
                  </a:lnTo>
                  <a:lnTo>
                    <a:pt x="198319" y="3023"/>
                  </a:lnTo>
                  <a:lnTo>
                    <a:pt x="193093" y="2101"/>
                  </a:lnTo>
                  <a:lnTo>
                    <a:pt x="187840" y="1346"/>
                  </a:lnTo>
                  <a:lnTo>
                    <a:pt x="182566" y="757"/>
                  </a:lnTo>
                  <a:lnTo>
                    <a:pt x="177276" y="336"/>
                  </a:lnTo>
                  <a:lnTo>
                    <a:pt x="171975" y="84"/>
                  </a:lnTo>
                  <a:lnTo>
                    <a:pt x="166668" y="0"/>
                  </a:lnTo>
                  <a:lnTo>
                    <a:pt x="16666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256080" y="4659281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5" y="335"/>
                  </a:lnTo>
                  <a:lnTo>
                    <a:pt x="151299" y="753"/>
                  </a:lnTo>
                  <a:lnTo>
                    <a:pt x="146039" y="1338"/>
                  </a:lnTo>
                  <a:lnTo>
                    <a:pt x="140800" y="2090"/>
                  </a:lnTo>
                  <a:lnTo>
                    <a:pt x="135587" y="3007"/>
                  </a:lnTo>
                  <a:lnTo>
                    <a:pt x="130406" y="4089"/>
                  </a:lnTo>
                  <a:lnTo>
                    <a:pt x="125262" y="5334"/>
                  </a:lnTo>
                  <a:lnTo>
                    <a:pt x="120160" y="6741"/>
                  </a:lnTo>
                  <a:lnTo>
                    <a:pt x="115105" y="8309"/>
                  </a:lnTo>
                  <a:lnTo>
                    <a:pt x="110102" y="10037"/>
                  </a:lnTo>
                  <a:lnTo>
                    <a:pt x="105156" y="11921"/>
                  </a:lnTo>
                  <a:lnTo>
                    <a:pt x="100272" y="13962"/>
                  </a:lnTo>
                  <a:lnTo>
                    <a:pt x="95456" y="16156"/>
                  </a:lnTo>
                  <a:lnTo>
                    <a:pt x="90711" y="18502"/>
                  </a:lnTo>
                  <a:lnTo>
                    <a:pt x="86043" y="20996"/>
                  </a:lnTo>
                  <a:lnTo>
                    <a:pt x="81456" y="23637"/>
                  </a:lnTo>
                  <a:lnTo>
                    <a:pt x="76956" y="26422"/>
                  </a:lnTo>
                  <a:lnTo>
                    <a:pt x="72545" y="29348"/>
                  </a:lnTo>
                  <a:lnTo>
                    <a:pt x="68230" y="32412"/>
                  </a:lnTo>
                  <a:lnTo>
                    <a:pt x="64013" y="35611"/>
                  </a:lnTo>
                  <a:lnTo>
                    <a:pt x="59900" y="38942"/>
                  </a:lnTo>
                  <a:lnTo>
                    <a:pt x="55895" y="42402"/>
                  </a:lnTo>
                  <a:lnTo>
                    <a:pt x="52001" y="45987"/>
                  </a:lnTo>
                  <a:lnTo>
                    <a:pt x="48222" y="49693"/>
                  </a:lnTo>
                  <a:lnTo>
                    <a:pt x="44563" y="53517"/>
                  </a:lnTo>
                  <a:lnTo>
                    <a:pt x="41026" y="57455"/>
                  </a:lnTo>
                  <a:lnTo>
                    <a:pt x="37617" y="61503"/>
                  </a:lnTo>
                  <a:lnTo>
                    <a:pt x="34336" y="65656"/>
                  </a:lnTo>
                  <a:lnTo>
                    <a:pt x="31189" y="69912"/>
                  </a:lnTo>
                  <a:lnTo>
                    <a:pt x="28179" y="74265"/>
                  </a:lnTo>
                  <a:lnTo>
                    <a:pt x="25307" y="78711"/>
                  </a:lnTo>
                  <a:lnTo>
                    <a:pt x="22578" y="83246"/>
                  </a:lnTo>
                  <a:lnTo>
                    <a:pt x="19994" y="87865"/>
                  </a:lnTo>
                  <a:lnTo>
                    <a:pt x="17557" y="92563"/>
                  </a:lnTo>
                  <a:lnTo>
                    <a:pt x="15270" y="97337"/>
                  </a:lnTo>
                  <a:lnTo>
                    <a:pt x="13136" y="102180"/>
                  </a:lnTo>
                  <a:lnTo>
                    <a:pt x="11156" y="107088"/>
                  </a:lnTo>
                  <a:lnTo>
                    <a:pt x="9332" y="112057"/>
                  </a:lnTo>
                  <a:lnTo>
                    <a:pt x="7667" y="117081"/>
                  </a:lnTo>
                  <a:lnTo>
                    <a:pt x="6161" y="122155"/>
                  </a:lnTo>
                  <a:lnTo>
                    <a:pt x="4817" y="127274"/>
                  </a:lnTo>
                  <a:lnTo>
                    <a:pt x="3635" y="132433"/>
                  </a:lnTo>
                  <a:lnTo>
                    <a:pt x="2617" y="137627"/>
                  </a:lnTo>
                  <a:lnTo>
                    <a:pt x="1765" y="142851"/>
                  </a:lnTo>
                  <a:lnTo>
                    <a:pt x="1078" y="148099"/>
                  </a:lnTo>
                  <a:lnTo>
                    <a:pt x="557" y="153366"/>
                  </a:lnTo>
                  <a:lnTo>
                    <a:pt x="204" y="158647"/>
                  </a:lnTo>
                  <a:lnTo>
                    <a:pt x="18" y="163936"/>
                  </a:lnTo>
                  <a:lnTo>
                    <a:pt x="0" y="169229"/>
                  </a:lnTo>
                  <a:lnTo>
                    <a:pt x="149" y="174520"/>
                  </a:lnTo>
                  <a:lnTo>
                    <a:pt x="465" y="179803"/>
                  </a:lnTo>
                  <a:lnTo>
                    <a:pt x="949" y="185073"/>
                  </a:lnTo>
                  <a:lnTo>
                    <a:pt x="1599" y="190326"/>
                  </a:lnTo>
                  <a:lnTo>
                    <a:pt x="2415" y="195556"/>
                  </a:lnTo>
                  <a:lnTo>
                    <a:pt x="3396" y="200757"/>
                  </a:lnTo>
                  <a:lnTo>
                    <a:pt x="4542" y="205924"/>
                  </a:lnTo>
                  <a:lnTo>
                    <a:pt x="5850" y="211052"/>
                  </a:lnTo>
                  <a:lnTo>
                    <a:pt x="7320" y="216137"/>
                  </a:lnTo>
                  <a:lnTo>
                    <a:pt x="8951" y="221172"/>
                  </a:lnTo>
                  <a:lnTo>
                    <a:pt x="10740" y="226153"/>
                  </a:lnTo>
                  <a:lnTo>
                    <a:pt x="12685" y="231075"/>
                  </a:lnTo>
                  <a:lnTo>
                    <a:pt x="14786" y="235934"/>
                  </a:lnTo>
                  <a:lnTo>
                    <a:pt x="17039" y="240723"/>
                  </a:lnTo>
                  <a:lnTo>
                    <a:pt x="19443" y="245438"/>
                  </a:lnTo>
                  <a:lnTo>
                    <a:pt x="21995" y="250075"/>
                  </a:lnTo>
                  <a:lnTo>
                    <a:pt x="24692" y="254629"/>
                  </a:lnTo>
                  <a:lnTo>
                    <a:pt x="27533" y="259095"/>
                  </a:lnTo>
                  <a:lnTo>
                    <a:pt x="30513" y="263469"/>
                  </a:lnTo>
                  <a:lnTo>
                    <a:pt x="33630" y="267746"/>
                  </a:lnTo>
                  <a:lnTo>
                    <a:pt x="36881" y="271923"/>
                  </a:lnTo>
                  <a:lnTo>
                    <a:pt x="40262" y="275994"/>
                  </a:lnTo>
                  <a:lnTo>
                    <a:pt x="43771" y="279957"/>
                  </a:lnTo>
                  <a:lnTo>
                    <a:pt x="47404" y="283806"/>
                  </a:lnTo>
                  <a:lnTo>
                    <a:pt x="51156" y="287539"/>
                  </a:lnTo>
                  <a:lnTo>
                    <a:pt x="55025" y="291151"/>
                  </a:lnTo>
                  <a:lnTo>
                    <a:pt x="59006" y="294638"/>
                  </a:lnTo>
                  <a:lnTo>
                    <a:pt x="63096" y="297998"/>
                  </a:lnTo>
                  <a:lnTo>
                    <a:pt x="67290" y="301227"/>
                  </a:lnTo>
                  <a:lnTo>
                    <a:pt x="71584" y="304321"/>
                  </a:lnTo>
                  <a:lnTo>
                    <a:pt x="75974" y="307278"/>
                  </a:lnTo>
                  <a:lnTo>
                    <a:pt x="80455" y="310094"/>
                  </a:lnTo>
                  <a:lnTo>
                    <a:pt x="85023" y="312767"/>
                  </a:lnTo>
                  <a:lnTo>
                    <a:pt x="89674" y="315294"/>
                  </a:lnTo>
                  <a:lnTo>
                    <a:pt x="94402" y="317673"/>
                  </a:lnTo>
                  <a:lnTo>
                    <a:pt x="99203" y="319901"/>
                  </a:lnTo>
                  <a:lnTo>
                    <a:pt x="104072" y="321975"/>
                  </a:lnTo>
                  <a:lnTo>
                    <a:pt x="109004" y="323895"/>
                  </a:lnTo>
                  <a:lnTo>
                    <a:pt x="113995" y="325657"/>
                  </a:lnTo>
                  <a:lnTo>
                    <a:pt x="119039" y="327260"/>
                  </a:lnTo>
                  <a:lnTo>
                    <a:pt x="124131" y="328703"/>
                  </a:lnTo>
                  <a:lnTo>
                    <a:pt x="129267" y="329984"/>
                  </a:lnTo>
                  <a:lnTo>
                    <a:pt x="134440" y="331102"/>
                  </a:lnTo>
                  <a:lnTo>
                    <a:pt x="139646" y="332056"/>
                  </a:lnTo>
                  <a:lnTo>
                    <a:pt x="144880" y="332844"/>
                  </a:lnTo>
                  <a:lnTo>
                    <a:pt x="150136" y="333466"/>
                  </a:lnTo>
                  <a:lnTo>
                    <a:pt x="155409" y="333921"/>
                  </a:lnTo>
                  <a:lnTo>
                    <a:pt x="160694" y="334210"/>
                  </a:lnTo>
                  <a:lnTo>
                    <a:pt x="165985" y="334330"/>
                  </a:lnTo>
                  <a:lnTo>
                    <a:pt x="171278" y="334284"/>
                  </a:lnTo>
                  <a:lnTo>
                    <a:pt x="176566" y="334069"/>
                  </a:lnTo>
                  <a:lnTo>
                    <a:pt x="181845" y="333688"/>
                  </a:lnTo>
                  <a:lnTo>
                    <a:pt x="187110" y="333139"/>
                  </a:lnTo>
                  <a:lnTo>
                    <a:pt x="192354" y="332424"/>
                  </a:lnTo>
                  <a:lnTo>
                    <a:pt x="197573" y="331544"/>
                  </a:lnTo>
                  <a:lnTo>
                    <a:pt x="202761" y="330498"/>
                  </a:lnTo>
                  <a:lnTo>
                    <a:pt x="207914" y="329289"/>
                  </a:lnTo>
                  <a:lnTo>
                    <a:pt x="213026" y="327917"/>
                  </a:lnTo>
                  <a:lnTo>
                    <a:pt x="218092" y="326385"/>
                  </a:lnTo>
                  <a:lnTo>
                    <a:pt x="223107" y="324692"/>
                  </a:lnTo>
                  <a:lnTo>
                    <a:pt x="228066" y="322842"/>
                  </a:lnTo>
                  <a:lnTo>
                    <a:pt x="232963" y="320836"/>
                  </a:lnTo>
                  <a:lnTo>
                    <a:pt x="237795" y="318675"/>
                  </a:lnTo>
                  <a:lnTo>
                    <a:pt x="242556" y="316363"/>
                  </a:lnTo>
                  <a:lnTo>
                    <a:pt x="247241" y="313901"/>
                  </a:lnTo>
                  <a:lnTo>
                    <a:pt x="251846" y="311293"/>
                  </a:lnTo>
                  <a:lnTo>
                    <a:pt x="256367" y="308539"/>
                  </a:lnTo>
                  <a:lnTo>
                    <a:pt x="260797" y="305644"/>
                  </a:lnTo>
                  <a:lnTo>
                    <a:pt x="265134" y="302610"/>
                  </a:lnTo>
                  <a:lnTo>
                    <a:pt x="269373" y="299440"/>
                  </a:lnTo>
                  <a:lnTo>
                    <a:pt x="273509" y="296138"/>
                  </a:lnTo>
                  <a:lnTo>
                    <a:pt x="277539" y="292707"/>
                  </a:lnTo>
                  <a:lnTo>
                    <a:pt x="281458" y="289149"/>
                  </a:lnTo>
                  <a:lnTo>
                    <a:pt x="285262" y="285470"/>
                  </a:lnTo>
                  <a:lnTo>
                    <a:pt x="288948" y="281671"/>
                  </a:lnTo>
                  <a:lnTo>
                    <a:pt x="292512" y="277758"/>
                  </a:lnTo>
                  <a:lnTo>
                    <a:pt x="295950" y="273734"/>
                  </a:lnTo>
                  <a:lnTo>
                    <a:pt x="299259" y="269604"/>
                  </a:lnTo>
                  <a:lnTo>
                    <a:pt x="302436" y="265370"/>
                  </a:lnTo>
                  <a:lnTo>
                    <a:pt x="305477" y="261038"/>
                  </a:lnTo>
                  <a:lnTo>
                    <a:pt x="308379" y="256612"/>
                  </a:lnTo>
                  <a:lnTo>
                    <a:pt x="311140" y="252097"/>
                  </a:lnTo>
                  <a:lnTo>
                    <a:pt x="313756" y="247496"/>
                  </a:lnTo>
                  <a:lnTo>
                    <a:pt x="316226" y="242815"/>
                  </a:lnTo>
                  <a:lnTo>
                    <a:pt x="318546" y="238057"/>
                  </a:lnTo>
                  <a:lnTo>
                    <a:pt x="320714" y="233229"/>
                  </a:lnTo>
                  <a:lnTo>
                    <a:pt x="322729" y="228335"/>
                  </a:lnTo>
                  <a:lnTo>
                    <a:pt x="324587" y="223379"/>
                  </a:lnTo>
                  <a:lnTo>
                    <a:pt x="326288" y="218367"/>
                  </a:lnTo>
                  <a:lnTo>
                    <a:pt x="327829" y="213304"/>
                  </a:lnTo>
                  <a:lnTo>
                    <a:pt x="329209" y="208194"/>
                  </a:lnTo>
                  <a:lnTo>
                    <a:pt x="330427" y="203043"/>
                  </a:lnTo>
                  <a:lnTo>
                    <a:pt x="331480" y="197856"/>
                  </a:lnTo>
                  <a:lnTo>
                    <a:pt x="332370" y="192639"/>
                  </a:lnTo>
                  <a:lnTo>
                    <a:pt x="333093" y="187396"/>
                  </a:lnTo>
                  <a:lnTo>
                    <a:pt x="333650" y="182133"/>
                  </a:lnTo>
                  <a:lnTo>
                    <a:pt x="334041" y="176854"/>
                  </a:lnTo>
                  <a:lnTo>
                    <a:pt x="334264" y="171566"/>
                  </a:lnTo>
                  <a:lnTo>
                    <a:pt x="334319" y="166274"/>
                  </a:lnTo>
                  <a:lnTo>
                    <a:pt x="334207" y="160982"/>
                  </a:lnTo>
                  <a:lnTo>
                    <a:pt x="333928" y="155697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814979"/>
              <a:ext cx="166773" cy="11470"/>
            </a:xfrm>
            <a:custGeom>
              <a:avLst/>
              <a:pathLst>
                <a:path w="166773" h="11470">
                  <a:moveTo>
                    <a:pt x="166773" y="0"/>
                  </a:moveTo>
                  <a:lnTo>
                    <a:pt x="0" y="114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814979"/>
              <a:ext cx="166773" cy="11470"/>
            </a:xfrm>
            <a:custGeom>
              <a:avLst/>
              <a:pathLst>
                <a:path w="166773" h="11470">
                  <a:moveTo>
                    <a:pt x="166773" y="0"/>
                  </a:moveTo>
                  <a:lnTo>
                    <a:pt x="0" y="114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734323"/>
              <a:ext cx="166773" cy="92126"/>
            </a:xfrm>
            <a:custGeom>
              <a:avLst/>
              <a:pathLst>
                <a:path w="166773" h="92126">
                  <a:moveTo>
                    <a:pt x="166773" y="80656"/>
                  </a:moveTo>
                  <a:lnTo>
                    <a:pt x="166281" y="74937"/>
                  </a:lnTo>
                  <a:lnTo>
                    <a:pt x="165593" y="69240"/>
                  </a:lnTo>
                  <a:lnTo>
                    <a:pt x="164710" y="63569"/>
                  </a:lnTo>
                  <a:lnTo>
                    <a:pt x="163632" y="57931"/>
                  </a:lnTo>
                  <a:lnTo>
                    <a:pt x="162362" y="52334"/>
                  </a:lnTo>
                  <a:lnTo>
                    <a:pt x="160900" y="46784"/>
                  </a:lnTo>
                  <a:lnTo>
                    <a:pt x="159249" y="41288"/>
                  </a:lnTo>
                  <a:lnTo>
                    <a:pt x="157410" y="35851"/>
                  </a:lnTo>
                  <a:lnTo>
                    <a:pt x="155386" y="30481"/>
                  </a:lnTo>
                  <a:lnTo>
                    <a:pt x="153178" y="25183"/>
                  </a:lnTo>
                  <a:lnTo>
                    <a:pt x="150790" y="19964"/>
                  </a:lnTo>
                  <a:lnTo>
                    <a:pt x="148224" y="14830"/>
                  </a:lnTo>
                  <a:lnTo>
                    <a:pt x="145483" y="9788"/>
                  </a:lnTo>
                  <a:lnTo>
                    <a:pt x="142571" y="4842"/>
                  </a:lnTo>
                  <a:lnTo>
                    <a:pt x="139490" y="0"/>
                  </a:lnTo>
                  <a:lnTo>
                    <a:pt x="0" y="92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139490" cy="167167"/>
            </a:xfrm>
            <a:custGeom>
              <a:avLst/>
              <a:pathLst>
                <a:path w="139490" h="167167">
                  <a:moveTo>
                    <a:pt x="139490" y="75041"/>
                  </a:moveTo>
                  <a:lnTo>
                    <a:pt x="136384" y="70502"/>
                  </a:lnTo>
                  <a:lnTo>
                    <a:pt x="133130" y="66067"/>
                  </a:lnTo>
                  <a:lnTo>
                    <a:pt x="129732" y="61742"/>
                  </a:lnTo>
                  <a:lnTo>
                    <a:pt x="126194" y="57531"/>
                  </a:lnTo>
                  <a:lnTo>
                    <a:pt x="122519" y="53439"/>
                  </a:lnTo>
                  <a:lnTo>
                    <a:pt x="118711" y="49470"/>
                  </a:lnTo>
                  <a:lnTo>
                    <a:pt x="114775" y="45628"/>
                  </a:lnTo>
                  <a:lnTo>
                    <a:pt x="110714" y="41918"/>
                  </a:lnTo>
                  <a:lnTo>
                    <a:pt x="106534" y="38344"/>
                  </a:lnTo>
                  <a:lnTo>
                    <a:pt x="102238" y="34909"/>
                  </a:lnTo>
                  <a:lnTo>
                    <a:pt x="97832" y="31617"/>
                  </a:lnTo>
                  <a:lnTo>
                    <a:pt x="93320" y="28472"/>
                  </a:lnTo>
                  <a:lnTo>
                    <a:pt x="88706" y="25477"/>
                  </a:lnTo>
                  <a:lnTo>
                    <a:pt x="83997" y="22635"/>
                  </a:lnTo>
                  <a:lnTo>
                    <a:pt x="79197" y="19950"/>
                  </a:lnTo>
                  <a:lnTo>
                    <a:pt x="74311" y="17425"/>
                  </a:lnTo>
                  <a:lnTo>
                    <a:pt x="69344" y="15061"/>
                  </a:lnTo>
                  <a:lnTo>
                    <a:pt x="64303" y="12862"/>
                  </a:lnTo>
                  <a:lnTo>
                    <a:pt x="59192" y="10830"/>
                  </a:lnTo>
                  <a:lnTo>
                    <a:pt x="54017" y="8967"/>
                  </a:lnTo>
                  <a:lnTo>
                    <a:pt x="48783" y="7276"/>
                  </a:lnTo>
                  <a:lnTo>
                    <a:pt x="43497" y="5758"/>
                  </a:lnTo>
                  <a:lnTo>
                    <a:pt x="38163" y="4414"/>
                  </a:lnTo>
                  <a:lnTo>
                    <a:pt x="32788" y="3247"/>
                  </a:lnTo>
                  <a:lnTo>
                    <a:pt x="27378" y="2257"/>
                  </a:lnTo>
                  <a:lnTo>
                    <a:pt x="21938" y="1445"/>
                  </a:lnTo>
                  <a:lnTo>
                    <a:pt x="16474" y="813"/>
                  </a:lnTo>
                  <a:lnTo>
                    <a:pt x="10992" y="361"/>
                  </a:lnTo>
                  <a:lnTo>
                    <a:pt x="5499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561315" y="4213821"/>
              <a:ext cx="334324" cy="334327"/>
            </a:xfrm>
            <a:custGeom>
              <a:avLst/>
              <a:pathLst>
                <a:path w="334324" h="334327">
                  <a:moveTo>
                    <a:pt x="167156" y="0"/>
                  </a:moveTo>
                  <a:lnTo>
                    <a:pt x="161837" y="84"/>
                  </a:lnTo>
                  <a:lnTo>
                    <a:pt x="156522" y="338"/>
                  </a:lnTo>
                  <a:lnTo>
                    <a:pt x="151219" y="761"/>
                  </a:lnTo>
                  <a:lnTo>
                    <a:pt x="145931" y="1352"/>
                  </a:lnTo>
                  <a:lnTo>
                    <a:pt x="140665" y="2112"/>
                  </a:lnTo>
                  <a:lnTo>
                    <a:pt x="135426" y="3039"/>
                  </a:lnTo>
                  <a:lnTo>
                    <a:pt x="130219" y="4131"/>
                  </a:lnTo>
                  <a:lnTo>
                    <a:pt x="125050" y="5389"/>
                  </a:lnTo>
                  <a:lnTo>
                    <a:pt x="119923" y="6811"/>
                  </a:lnTo>
                  <a:lnTo>
                    <a:pt x="114844" y="8396"/>
                  </a:lnTo>
                  <a:lnTo>
                    <a:pt x="109817" y="10141"/>
                  </a:lnTo>
                  <a:lnTo>
                    <a:pt x="104849" y="12045"/>
                  </a:lnTo>
                  <a:lnTo>
                    <a:pt x="99945" y="14106"/>
                  </a:lnTo>
                  <a:lnTo>
                    <a:pt x="95108" y="16323"/>
                  </a:lnTo>
                  <a:lnTo>
                    <a:pt x="90344" y="18692"/>
                  </a:lnTo>
                  <a:lnTo>
                    <a:pt x="85658" y="21212"/>
                  </a:lnTo>
                  <a:lnTo>
                    <a:pt x="81054" y="23879"/>
                  </a:lnTo>
                  <a:lnTo>
                    <a:pt x="76538" y="26692"/>
                  </a:lnTo>
                  <a:lnTo>
                    <a:pt x="72114" y="29647"/>
                  </a:lnTo>
                  <a:lnTo>
                    <a:pt x="67786" y="32741"/>
                  </a:lnTo>
                  <a:lnTo>
                    <a:pt x="63558" y="35971"/>
                  </a:lnTo>
                  <a:lnTo>
                    <a:pt x="59435" y="39334"/>
                  </a:lnTo>
                  <a:lnTo>
                    <a:pt x="55422" y="42827"/>
                  </a:lnTo>
                  <a:lnTo>
                    <a:pt x="51522" y="46446"/>
                  </a:lnTo>
                  <a:lnTo>
                    <a:pt x="47739" y="50187"/>
                  </a:lnTo>
                  <a:lnTo>
                    <a:pt x="44076" y="54046"/>
                  </a:lnTo>
                  <a:lnTo>
                    <a:pt x="40539" y="58020"/>
                  </a:lnTo>
                  <a:lnTo>
                    <a:pt x="37130" y="62105"/>
                  </a:lnTo>
                  <a:lnTo>
                    <a:pt x="33852" y="66296"/>
                  </a:lnTo>
                  <a:lnTo>
                    <a:pt x="30710" y="70589"/>
                  </a:lnTo>
                  <a:lnTo>
                    <a:pt x="27705" y="74980"/>
                  </a:lnTo>
                  <a:lnTo>
                    <a:pt x="24842" y="79465"/>
                  </a:lnTo>
                  <a:lnTo>
                    <a:pt x="22123" y="84038"/>
                  </a:lnTo>
                  <a:lnTo>
                    <a:pt x="19552" y="88696"/>
                  </a:lnTo>
                  <a:lnTo>
                    <a:pt x="17129" y="93433"/>
                  </a:lnTo>
                  <a:lnTo>
                    <a:pt x="14859" y="98244"/>
                  </a:lnTo>
                  <a:lnTo>
                    <a:pt x="12742" y="103126"/>
                  </a:lnTo>
                  <a:lnTo>
                    <a:pt x="10783" y="108072"/>
                  </a:lnTo>
                  <a:lnTo>
                    <a:pt x="8981" y="113078"/>
                  </a:lnTo>
                  <a:lnTo>
                    <a:pt x="7340" y="118139"/>
                  </a:lnTo>
                  <a:lnTo>
                    <a:pt x="5861" y="123250"/>
                  </a:lnTo>
                  <a:lnTo>
                    <a:pt x="4545" y="128405"/>
                  </a:lnTo>
                  <a:lnTo>
                    <a:pt x="3394" y="133600"/>
                  </a:lnTo>
                  <a:lnTo>
                    <a:pt x="2409" y="138828"/>
                  </a:lnTo>
                  <a:lnTo>
                    <a:pt x="1590" y="144085"/>
                  </a:lnTo>
                  <a:lnTo>
                    <a:pt x="940" y="149366"/>
                  </a:lnTo>
                  <a:lnTo>
                    <a:pt x="457" y="154664"/>
                  </a:lnTo>
                  <a:lnTo>
                    <a:pt x="144" y="159975"/>
                  </a:lnTo>
                  <a:lnTo>
                    <a:pt x="0" y="165294"/>
                  </a:lnTo>
                  <a:lnTo>
                    <a:pt x="25" y="170614"/>
                  </a:lnTo>
                  <a:lnTo>
                    <a:pt x="219" y="175931"/>
                  </a:lnTo>
                  <a:lnTo>
                    <a:pt x="582" y="181239"/>
                  </a:lnTo>
                  <a:lnTo>
                    <a:pt x="1115" y="186533"/>
                  </a:lnTo>
                  <a:lnTo>
                    <a:pt x="1815" y="191807"/>
                  </a:lnTo>
                  <a:lnTo>
                    <a:pt x="2683" y="197056"/>
                  </a:lnTo>
                  <a:lnTo>
                    <a:pt x="3717" y="202275"/>
                  </a:lnTo>
                  <a:lnTo>
                    <a:pt x="4917" y="207459"/>
                  </a:lnTo>
                  <a:lnTo>
                    <a:pt x="6282" y="212601"/>
                  </a:lnTo>
                  <a:lnTo>
                    <a:pt x="7809" y="217698"/>
                  </a:lnTo>
                  <a:lnTo>
                    <a:pt x="9498" y="222743"/>
                  </a:lnTo>
                  <a:lnTo>
                    <a:pt x="11346" y="227732"/>
                  </a:lnTo>
                  <a:lnTo>
                    <a:pt x="13352" y="232660"/>
                  </a:lnTo>
                  <a:lnTo>
                    <a:pt x="15515" y="237521"/>
                  </a:lnTo>
                  <a:lnTo>
                    <a:pt x="17830" y="242311"/>
                  </a:lnTo>
                  <a:lnTo>
                    <a:pt x="20297" y="247025"/>
                  </a:lnTo>
                  <a:lnTo>
                    <a:pt x="22913" y="251658"/>
                  </a:lnTo>
                  <a:lnTo>
                    <a:pt x="25675" y="256206"/>
                  </a:lnTo>
                  <a:lnTo>
                    <a:pt x="28580" y="260663"/>
                  </a:lnTo>
                  <a:lnTo>
                    <a:pt x="31625" y="265025"/>
                  </a:lnTo>
                  <a:lnTo>
                    <a:pt x="34808" y="269289"/>
                  </a:lnTo>
                  <a:lnTo>
                    <a:pt x="38125" y="273449"/>
                  </a:lnTo>
                  <a:lnTo>
                    <a:pt x="41573" y="277501"/>
                  </a:lnTo>
                  <a:lnTo>
                    <a:pt x="45147" y="281442"/>
                  </a:lnTo>
                  <a:lnTo>
                    <a:pt x="48846" y="285267"/>
                  </a:lnTo>
                  <a:lnTo>
                    <a:pt x="52664" y="288972"/>
                  </a:lnTo>
                  <a:lnTo>
                    <a:pt x="56598" y="292554"/>
                  </a:lnTo>
                  <a:lnTo>
                    <a:pt x="60644" y="296008"/>
                  </a:lnTo>
                  <a:lnTo>
                    <a:pt x="64798" y="299333"/>
                  </a:lnTo>
                  <a:lnTo>
                    <a:pt x="69056" y="302523"/>
                  </a:lnTo>
                  <a:lnTo>
                    <a:pt x="73413" y="305576"/>
                  </a:lnTo>
                  <a:lnTo>
                    <a:pt x="77865" y="308489"/>
                  </a:lnTo>
                  <a:lnTo>
                    <a:pt x="82408" y="311259"/>
                  </a:lnTo>
                  <a:lnTo>
                    <a:pt x="87036" y="313883"/>
                  </a:lnTo>
                  <a:lnTo>
                    <a:pt x="91746" y="316359"/>
                  </a:lnTo>
                  <a:lnTo>
                    <a:pt x="96532" y="318683"/>
                  </a:lnTo>
                  <a:lnTo>
                    <a:pt x="101389" y="320854"/>
                  </a:lnTo>
                  <a:lnTo>
                    <a:pt x="106313" y="322869"/>
                  </a:lnTo>
                  <a:lnTo>
                    <a:pt x="111299" y="324726"/>
                  </a:lnTo>
                  <a:lnTo>
                    <a:pt x="116341" y="326424"/>
                  </a:lnTo>
                  <a:lnTo>
                    <a:pt x="121435" y="327960"/>
                  </a:lnTo>
                  <a:lnTo>
                    <a:pt x="126575" y="329334"/>
                  </a:lnTo>
                  <a:lnTo>
                    <a:pt x="131756" y="330543"/>
                  </a:lnTo>
                  <a:lnTo>
                    <a:pt x="136973" y="331587"/>
                  </a:lnTo>
                  <a:lnTo>
                    <a:pt x="142221" y="332464"/>
                  </a:lnTo>
                  <a:lnTo>
                    <a:pt x="147494" y="333174"/>
                  </a:lnTo>
                  <a:lnTo>
                    <a:pt x="152787" y="333716"/>
                  </a:lnTo>
                  <a:lnTo>
                    <a:pt x="158094" y="334089"/>
                  </a:lnTo>
                  <a:lnTo>
                    <a:pt x="163411" y="334292"/>
                  </a:lnTo>
                  <a:lnTo>
                    <a:pt x="168731" y="334327"/>
                  </a:lnTo>
                  <a:lnTo>
                    <a:pt x="174050" y="334192"/>
                  </a:lnTo>
                  <a:lnTo>
                    <a:pt x="179361" y="333888"/>
                  </a:lnTo>
                  <a:lnTo>
                    <a:pt x="184661" y="333415"/>
                  </a:lnTo>
                  <a:lnTo>
                    <a:pt x="189943" y="332774"/>
                  </a:lnTo>
                  <a:lnTo>
                    <a:pt x="195201" y="331965"/>
                  </a:lnTo>
                  <a:lnTo>
                    <a:pt x="200431" y="330989"/>
                  </a:lnTo>
                  <a:lnTo>
                    <a:pt x="205628" y="329847"/>
                  </a:lnTo>
                  <a:lnTo>
                    <a:pt x="210785" y="328541"/>
                  </a:lnTo>
                  <a:lnTo>
                    <a:pt x="215899" y="327071"/>
                  </a:lnTo>
                  <a:lnTo>
                    <a:pt x="220962" y="325438"/>
                  </a:lnTo>
                  <a:lnTo>
                    <a:pt x="225972" y="323646"/>
                  </a:lnTo>
                  <a:lnTo>
                    <a:pt x="230922" y="321695"/>
                  </a:lnTo>
                  <a:lnTo>
                    <a:pt x="235807" y="319588"/>
                  </a:lnTo>
                  <a:lnTo>
                    <a:pt x="240623" y="317326"/>
                  </a:lnTo>
                  <a:lnTo>
                    <a:pt x="245364" y="314912"/>
                  </a:lnTo>
                  <a:lnTo>
                    <a:pt x="250026" y="312348"/>
                  </a:lnTo>
                  <a:lnTo>
                    <a:pt x="254604" y="309637"/>
                  </a:lnTo>
                  <a:lnTo>
                    <a:pt x="259094" y="306782"/>
                  </a:lnTo>
                  <a:lnTo>
                    <a:pt x="263490" y="303786"/>
                  </a:lnTo>
                  <a:lnTo>
                    <a:pt x="267789" y="300651"/>
                  </a:lnTo>
                  <a:lnTo>
                    <a:pt x="271986" y="297381"/>
                  </a:lnTo>
                  <a:lnTo>
                    <a:pt x="276077" y="293979"/>
                  </a:lnTo>
                  <a:lnTo>
                    <a:pt x="280057" y="290449"/>
                  </a:lnTo>
                  <a:lnTo>
                    <a:pt x="283923" y="286793"/>
                  </a:lnTo>
                  <a:lnTo>
                    <a:pt x="287671" y="283017"/>
                  </a:lnTo>
                  <a:lnTo>
                    <a:pt x="291296" y="279123"/>
                  </a:lnTo>
                  <a:lnTo>
                    <a:pt x="294796" y="275116"/>
                  </a:lnTo>
                  <a:lnTo>
                    <a:pt x="298167" y="270999"/>
                  </a:lnTo>
                  <a:lnTo>
                    <a:pt x="301405" y="266778"/>
                  </a:lnTo>
                  <a:lnTo>
                    <a:pt x="304507" y="262455"/>
                  </a:lnTo>
                  <a:lnTo>
                    <a:pt x="307470" y="258036"/>
                  </a:lnTo>
                  <a:lnTo>
                    <a:pt x="310290" y="253525"/>
                  </a:lnTo>
                  <a:lnTo>
                    <a:pt x="312966" y="248926"/>
                  </a:lnTo>
                  <a:lnTo>
                    <a:pt x="315494" y="244244"/>
                  </a:lnTo>
                  <a:lnTo>
                    <a:pt x="317872" y="239485"/>
                  </a:lnTo>
                  <a:lnTo>
                    <a:pt x="320097" y="234652"/>
                  </a:lnTo>
                  <a:lnTo>
                    <a:pt x="322167" y="229751"/>
                  </a:lnTo>
                  <a:lnTo>
                    <a:pt x="324080" y="224786"/>
                  </a:lnTo>
                  <a:lnTo>
                    <a:pt x="325834" y="219763"/>
                  </a:lnTo>
                  <a:lnTo>
                    <a:pt x="327427" y="214687"/>
                  </a:lnTo>
                  <a:lnTo>
                    <a:pt x="328859" y="209563"/>
                  </a:lnTo>
                  <a:lnTo>
                    <a:pt x="330126" y="204395"/>
                  </a:lnTo>
                  <a:lnTo>
                    <a:pt x="331228" y="199190"/>
                  </a:lnTo>
                  <a:lnTo>
                    <a:pt x="332164" y="193953"/>
                  </a:lnTo>
                  <a:lnTo>
                    <a:pt x="332933" y="188688"/>
                  </a:lnTo>
                  <a:lnTo>
                    <a:pt x="333534" y="183402"/>
                  </a:lnTo>
                  <a:lnTo>
                    <a:pt x="333966" y="178099"/>
                  </a:lnTo>
                  <a:lnTo>
                    <a:pt x="334229" y="172785"/>
                  </a:lnTo>
                  <a:lnTo>
                    <a:pt x="334324" y="167465"/>
                  </a:lnTo>
                  <a:lnTo>
                    <a:pt x="334248" y="162146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375967"/>
              <a:ext cx="167092" cy="5021"/>
            </a:xfrm>
            <a:custGeom>
              <a:avLst/>
              <a:pathLst>
                <a:path w="167092" h="5021">
                  <a:moveTo>
                    <a:pt x="167092" y="0"/>
                  </a:moveTo>
                  <a:lnTo>
                    <a:pt x="0" y="50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93705"/>
              <a:ext cx="167092" cy="87283"/>
            </a:xfrm>
            <a:custGeom>
              <a:avLst/>
              <a:pathLst>
                <a:path w="167092" h="87283">
                  <a:moveTo>
                    <a:pt x="167092" y="82262"/>
                  </a:moveTo>
                  <a:lnTo>
                    <a:pt x="166818" y="76481"/>
                  </a:lnTo>
                  <a:lnTo>
                    <a:pt x="166344" y="70713"/>
                  </a:lnTo>
                  <a:lnTo>
                    <a:pt x="165671" y="64966"/>
                  </a:lnTo>
                  <a:lnTo>
                    <a:pt x="164799" y="59244"/>
                  </a:lnTo>
                  <a:lnTo>
                    <a:pt x="163729" y="53557"/>
                  </a:lnTo>
                  <a:lnTo>
                    <a:pt x="162464" y="47910"/>
                  </a:lnTo>
                  <a:lnTo>
                    <a:pt x="161004" y="42310"/>
                  </a:lnTo>
                  <a:lnTo>
                    <a:pt x="159351" y="36764"/>
                  </a:lnTo>
                  <a:lnTo>
                    <a:pt x="157506" y="31279"/>
                  </a:lnTo>
                  <a:lnTo>
                    <a:pt x="155474" y="25860"/>
                  </a:lnTo>
                  <a:lnTo>
                    <a:pt x="153254" y="20516"/>
                  </a:lnTo>
                  <a:lnTo>
                    <a:pt x="150851" y="15251"/>
                  </a:lnTo>
                  <a:lnTo>
                    <a:pt x="148268" y="10073"/>
                  </a:lnTo>
                  <a:lnTo>
                    <a:pt x="145506" y="4987"/>
                  </a:lnTo>
                  <a:lnTo>
                    <a:pt x="142571" y="0"/>
                  </a:lnTo>
                  <a:lnTo>
                    <a:pt x="0" y="872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142571" cy="167167"/>
            </a:xfrm>
            <a:custGeom>
              <a:avLst/>
              <a:pathLst>
                <a:path w="142571" h="167167">
                  <a:moveTo>
                    <a:pt x="142571" y="79883"/>
                  </a:moveTo>
                  <a:lnTo>
                    <a:pt x="139618" y="75234"/>
                  </a:lnTo>
                  <a:lnTo>
                    <a:pt x="136513" y="70684"/>
                  </a:lnTo>
                  <a:lnTo>
                    <a:pt x="133261" y="66239"/>
                  </a:lnTo>
                  <a:lnTo>
                    <a:pt x="129863" y="61904"/>
                  </a:lnTo>
                  <a:lnTo>
                    <a:pt x="126325" y="57683"/>
                  </a:lnTo>
                  <a:lnTo>
                    <a:pt x="122650" y="53581"/>
                  </a:lnTo>
                  <a:lnTo>
                    <a:pt x="118841" y="49602"/>
                  </a:lnTo>
                  <a:lnTo>
                    <a:pt x="114904" y="45750"/>
                  </a:lnTo>
                  <a:lnTo>
                    <a:pt x="110841" y="42031"/>
                  </a:lnTo>
                  <a:lnTo>
                    <a:pt x="106659" y="38447"/>
                  </a:lnTo>
                  <a:lnTo>
                    <a:pt x="102360" y="35003"/>
                  </a:lnTo>
                  <a:lnTo>
                    <a:pt x="97951" y="31703"/>
                  </a:lnTo>
                  <a:lnTo>
                    <a:pt x="93435" y="28550"/>
                  </a:lnTo>
                  <a:lnTo>
                    <a:pt x="88818" y="25547"/>
                  </a:lnTo>
                  <a:lnTo>
                    <a:pt x="84104" y="22697"/>
                  </a:lnTo>
                  <a:lnTo>
                    <a:pt x="79299" y="20005"/>
                  </a:lnTo>
                  <a:lnTo>
                    <a:pt x="74408" y="17473"/>
                  </a:lnTo>
                  <a:lnTo>
                    <a:pt x="69436" y="15103"/>
                  </a:lnTo>
                  <a:lnTo>
                    <a:pt x="64388" y="12898"/>
                  </a:lnTo>
                  <a:lnTo>
                    <a:pt x="59271" y="10860"/>
                  </a:lnTo>
                  <a:lnTo>
                    <a:pt x="54090" y="8992"/>
                  </a:lnTo>
                  <a:lnTo>
                    <a:pt x="48849" y="7296"/>
                  </a:lnTo>
                  <a:lnTo>
                    <a:pt x="43556" y="5774"/>
                  </a:lnTo>
                  <a:lnTo>
                    <a:pt x="38216" y="4426"/>
                  </a:lnTo>
                  <a:lnTo>
                    <a:pt x="32834" y="3256"/>
                  </a:lnTo>
                  <a:lnTo>
                    <a:pt x="27416" y="2263"/>
                  </a:lnTo>
                  <a:lnTo>
                    <a:pt x="21968" y="1449"/>
                  </a:lnTo>
                  <a:lnTo>
                    <a:pt x="16497" y="816"/>
                  </a:lnTo>
                  <a:lnTo>
                    <a:pt x="11008" y="362"/>
                  </a:lnTo>
                  <a:lnTo>
                    <a:pt x="5507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751847" y="3707720"/>
              <a:ext cx="191470" cy="334319"/>
            </a:xfrm>
            <a:custGeom>
              <a:avLst/>
              <a:pathLst>
                <a:path w="191470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6"/>
                  </a:lnTo>
                  <a:lnTo>
                    <a:pt x="130124" y="4155"/>
                  </a:lnTo>
                  <a:lnTo>
                    <a:pt x="124941" y="5420"/>
                  </a:lnTo>
                  <a:lnTo>
                    <a:pt x="119800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6" y="16413"/>
                  </a:lnTo>
                  <a:lnTo>
                    <a:pt x="90152" y="18795"/>
                  </a:lnTo>
                  <a:lnTo>
                    <a:pt x="85456" y="21328"/>
                  </a:lnTo>
                  <a:lnTo>
                    <a:pt x="80844" y="24010"/>
                  </a:lnTo>
                  <a:lnTo>
                    <a:pt x="76319" y="26837"/>
                  </a:lnTo>
                  <a:lnTo>
                    <a:pt x="71887" y="29808"/>
                  </a:lnTo>
                  <a:lnTo>
                    <a:pt x="67552" y="32918"/>
                  </a:lnTo>
                  <a:lnTo>
                    <a:pt x="63319" y="36165"/>
                  </a:lnTo>
                  <a:lnTo>
                    <a:pt x="59191" y="39546"/>
                  </a:lnTo>
                  <a:lnTo>
                    <a:pt x="55174" y="43057"/>
                  </a:lnTo>
                  <a:lnTo>
                    <a:pt x="51270" y="46694"/>
                  </a:lnTo>
                  <a:lnTo>
                    <a:pt x="47485" y="50454"/>
                  </a:lnTo>
                  <a:lnTo>
                    <a:pt x="43821" y="54332"/>
                  </a:lnTo>
                  <a:lnTo>
                    <a:pt x="40283" y="58326"/>
                  </a:lnTo>
                  <a:lnTo>
                    <a:pt x="36874" y="62430"/>
                  </a:lnTo>
                  <a:lnTo>
                    <a:pt x="33598" y="66641"/>
                  </a:lnTo>
                  <a:lnTo>
                    <a:pt x="30458" y="70955"/>
                  </a:lnTo>
                  <a:lnTo>
                    <a:pt x="27458" y="75366"/>
                  </a:lnTo>
                  <a:lnTo>
                    <a:pt x="24599" y="79871"/>
                  </a:lnTo>
                  <a:lnTo>
                    <a:pt x="21886" y="84465"/>
                  </a:lnTo>
                  <a:lnTo>
                    <a:pt x="19321" y="89144"/>
                  </a:lnTo>
                  <a:lnTo>
                    <a:pt x="16906" y="93901"/>
                  </a:lnTo>
                  <a:lnTo>
                    <a:pt x="14645" y="98734"/>
                  </a:lnTo>
                  <a:lnTo>
                    <a:pt x="12538" y="103636"/>
                  </a:lnTo>
                  <a:lnTo>
                    <a:pt x="10590" y="108603"/>
                  </a:lnTo>
                  <a:lnTo>
                    <a:pt x="8801" y="113629"/>
                  </a:lnTo>
                  <a:lnTo>
                    <a:pt x="7173" y="118710"/>
                  </a:lnTo>
                  <a:lnTo>
                    <a:pt x="5708" y="123840"/>
                  </a:lnTo>
                  <a:lnTo>
                    <a:pt x="4408" y="129015"/>
                  </a:lnTo>
                  <a:lnTo>
                    <a:pt x="3273" y="134228"/>
                  </a:lnTo>
                  <a:lnTo>
                    <a:pt x="2305" y="139475"/>
                  </a:lnTo>
                  <a:lnTo>
                    <a:pt x="1505" y="144750"/>
                  </a:lnTo>
                  <a:lnTo>
                    <a:pt x="874" y="150048"/>
                  </a:lnTo>
                  <a:lnTo>
                    <a:pt x="413" y="155363"/>
                  </a:lnTo>
                  <a:lnTo>
                    <a:pt x="121" y="160691"/>
                  </a:lnTo>
                  <a:lnTo>
                    <a:pt x="0" y="166025"/>
                  </a:lnTo>
                  <a:lnTo>
                    <a:pt x="48" y="171360"/>
                  </a:lnTo>
                  <a:lnTo>
                    <a:pt x="267" y="176691"/>
                  </a:lnTo>
                  <a:lnTo>
                    <a:pt x="656" y="182012"/>
                  </a:lnTo>
                  <a:lnTo>
                    <a:pt x="1215" y="187318"/>
                  </a:lnTo>
                  <a:lnTo>
                    <a:pt x="1942" y="192603"/>
                  </a:lnTo>
                  <a:lnTo>
                    <a:pt x="2838" y="197863"/>
                  </a:lnTo>
                  <a:lnTo>
                    <a:pt x="3901" y="203091"/>
                  </a:lnTo>
                  <a:lnTo>
                    <a:pt x="5131" y="208283"/>
                  </a:lnTo>
                  <a:lnTo>
                    <a:pt x="6526" y="213433"/>
                  </a:lnTo>
                  <a:lnTo>
                    <a:pt x="8084" y="218536"/>
                  </a:lnTo>
                  <a:lnTo>
                    <a:pt x="9804" y="223586"/>
                  </a:lnTo>
                  <a:lnTo>
                    <a:pt x="11685" y="228579"/>
                  </a:lnTo>
                  <a:lnTo>
                    <a:pt x="13724" y="233509"/>
                  </a:lnTo>
                  <a:lnTo>
                    <a:pt x="15919" y="238372"/>
                  </a:lnTo>
                  <a:lnTo>
                    <a:pt x="18268" y="243162"/>
                  </a:lnTo>
                  <a:lnTo>
                    <a:pt x="20769" y="247875"/>
                  </a:lnTo>
                  <a:lnTo>
                    <a:pt x="23419" y="252506"/>
                  </a:lnTo>
                  <a:lnTo>
                    <a:pt x="26216" y="257050"/>
                  </a:lnTo>
                  <a:lnTo>
                    <a:pt x="29156" y="261502"/>
                  </a:lnTo>
                  <a:lnTo>
                    <a:pt x="32237" y="265858"/>
                  </a:lnTo>
                  <a:lnTo>
                    <a:pt x="35455" y="270113"/>
                  </a:lnTo>
                  <a:lnTo>
                    <a:pt x="38807" y="274264"/>
                  </a:lnTo>
                  <a:lnTo>
                    <a:pt x="42290" y="278306"/>
                  </a:lnTo>
                  <a:lnTo>
                    <a:pt x="45901" y="282234"/>
                  </a:lnTo>
                  <a:lnTo>
                    <a:pt x="49635" y="286045"/>
                  </a:lnTo>
                  <a:lnTo>
                    <a:pt x="53488" y="289735"/>
                  </a:lnTo>
                  <a:lnTo>
                    <a:pt x="57457" y="293300"/>
                  </a:lnTo>
                  <a:lnTo>
                    <a:pt x="61538" y="296737"/>
                  </a:lnTo>
                  <a:lnTo>
                    <a:pt x="65727" y="300042"/>
                  </a:lnTo>
                  <a:lnTo>
                    <a:pt x="70019" y="303211"/>
                  </a:lnTo>
                  <a:lnTo>
                    <a:pt x="74410" y="306242"/>
                  </a:lnTo>
                  <a:lnTo>
                    <a:pt x="78895" y="309131"/>
                  </a:lnTo>
                  <a:lnTo>
                    <a:pt x="83471" y="311875"/>
                  </a:lnTo>
                  <a:lnTo>
                    <a:pt x="88131" y="314473"/>
                  </a:lnTo>
                  <a:lnTo>
                    <a:pt x="92872" y="316920"/>
                  </a:lnTo>
                  <a:lnTo>
                    <a:pt x="97689" y="319214"/>
                  </a:lnTo>
                  <a:lnTo>
                    <a:pt x="102577" y="321354"/>
                  </a:lnTo>
                  <a:lnTo>
                    <a:pt x="107530" y="323336"/>
                  </a:lnTo>
                  <a:lnTo>
                    <a:pt x="112544" y="325160"/>
                  </a:lnTo>
                  <a:lnTo>
                    <a:pt x="117614" y="326822"/>
                  </a:lnTo>
                  <a:lnTo>
                    <a:pt x="122734" y="328322"/>
                  </a:lnTo>
                  <a:lnTo>
                    <a:pt x="127900" y="329658"/>
                  </a:lnTo>
                  <a:lnTo>
                    <a:pt x="133105" y="330828"/>
                  </a:lnTo>
                  <a:lnTo>
                    <a:pt x="138345" y="331832"/>
                  </a:lnTo>
                  <a:lnTo>
                    <a:pt x="143615" y="332667"/>
                  </a:lnTo>
                  <a:lnTo>
                    <a:pt x="148908" y="333335"/>
                  </a:lnTo>
                  <a:lnTo>
                    <a:pt x="154220" y="333833"/>
                  </a:lnTo>
                  <a:lnTo>
                    <a:pt x="159545" y="334161"/>
                  </a:lnTo>
                  <a:lnTo>
                    <a:pt x="164878" y="334319"/>
                  </a:lnTo>
                  <a:lnTo>
                    <a:pt x="170214" y="334307"/>
                  </a:lnTo>
                  <a:lnTo>
                    <a:pt x="175546" y="334124"/>
                  </a:lnTo>
                  <a:lnTo>
                    <a:pt x="180870" y="333772"/>
                  </a:lnTo>
                  <a:lnTo>
                    <a:pt x="186179" y="333249"/>
                  </a:lnTo>
                  <a:lnTo>
                    <a:pt x="191470" y="332558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76"/>
              <a:ext cx="167155" cy="332502"/>
            </a:xfrm>
            <a:custGeom>
              <a:avLst/>
              <a:pathLst>
                <a:path w="167155" h="332502">
                  <a:moveTo>
                    <a:pt x="24306" y="332502"/>
                  </a:moveTo>
                  <a:lnTo>
                    <a:pt x="29575" y="331642"/>
                  </a:lnTo>
                  <a:lnTo>
                    <a:pt x="34813" y="330614"/>
                  </a:lnTo>
                  <a:lnTo>
                    <a:pt x="40016" y="329419"/>
                  </a:lnTo>
                  <a:lnTo>
                    <a:pt x="45178" y="328058"/>
                  </a:lnTo>
                  <a:lnTo>
                    <a:pt x="50293" y="326534"/>
                  </a:lnTo>
                  <a:lnTo>
                    <a:pt x="55358" y="324847"/>
                  </a:lnTo>
                  <a:lnTo>
                    <a:pt x="60366" y="322999"/>
                  </a:lnTo>
                  <a:lnTo>
                    <a:pt x="65313" y="320992"/>
                  </a:lnTo>
                  <a:lnTo>
                    <a:pt x="70193" y="318828"/>
                  </a:lnTo>
                  <a:lnTo>
                    <a:pt x="75001" y="316509"/>
                  </a:lnTo>
                  <a:lnTo>
                    <a:pt x="79733" y="314038"/>
                  </a:lnTo>
                  <a:lnTo>
                    <a:pt x="84384" y="311418"/>
                  </a:lnTo>
                  <a:lnTo>
                    <a:pt x="88948" y="308650"/>
                  </a:lnTo>
                  <a:lnTo>
                    <a:pt x="93422" y="305738"/>
                  </a:lnTo>
                  <a:lnTo>
                    <a:pt x="97801" y="302684"/>
                  </a:lnTo>
                  <a:lnTo>
                    <a:pt x="102079" y="299492"/>
                  </a:lnTo>
                  <a:lnTo>
                    <a:pt x="106254" y="296165"/>
                  </a:lnTo>
                  <a:lnTo>
                    <a:pt x="110321" y="292707"/>
                  </a:lnTo>
                  <a:lnTo>
                    <a:pt x="114275" y="289120"/>
                  </a:lnTo>
                  <a:lnTo>
                    <a:pt x="118112" y="285409"/>
                  </a:lnTo>
                  <a:lnTo>
                    <a:pt x="121829" y="281578"/>
                  </a:lnTo>
                  <a:lnTo>
                    <a:pt x="125422" y="277630"/>
                  </a:lnTo>
                  <a:lnTo>
                    <a:pt x="128886" y="273569"/>
                  </a:lnTo>
                  <a:lnTo>
                    <a:pt x="132220" y="269399"/>
                  </a:lnTo>
                  <a:lnTo>
                    <a:pt x="135418" y="265125"/>
                  </a:lnTo>
                  <a:lnTo>
                    <a:pt x="138479" y="260751"/>
                  </a:lnTo>
                  <a:lnTo>
                    <a:pt x="141398" y="256282"/>
                  </a:lnTo>
                  <a:lnTo>
                    <a:pt x="144173" y="251722"/>
                  </a:lnTo>
                  <a:lnTo>
                    <a:pt x="146801" y="247075"/>
                  </a:lnTo>
                  <a:lnTo>
                    <a:pt x="149279" y="242347"/>
                  </a:lnTo>
                  <a:lnTo>
                    <a:pt x="151606" y="237543"/>
                  </a:lnTo>
                  <a:lnTo>
                    <a:pt x="153777" y="232666"/>
                  </a:lnTo>
                  <a:lnTo>
                    <a:pt x="155792" y="227723"/>
                  </a:lnTo>
                  <a:lnTo>
                    <a:pt x="157648" y="222717"/>
                  </a:lnTo>
                  <a:lnTo>
                    <a:pt x="159343" y="217656"/>
                  </a:lnTo>
                  <a:lnTo>
                    <a:pt x="160875" y="212542"/>
                  </a:lnTo>
                  <a:lnTo>
                    <a:pt x="162244" y="207382"/>
                  </a:lnTo>
                  <a:lnTo>
                    <a:pt x="163447" y="202181"/>
                  </a:lnTo>
                  <a:lnTo>
                    <a:pt x="164483" y="196945"/>
                  </a:lnTo>
                  <a:lnTo>
                    <a:pt x="165352" y="191678"/>
                  </a:lnTo>
                  <a:lnTo>
                    <a:pt x="166052" y="186386"/>
                  </a:lnTo>
                  <a:lnTo>
                    <a:pt x="166583" y="181074"/>
                  </a:lnTo>
                  <a:lnTo>
                    <a:pt x="166944" y="175748"/>
                  </a:lnTo>
                  <a:lnTo>
                    <a:pt x="167134" y="170413"/>
                  </a:lnTo>
                  <a:lnTo>
                    <a:pt x="167155" y="165075"/>
                  </a:lnTo>
                  <a:lnTo>
                    <a:pt x="167004" y="159739"/>
                  </a:lnTo>
                  <a:lnTo>
                    <a:pt x="166684" y="154410"/>
                  </a:lnTo>
                  <a:lnTo>
                    <a:pt x="166193" y="149095"/>
                  </a:lnTo>
                  <a:lnTo>
                    <a:pt x="165533" y="143797"/>
                  </a:lnTo>
                  <a:lnTo>
                    <a:pt x="164704" y="138524"/>
                  </a:lnTo>
                  <a:lnTo>
                    <a:pt x="163708" y="133280"/>
                  </a:lnTo>
                  <a:lnTo>
                    <a:pt x="162544" y="128070"/>
                  </a:lnTo>
                  <a:lnTo>
                    <a:pt x="161215" y="122900"/>
                  </a:lnTo>
                  <a:lnTo>
                    <a:pt x="159721" y="117775"/>
                  </a:lnTo>
                  <a:lnTo>
                    <a:pt x="158064" y="112700"/>
                  </a:lnTo>
                  <a:lnTo>
                    <a:pt x="156246" y="107681"/>
                  </a:lnTo>
                  <a:lnTo>
                    <a:pt x="154269" y="102723"/>
                  </a:lnTo>
                  <a:lnTo>
                    <a:pt x="152134" y="97830"/>
                  </a:lnTo>
                  <a:lnTo>
                    <a:pt x="149845" y="93008"/>
                  </a:lnTo>
                  <a:lnTo>
                    <a:pt x="147402" y="88261"/>
                  </a:lnTo>
                  <a:lnTo>
                    <a:pt x="144809" y="83595"/>
                  </a:lnTo>
                  <a:lnTo>
                    <a:pt x="142069" y="79014"/>
                  </a:lnTo>
                  <a:lnTo>
                    <a:pt x="139184" y="74522"/>
                  </a:lnTo>
                  <a:lnTo>
                    <a:pt x="136156" y="70125"/>
                  </a:lnTo>
                  <a:lnTo>
                    <a:pt x="132990" y="65828"/>
                  </a:lnTo>
                  <a:lnTo>
                    <a:pt x="129688" y="61633"/>
                  </a:lnTo>
                  <a:lnTo>
                    <a:pt x="126254" y="57546"/>
                  </a:lnTo>
                  <a:lnTo>
                    <a:pt x="122692" y="53570"/>
                  </a:lnTo>
                  <a:lnTo>
                    <a:pt x="119004" y="49711"/>
                  </a:lnTo>
                  <a:lnTo>
                    <a:pt x="115195" y="45971"/>
                  </a:lnTo>
                  <a:lnTo>
                    <a:pt x="111268" y="42355"/>
                  </a:lnTo>
                  <a:lnTo>
                    <a:pt x="107228" y="38866"/>
                  </a:lnTo>
                  <a:lnTo>
                    <a:pt x="103078" y="35507"/>
                  </a:lnTo>
                  <a:lnTo>
                    <a:pt x="98824" y="32283"/>
                  </a:lnTo>
                  <a:lnTo>
                    <a:pt x="94469" y="29196"/>
                  </a:lnTo>
                  <a:lnTo>
                    <a:pt x="90017" y="26250"/>
                  </a:lnTo>
                  <a:lnTo>
                    <a:pt x="85473" y="23448"/>
                  </a:lnTo>
                  <a:lnTo>
                    <a:pt x="80843" y="20792"/>
                  </a:lnTo>
                  <a:lnTo>
                    <a:pt x="76130" y="18286"/>
                  </a:lnTo>
                  <a:lnTo>
                    <a:pt x="71339" y="15931"/>
                  </a:lnTo>
                  <a:lnTo>
                    <a:pt x="66475" y="13730"/>
                  </a:lnTo>
                  <a:lnTo>
                    <a:pt x="61544" y="11686"/>
                  </a:lnTo>
                  <a:lnTo>
                    <a:pt x="56550" y="9800"/>
                  </a:lnTo>
                  <a:lnTo>
                    <a:pt x="51499" y="8074"/>
                  </a:lnTo>
                  <a:lnTo>
                    <a:pt x="46394" y="6511"/>
                  </a:lnTo>
                  <a:lnTo>
                    <a:pt x="41243" y="5112"/>
                  </a:lnTo>
                  <a:lnTo>
                    <a:pt x="36049" y="3877"/>
                  </a:lnTo>
                  <a:lnTo>
                    <a:pt x="30819" y="2810"/>
                  </a:lnTo>
                  <a:lnTo>
                    <a:pt x="25557" y="1909"/>
                  </a:lnTo>
                  <a:lnTo>
                    <a:pt x="20269" y="1178"/>
                  </a:lnTo>
                  <a:lnTo>
                    <a:pt x="14961" y="615"/>
                  </a:lnTo>
                  <a:lnTo>
                    <a:pt x="9637" y="222"/>
                  </a:lnTo>
                  <a:lnTo>
                    <a:pt x="4304" y="0"/>
                  </a:lnTo>
                  <a:lnTo>
                    <a:pt x="0" y="1671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4304" cy="167167"/>
            </a:xfrm>
            <a:custGeom>
              <a:avLst/>
              <a:pathLst>
                <a:path w="4304" h="167167">
                  <a:moveTo>
                    <a:pt x="4304" y="5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tx79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99" name="tx79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0" name="tx80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1" name="tx80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2" name="tx80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03" name="tx80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04" name="tx80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2025-06-06T07:19:10Z</dcterms:modified>
  <cp:category/>
</cp:coreProperties>
</file>