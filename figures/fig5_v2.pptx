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9800888" cy="12599988"/>
  <p:notesSz cx="6858000" cy="9144000"/>
  <p:custDataLst>
    <p:tags r:id="rId3"/>
  </p:custDataLst>
  <p:defaultTextStyle>
    <a:defPPr>
      <a:defRPr lang="en-US"/>
    </a:defPPr>
    <a:lvl1pPr marL="0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1pPr>
    <a:lvl2pPr marL="790826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2pPr>
    <a:lvl3pPr marL="1581649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3pPr>
    <a:lvl4pPr marL="2372475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4pPr>
    <a:lvl5pPr marL="3163300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5pPr>
    <a:lvl6pPr marL="3954126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6pPr>
    <a:lvl7pPr marL="4744950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7pPr>
    <a:lvl8pPr marL="5535775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8pPr>
    <a:lvl9pPr marL="6326601" algn="l" defTabSz="1581649" rtl="0" eaLnBrk="1" latinLnBrk="0" hangingPunct="1">
      <a:defRPr sz="31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9" userDrawn="1">
          <p15:clr>
            <a:srgbClr val="A4A3A4"/>
          </p15:clr>
        </p15:guide>
        <p15:guide id="2" pos="62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158" y="78"/>
      </p:cViewPr>
      <p:guideLst>
        <p:guide orient="horz" pos="3969"/>
        <p:guide pos="62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068" y="3914169"/>
            <a:ext cx="16830756" cy="270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0138" y="7140000"/>
            <a:ext cx="13860621" cy="321999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91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8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7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65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5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4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3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3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140" y="8096664"/>
            <a:ext cx="16830756" cy="2502498"/>
          </a:xfrm>
        </p:spPr>
        <p:txBody>
          <a:bodyPr anchor="t"/>
          <a:lstStyle>
            <a:lvl1pPr algn="l">
              <a:defRPr sz="3667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140" y="5340418"/>
            <a:ext cx="16830756" cy="2756246"/>
          </a:xfrm>
        </p:spPr>
        <p:txBody>
          <a:bodyPr anchor="b"/>
          <a:lstStyle>
            <a:lvl1pPr marL="0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1pPr>
            <a:lvl2pPr marL="419127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838252" indent="0">
              <a:buNone/>
              <a:defRPr sz="1467">
                <a:solidFill>
                  <a:schemeClr val="tx1">
                    <a:tint val="75000"/>
                  </a:schemeClr>
                </a:solidFill>
              </a:defRPr>
            </a:lvl3pPr>
            <a:lvl4pPr marL="1257376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4pPr>
            <a:lvl5pPr marL="1676502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5pPr>
            <a:lvl6pPr marL="2095628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6pPr>
            <a:lvl7pPr marL="2514753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7pPr>
            <a:lvl8pPr marL="2933880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8pPr>
            <a:lvl9pPr marL="3353005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45" y="2940001"/>
            <a:ext cx="8745392" cy="8315409"/>
          </a:xfrm>
        </p:spPr>
        <p:txBody>
          <a:bodyPr/>
          <a:lstStyle>
            <a:lvl1pPr>
              <a:defRPr sz="2568"/>
            </a:lvl1pPr>
            <a:lvl2pPr>
              <a:defRPr sz="2200"/>
            </a:lvl2pPr>
            <a:lvl3pPr>
              <a:defRPr sz="1835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65456" y="2940001"/>
            <a:ext cx="8745392" cy="8315409"/>
          </a:xfrm>
        </p:spPr>
        <p:txBody>
          <a:bodyPr/>
          <a:lstStyle>
            <a:lvl1pPr>
              <a:defRPr sz="2568"/>
            </a:lvl1pPr>
            <a:lvl2pPr>
              <a:defRPr sz="2200"/>
            </a:lvl2pPr>
            <a:lvl3pPr>
              <a:defRPr sz="1835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50" y="2820420"/>
            <a:ext cx="8748831" cy="1175414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9127" indent="0">
              <a:buNone/>
              <a:defRPr sz="1835" b="1"/>
            </a:lvl2pPr>
            <a:lvl3pPr marL="838252" indent="0">
              <a:buNone/>
              <a:defRPr sz="1650" b="1"/>
            </a:lvl3pPr>
            <a:lvl4pPr marL="1257376" indent="0">
              <a:buNone/>
              <a:defRPr sz="1467" b="1"/>
            </a:lvl4pPr>
            <a:lvl5pPr marL="1676502" indent="0">
              <a:buNone/>
              <a:defRPr sz="1467" b="1"/>
            </a:lvl5pPr>
            <a:lvl6pPr marL="2095628" indent="0">
              <a:buNone/>
              <a:defRPr sz="1467" b="1"/>
            </a:lvl6pPr>
            <a:lvl7pPr marL="2514753" indent="0">
              <a:buNone/>
              <a:defRPr sz="1467" b="1"/>
            </a:lvl7pPr>
            <a:lvl8pPr marL="2933880" indent="0">
              <a:buNone/>
              <a:defRPr sz="1467" b="1"/>
            </a:lvl8pPr>
            <a:lvl9pPr marL="3353005" indent="0">
              <a:buNone/>
              <a:defRPr sz="14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0050" y="3995831"/>
            <a:ext cx="8748831" cy="7259577"/>
          </a:xfrm>
        </p:spPr>
        <p:txBody>
          <a:bodyPr/>
          <a:lstStyle>
            <a:lvl1pPr>
              <a:defRPr sz="2200"/>
            </a:lvl1pPr>
            <a:lvl2pPr>
              <a:defRPr sz="1835"/>
            </a:lvl2pPr>
            <a:lvl3pPr>
              <a:defRPr sz="165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58589" y="2820420"/>
            <a:ext cx="8752267" cy="1175414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9127" indent="0">
              <a:buNone/>
              <a:defRPr sz="1835" b="1"/>
            </a:lvl2pPr>
            <a:lvl3pPr marL="838252" indent="0">
              <a:buNone/>
              <a:defRPr sz="1650" b="1"/>
            </a:lvl3pPr>
            <a:lvl4pPr marL="1257376" indent="0">
              <a:buNone/>
              <a:defRPr sz="1467" b="1"/>
            </a:lvl4pPr>
            <a:lvl5pPr marL="1676502" indent="0">
              <a:buNone/>
              <a:defRPr sz="1467" b="1"/>
            </a:lvl5pPr>
            <a:lvl6pPr marL="2095628" indent="0">
              <a:buNone/>
              <a:defRPr sz="1467" b="1"/>
            </a:lvl6pPr>
            <a:lvl7pPr marL="2514753" indent="0">
              <a:buNone/>
              <a:defRPr sz="1467" b="1"/>
            </a:lvl7pPr>
            <a:lvl8pPr marL="2933880" indent="0">
              <a:buNone/>
              <a:defRPr sz="1467" b="1"/>
            </a:lvl8pPr>
            <a:lvl9pPr marL="3353005" indent="0">
              <a:buNone/>
              <a:defRPr sz="14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58589" y="3995831"/>
            <a:ext cx="8752267" cy="7259577"/>
          </a:xfrm>
        </p:spPr>
        <p:txBody>
          <a:bodyPr/>
          <a:lstStyle>
            <a:lvl1pPr>
              <a:defRPr sz="2200"/>
            </a:lvl1pPr>
            <a:lvl2pPr>
              <a:defRPr sz="1835"/>
            </a:lvl2pPr>
            <a:lvl3pPr>
              <a:defRPr sz="165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48" y="504588"/>
            <a:ext cx="17820800" cy="2099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48" y="2940001"/>
            <a:ext cx="17820800" cy="8315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52" y="11678325"/>
            <a:ext cx="4620207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65309" y="11678325"/>
            <a:ext cx="6270283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90644" y="11678325"/>
            <a:ext cx="4620207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838252" rtl="0" eaLnBrk="1" latinLnBrk="0" hangingPunct="1">
        <a:spcBef>
          <a:spcPct val="0"/>
        </a:spcBef>
        <a:buNone/>
        <a:defRPr sz="40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4344" indent="-314344" algn="l" defTabSz="838252" rtl="0" eaLnBrk="1" latinLnBrk="0" hangingPunct="1">
        <a:spcBef>
          <a:spcPct val="20000"/>
        </a:spcBef>
        <a:buFont typeface="Arial" panose="020B0604020202020204" pitchFamily="34" charset="0"/>
        <a:buChar char="•"/>
        <a:defRPr sz="2935" kern="1200">
          <a:solidFill>
            <a:schemeClr val="tx1"/>
          </a:solidFill>
          <a:latin typeface="+mn-lt"/>
          <a:ea typeface="+mn-ea"/>
          <a:cs typeface="+mn-cs"/>
        </a:defRPr>
      </a:lvl1pPr>
      <a:lvl2pPr marL="681080" indent="-261954" algn="l" defTabSz="838252" rtl="0" eaLnBrk="1" latinLnBrk="0" hangingPunct="1">
        <a:spcBef>
          <a:spcPct val="20000"/>
        </a:spcBef>
        <a:buFont typeface="Arial" panose="020B0604020202020204" pitchFamily="34" charset="0"/>
        <a:buChar char="–"/>
        <a:defRPr sz="2568" kern="1200">
          <a:solidFill>
            <a:schemeClr val="tx1"/>
          </a:solidFill>
          <a:latin typeface="+mn-lt"/>
          <a:ea typeface="+mn-ea"/>
          <a:cs typeface="+mn-cs"/>
        </a:defRPr>
      </a:lvl2pPr>
      <a:lvl3pPr marL="1047815" indent="-209563" algn="l" defTabSz="838252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66938" indent="-209563" algn="l" defTabSz="838252" rtl="0" eaLnBrk="1" latinLnBrk="0" hangingPunct="1">
        <a:spcBef>
          <a:spcPct val="20000"/>
        </a:spcBef>
        <a:buFont typeface="Arial" panose="020B0604020202020204" pitchFamily="34" charset="0"/>
        <a:buChar char="–"/>
        <a:defRPr sz="1835" kern="1200">
          <a:solidFill>
            <a:schemeClr val="tx1"/>
          </a:solidFill>
          <a:latin typeface="+mn-lt"/>
          <a:ea typeface="+mn-ea"/>
          <a:cs typeface="+mn-cs"/>
        </a:defRPr>
      </a:lvl4pPr>
      <a:lvl5pPr marL="1886065" indent="-209563" algn="l" defTabSz="838252" rtl="0" eaLnBrk="1" latinLnBrk="0" hangingPunct="1">
        <a:spcBef>
          <a:spcPct val="20000"/>
        </a:spcBef>
        <a:buFont typeface="Arial" panose="020B0604020202020204" pitchFamily="34" charset="0"/>
        <a:buChar char="»"/>
        <a:defRPr sz="1835" kern="1200">
          <a:solidFill>
            <a:schemeClr val="tx1"/>
          </a:solidFill>
          <a:latin typeface="+mn-lt"/>
          <a:ea typeface="+mn-ea"/>
          <a:cs typeface="+mn-cs"/>
        </a:defRPr>
      </a:lvl5pPr>
      <a:lvl6pPr marL="2305190" indent="-209563" algn="l" defTabSz="838252" rtl="0" eaLnBrk="1" latinLnBrk="0" hangingPunct="1">
        <a:spcBef>
          <a:spcPct val="2000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6pPr>
      <a:lvl7pPr marL="2724317" indent="-209563" algn="l" defTabSz="838252" rtl="0" eaLnBrk="1" latinLnBrk="0" hangingPunct="1">
        <a:spcBef>
          <a:spcPct val="2000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7pPr>
      <a:lvl8pPr marL="3143442" indent="-209563" algn="l" defTabSz="838252" rtl="0" eaLnBrk="1" latinLnBrk="0" hangingPunct="1">
        <a:spcBef>
          <a:spcPct val="2000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8pPr>
      <a:lvl9pPr marL="3562569" indent="-209563" algn="l" defTabSz="838252" rtl="0" eaLnBrk="1" latinLnBrk="0" hangingPunct="1">
        <a:spcBef>
          <a:spcPct val="20000"/>
        </a:spcBef>
        <a:buFont typeface="Arial" panose="020B0604020202020204" pitchFamily="34" charset="0"/>
        <a:buChar char="•"/>
        <a:defRPr sz="1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19127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838252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257376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1676502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2095628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514753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7pPr>
      <a:lvl8pPr marL="2933880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8pPr>
      <a:lvl9pPr marL="3353005" algn="l" defTabSz="838252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>
            <a:extLst>
              <a:ext uri="{FF2B5EF4-FFF2-40B4-BE49-F238E27FC236}">
                <a16:creationId xmlns:a16="http://schemas.microsoft.com/office/drawing/2014/main" id="{E449E442-A3BA-4ADB-8664-FD21BFEB8A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896" y="1028852"/>
            <a:ext cx="7376838" cy="9219484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E8ED6B80-806C-423B-A091-35BDC3DEEB51}"/>
              </a:ext>
            </a:extLst>
          </p:cNvPr>
          <p:cNvSpPr txBox="1"/>
          <p:nvPr/>
        </p:nvSpPr>
        <p:spPr>
          <a:xfrm>
            <a:off x="16171480" y="583882"/>
            <a:ext cx="2988256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200" b="1" dirty="0">
                <a:latin typeface="Arial" panose="020B0604020202020204" pitchFamily="34" charset="0"/>
                <a:cs typeface="Arial" panose="020B0604020202020204" pitchFamily="34" charset="0"/>
              </a:rPr>
              <a:t>Non-ESBL </a:t>
            </a:r>
          </a:p>
          <a:p>
            <a:pPr algn="ctr"/>
            <a:r>
              <a:rPr lang="fr-F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E. coli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0D8ABC-D64A-45C2-90D7-1C1461481CBC}"/>
              </a:ext>
            </a:extLst>
          </p:cNvPr>
          <p:cNvSpPr txBox="1"/>
          <p:nvPr/>
        </p:nvSpPr>
        <p:spPr>
          <a:xfrm>
            <a:off x="12572901" y="587742"/>
            <a:ext cx="3086264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200" b="1" dirty="0">
                <a:latin typeface="Arial" panose="020B0604020202020204" pitchFamily="34" charset="0"/>
                <a:cs typeface="Arial" panose="020B0604020202020204" pitchFamily="34" charset="0"/>
              </a:rPr>
              <a:t>ESBL </a:t>
            </a:r>
          </a:p>
          <a:p>
            <a:pPr algn="ctr"/>
            <a:r>
              <a:rPr lang="fr-F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E. coli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1C556BB-BCF6-45EF-914D-EB9E17B3C173}"/>
              </a:ext>
            </a:extLst>
          </p:cNvPr>
          <p:cNvSpPr txBox="1"/>
          <p:nvPr/>
        </p:nvSpPr>
        <p:spPr>
          <a:xfrm>
            <a:off x="462617" y="365682"/>
            <a:ext cx="596120" cy="672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772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BA2C038-C4ED-45B3-90DE-517E6BD0006A}"/>
              </a:ext>
            </a:extLst>
          </p:cNvPr>
          <p:cNvSpPr txBox="1"/>
          <p:nvPr/>
        </p:nvSpPr>
        <p:spPr>
          <a:xfrm>
            <a:off x="3221401" y="1583323"/>
            <a:ext cx="596120" cy="672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772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B38526E-FAC0-43F8-8699-C869A8911707}"/>
              </a:ext>
            </a:extLst>
          </p:cNvPr>
          <p:cNvSpPr txBox="1"/>
          <p:nvPr/>
        </p:nvSpPr>
        <p:spPr>
          <a:xfrm>
            <a:off x="3221401" y="5370364"/>
            <a:ext cx="596120" cy="672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772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1D8C49D9-CEC3-4AA6-909B-F4BCA16515B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9"/>
          <a:stretch/>
        </p:blipFill>
        <p:spPr>
          <a:xfrm>
            <a:off x="1970286" y="4730767"/>
            <a:ext cx="4707078" cy="551757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BA94DA66-25E0-490D-9140-8F475050AAA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9" r="7836"/>
          <a:stretch/>
        </p:blipFill>
        <p:spPr>
          <a:xfrm>
            <a:off x="6359156" y="4770294"/>
            <a:ext cx="4316676" cy="5517570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8C3CBDA7-C15B-4BDA-94A5-24C7D63DF24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2" t="10565" b="11880"/>
          <a:stretch/>
        </p:blipFill>
        <p:spPr>
          <a:xfrm>
            <a:off x="1970285" y="1091191"/>
            <a:ext cx="4689826" cy="4279173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1BC8B369-6AA6-463A-9FC2-609750E0592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9" t="9848" r="7835" b="11880"/>
          <a:stretch/>
        </p:blipFill>
        <p:spPr>
          <a:xfrm>
            <a:off x="6429386" y="1091187"/>
            <a:ext cx="4263698" cy="4318704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7B151F81-1092-4902-A530-1ADCFE0B8C5A}"/>
              </a:ext>
            </a:extLst>
          </p:cNvPr>
          <p:cNvSpPr txBox="1"/>
          <p:nvPr/>
        </p:nvSpPr>
        <p:spPr>
          <a:xfrm>
            <a:off x="1" y="2650474"/>
            <a:ext cx="1880234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200" b="1" dirty="0">
                <a:latin typeface="Arial" panose="020B0604020202020204" pitchFamily="34" charset="0"/>
                <a:cs typeface="Arial" panose="020B0604020202020204" pitchFamily="34" charset="0"/>
              </a:rPr>
              <a:t>ESBL </a:t>
            </a:r>
          </a:p>
          <a:p>
            <a:pPr algn="ctr"/>
            <a:r>
              <a:rPr lang="fr-F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E. coli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58FE7BD-DC07-4110-AC13-4CC0BC197F8B}"/>
              </a:ext>
            </a:extLst>
          </p:cNvPr>
          <p:cNvSpPr txBox="1"/>
          <p:nvPr/>
        </p:nvSpPr>
        <p:spPr>
          <a:xfrm>
            <a:off x="1" y="7046327"/>
            <a:ext cx="1820525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200" b="1" dirty="0">
                <a:latin typeface="Arial" panose="020B0604020202020204" pitchFamily="34" charset="0"/>
                <a:cs typeface="Arial" panose="020B0604020202020204" pitchFamily="34" charset="0"/>
              </a:rPr>
              <a:t>Non-ESBL </a:t>
            </a:r>
          </a:p>
          <a:p>
            <a:pPr algn="ctr"/>
            <a:r>
              <a:rPr lang="fr-F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E. coli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0137882-2B62-410B-8167-276A45A4AC33}"/>
              </a:ext>
            </a:extLst>
          </p:cNvPr>
          <p:cNvSpPr txBox="1"/>
          <p:nvPr/>
        </p:nvSpPr>
        <p:spPr>
          <a:xfrm>
            <a:off x="2531732" y="515190"/>
            <a:ext cx="2988256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200" b="1" dirty="0">
                <a:latin typeface="Arial" panose="020B0604020202020204" pitchFamily="34" charset="0"/>
                <a:cs typeface="Arial" panose="020B0604020202020204" pitchFamily="34" charset="0"/>
              </a:rPr>
              <a:t>Under 65</a:t>
            </a:r>
            <a:endParaRPr lang="fr-FR" sz="2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827ACB5-3C7B-48A2-B491-71A47DB297CD}"/>
              </a:ext>
            </a:extLst>
          </p:cNvPr>
          <p:cNvSpPr txBox="1"/>
          <p:nvPr/>
        </p:nvSpPr>
        <p:spPr>
          <a:xfrm>
            <a:off x="7094506" y="515190"/>
            <a:ext cx="2988256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200" b="1" dirty="0">
                <a:latin typeface="Arial" panose="020B0604020202020204" pitchFamily="34" charset="0"/>
                <a:cs typeface="Arial" panose="020B0604020202020204" pitchFamily="34" charset="0"/>
              </a:rPr>
              <a:t>65 and over</a:t>
            </a:r>
            <a:endParaRPr lang="fr-FR" sz="2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5E6FFC1-B86A-4F3D-97A2-54BCB46D0D0B}"/>
              </a:ext>
            </a:extLst>
          </p:cNvPr>
          <p:cNvSpPr txBox="1"/>
          <p:nvPr/>
        </p:nvSpPr>
        <p:spPr>
          <a:xfrm>
            <a:off x="11325158" y="394270"/>
            <a:ext cx="615671" cy="672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772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25</Words>
  <Application>Microsoft Office PowerPoint</Application>
  <PresentationFormat>Personnalisé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elise, hodbert</dc:creator>
  <cp:keywords/>
  <dc:description/>
  <cp:lastModifiedBy>HODBERT Elise</cp:lastModifiedBy>
  <cp:revision>12</cp:revision>
  <dcterms:created xsi:type="dcterms:W3CDTF">2017-02-13T16:18:36Z</dcterms:created>
  <dcterms:modified xsi:type="dcterms:W3CDTF">2025-10-28T16:21:09Z</dcterms:modified>
  <cp:category/>
</cp:coreProperties>
</file>