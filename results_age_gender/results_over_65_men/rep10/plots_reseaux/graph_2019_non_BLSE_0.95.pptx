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15529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154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070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635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813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064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754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0065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2308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197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065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037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135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829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1736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358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039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760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1978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935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37042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111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413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253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673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6798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1881" y="3170392"/>
              <a:ext cx="1897" cy="167167"/>
            </a:xfrm>
            <a:custGeom>
              <a:avLst/>
              <a:pathLst>
                <a:path w="1897" h="167167">
                  <a:moveTo>
                    <a:pt x="1897" y="0"/>
                  </a:moveTo>
                  <a:lnTo>
                    <a:pt x="0" y="10"/>
                  </a:lnTo>
                  <a:lnTo>
                    <a:pt x="189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16614" y="3170403"/>
              <a:ext cx="334324" cy="334318"/>
            </a:xfrm>
            <a:custGeom>
              <a:avLst/>
              <a:pathLst>
                <a:path w="334324" h="334318">
                  <a:moveTo>
                    <a:pt x="165266" y="0"/>
                  </a:moveTo>
                  <a:lnTo>
                    <a:pt x="159969" y="144"/>
                  </a:lnTo>
                  <a:lnTo>
                    <a:pt x="154679" y="456"/>
                  </a:lnTo>
                  <a:lnTo>
                    <a:pt x="149402" y="935"/>
                  </a:lnTo>
                  <a:lnTo>
                    <a:pt x="144143" y="1581"/>
                  </a:lnTo>
                  <a:lnTo>
                    <a:pt x="138907" y="2394"/>
                  </a:lnTo>
                  <a:lnTo>
                    <a:pt x="133699" y="3373"/>
                  </a:lnTo>
                  <a:lnTo>
                    <a:pt x="128524" y="4516"/>
                  </a:lnTo>
                  <a:lnTo>
                    <a:pt x="123389" y="5822"/>
                  </a:lnTo>
                  <a:lnTo>
                    <a:pt x="118297" y="7290"/>
                  </a:lnTo>
                  <a:lnTo>
                    <a:pt x="113255" y="8920"/>
                  </a:lnTo>
                  <a:lnTo>
                    <a:pt x="108267" y="10708"/>
                  </a:lnTo>
                  <a:lnTo>
                    <a:pt x="103338" y="12653"/>
                  </a:lnTo>
                  <a:lnTo>
                    <a:pt x="98473" y="14754"/>
                  </a:lnTo>
                  <a:lnTo>
                    <a:pt x="93677" y="17007"/>
                  </a:lnTo>
                  <a:lnTo>
                    <a:pt x="88955" y="19412"/>
                  </a:lnTo>
                  <a:lnTo>
                    <a:pt x="84312" y="21965"/>
                  </a:lnTo>
                  <a:lnTo>
                    <a:pt x="79752" y="24664"/>
                  </a:lnTo>
                  <a:lnTo>
                    <a:pt x="75279" y="27506"/>
                  </a:lnTo>
                  <a:lnTo>
                    <a:pt x="70899" y="30488"/>
                  </a:lnTo>
                  <a:lnTo>
                    <a:pt x="66616" y="33608"/>
                  </a:lnTo>
                  <a:lnTo>
                    <a:pt x="62434" y="36862"/>
                  </a:lnTo>
                  <a:lnTo>
                    <a:pt x="58357" y="40247"/>
                  </a:lnTo>
                  <a:lnTo>
                    <a:pt x="54389" y="43759"/>
                  </a:lnTo>
                  <a:lnTo>
                    <a:pt x="50535" y="47396"/>
                  </a:lnTo>
                  <a:lnTo>
                    <a:pt x="46797" y="51152"/>
                  </a:lnTo>
                  <a:lnTo>
                    <a:pt x="43181" y="55026"/>
                  </a:lnTo>
                  <a:lnTo>
                    <a:pt x="39690" y="59011"/>
                  </a:lnTo>
                  <a:lnTo>
                    <a:pt x="36326" y="63106"/>
                  </a:lnTo>
                  <a:lnTo>
                    <a:pt x="33094" y="67305"/>
                  </a:lnTo>
                  <a:lnTo>
                    <a:pt x="29996" y="71605"/>
                  </a:lnTo>
                  <a:lnTo>
                    <a:pt x="27037" y="76000"/>
                  </a:lnTo>
                  <a:lnTo>
                    <a:pt x="24218" y="80487"/>
                  </a:lnTo>
                  <a:lnTo>
                    <a:pt x="21543" y="85061"/>
                  </a:lnTo>
                  <a:lnTo>
                    <a:pt x="19014" y="89718"/>
                  </a:lnTo>
                  <a:lnTo>
                    <a:pt x="16634" y="94453"/>
                  </a:lnTo>
                  <a:lnTo>
                    <a:pt x="14406" y="99260"/>
                  </a:lnTo>
                  <a:lnTo>
                    <a:pt x="12330" y="104136"/>
                  </a:lnTo>
                  <a:lnTo>
                    <a:pt x="10411" y="109075"/>
                  </a:lnTo>
                  <a:lnTo>
                    <a:pt x="8649" y="114072"/>
                  </a:lnTo>
                  <a:lnTo>
                    <a:pt x="7046" y="119123"/>
                  </a:lnTo>
                  <a:lnTo>
                    <a:pt x="5604" y="124222"/>
                  </a:lnTo>
                  <a:lnTo>
                    <a:pt x="4324" y="129364"/>
                  </a:lnTo>
                  <a:lnTo>
                    <a:pt x="3208" y="134544"/>
                  </a:lnTo>
                  <a:lnTo>
                    <a:pt x="2257" y="139757"/>
                  </a:lnTo>
                  <a:lnTo>
                    <a:pt x="1471" y="144998"/>
                  </a:lnTo>
                  <a:lnTo>
                    <a:pt x="852" y="150261"/>
                  </a:lnTo>
                  <a:lnTo>
                    <a:pt x="400" y="155540"/>
                  </a:lnTo>
                  <a:lnTo>
                    <a:pt x="116" y="160832"/>
                  </a:lnTo>
                  <a:lnTo>
                    <a:pt x="0" y="166129"/>
                  </a:lnTo>
                  <a:lnTo>
                    <a:pt x="51" y="171428"/>
                  </a:lnTo>
                  <a:lnTo>
                    <a:pt x="270" y="176722"/>
                  </a:lnTo>
                  <a:lnTo>
                    <a:pt x="657" y="182007"/>
                  </a:lnTo>
                  <a:lnTo>
                    <a:pt x="1212" y="187277"/>
                  </a:lnTo>
                  <a:lnTo>
                    <a:pt x="1933" y="192527"/>
                  </a:lnTo>
                  <a:lnTo>
                    <a:pt x="2820" y="197751"/>
                  </a:lnTo>
                  <a:lnTo>
                    <a:pt x="3872" y="202945"/>
                  </a:lnTo>
                  <a:lnTo>
                    <a:pt x="5089" y="208102"/>
                  </a:lnTo>
                  <a:lnTo>
                    <a:pt x="6468" y="213218"/>
                  </a:lnTo>
                  <a:lnTo>
                    <a:pt x="8008" y="218289"/>
                  </a:lnTo>
                  <a:lnTo>
                    <a:pt x="9709" y="223307"/>
                  </a:lnTo>
                  <a:lnTo>
                    <a:pt x="11568" y="228269"/>
                  </a:lnTo>
                  <a:lnTo>
                    <a:pt x="13583" y="233170"/>
                  </a:lnTo>
                  <a:lnTo>
                    <a:pt x="15752" y="238005"/>
                  </a:lnTo>
                  <a:lnTo>
                    <a:pt x="18074" y="242768"/>
                  </a:lnTo>
                  <a:lnTo>
                    <a:pt x="20545" y="247456"/>
                  </a:lnTo>
                  <a:lnTo>
                    <a:pt x="23164" y="252062"/>
                  </a:lnTo>
                  <a:lnTo>
                    <a:pt x="25928" y="256584"/>
                  </a:lnTo>
                  <a:lnTo>
                    <a:pt x="28833" y="261015"/>
                  </a:lnTo>
                  <a:lnTo>
                    <a:pt x="31877" y="265352"/>
                  </a:lnTo>
                  <a:lnTo>
                    <a:pt x="35058" y="269591"/>
                  </a:lnTo>
                  <a:lnTo>
                    <a:pt x="38371" y="273727"/>
                  </a:lnTo>
                  <a:lnTo>
                    <a:pt x="41813" y="277755"/>
                  </a:lnTo>
                  <a:lnTo>
                    <a:pt x="45381" y="281672"/>
                  </a:lnTo>
                  <a:lnTo>
                    <a:pt x="49072" y="285475"/>
                  </a:lnTo>
                  <a:lnTo>
                    <a:pt x="52881" y="289158"/>
                  </a:lnTo>
                  <a:lnTo>
                    <a:pt x="56806" y="292719"/>
                  </a:lnTo>
                  <a:lnTo>
                    <a:pt x="60841" y="296154"/>
                  </a:lnTo>
                  <a:lnTo>
                    <a:pt x="64983" y="299459"/>
                  </a:lnTo>
                  <a:lnTo>
                    <a:pt x="69227" y="302631"/>
                  </a:lnTo>
                  <a:lnTo>
                    <a:pt x="73570" y="305667"/>
                  </a:lnTo>
                  <a:lnTo>
                    <a:pt x="78008" y="308564"/>
                  </a:lnTo>
                  <a:lnTo>
                    <a:pt x="82534" y="311319"/>
                  </a:lnTo>
                  <a:lnTo>
                    <a:pt x="87146" y="313928"/>
                  </a:lnTo>
                  <a:lnTo>
                    <a:pt x="91838" y="316391"/>
                  </a:lnTo>
                  <a:lnTo>
                    <a:pt x="96606" y="318703"/>
                  </a:lnTo>
                  <a:lnTo>
                    <a:pt x="101445" y="320863"/>
                  </a:lnTo>
                  <a:lnTo>
                    <a:pt x="106349" y="322869"/>
                  </a:lnTo>
                  <a:lnTo>
                    <a:pt x="111315" y="324718"/>
                  </a:lnTo>
                  <a:lnTo>
                    <a:pt x="116337" y="326409"/>
                  </a:lnTo>
                  <a:lnTo>
                    <a:pt x="121410" y="327940"/>
                  </a:lnTo>
                  <a:lnTo>
                    <a:pt x="126529" y="329310"/>
                  </a:lnTo>
                  <a:lnTo>
                    <a:pt x="131689" y="330516"/>
                  </a:lnTo>
                  <a:lnTo>
                    <a:pt x="136884" y="331558"/>
                  </a:lnTo>
                  <a:lnTo>
                    <a:pt x="142110" y="332436"/>
                  </a:lnTo>
                  <a:lnTo>
                    <a:pt x="147361" y="333147"/>
                  </a:lnTo>
                  <a:lnTo>
                    <a:pt x="152632" y="333691"/>
                  </a:lnTo>
                  <a:lnTo>
                    <a:pt x="157918" y="334068"/>
                  </a:lnTo>
                  <a:lnTo>
                    <a:pt x="163213" y="334277"/>
                  </a:lnTo>
                  <a:lnTo>
                    <a:pt x="168512" y="334318"/>
                  </a:lnTo>
                  <a:lnTo>
                    <a:pt x="173809" y="334191"/>
                  </a:lnTo>
                  <a:lnTo>
                    <a:pt x="179100" y="333897"/>
                  </a:lnTo>
                  <a:lnTo>
                    <a:pt x="184379" y="333435"/>
                  </a:lnTo>
                  <a:lnTo>
                    <a:pt x="189640" y="332806"/>
                  </a:lnTo>
                  <a:lnTo>
                    <a:pt x="194879" y="332010"/>
                  </a:lnTo>
                  <a:lnTo>
                    <a:pt x="200090" y="331049"/>
                  </a:lnTo>
                  <a:lnTo>
                    <a:pt x="205268" y="329923"/>
                  </a:lnTo>
                  <a:lnTo>
                    <a:pt x="210408" y="328633"/>
                  </a:lnTo>
                  <a:lnTo>
                    <a:pt x="215504" y="327182"/>
                  </a:lnTo>
                  <a:lnTo>
                    <a:pt x="220552" y="325569"/>
                  </a:lnTo>
                  <a:lnTo>
                    <a:pt x="225546" y="323797"/>
                  </a:lnTo>
                  <a:lnTo>
                    <a:pt x="230481" y="321868"/>
                  </a:lnTo>
                  <a:lnTo>
                    <a:pt x="235353" y="319784"/>
                  </a:lnTo>
                  <a:lnTo>
                    <a:pt x="240156" y="317546"/>
                  </a:lnTo>
                  <a:lnTo>
                    <a:pt x="244886" y="315157"/>
                  </a:lnTo>
                  <a:lnTo>
                    <a:pt x="249538" y="312619"/>
                  </a:lnTo>
                  <a:lnTo>
                    <a:pt x="254107" y="309935"/>
                  </a:lnTo>
                  <a:lnTo>
                    <a:pt x="258589" y="307108"/>
                  </a:lnTo>
                  <a:lnTo>
                    <a:pt x="262978" y="304140"/>
                  </a:lnTo>
                  <a:lnTo>
                    <a:pt x="267272" y="301034"/>
                  </a:lnTo>
                  <a:lnTo>
                    <a:pt x="271465" y="297794"/>
                  </a:lnTo>
                  <a:lnTo>
                    <a:pt x="275553" y="294423"/>
                  </a:lnTo>
                  <a:lnTo>
                    <a:pt x="279532" y="290923"/>
                  </a:lnTo>
                  <a:lnTo>
                    <a:pt x="283399" y="287300"/>
                  </a:lnTo>
                  <a:lnTo>
                    <a:pt x="287148" y="283555"/>
                  </a:lnTo>
                  <a:lnTo>
                    <a:pt x="290777" y="279694"/>
                  </a:lnTo>
                  <a:lnTo>
                    <a:pt x="294282" y="275719"/>
                  </a:lnTo>
                  <a:lnTo>
                    <a:pt x="297659" y="271636"/>
                  </a:lnTo>
                  <a:lnTo>
                    <a:pt x="300905" y="267447"/>
                  </a:lnTo>
                  <a:lnTo>
                    <a:pt x="304016" y="263158"/>
                  </a:lnTo>
                  <a:lnTo>
                    <a:pt x="306990" y="258772"/>
                  </a:lnTo>
                  <a:lnTo>
                    <a:pt x="309824" y="254295"/>
                  </a:lnTo>
                  <a:lnTo>
                    <a:pt x="312514" y="249729"/>
                  </a:lnTo>
                  <a:lnTo>
                    <a:pt x="315058" y="245081"/>
                  </a:lnTo>
                  <a:lnTo>
                    <a:pt x="317453" y="240354"/>
                  </a:lnTo>
                  <a:lnTo>
                    <a:pt x="319698" y="235554"/>
                  </a:lnTo>
                  <a:lnTo>
                    <a:pt x="321789" y="230685"/>
                  </a:lnTo>
                  <a:lnTo>
                    <a:pt x="323725" y="225753"/>
                  </a:lnTo>
                  <a:lnTo>
                    <a:pt x="325504" y="220761"/>
                  </a:lnTo>
                  <a:lnTo>
                    <a:pt x="327123" y="215716"/>
                  </a:lnTo>
                  <a:lnTo>
                    <a:pt x="328582" y="210621"/>
                  </a:lnTo>
                  <a:lnTo>
                    <a:pt x="329878" y="205483"/>
                  </a:lnTo>
                  <a:lnTo>
                    <a:pt x="331011" y="200307"/>
                  </a:lnTo>
                  <a:lnTo>
                    <a:pt x="331980" y="195097"/>
                  </a:lnTo>
                  <a:lnTo>
                    <a:pt x="332782" y="189859"/>
                  </a:lnTo>
                  <a:lnTo>
                    <a:pt x="333419" y="184599"/>
                  </a:lnTo>
                  <a:lnTo>
                    <a:pt x="333888" y="179320"/>
                  </a:lnTo>
                  <a:lnTo>
                    <a:pt x="334190" y="174030"/>
                  </a:lnTo>
                  <a:lnTo>
                    <a:pt x="334324" y="168733"/>
                  </a:lnTo>
                  <a:lnTo>
                    <a:pt x="334290" y="163434"/>
                  </a:lnTo>
                  <a:lnTo>
                    <a:pt x="334088" y="158139"/>
                  </a:lnTo>
                  <a:lnTo>
                    <a:pt x="333718" y="152853"/>
                  </a:lnTo>
                  <a:lnTo>
                    <a:pt x="333181" y="147581"/>
                  </a:lnTo>
                  <a:lnTo>
                    <a:pt x="332477" y="142329"/>
                  </a:lnTo>
                  <a:lnTo>
                    <a:pt x="331607" y="137102"/>
                  </a:lnTo>
                  <a:lnTo>
                    <a:pt x="330572" y="131905"/>
                  </a:lnTo>
                  <a:lnTo>
                    <a:pt x="329373" y="126743"/>
                  </a:lnTo>
                  <a:lnTo>
                    <a:pt x="328010" y="121623"/>
                  </a:lnTo>
                  <a:lnTo>
                    <a:pt x="326486" y="116547"/>
                  </a:lnTo>
                  <a:lnTo>
                    <a:pt x="324802" y="111523"/>
                  </a:lnTo>
                  <a:lnTo>
                    <a:pt x="322960" y="106555"/>
                  </a:lnTo>
                  <a:lnTo>
                    <a:pt x="320961" y="101647"/>
                  </a:lnTo>
                  <a:lnTo>
                    <a:pt x="318807" y="96806"/>
                  </a:lnTo>
                  <a:lnTo>
                    <a:pt x="316501" y="92035"/>
                  </a:lnTo>
                  <a:lnTo>
                    <a:pt x="314045" y="87339"/>
                  </a:lnTo>
                  <a:lnTo>
                    <a:pt x="311442" y="82724"/>
                  </a:lnTo>
                  <a:lnTo>
                    <a:pt x="308693" y="78194"/>
                  </a:lnTo>
                  <a:lnTo>
                    <a:pt x="305803" y="73753"/>
                  </a:lnTo>
                  <a:lnTo>
                    <a:pt x="302773" y="69405"/>
                  </a:lnTo>
                  <a:lnTo>
                    <a:pt x="299606" y="65156"/>
                  </a:lnTo>
                  <a:lnTo>
                    <a:pt x="296307" y="61010"/>
                  </a:lnTo>
                  <a:lnTo>
                    <a:pt x="292878" y="56970"/>
                  </a:lnTo>
                  <a:lnTo>
                    <a:pt x="289322" y="53041"/>
                  </a:lnTo>
                  <a:lnTo>
                    <a:pt x="285644" y="49226"/>
                  </a:lnTo>
                  <a:lnTo>
                    <a:pt x="281847" y="45531"/>
                  </a:lnTo>
                  <a:lnTo>
                    <a:pt x="277934" y="41957"/>
                  </a:lnTo>
                  <a:lnTo>
                    <a:pt x="273910" y="38509"/>
                  </a:lnTo>
                  <a:lnTo>
                    <a:pt x="269779" y="35190"/>
                  </a:lnTo>
                  <a:lnTo>
                    <a:pt x="265545" y="32004"/>
                  </a:lnTo>
                  <a:lnTo>
                    <a:pt x="261212" y="28954"/>
                  </a:lnTo>
                  <a:lnTo>
                    <a:pt x="256785" y="26042"/>
                  </a:lnTo>
                  <a:lnTo>
                    <a:pt x="252267" y="23273"/>
                  </a:lnTo>
                  <a:lnTo>
                    <a:pt x="247664" y="20648"/>
                  </a:lnTo>
                  <a:lnTo>
                    <a:pt x="242980" y="18170"/>
                  </a:lnTo>
                  <a:lnTo>
                    <a:pt x="238220" y="15842"/>
                  </a:lnTo>
                  <a:lnTo>
                    <a:pt x="233388" y="13666"/>
                  </a:lnTo>
                  <a:lnTo>
                    <a:pt x="228490" y="11644"/>
                  </a:lnTo>
                  <a:lnTo>
                    <a:pt x="223530" y="9778"/>
                  </a:lnTo>
                  <a:lnTo>
                    <a:pt x="218514" y="8071"/>
                  </a:lnTo>
                  <a:lnTo>
                    <a:pt x="213446" y="6523"/>
                  </a:lnTo>
                  <a:lnTo>
                    <a:pt x="208331" y="5137"/>
                  </a:lnTo>
                  <a:lnTo>
                    <a:pt x="203176" y="3914"/>
                  </a:lnTo>
                  <a:lnTo>
                    <a:pt x="197984" y="2854"/>
                  </a:lnTo>
                  <a:lnTo>
                    <a:pt x="192761" y="1960"/>
                  </a:lnTo>
                  <a:lnTo>
                    <a:pt x="187512" y="1232"/>
                  </a:lnTo>
                  <a:lnTo>
                    <a:pt x="182243" y="670"/>
                  </a:lnTo>
                  <a:lnTo>
                    <a:pt x="167164" y="1671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3779" y="3170392"/>
              <a:ext cx="15078" cy="167167"/>
            </a:xfrm>
            <a:custGeom>
              <a:avLst/>
              <a:pathLst>
                <a:path w="15078" h="167167">
                  <a:moveTo>
                    <a:pt x="15078" y="68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83394" y="2633064"/>
              <a:ext cx="35616" cy="167167"/>
            </a:xfrm>
            <a:custGeom>
              <a:avLst/>
              <a:pathLst>
                <a:path w="35616" h="167167">
                  <a:moveTo>
                    <a:pt x="35616" y="0"/>
                  </a:moveTo>
                  <a:lnTo>
                    <a:pt x="28440" y="154"/>
                  </a:lnTo>
                  <a:lnTo>
                    <a:pt x="21277" y="616"/>
                  </a:lnTo>
                  <a:lnTo>
                    <a:pt x="14141" y="1385"/>
                  </a:lnTo>
                  <a:lnTo>
                    <a:pt x="7044" y="2459"/>
                  </a:lnTo>
                  <a:lnTo>
                    <a:pt x="0" y="3838"/>
                  </a:lnTo>
                  <a:lnTo>
                    <a:pt x="3561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83394" y="2636902"/>
              <a:ext cx="35616" cy="163329"/>
            </a:xfrm>
            <a:custGeom>
              <a:avLst/>
              <a:pathLst>
                <a:path w="35616" h="163329">
                  <a:moveTo>
                    <a:pt x="0" y="0"/>
                  </a:moveTo>
                  <a:lnTo>
                    <a:pt x="35616" y="16332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3394" y="2636902"/>
              <a:ext cx="35616" cy="163329"/>
            </a:xfrm>
            <a:custGeom>
              <a:avLst/>
              <a:pathLst>
                <a:path w="35616" h="163329">
                  <a:moveTo>
                    <a:pt x="0" y="0"/>
                  </a:moveTo>
                  <a:lnTo>
                    <a:pt x="35616" y="16332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3394" y="2636902"/>
              <a:ext cx="35616" cy="163329"/>
            </a:xfrm>
            <a:custGeom>
              <a:avLst/>
              <a:pathLst>
                <a:path w="35616" h="163329">
                  <a:moveTo>
                    <a:pt x="0" y="0"/>
                  </a:moveTo>
                  <a:lnTo>
                    <a:pt x="35616" y="16332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3394" y="2636902"/>
              <a:ext cx="35616" cy="163329"/>
            </a:xfrm>
            <a:custGeom>
              <a:avLst/>
              <a:pathLst>
                <a:path w="35616" h="163329">
                  <a:moveTo>
                    <a:pt x="0" y="0"/>
                  </a:moveTo>
                  <a:lnTo>
                    <a:pt x="35616" y="16332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3394" y="2636902"/>
              <a:ext cx="35616" cy="163329"/>
            </a:xfrm>
            <a:custGeom>
              <a:avLst/>
              <a:pathLst>
                <a:path w="35616" h="163329">
                  <a:moveTo>
                    <a:pt x="0" y="0"/>
                  </a:moveTo>
                  <a:lnTo>
                    <a:pt x="35616" y="16332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3394" y="2636902"/>
              <a:ext cx="35616" cy="163329"/>
            </a:xfrm>
            <a:custGeom>
              <a:avLst/>
              <a:pathLst>
                <a:path w="35616" h="163329">
                  <a:moveTo>
                    <a:pt x="0" y="0"/>
                  </a:moveTo>
                  <a:lnTo>
                    <a:pt x="35616" y="16332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3394" y="2636902"/>
              <a:ext cx="35616" cy="163329"/>
            </a:xfrm>
            <a:custGeom>
              <a:avLst/>
              <a:pathLst>
                <a:path w="35616" h="163329">
                  <a:moveTo>
                    <a:pt x="0" y="0"/>
                  </a:moveTo>
                  <a:lnTo>
                    <a:pt x="35616" y="16332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3394" y="2636902"/>
              <a:ext cx="35616" cy="163329"/>
            </a:xfrm>
            <a:custGeom>
              <a:avLst/>
              <a:pathLst>
                <a:path w="35616" h="163329">
                  <a:moveTo>
                    <a:pt x="0" y="0"/>
                  </a:moveTo>
                  <a:lnTo>
                    <a:pt x="35616" y="16332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3394" y="2636902"/>
              <a:ext cx="35616" cy="163329"/>
            </a:xfrm>
            <a:custGeom>
              <a:avLst/>
              <a:pathLst>
                <a:path w="35616" h="163329">
                  <a:moveTo>
                    <a:pt x="0" y="0"/>
                  </a:moveTo>
                  <a:lnTo>
                    <a:pt x="35616" y="16332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3394" y="2636902"/>
              <a:ext cx="35616" cy="163329"/>
            </a:xfrm>
            <a:custGeom>
              <a:avLst/>
              <a:pathLst>
                <a:path w="35616" h="163329">
                  <a:moveTo>
                    <a:pt x="0" y="0"/>
                  </a:moveTo>
                  <a:lnTo>
                    <a:pt x="35616" y="16332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3394" y="2636902"/>
              <a:ext cx="35616" cy="163329"/>
            </a:xfrm>
            <a:custGeom>
              <a:avLst/>
              <a:pathLst>
                <a:path w="35616" h="163329">
                  <a:moveTo>
                    <a:pt x="0" y="0"/>
                  </a:moveTo>
                  <a:lnTo>
                    <a:pt x="35616" y="1633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3394" y="2636902"/>
              <a:ext cx="35616" cy="163329"/>
            </a:xfrm>
            <a:custGeom>
              <a:avLst/>
              <a:pathLst>
                <a:path w="35616" h="163329">
                  <a:moveTo>
                    <a:pt x="0" y="0"/>
                  </a:moveTo>
                  <a:lnTo>
                    <a:pt x="35616" y="1633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3394" y="2636902"/>
              <a:ext cx="35616" cy="163329"/>
            </a:xfrm>
            <a:custGeom>
              <a:avLst/>
              <a:pathLst>
                <a:path w="35616" h="163329">
                  <a:moveTo>
                    <a:pt x="0" y="0"/>
                  </a:moveTo>
                  <a:lnTo>
                    <a:pt x="35616" y="1633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3394" y="2636902"/>
              <a:ext cx="35616" cy="163329"/>
            </a:xfrm>
            <a:custGeom>
              <a:avLst/>
              <a:pathLst>
                <a:path w="35616" h="163329">
                  <a:moveTo>
                    <a:pt x="0" y="0"/>
                  </a:moveTo>
                  <a:lnTo>
                    <a:pt x="35616" y="1633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3394" y="2636902"/>
              <a:ext cx="35616" cy="163329"/>
            </a:xfrm>
            <a:custGeom>
              <a:avLst/>
              <a:pathLst>
                <a:path w="35616" h="163329">
                  <a:moveTo>
                    <a:pt x="0" y="0"/>
                  </a:moveTo>
                  <a:lnTo>
                    <a:pt x="35616" y="16332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3394" y="2636902"/>
              <a:ext cx="35616" cy="163329"/>
            </a:xfrm>
            <a:custGeom>
              <a:avLst/>
              <a:pathLst>
                <a:path w="35616" h="163329">
                  <a:moveTo>
                    <a:pt x="0" y="0"/>
                  </a:moveTo>
                  <a:lnTo>
                    <a:pt x="35616" y="1633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3394" y="2636902"/>
              <a:ext cx="35616" cy="163329"/>
            </a:xfrm>
            <a:custGeom>
              <a:avLst/>
              <a:pathLst>
                <a:path w="35616" h="163329">
                  <a:moveTo>
                    <a:pt x="0" y="0"/>
                  </a:moveTo>
                  <a:lnTo>
                    <a:pt x="35616" y="1633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3394" y="2636902"/>
              <a:ext cx="35616" cy="163329"/>
            </a:xfrm>
            <a:custGeom>
              <a:avLst/>
              <a:pathLst>
                <a:path w="35616" h="163329">
                  <a:moveTo>
                    <a:pt x="0" y="0"/>
                  </a:moveTo>
                  <a:lnTo>
                    <a:pt x="35616" y="16332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3394" y="2636902"/>
              <a:ext cx="35616" cy="163329"/>
            </a:xfrm>
            <a:custGeom>
              <a:avLst/>
              <a:pathLst>
                <a:path w="35616" h="163329">
                  <a:moveTo>
                    <a:pt x="0" y="0"/>
                  </a:moveTo>
                  <a:lnTo>
                    <a:pt x="35616" y="1633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3394" y="2636902"/>
              <a:ext cx="35616" cy="163329"/>
            </a:xfrm>
            <a:custGeom>
              <a:avLst/>
              <a:pathLst>
                <a:path w="35616" h="163329">
                  <a:moveTo>
                    <a:pt x="0" y="0"/>
                  </a:moveTo>
                  <a:lnTo>
                    <a:pt x="35616" y="1633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3394" y="2636902"/>
              <a:ext cx="35616" cy="163329"/>
            </a:xfrm>
            <a:custGeom>
              <a:avLst/>
              <a:pathLst>
                <a:path w="35616" h="163329">
                  <a:moveTo>
                    <a:pt x="0" y="0"/>
                  </a:moveTo>
                  <a:lnTo>
                    <a:pt x="35616" y="1633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3394" y="2636902"/>
              <a:ext cx="35616" cy="163329"/>
            </a:xfrm>
            <a:custGeom>
              <a:avLst/>
              <a:pathLst>
                <a:path w="35616" h="163329">
                  <a:moveTo>
                    <a:pt x="0" y="0"/>
                  </a:moveTo>
                  <a:lnTo>
                    <a:pt x="35616" y="1633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3394" y="2636902"/>
              <a:ext cx="35616" cy="163329"/>
            </a:xfrm>
            <a:custGeom>
              <a:avLst/>
              <a:pathLst>
                <a:path w="35616" h="163329">
                  <a:moveTo>
                    <a:pt x="0" y="0"/>
                  </a:moveTo>
                  <a:lnTo>
                    <a:pt x="35616" y="1633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3394" y="2636902"/>
              <a:ext cx="35616" cy="163329"/>
            </a:xfrm>
            <a:custGeom>
              <a:avLst/>
              <a:pathLst>
                <a:path w="35616" h="163329">
                  <a:moveTo>
                    <a:pt x="0" y="0"/>
                  </a:moveTo>
                  <a:lnTo>
                    <a:pt x="35616" y="1633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51851" y="2636902"/>
              <a:ext cx="334314" cy="330494"/>
            </a:xfrm>
            <a:custGeom>
              <a:avLst/>
              <a:pathLst>
                <a:path w="334314" h="330494">
                  <a:moveTo>
                    <a:pt x="131543" y="0"/>
                  </a:moveTo>
                  <a:lnTo>
                    <a:pt x="126374" y="1213"/>
                  </a:lnTo>
                  <a:lnTo>
                    <a:pt x="121246" y="2590"/>
                  </a:lnTo>
                  <a:lnTo>
                    <a:pt x="116165" y="4129"/>
                  </a:lnTo>
                  <a:lnTo>
                    <a:pt x="111135" y="5829"/>
                  </a:lnTo>
                  <a:lnTo>
                    <a:pt x="106162" y="7687"/>
                  </a:lnTo>
                  <a:lnTo>
                    <a:pt x="101250" y="9703"/>
                  </a:lnTo>
                  <a:lnTo>
                    <a:pt x="96404" y="11873"/>
                  </a:lnTo>
                  <a:lnTo>
                    <a:pt x="91630" y="14197"/>
                  </a:lnTo>
                  <a:lnTo>
                    <a:pt x="86933" y="16670"/>
                  </a:lnTo>
                  <a:lnTo>
                    <a:pt x="82316" y="19292"/>
                  </a:lnTo>
                  <a:lnTo>
                    <a:pt x="77784" y="22059"/>
                  </a:lnTo>
                  <a:lnTo>
                    <a:pt x="73343" y="24968"/>
                  </a:lnTo>
                  <a:lnTo>
                    <a:pt x="68997" y="28018"/>
                  </a:lnTo>
                  <a:lnTo>
                    <a:pt x="64749" y="31203"/>
                  </a:lnTo>
                  <a:lnTo>
                    <a:pt x="60605" y="34522"/>
                  </a:lnTo>
                  <a:lnTo>
                    <a:pt x="56568" y="37971"/>
                  </a:lnTo>
                  <a:lnTo>
                    <a:pt x="52643" y="41546"/>
                  </a:lnTo>
                  <a:lnTo>
                    <a:pt x="48834" y="45244"/>
                  </a:lnTo>
                  <a:lnTo>
                    <a:pt x="45143" y="49061"/>
                  </a:lnTo>
                  <a:lnTo>
                    <a:pt x="41576" y="52993"/>
                  </a:lnTo>
                  <a:lnTo>
                    <a:pt x="38136" y="57037"/>
                  </a:lnTo>
                  <a:lnTo>
                    <a:pt x="34825" y="61188"/>
                  </a:lnTo>
                  <a:lnTo>
                    <a:pt x="31648" y="65442"/>
                  </a:lnTo>
                  <a:lnTo>
                    <a:pt x="28608" y="69795"/>
                  </a:lnTo>
                  <a:lnTo>
                    <a:pt x="25708" y="74242"/>
                  </a:lnTo>
                  <a:lnTo>
                    <a:pt x="22950" y="78779"/>
                  </a:lnTo>
                  <a:lnTo>
                    <a:pt x="20338" y="83401"/>
                  </a:lnTo>
                  <a:lnTo>
                    <a:pt x="17874" y="88104"/>
                  </a:lnTo>
                  <a:lnTo>
                    <a:pt x="15560" y="92882"/>
                  </a:lnTo>
                  <a:lnTo>
                    <a:pt x="13399" y="97732"/>
                  </a:lnTo>
                  <a:lnTo>
                    <a:pt x="11394" y="102648"/>
                  </a:lnTo>
                  <a:lnTo>
                    <a:pt x="9545" y="107625"/>
                  </a:lnTo>
                  <a:lnTo>
                    <a:pt x="7856" y="112659"/>
                  </a:lnTo>
                  <a:lnTo>
                    <a:pt x="6327" y="117743"/>
                  </a:lnTo>
                  <a:lnTo>
                    <a:pt x="4961" y="122874"/>
                  </a:lnTo>
                  <a:lnTo>
                    <a:pt x="3758" y="128045"/>
                  </a:lnTo>
                  <a:lnTo>
                    <a:pt x="2720" y="133252"/>
                  </a:lnTo>
                  <a:lnTo>
                    <a:pt x="1848" y="138489"/>
                  </a:lnTo>
                  <a:lnTo>
                    <a:pt x="1142" y="143751"/>
                  </a:lnTo>
                  <a:lnTo>
                    <a:pt x="604" y="149033"/>
                  </a:lnTo>
                  <a:lnTo>
                    <a:pt x="234" y="154329"/>
                  </a:lnTo>
                  <a:lnTo>
                    <a:pt x="33" y="159635"/>
                  </a:lnTo>
                  <a:lnTo>
                    <a:pt x="0" y="164944"/>
                  </a:lnTo>
                  <a:lnTo>
                    <a:pt x="135" y="170252"/>
                  </a:lnTo>
                  <a:lnTo>
                    <a:pt x="439" y="175552"/>
                  </a:lnTo>
                  <a:lnTo>
                    <a:pt x="911" y="180840"/>
                  </a:lnTo>
                  <a:lnTo>
                    <a:pt x="1551" y="186111"/>
                  </a:lnTo>
                  <a:lnTo>
                    <a:pt x="2358" y="191359"/>
                  </a:lnTo>
                  <a:lnTo>
                    <a:pt x="3332" y="196578"/>
                  </a:lnTo>
                  <a:lnTo>
                    <a:pt x="4470" y="201764"/>
                  </a:lnTo>
                  <a:lnTo>
                    <a:pt x="5773" y="206911"/>
                  </a:lnTo>
                  <a:lnTo>
                    <a:pt x="7238" y="212014"/>
                  </a:lnTo>
                  <a:lnTo>
                    <a:pt x="8865" y="217068"/>
                  </a:lnTo>
                  <a:lnTo>
                    <a:pt x="10651" y="222068"/>
                  </a:lnTo>
                  <a:lnTo>
                    <a:pt x="12596" y="227008"/>
                  </a:lnTo>
                  <a:lnTo>
                    <a:pt x="14696" y="231884"/>
                  </a:lnTo>
                  <a:lnTo>
                    <a:pt x="16950" y="236692"/>
                  </a:lnTo>
                  <a:lnTo>
                    <a:pt x="19355" y="241425"/>
                  </a:lnTo>
                  <a:lnTo>
                    <a:pt x="21910" y="246079"/>
                  </a:lnTo>
                  <a:lnTo>
                    <a:pt x="24611" y="250650"/>
                  </a:lnTo>
                  <a:lnTo>
                    <a:pt x="27456" y="255133"/>
                  </a:lnTo>
                  <a:lnTo>
                    <a:pt x="30442" y="259523"/>
                  </a:lnTo>
                  <a:lnTo>
                    <a:pt x="33565" y="263816"/>
                  </a:lnTo>
                  <a:lnTo>
                    <a:pt x="36824" y="268008"/>
                  </a:lnTo>
                  <a:lnTo>
                    <a:pt x="40214" y="272094"/>
                  </a:lnTo>
                  <a:lnTo>
                    <a:pt x="43732" y="276070"/>
                  </a:lnTo>
                  <a:lnTo>
                    <a:pt x="47374" y="279933"/>
                  </a:lnTo>
                  <a:lnTo>
                    <a:pt x="51138" y="283678"/>
                  </a:lnTo>
                  <a:lnTo>
                    <a:pt x="55018" y="287302"/>
                  </a:lnTo>
                  <a:lnTo>
                    <a:pt x="59012" y="290801"/>
                  </a:lnTo>
                  <a:lnTo>
                    <a:pt x="63114" y="294171"/>
                  </a:lnTo>
                  <a:lnTo>
                    <a:pt x="67322" y="297409"/>
                  </a:lnTo>
                  <a:lnTo>
                    <a:pt x="71630" y="300512"/>
                  </a:lnTo>
                  <a:lnTo>
                    <a:pt x="76035" y="303476"/>
                  </a:lnTo>
                  <a:lnTo>
                    <a:pt x="80531" y="306299"/>
                  </a:lnTo>
                  <a:lnTo>
                    <a:pt x="85115" y="308978"/>
                  </a:lnTo>
                  <a:lnTo>
                    <a:pt x="89782" y="311510"/>
                  </a:lnTo>
                  <a:lnTo>
                    <a:pt x="94527" y="313893"/>
                  </a:lnTo>
                  <a:lnTo>
                    <a:pt x="99345" y="316123"/>
                  </a:lnTo>
                  <a:lnTo>
                    <a:pt x="104231" y="318200"/>
                  </a:lnTo>
                  <a:lnTo>
                    <a:pt x="109181" y="320120"/>
                  </a:lnTo>
                  <a:lnTo>
                    <a:pt x="114189" y="321882"/>
                  </a:lnTo>
                  <a:lnTo>
                    <a:pt x="119251" y="323484"/>
                  </a:lnTo>
                  <a:lnTo>
                    <a:pt x="124361" y="324925"/>
                  </a:lnTo>
                  <a:lnTo>
                    <a:pt x="129514" y="326202"/>
                  </a:lnTo>
                  <a:lnTo>
                    <a:pt x="134706" y="327316"/>
                  </a:lnTo>
                  <a:lnTo>
                    <a:pt x="139930" y="328264"/>
                  </a:lnTo>
                  <a:lnTo>
                    <a:pt x="145181" y="329045"/>
                  </a:lnTo>
                  <a:lnTo>
                    <a:pt x="150455" y="329659"/>
                  </a:lnTo>
                  <a:lnTo>
                    <a:pt x="155745" y="330106"/>
                  </a:lnTo>
                  <a:lnTo>
                    <a:pt x="161047" y="330384"/>
                  </a:lnTo>
                  <a:lnTo>
                    <a:pt x="166356" y="330494"/>
                  </a:lnTo>
                  <a:lnTo>
                    <a:pt x="171665" y="330435"/>
                  </a:lnTo>
                  <a:lnTo>
                    <a:pt x="176969" y="330208"/>
                  </a:lnTo>
                  <a:lnTo>
                    <a:pt x="182263" y="329812"/>
                  </a:lnTo>
                  <a:lnTo>
                    <a:pt x="187543" y="329249"/>
                  </a:lnTo>
                  <a:lnTo>
                    <a:pt x="192802" y="328518"/>
                  </a:lnTo>
                  <a:lnTo>
                    <a:pt x="198034" y="327620"/>
                  </a:lnTo>
                  <a:lnTo>
                    <a:pt x="203236" y="326557"/>
                  </a:lnTo>
                  <a:lnTo>
                    <a:pt x="208401" y="325329"/>
                  </a:lnTo>
                  <a:lnTo>
                    <a:pt x="213525" y="323937"/>
                  </a:lnTo>
                  <a:lnTo>
                    <a:pt x="218602" y="322384"/>
                  </a:lnTo>
                  <a:lnTo>
                    <a:pt x="223627" y="320670"/>
                  </a:lnTo>
                  <a:lnTo>
                    <a:pt x="228595" y="318797"/>
                  </a:lnTo>
                  <a:lnTo>
                    <a:pt x="233502" y="316768"/>
                  </a:lnTo>
                  <a:lnTo>
                    <a:pt x="238341" y="314584"/>
                  </a:lnTo>
                  <a:lnTo>
                    <a:pt x="243108" y="312247"/>
                  </a:lnTo>
                  <a:lnTo>
                    <a:pt x="247799" y="309760"/>
                  </a:lnTo>
                  <a:lnTo>
                    <a:pt x="252408" y="307125"/>
                  </a:lnTo>
                  <a:lnTo>
                    <a:pt x="256932" y="304346"/>
                  </a:lnTo>
                  <a:lnTo>
                    <a:pt x="261365" y="301424"/>
                  </a:lnTo>
                  <a:lnTo>
                    <a:pt x="265703" y="298362"/>
                  </a:lnTo>
                  <a:lnTo>
                    <a:pt x="269941" y="295165"/>
                  </a:lnTo>
                  <a:lnTo>
                    <a:pt x="274076" y="291834"/>
                  </a:lnTo>
                  <a:lnTo>
                    <a:pt x="278103" y="288374"/>
                  </a:lnTo>
                  <a:lnTo>
                    <a:pt x="282018" y="284788"/>
                  </a:lnTo>
                  <a:lnTo>
                    <a:pt x="285817" y="281079"/>
                  </a:lnTo>
                  <a:lnTo>
                    <a:pt x="289497" y="277252"/>
                  </a:lnTo>
                  <a:lnTo>
                    <a:pt x="293053" y="273309"/>
                  </a:lnTo>
                  <a:lnTo>
                    <a:pt x="296482" y="269256"/>
                  </a:lnTo>
                  <a:lnTo>
                    <a:pt x="299781" y="265096"/>
                  </a:lnTo>
                  <a:lnTo>
                    <a:pt x="302945" y="260833"/>
                  </a:lnTo>
                  <a:lnTo>
                    <a:pt x="305973" y="256472"/>
                  </a:lnTo>
                  <a:lnTo>
                    <a:pt x="308861" y="252016"/>
                  </a:lnTo>
                  <a:lnTo>
                    <a:pt x="311606" y="247472"/>
                  </a:lnTo>
                  <a:lnTo>
                    <a:pt x="314205" y="242842"/>
                  </a:lnTo>
                  <a:lnTo>
                    <a:pt x="316656" y="238132"/>
                  </a:lnTo>
                  <a:lnTo>
                    <a:pt x="318956" y="233347"/>
                  </a:lnTo>
                  <a:lnTo>
                    <a:pt x="321103" y="228491"/>
                  </a:lnTo>
                  <a:lnTo>
                    <a:pt x="323095" y="223570"/>
                  </a:lnTo>
                  <a:lnTo>
                    <a:pt x="324929" y="218587"/>
                  </a:lnTo>
                  <a:lnTo>
                    <a:pt x="326605" y="213549"/>
                  </a:lnTo>
                  <a:lnTo>
                    <a:pt x="328119" y="208460"/>
                  </a:lnTo>
                  <a:lnTo>
                    <a:pt x="329471" y="203326"/>
                  </a:lnTo>
                  <a:lnTo>
                    <a:pt x="330659" y="198152"/>
                  </a:lnTo>
                  <a:lnTo>
                    <a:pt x="331683" y="192942"/>
                  </a:lnTo>
                  <a:lnTo>
                    <a:pt x="332540" y="187702"/>
                  </a:lnTo>
                  <a:lnTo>
                    <a:pt x="333231" y="182438"/>
                  </a:lnTo>
                  <a:lnTo>
                    <a:pt x="333754" y="177155"/>
                  </a:lnTo>
                  <a:lnTo>
                    <a:pt x="334109" y="171857"/>
                  </a:lnTo>
                  <a:lnTo>
                    <a:pt x="334296" y="166551"/>
                  </a:lnTo>
                  <a:lnTo>
                    <a:pt x="334314" y="161242"/>
                  </a:lnTo>
                  <a:lnTo>
                    <a:pt x="334163" y="155935"/>
                  </a:lnTo>
                  <a:lnTo>
                    <a:pt x="333844" y="150635"/>
                  </a:lnTo>
                  <a:lnTo>
                    <a:pt x="333357" y="145348"/>
                  </a:lnTo>
                  <a:lnTo>
                    <a:pt x="332702" y="140079"/>
                  </a:lnTo>
                  <a:lnTo>
                    <a:pt x="331880" y="134834"/>
                  </a:lnTo>
                  <a:lnTo>
                    <a:pt x="330892" y="129617"/>
                  </a:lnTo>
                  <a:lnTo>
                    <a:pt x="329739" y="124435"/>
                  </a:lnTo>
                  <a:lnTo>
                    <a:pt x="328422" y="119291"/>
                  </a:lnTo>
                  <a:lnTo>
                    <a:pt x="326942" y="114193"/>
                  </a:lnTo>
                  <a:lnTo>
                    <a:pt x="325301" y="109143"/>
                  </a:lnTo>
                  <a:lnTo>
                    <a:pt x="323501" y="104149"/>
                  </a:lnTo>
                  <a:lnTo>
                    <a:pt x="321542" y="99214"/>
                  </a:lnTo>
                  <a:lnTo>
                    <a:pt x="319428" y="94343"/>
                  </a:lnTo>
                  <a:lnTo>
                    <a:pt x="317161" y="89542"/>
                  </a:lnTo>
                  <a:lnTo>
                    <a:pt x="314742" y="84816"/>
                  </a:lnTo>
                  <a:lnTo>
                    <a:pt x="312174" y="80169"/>
                  </a:lnTo>
                  <a:lnTo>
                    <a:pt x="309460" y="75606"/>
                  </a:lnTo>
                  <a:lnTo>
                    <a:pt x="306603" y="71131"/>
                  </a:lnTo>
                  <a:lnTo>
                    <a:pt x="303605" y="66749"/>
                  </a:lnTo>
                  <a:lnTo>
                    <a:pt x="300469" y="62465"/>
                  </a:lnTo>
                  <a:lnTo>
                    <a:pt x="297199" y="58282"/>
                  </a:lnTo>
                  <a:lnTo>
                    <a:pt x="293797" y="54206"/>
                  </a:lnTo>
                  <a:lnTo>
                    <a:pt x="290268" y="50239"/>
                  </a:lnTo>
                  <a:lnTo>
                    <a:pt x="286614" y="46387"/>
                  </a:lnTo>
                  <a:lnTo>
                    <a:pt x="282841" y="42652"/>
                  </a:lnTo>
                  <a:lnTo>
                    <a:pt x="278950" y="39040"/>
                  </a:lnTo>
                  <a:lnTo>
                    <a:pt x="167159" y="1633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19011" y="2633064"/>
              <a:ext cx="111790" cy="167167"/>
            </a:xfrm>
            <a:custGeom>
              <a:avLst/>
              <a:pathLst>
                <a:path w="111790" h="167167">
                  <a:moveTo>
                    <a:pt x="111790" y="42878"/>
                  </a:moveTo>
                  <a:lnTo>
                    <a:pt x="107591" y="39225"/>
                  </a:lnTo>
                  <a:lnTo>
                    <a:pt x="103272" y="35715"/>
                  </a:lnTo>
                  <a:lnTo>
                    <a:pt x="98839" y="32350"/>
                  </a:lnTo>
                  <a:lnTo>
                    <a:pt x="94296" y="29134"/>
                  </a:lnTo>
                  <a:lnTo>
                    <a:pt x="89649" y="26071"/>
                  </a:lnTo>
                  <a:lnTo>
                    <a:pt x="84902" y="23165"/>
                  </a:lnTo>
                  <a:lnTo>
                    <a:pt x="80061" y="20419"/>
                  </a:lnTo>
                  <a:lnTo>
                    <a:pt x="75132" y="17835"/>
                  </a:lnTo>
                  <a:lnTo>
                    <a:pt x="70119" y="15416"/>
                  </a:lnTo>
                  <a:lnTo>
                    <a:pt x="65028" y="13166"/>
                  </a:lnTo>
                  <a:lnTo>
                    <a:pt x="59865" y="11087"/>
                  </a:lnTo>
                  <a:lnTo>
                    <a:pt x="54636" y="9180"/>
                  </a:lnTo>
                  <a:lnTo>
                    <a:pt x="49347" y="7449"/>
                  </a:lnTo>
                  <a:lnTo>
                    <a:pt x="44003" y="5895"/>
                  </a:lnTo>
                  <a:lnTo>
                    <a:pt x="38609" y="4519"/>
                  </a:lnTo>
                  <a:lnTo>
                    <a:pt x="33174" y="3324"/>
                  </a:lnTo>
                  <a:lnTo>
                    <a:pt x="27701" y="2311"/>
                  </a:lnTo>
                  <a:lnTo>
                    <a:pt x="22198" y="1480"/>
                  </a:lnTo>
                  <a:lnTo>
                    <a:pt x="16670" y="833"/>
                  </a:lnTo>
                  <a:lnTo>
                    <a:pt x="11123" y="370"/>
                  </a:lnTo>
                  <a:lnTo>
                    <a:pt x="5564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0521" y="2126963"/>
              <a:ext cx="7950" cy="167167"/>
            </a:xfrm>
            <a:custGeom>
              <a:avLst/>
              <a:pathLst>
                <a:path w="7950" h="167167">
                  <a:moveTo>
                    <a:pt x="7950" y="0"/>
                  </a:moveTo>
                  <a:lnTo>
                    <a:pt x="0" y="189"/>
                  </a:lnTo>
                  <a:lnTo>
                    <a:pt x="795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0521" y="2127152"/>
              <a:ext cx="7950" cy="166978"/>
            </a:xfrm>
            <a:custGeom>
              <a:avLst/>
              <a:pathLst>
                <a:path w="7950" h="166978">
                  <a:moveTo>
                    <a:pt x="0" y="0"/>
                  </a:moveTo>
                  <a:lnTo>
                    <a:pt x="7950" y="1669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561307" y="2127152"/>
              <a:ext cx="331790" cy="334143"/>
            </a:xfrm>
            <a:custGeom>
              <a:avLst/>
              <a:pathLst>
                <a:path w="331790" h="334143">
                  <a:moveTo>
                    <a:pt x="159214" y="0"/>
                  </a:moveTo>
                  <a:lnTo>
                    <a:pt x="153902" y="337"/>
                  </a:lnTo>
                  <a:lnTo>
                    <a:pt x="148602" y="844"/>
                  </a:lnTo>
                  <a:lnTo>
                    <a:pt x="143322" y="1519"/>
                  </a:lnTo>
                  <a:lnTo>
                    <a:pt x="138066" y="2362"/>
                  </a:lnTo>
                  <a:lnTo>
                    <a:pt x="132839" y="3372"/>
                  </a:lnTo>
                  <a:lnTo>
                    <a:pt x="127648" y="4548"/>
                  </a:lnTo>
                  <a:lnTo>
                    <a:pt x="122496" y="5889"/>
                  </a:lnTo>
                  <a:lnTo>
                    <a:pt x="117389" y="7393"/>
                  </a:lnTo>
                  <a:lnTo>
                    <a:pt x="112334" y="9058"/>
                  </a:lnTo>
                  <a:lnTo>
                    <a:pt x="107333" y="10884"/>
                  </a:lnTo>
                  <a:lnTo>
                    <a:pt x="102393" y="12869"/>
                  </a:lnTo>
                  <a:lnTo>
                    <a:pt x="97519" y="15009"/>
                  </a:lnTo>
                  <a:lnTo>
                    <a:pt x="92716" y="17304"/>
                  </a:lnTo>
                  <a:lnTo>
                    <a:pt x="87988" y="19750"/>
                  </a:lnTo>
                  <a:lnTo>
                    <a:pt x="83341" y="22345"/>
                  </a:lnTo>
                  <a:lnTo>
                    <a:pt x="78778" y="25088"/>
                  </a:lnTo>
                  <a:lnTo>
                    <a:pt x="74305" y="27974"/>
                  </a:lnTo>
                  <a:lnTo>
                    <a:pt x="69926" y="31001"/>
                  </a:lnTo>
                  <a:lnTo>
                    <a:pt x="65646" y="34166"/>
                  </a:lnTo>
                  <a:lnTo>
                    <a:pt x="61469" y="37466"/>
                  </a:lnTo>
                  <a:lnTo>
                    <a:pt x="57399" y="40897"/>
                  </a:lnTo>
                  <a:lnTo>
                    <a:pt x="53440" y="44456"/>
                  </a:lnTo>
                  <a:lnTo>
                    <a:pt x="49597" y="48139"/>
                  </a:lnTo>
                  <a:lnTo>
                    <a:pt x="45872" y="51942"/>
                  </a:lnTo>
                  <a:lnTo>
                    <a:pt x="42271" y="55863"/>
                  </a:lnTo>
                  <a:lnTo>
                    <a:pt x="38797" y="59896"/>
                  </a:lnTo>
                  <a:lnTo>
                    <a:pt x="35452" y="64037"/>
                  </a:lnTo>
                  <a:lnTo>
                    <a:pt x="32241" y="68283"/>
                  </a:lnTo>
                  <a:lnTo>
                    <a:pt x="29167" y="72629"/>
                  </a:lnTo>
                  <a:lnTo>
                    <a:pt x="26233" y="77071"/>
                  </a:lnTo>
                  <a:lnTo>
                    <a:pt x="23442" y="81603"/>
                  </a:lnTo>
                  <a:lnTo>
                    <a:pt x="20796" y="86223"/>
                  </a:lnTo>
                  <a:lnTo>
                    <a:pt x="18299" y="90924"/>
                  </a:lnTo>
                  <a:lnTo>
                    <a:pt x="15953" y="95703"/>
                  </a:lnTo>
                  <a:lnTo>
                    <a:pt x="13761" y="100553"/>
                  </a:lnTo>
                  <a:lnTo>
                    <a:pt x="11724" y="105471"/>
                  </a:lnTo>
                  <a:lnTo>
                    <a:pt x="9844" y="110452"/>
                  </a:lnTo>
                  <a:lnTo>
                    <a:pt x="8124" y="115490"/>
                  </a:lnTo>
                  <a:lnTo>
                    <a:pt x="6565" y="120580"/>
                  </a:lnTo>
                  <a:lnTo>
                    <a:pt x="5169" y="125717"/>
                  </a:lnTo>
                  <a:lnTo>
                    <a:pt x="3938" y="130895"/>
                  </a:lnTo>
                  <a:lnTo>
                    <a:pt x="2872" y="136111"/>
                  </a:lnTo>
                  <a:lnTo>
                    <a:pt x="1972" y="141358"/>
                  </a:lnTo>
                  <a:lnTo>
                    <a:pt x="1240" y="146630"/>
                  </a:lnTo>
                  <a:lnTo>
                    <a:pt x="676" y="151924"/>
                  </a:lnTo>
                  <a:lnTo>
                    <a:pt x="281" y="157232"/>
                  </a:lnTo>
                  <a:lnTo>
                    <a:pt x="56" y="162551"/>
                  </a:lnTo>
                  <a:lnTo>
                    <a:pt x="0" y="167874"/>
                  </a:lnTo>
                  <a:lnTo>
                    <a:pt x="113" y="173196"/>
                  </a:lnTo>
                  <a:lnTo>
                    <a:pt x="395" y="178512"/>
                  </a:lnTo>
                  <a:lnTo>
                    <a:pt x="847" y="183816"/>
                  </a:lnTo>
                  <a:lnTo>
                    <a:pt x="1468" y="189103"/>
                  </a:lnTo>
                  <a:lnTo>
                    <a:pt x="2256" y="194367"/>
                  </a:lnTo>
                  <a:lnTo>
                    <a:pt x="3212" y="199604"/>
                  </a:lnTo>
                  <a:lnTo>
                    <a:pt x="4334" y="204808"/>
                  </a:lnTo>
                  <a:lnTo>
                    <a:pt x="5621" y="209973"/>
                  </a:lnTo>
                  <a:lnTo>
                    <a:pt x="7072" y="215095"/>
                  </a:lnTo>
                  <a:lnTo>
                    <a:pt x="8685" y="220168"/>
                  </a:lnTo>
                  <a:lnTo>
                    <a:pt x="10459" y="225187"/>
                  </a:lnTo>
                  <a:lnTo>
                    <a:pt x="12392" y="230147"/>
                  </a:lnTo>
                  <a:lnTo>
                    <a:pt x="14481" y="235043"/>
                  </a:lnTo>
                  <a:lnTo>
                    <a:pt x="16726" y="239870"/>
                  </a:lnTo>
                  <a:lnTo>
                    <a:pt x="19123" y="244623"/>
                  </a:lnTo>
                  <a:lnTo>
                    <a:pt x="21671" y="249297"/>
                  </a:lnTo>
                  <a:lnTo>
                    <a:pt x="24365" y="253888"/>
                  </a:lnTo>
                  <a:lnTo>
                    <a:pt x="27205" y="258390"/>
                  </a:lnTo>
                  <a:lnTo>
                    <a:pt x="30186" y="262800"/>
                  </a:lnTo>
                  <a:lnTo>
                    <a:pt x="33307" y="267113"/>
                  </a:lnTo>
                  <a:lnTo>
                    <a:pt x="36563" y="271324"/>
                  </a:lnTo>
                  <a:lnTo>
                    <a:pt x="39952" y="275430"/>
                  </a:lnTo>
                  <a:lnTo>
                    <a:pt x="43469" y="279425"/>
                  </a:lnTo>
                  <a:lnTo>
                    <a:pt x="47112" y="283307"/>
                  </a:lnTo>
                  <a:lnTo>
                    <a:pt x="50877" y="287070"/>
                  </a:lnTo>
                  <a:lnTo>
                    <a:pt x="54760" y="290712"/>
                  </a:lnTo>
                  <a:lnTo>
                    <a:pt x="58757" y="294228"/>
                  </a:lnTo>
                  <a:lnTo>
                    <a:pt x="62863" y="297615"/>
                  </a:lnTo>
                  <a:lnTo>
                    <a:pt x="67076" y="300870"/>
                  </a:lnTo>
                  <a:lnTo>
                    <a:pt x="71389" y="303989"/>
                  </a:lnTo>
                  <a:lnTo>
                    <a:pt x="75800" y="306969"/>
                  </a:lnTo>
                  <a:lnTo>
                    <a:pt x="80304" y="309807"/>
                  </a:lnTo>
                  <a:lnTo>
                    <a:pt x="84896" y="312500"/>
                  </a:lnTo>
                  <a:lnTo>
                    <a:pt x="89571" y="315046"/>
                  </a:lnTo>
                  <a:lnTo>
                    <a:pt x="94325" y="317441"/>
                  </a:lnTo>
                  <a:lnTo>
                    <a:pt x="99152" y="319684"/>
                  </a:lnTo>
                  <a:lnTo>
                    <a:pt x="104049" y="321772"/>
                  </a:lnTo>
                  <a:lnTo>
                    <a:pt x="109010" y="323704"/>
                  </a:lnTo>
                  <a:lnTo>
                    <a:pt x="114029" y="325476"/>
                  </a:lnTo>
                  <a:lnTo>
                    <a:pt x="119103" y="327087"/>
                  </a:lnTo>
                  <a:lnTo>
                    <a:pt x="124225" y="328536"/>
                  </a:lnTo>
                  <a:lnTo>
                    <a:pt x="129391" y="329822"/>
                  </a:lnTo>
                  <a:lnTo>
                    <a:pt x="134595" y="330942"/>
                  </a:lnTo>
                  <a:lnTo>
                    <a:pt x="139832" y="331896"/>
                  </a:lnTo>
                  <a:lnTo>
                    <a:pt x="145097" y="332682"/>
                  </a:lnTo>
                  <a:lnTo>
                    <a:pt x="150384" y="333301"/>
                  </a:lnTo>
                  <a:lnTo>
                    <a:pt x="155688" y="333751"/>
                  </a:lnTo>
                  <a:lnTo>
                    <a:pt x="161004" y="334032"/>
                  </a:lnTo>
                  <a:lnTo>
                    <a:pt x="166326" y="334143"/>
                  </a:lnTo>
                  <a:lnTo>
                    <a:pt x="171649" y="334085"/>
                  </a:lnTo>
                  <a:lnTo>
                    <a:pt x="176968" y="333858"/>
                  </a:lnTo>
                  <a:lnTo>
                    <a:pt x="182276" y="333461"/>
                  </a:lnTo>
                  <a:lnTo>
                    <a:pt x="187569" y="332895"/>
                  </a:lnTo>
                  <a:lnTo>
                    <a:pt x="192842" y="332161"/>
                  </a:lnTo>
                  <a:lnTo>
                    <a:pt x="198088" y="331260"/>
                  </a:lnTo>
                  <a:lnTo>
                    <a:pt x="203303" y="330192"/>
                  </a:lnTo>
                  <a:lnTo>
                    <a:pt x="208482" y="328959"/>
                  </a:lnTo>
                  <a:lnTo>
                    <a:pt x="213618" y="327561"/>
                  </a:lnTo>
                  <a:lnTo>
                    <a:pt x="218708" y="326001"/>
                  </a:lnTo>
                  <a:lnTo>
                    <a:pt x="223745" y="324279"/>
                  </a:lnTo>
                  <a:lnTo>
                    <a:pt x="228725" y="322398"/>
                  </a:lnTo>
                  <a:lnTo>
                    <a:pt x="233642" y="320359"/>
                  </a:lnTo>
                  <a:lnTo>
                    <a:pt x="238492" y="318164"/>
                  </a:lnTo>
                  <a:lnTo>
                    <a:pt x="243270" y="315817"/>
                  </a:lnTo>
                  <a:lnTo>
                    <a:pt x="247970" y="313318"/>
                  </a:lnTo>
                  <a:lnTo>
                    <a:pt x="252589" y="310671"/>
                  </a:lnTo>
                  <a:lnTo>
                    <a:pt x="257120" y="307878"/>
                  </a:lnTo>
                  <a:lnTo>
                    <a:pt x="261561" y="304942"/>
                  </a:lnTo>
                  <a:lnTo>
                    <a:pt x="265906" y="301867"/>
                  </a:lnTo>
                  <a:lnTo>
                    <a:pt x="270151" y="298655"/>
                  </a:lnTo>
                  <a:lnTo>
                    <a:pt x="274291" y="295309"/>
                  </a:lnTo>
                  <a:lnTo>
                    <a:pt x="278323" y="291833"/>
                  </a:lnTo>
                  <a:lnTo>
                    <a:pt x="282242" y="288230"/>
                  </a:lnTo>
                  <a:lnTo>
                    <a:pt x="286044" y="284505"/>
                  </a:lnTo>
                  <a:lnTo>
                    <a:pt x="289726" y="280660"/>
                  </a:lnTo>
                  <a:lnTo>
                    <a:pt x="293284" y="276700"/>
                  </a:lnTo>
                  <a:lnTo>
                    <a:pt x="296713" y="272629"/>
                  </a:lnTo>
                  <a:lnTo>
                    <a:pt x="300011" y="268450"/>
                  </a:lnTo>
                  <a:lnTo>
                    <a:pt x="303175" y="264169"/>
                  </a:lnTo>
                  <a:lnTo>
                    <a:pt x="306201" y="259789"/>
                  </a:lnTo>
                  <a:lnTo>
                    <a:pt x="309085" y="255315"/>
                  </a:lnTo>
                  <a:lnTo>
                    <a:pt x="311826" y="250752"/>
                  </a:lnTo>
                  <a:lnTo>
                    <a:pt x="314420" y="246103"/>
                  </a:lnTo>
                  <a:lnTo>
                    <a:pt x="316865" y="241374"/>
                  </a:lnTo>
                  <a:lnTo>
                    <a:pt x="319157" y="236570"/>
                  </a:lnTo>
                  <a:lnTo>
                    <a:pt x="321296" y="231695"/>
                  </a:lnTo>
                  <a:lnTo>
                    <a:pt x="323279" y="226755"/>
                  </a:lnTo>
                  <a:lnTo>
                    <a:pt x="325103" y="221754"/>
                  </a:lnTo>
                  <a:lnTo>
                    <a:pt x="326767" y="216698"/>
                  </a:lnTo>
                  <a:lnTo>
                    <a:pt x="328269" y="211591"/>
                  </a:lnTo>
                  <a:lnTo>
                    <a:pt x="329608" y="206438"/>
                  </a:lnTo>
                  <a:lnTo>
                    <a:pt x="330782" y="201246"/>
                  </a:lnTo>
                  <a:lnTo>
                    <a:pt x="331790" y="196019"/>
                  </a:lnTo>
                  <a:lnTo>
                    <a:pt x="167165" y="1669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8472" y="2126963"/>
              <a:ext cx="167153" cy="196209"/>
            </a:xfrm>
            <a:custGeom>
              <a:avLst/>
              <a:pathLst>
                <a:path w="167153" h="196209">
                  <a:moveTo>
                    <a:pt x="164625" y="196209"/>
                  </a:moveTo>
                  <a:lnTo>
                    <a:pt x="165477" y="190873"/>
                  </a:lnTo>
                  <a:lnTo>
                    <a:pt x="166157" y="185513"/>
                  </a:lnTo>
                  <a:lnTo>
                    <a:pt x="166663" y="180134"/>
                  </a:lnTo>
                  <a:lnTo>
                    <a:pt x="166995" y="174741"/>
                  </a:lnTo>
                  <a:lnTo>
                    <a:pt x="167153" y="169340"/>
                  </a:lnTo>
                  <a:lnTo>
                    <a:pt x="167136" y="163937"/>
                  </a:lnTo>
                  <a:lnTo>
                    <a:pt x="166944" y="158538"/>
                  </a:lnTo>
                  <a:lnTo>
                    <a:pt x="166578" y="153147"/>
                  </a:lnTo>
                  <a:lnTo>
                    <a:pt x="166038" y="147771"/>
                  </a:lnTo>
                  <a:lnTo>
                    <a:pt x="165324" y="142415"/>
                  </a:lnTo>
                  <a:lnTo>
                    <a:pt x="164438" y="137086"/>
                  </a:lnTo>
                  <a:lnTo>
                    <a:pt x="163380" y="131787"/>
                  </a:lnTo>
                  <a:lnTo>
                    <a:pt x="162151" y="126526"/>
                  </a:lnTo>
                  <a:lnTo>
                    <a:pt x="160753" y="121307"/>
                  </a:lnTo>
                  <a:lnTo>
                    <a:pt x="159187" y="116136"/>
                  </a:lnTo>
                  <a:lnTo>
                    <a:pt x="157455" y="111018"/>
                  </a:lnTo>
                  <a:lnTo>
                    <a:pt x="155558" y="105959"/>
                  </a:lnTo>
                  <a:lnTo>
                    <a:pt x="153499" y="100964"/>
                  </a:lnTo>
                  <a:lnTo>
                    <a:pt x="151279" y="96038"/>
                  </a:lnTo>
                  <a:lnTo>
                    <a:pt x="148902" y="91186"/>
                  </a:lnTo>
                  <a:lnTo>
                    <a:pt x="146368" y="86413"/>
                  </a:lnTo>
                  <a:lnTo>
                    <a:pt x="143682" y="81725"/>
                  </a:lnTo>
                  <a:lnTo>
                    <a:pt x="140846" y="77127"/>
                  </a:lnTo>
                  <a:lnTo>
                    <a:pt x="137863" y="72622"/>
                  </a:lnTo>
                  <a:lnTo>
                    <a:pt x="134735" y="68216"/>
                  </a:lnTo>
                  <a:lnTo>
                    <a:pt x="131467" y="63914"/>
                  </a:lnTo>
                  <a:lnTo>
                    <a:pt x="128062" y="59719"/>
                  </a:lnTo>
                  <a:lnTo>
                    <a:pt x="124522" y="55637"/>
                  </a:lnTo>
                  <a:lnTo>
                    <a:pt x="120853" y="51671"/>
                  </a:lnTo>
                  <a:lnTo>
                    <a:pt x="117057" y="47825"/>
                  </a:lnTo>
                  <a:lnTo>
                    <a:pt x="113139" y="44105"/>
                  </a:lnTo>
                  <a:lnTo>
                    <a:pt x="109103" y="40513"/>
                  </a:lnTo>
                  <a:lnTo>
                    <a:pt x="104953" y="37053"/>
                  </a:lnTo>
                  <a:lnTo>
                    <a:pt x="100694" y="33729"/>
                  </a:lnTo>
                  <a:lnTo>
                    <a:pt x="96329" y="30545"/>
                  </a:lnTo>
                  <a:lnTo>
                    <a:pt x="91863" y="27503"/>
                  </a:lnTo>
                  <a:lnTo>
                    <a:pt x="87302" y="24607"/>
                  </a:lnTo>
                  <a:lnTo>
                    <a:pt x="82649" y="21860"/>
                  </a:lnTo>
                  <a:lnTo>
                    <a:pt x="77910" y="19265"/>
                  </a:lnTo>
                  <a:lnTo>
                    <a:pt x="73090" y="16825"/>
                  </a:lnTo>
                  <a:lnTo>
                    <a:pt x="68193" y="14541"/>
                  </a:lnTo>
                  <a:lnTo>
                    <a:pt x="63225" y="12417"/>
                  </a:lnTo>
                  <a:lnTo>
                    <a:pt x="58191" y="10455"/>
                  </a:lnTo>
                  <a:lnTo>
                    <a:pt x="53096" y="8656"/>
                  </a:lnTo>
                  <a:lnTo>
                    <a:pt x="47946" y="7023"/>
                  </a:lnTo>
                  <a:lnTo>
                    <a:pt x="42745" y="5557"/>
                  </a:lnTo>
                  <a:lnTo>
                    <a:pt x="37500" y="4260"/>
                  </a:lnTo>
                  <a:lnTo>
                    <a:pt x="32216" y="3133"/>
                  </a:lnTo>
                  <a:lnTo>
                    <a:pt x="26898" y="2178"/>
                  </a:lnTo>
                  <a:lnTo>
                    <a:pt x="21552" y="1395"/>
                  </a:lnTo>
                  <a:lnTo>
                    <a:pt x="16184" y="785"/>
                  </a:lnTo>
                  <a:lnTo>
                    <a:pt x="10798" y="349"/>
                  </a:lnTo>
                  <a:lnTo>
                    <a:pt x="5402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0449" y="1681503"/>
              <a:ext cx="12785" cy="167167"/>
            </a:xfrm>
            <a:custGeom>
              <a:avLst/>
              <a:pathLst>
                <a:path w="12785" h="167167">
                  <a:moveTo>
                    <a:pt x="12785" y="0"/>
                  </a:moveTo>
                  <a:lnTo>
                    <a:pt x="0" y="489"/>
                  </a:lnTo>
                  <a:lnTo>
                    <a:pt x="12785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0449" y="1681992"/>
              <a:ext cx="12785" cy="166677"/>
            </a:xfrm>
            <a:custGeom>
              <a:avLst/>
              <a:pathLst>
                <a:path w="12785" h="166677">
                  <a:moveTo>
                    <a:pt x="0" y="0"/>
                  </a:moveTo>
                  <a:lnTo>
                    <a:pt x="12785" y="1666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0449" y="1681992"/>
              <a:ext cx="12785" cy="166677"/>
            </a:xfrm>
            <a:custGeom>
              <a:avLst/>
              <a:pathLst>
                <a:path w="12785" h="166677">
                  <a:moveTo>
                    <a:pt x="0" y="0"/>
                  </a:moveTo>
                  <a:lnTo>
                    <a:pt x="12785" y="1666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0449" y="1681992"/>
              <a:ext cx="12785" cy="166677"/>
            </a:xfrm>
            <a:custGeom>
              <a:avLst/>
              <a:pathLst>
                <a:path w="12785" h="166677">
                  <a:moveTo>
                    <a:pt x="0" y="0"/>
                  </a:moveTo>
                  <a:lnTo>
                    <a:pt x="12785" y="1666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0449" y="1681992"/>
              <a:ext cx="12785" cy="166677"/>
            </a:xfrm>
            <a:custGeom>
              <a:avLst/>
              <a:pathLst>
                <a:path w="12785" h="166677">
                  <a:moveTo>
                    <a:pt x="0" y="0"/>
                  </a:moveTo>
                  <a:lnTo>
                    <a:pt x="12785" y="1666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0449" y="1681992"/>
              <a:ext cx="12785" cy="166677"/>
            </a:xfrm>
            <a:custGeom>
              <a:avLst/>
              <a:pathLst>
                <a:path w="12785" h="166677">
                  <a:moveTo>
                    <a:pt x="0" y="0"/>
                  </a:moveTo>
                  <a:lnTo>
                    <a:pt x="12785" y="16667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0449" y="1681992"/>
              <a:ext cx="12785" cy="166677"/>
            </a:xfrm>
            <a:custGeom>
              <a:avLst/>
              <a:pathLst>
                <a:path w="12785" h="166677">
                  <a:moveTo>
                    <a:pt x="0" y="0"/>
                  </a:moveTo>
                  <a:lnTo>
                    <a:pt x="12785" y="16667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0449" y="1681992"/>
              <a:ext cx="12785" cy="166677"/>
            </a:xfrm>
            <a:custGeom>
              <a:avLst/>
              <a:pathLst>
                <a:path w="12785" h="166677">
                  <a:moveTo>
                    <a:pt x="0" y="0"/>
                  </a:moveTo>
                  <a:lnTo>
                    <a:pt x="12785" y="16667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0449" y="1681992"/>
              <a:ext cx="12785" cy="166677"/>
            </a:xfrm>
            <a:custGeom>
              <a:avLst/>
              <a:pathLst>
                <a:path w="12785" h="166677">
                  <a:moveTo>
                    <a:pt x="0" y="0"/>
                  </a:moveTo>
                  <a:lnTo>
                    <a:pt x="12785" y="16667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0449" y="1681992"/>
              <a:ext cx="12785" cy="166677"/>
            </a:xfrm>
            <a:custGeom>
              <a:avLst/>
              <a:pathLst>
                <a:path w="12785" h="166677">
                  <a:moveTo>
                    <a:pt x="0" y="0"/>
                  </a:moveTo>
                  <a:lnTo>
                    <a:pt x="12785" y="1666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0449" y="1681992"/>
              <a:ext cx="12785" cy="166677"/>
            </a:xfrm>
            <a:custGeom>
              <a:avLst/>
              <a:pathLst>
                <a:path w="12785" h="166677">
                  <a:moveTo>
                    <a:pt x="0" y="0"/>
                  </a:moveTo>
                  <a:lnTo>
                    <a:pt x="12785" y="1666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0449" y="1681992"/>
              <a:ext cx="12785" cy="166677"/>
            </a:xfrm>
            <a:custGeom>
              <a:avLst/>
              <a:pathLst>
                <a:path w="12785" h="166677">
                  <a:moveTo>
                    <a:pt x="0" y="0"/>
                  </a:moveTo>
                  <a:lnTo>
                    <a:pt x="12785" y="1666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0449" y="1681992"/>
              <a:ext cx="12785" cy="166677"/>
            </a:xfrm>
            <a:custGeom>
              <a:avLst/>
              <a:pathLst>
                <a:path w="12785" h="166677">
                  <a:moveTo>
                    <a:pt x="0" y="0"/>
                  </a:moveTo>
                  <a:lnTo>
                    <a:pt x="12785" y="1666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0449" y="1681992"/>
              <a:ext cx="12785" cy="166677"/>
            </a:xfrm>
            <a:custGeom>
              <a:avLst/>
              <a:pathLst>
                <a:path w="12785" h="166677">
                  <a:moveTo>
                    <a:pt x="0" y="0"/>
                  </a:moveTo>
                  <a:lnTo>
                    <a:pt x="12785" y="16667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0449" y="1681992"/>
              <a:ext cx="12785" cy="166677"/>
            </a:xfrm>
            <a:custGeom>
              <a:avLst/>
              <a:pathLst>
                <a:path w="12785" h="166677">
                  <a:moveTo>
                    <a:pt x="0" y="0"/>
                  </a:moveTo>
                  <a:lnTo>
                    <a:pt x="12785" y="1666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0449" y="1681992"/>
              <a:ext cx="12785" cy="166677"/>
            </a:xfrm>
            <a:custGeom>
              <a:avLst/>
              <a:pathLst>
                <a:path w="12785" h="166677">
                  <a:moveTo>
                    <a:pt x="0" y="0"/>
                  </a:moveTo>
                  <a:lnTo>
                    <a:pt x="12785" y="1666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0449" y="1681992"/>
              <a:ext cx="12785" cy="166677"/>
            </a:xfrm>
            <a:custGeom>
              <a:avLst/>
              <a:pathLst>
                <a:path w="12785" h="166677">
                  <a:moveTo>
                    <a:pt x="0" y="0"/>
                  </a:moveTo>
                  <a:lnTo>
                    <a:pt x="12785" y="16667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0449" y="1681992"/>
              <a:ext cx="12785" cy="166677"/>
            </a:xfrm>
            <a:custGeom>
              <a:avLst/>
              <a:pathLst>
                <a:path w="12785" h="166677">
                  <a:moveTo>
                    <a:pt x="0" y="0"/>
                  </a:moveTo>
                  <a:lnTo>
                    <a:pt x="12785" y="1666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10449" y="1681992"/>
              <a:ext cx="12785" cy="166677"/>
            </a:xfrm>
            <a:custGeom>
              <a:avLst/>
              <a:pathLst>
                <a:path w="12785" h="166677">
                  <a:moveTo>
                    <a:pt x="0" y="0"/>
                  </a:moveTo>
                  <a:lnTo>
                    <a:pt x="12785" y="1666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10449" y="1681992"/>
              <a:ext cx="12785" cy="166677"/>
            </a:xfrm>
            <a:custGeom>
              <a:avLst/>
              <a:pathLst>
                <a:path w="12785" h="166677">
                  <a:moveTo>
                    <a:pt x="0" y="0"/>
                  </a:moveTo>
                  <a:lnTo>
                    <a:pt x="12785" y="1666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10449" y="1681992"/>
              <a:ext cx="12785" cy="166677"/>
            </a:xfrm>
            <a:custGeom>
              <a:avLst/>
              <a:pathLst>
                <a:path w="12785" h="166677">
                  <a:moveTo>
                    <a:pt x="0" y="0"/>
                  </a:moveTo>
                  <a:lnTo>
                    <a:pt x="12785" y="1666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10449" y="1681992"/>
              <a:ext cx="12785" cy="166677"/>
            </a:xfrm>
            <a:custGeom>
              <a:avLst/>
              <a:pathLst>
                <a:path w="12785" h="166677">
                  <a:moveTo>
                    <a:pt x="0" y="0"/>
                  </a:moveTo>
                  <a:lnTo>
                    <a:pt x="12785" y="16667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10449" y="1681992"/>
              <a:ext cx="12785" cy="166677"/>
            </a:xfrm>
            <a:custGeom>
              <a:avLst/>
              <a:pathLst>
                <a:path w="12785" h="166677">
                  <a:moveTo>
                    <a:pt x="0" y="0"/>
                  </a:moveTo>
                  <a:lnTo>
                    <a:pt x="12785" y="16667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256070" y="1681992"/>
              <a:ext cx="334317" cy="333841"/>
            </a:xfrm>
            <a:custGeom>
              <a:avLst/>
              <a:pathLst>
                <a:path w="334317" h="333841">
                  <a:moveTo>
                    <a:pt x="154378" y="0"/>
                  </a:moveTo>
                  <a:lnTo>
                    <a:pt x="149108" y="488"/>
                  </a:lnTo>
                  <a:lnTo>
                    <a:pt x="143856" y="1143"/>
                  </a:lnTo>
                  <a:lnTo>
                    <a:pt x="138627" y="1964"/>
                  </a:lnTo>
                  <a:lnTo>
                    <a:pt x="133427" y="2949"/>
                  </a:lnTo>
                  <a:lnTo>
                    <a:pt x="128261" y="4100"/>
                  </a:lnTo>
                  <a:lnTo>
                    <a:pt x="123134" y="5413"/>
                  </a:lnTo>
                  <a:lnTo>
                    <a:pt x="118051" y="6887"/>
                  </a:lnTo>
                  <a:lnTo>
                    <a:pt x="113017" y="8522"/>
                  </a:lnTo>
                  <a:lnTo>
                    <a:pt x="108037" y="10316"/>
                  </a:lnTo>
                  <a:lnTo>
                    <a:pt x="103117" y="12266"/>
                  </a:lnTo>
                  <a:lnTo>
                    <a:pt x="98261" y="14371"/>
                  </a:lnTo>
                  <a:lnTo>
                    <a:pt x="93474" y="16628"/>
                  </a:lnTo>
                  <a:lnTo>
                    <a:pt x="88760" y="19036"/>
                  </a:lnTo>
                  <a:lnTo>
                    <a:pt x="84126" y="21592"/>
                  </a:lnTo>
                  <a:lnTo>
                    <a:pt x="79575" y="24294"/>
                  </a:lnTo>
                  <a:lnTo>
                    <a:pt x="75111" y="27138"/>
                  </a:lnTo>
                  <a:lnTo>
                    <a:pt x="70740" y="30122"/>
                  </a:lnTo>
                  <a:lnTo>
                    <a:pt x="66465" y="33243"/>
                  </a:lnTo>
                  <a:lnTo>
                    <a:pt x="62291" y="36498"/>
                  </a:lnTo>
                  <a:lnTo>
                    <a:pt x="58223" y="39883"/>
                  </a:lnTo>
                  <a:lnTo>
                    <a:pt x="54264" y="43395"/>
                  </a:lnTo>
                  <a:lnTo>
                    <a:pt x="50417" y="47031"/>
                  </a:lnTo>
                  <a:lnTo>
                    <a:pt x="46688" y="50787"/>
                  </a:lnTo>
                  <a:lnTo>
                    <a:pt x="43080" y="54659"/>
                  </a:lnTo>
                  <a:lnTo>
                    <a:pt x="39596" y="58643"/>
                  </a:lnTo>
                  <a:lnTo>
                    <a:pt x="36240" y="62736"/>
                  </a:lnTo>
                  <a:lnTo>
                    <a:pt x="33015" y="66933"/>
                  </a:lnTo>
                  <a:lnTo>
                    <a:pt x="29924" y="71229"/>
                  </a:lnTo>
                  <a:lnTo>
                    <a:pt x="26972" y="75622"/>
                  </a:lnTo>
                  <a:lnTo>
                    <a:pt x="24159" y="80105"/>
                  </a:lnTo>
                  <a:lnTo>
                    <a:pt x="21490" y="84676"/>
                  </a:lnTo>
                  <a:lnTo>
                    <a:pt x="18968" y="89329"/>
                  </a:lnTo>
                  <a:lnTo>
                    <a:pt x="16593" y="94059"/>
                  </a:lnTo>
                  <a:lnTo>
                    <a:pt x="14370" y="98862"/>
                  </a:lnTo>
                  <a:lnTo>
                    <a:pt x="12300" y="103733"/>
                  </a:lnTo>
                  <a:lnTo>
                    <a:pt x="10384" y="108667"/>
                  </a:lnTo>
                  <a:lnTo>
                    <a:pt x="8627" y="113659"/>
                  </a:lnTo>
                  <a:lnTo>
                    <a:pt x="7028" y="118705"/>
                  </a:lnTo>
                  <a:lnTo>
                    <a:pt x="5589" y="123798"/>
                  </a:lnTo>
                  <a:lnTo>
                    <a:pt x="4313" y="128935"/>
                  </a:lnTo>
                  <a:lnTo>
                    <a:pt x="3200" y="134109"/>
                  </a:lnTo>
                  <a:lnTo>
                    <a:pt x="2251" y="139316"/>
                  </a:lnTo>
                  <a:lnTo>
                    <a:pt x="1467" y="144550"/>
                  </a:lnTo>
                  <a:lnTo>
                    <a:pt x="850" y="149807"/>
                  </a:lnTo>
                  <a:lnTo>
                    <a:pt x="399" y="155080"/>
                  </a:lnTo>
                  <a:lnTo>
                    <a:pt x="116" y="160365"/>
                  </a:lnTo>
                  <a:lnTo>
                    <a:pt x="0" y="165657"/>
                  </a:lnTo>
                  <a:lnTo>
                    <a:pt x="51" y="170949"/>
                  </a:lnTo>
                  <a:lnTo>
                    <a:pt x="270" y="176237"/>
                  </a:lnTo>
                  <a:lnTo>
                    <a:pt x="656" y="181516"/>
                  </a:lnTo>
                  <a:lnTo>
                    <a:pt x="1209" y="186780"/>
                  </a:lnTo>
                  <a:lnTo>
                    <a:pt x="1929" y="192023"/>
                  </a:lnTo>
                  <a:lnTo>
                    <a:pt x="2814" y="197241"/>
                  </a:lnTo>
                  <a:lnTo>
                    <a:pt x="3864" y="202429"/>
                  </a:lnTo>
                  <a:lnTo>
                    <a:pt x="5078" y="207581"/>
                  </a:lnTo>
                  <a:lnTo>
                    <a:pt x="6454" y="212691"/>
                  </a:lnTo>
                  <a:lnTo>
                    <a:pt x="7991" y="217756"/>
                  </a:lnTo>
                  <a:lnTo>
                    <a:pt x="9688" y="222769"/>
                  </a:lnTo>
                  <a:lnTo>
                    <a:pt x="11543" y="227726"/>
                  </a:lnTo>
                  <a:lnTo>
                    <a:pt x="13553" y="232622"/>
                  </a:lnTo>
                  <a:lnTo>
                    <a:pt x="15718" y="237452"/>
                  </a:lnTo>
                  <a:lnTo>
                    <a:pt x="18034" y="242211"/>
                  </a:lnTo>
                  <a:lnTo>
                    <a:pt x="20500" y="246894"/>
                  </a:lnTo>
                  <a:lnTo>
                    <a:pt x="23113" y="251497"/>
                  </a:lnTo>
                  <a:lnTo>
                    <a:pt x="25870" y="256015"/>
                  </a:lnTo>
                  <a:lnTo>
                    <a:pt x="28769" y="260443"/>
                  </a:lnTo>
                  <a:lnTo>
                    <a:pt x="31807" y="264777"/>
                  </a:lnTo>
                  <a:lnTo>
                    <a:pt x="34981" y="269013"/>
                  </a:lnTo>
                  <a:lnTo>
                    <a:pt x="38286" y="273146"/>
                  </a:lnTo>
                  <a:lnTo>
                    <a:pt x="41722" y="277172"/>
                  </a:lnTo>
                  <a:lnTo>
                    <a:pt x="45282" y="281088"/>
                  </a:lnTo>
                  <a:lnTo>
                    <a:pt x="48965" y="284889"/>
                  </a:lnTo>
                  <a:lnTo>
                    <a:pt x="52767" y="288572"/>
                  </a:lnTo>
                  <a:lnTo>
                    <a:pt x="56683" y="292132"/>
                  </a:lnTo>
                  <a:lnTo>
                    <a:pt x="60710" y="295567"/>
                  </a:lnTo>
                  <a:lnTo>
                    <a:pt x="64844" y="298872"/>
                  </a:lnTo>
                  <a:lnTo>
                    <a:pt x="69080" y="302045"/>
                  </a:lnTo>
                  <a:lnTo>
                    <a:pt x="73414" y="305082"/>
                  </a:lnTo>
                  <a:lnTo>
                    <a:pt x="77843" y="307981"/>
                  </a:lnTo>
                  <a:lnTo>
                    <a:pt x="82361" y="310738"/>
                  </a:lnTo>
                  <a:lnTo>
                    <a:pt x="86964" y="313350"/>
                  </a:lnTo>
                  <a:lnTo>
                    <a:pt x="91647" y="315815"/>
                  </a:lnTo>
                  <a:lnTo>
                    <a:pt x="96406" y="318131"/>
                  </a:lnTo>
                  <a:lnTo>
                    <a:pt x="101237" y="320295"/>
                  </a:lnTo>
                  <a:lnTo>
                    <a:pt x="106133" y="322306"/>
                  </a:lnTo>
                  <a:lnTo>
                    <a:pt x="111090" y="324160"/>
                  </a:lnTo>
                  <a:lnTo>
                    <a:pt x="116104" y="325856"/>
                  </a:lnTo>
                  <a:lnTo>
                    <a:pt x="121168" y="327392"/>
                  </a:lnTo>
                  <a:lnTo>
                    <a:pt x="126279" y="328768"/>
                  </a:lnTo>
                  <a:lnTo>
                    <a:pt x="131431" y="329981"/>
                  </a:lnTo>
                  <a:lnTo>
                    <a:pt x="136619" y="331030"/>
                  </a:lnTo>
                  <a:lnTo>
                    <a:pt x="141837" y="331915"/>
                  </a:lnTo>
                  <a:lnTo>
                    <a:pt x="147080" y="332634"/>
                  </a:lnTo>
                  <a:lnTo>
                    <a:pt x="152344" y="333187"/>
                  </a:lnTo>
                  <a:lnTo>
                    <a:pt x="157623" y="333572"/>
                  </a:lnTo>
                  <a:lnTo>
                    <a:pt x="162911" y="333791"/>
                  </a:lnTo>
                  <a:lnTo>
                    <a:pt x="168203" y="333841"/>
                  </a:lnTo>
                  <a:lnTo>
                    <a:pt x="173495" y="333725"/>
                  </a:lnTo>
                  <a:lnTo>
                    <a:pt x="178780" y="333441"/>
                  </a:lnTo>
                  <a:lnTo>
                    <a:pt x="184053" y="332989"/>
                  </a:lnTo>
                  <a:lnTo>
                    <a:pt x="189310" y="332371"/>
                  </a:lnTo>
                  <a:lnTo>
                    <a:pt x="194544" y="331587"/>
                  </a:lnTo>
                  <a:lnTo>
                    <a:pt x="199751" y="330638"/>
                  </a:lnTo>
                  <a:lnTo>
                    <a:pt x="204925" y="329524"/>
                  </a:lnTo>
                  <a:lnTo>
                    <a:pt x="210062" y="328247"/>
                  </a:lnTo>
                  <a:lnTo>
                    <a:pt x="215155" y="326808"/>
                  </a:lnTo>
                  <a:lnTo>
                    <a:pt x="220200" y="325208"/>
                  </a:lnTo>
                  <a:lnTo>
                    <a:pt x="225192" y="323450"/>
                  </a:lnTo>
                  <a:lnTo>
                    <a:pt x="230126" y="321534"/>
                  </a:lnTo>
                  <a:lnTo>
                    <a:pt x="234997" y="319464"/>
                  </a:lnTo>
                  <a:lnTo>
                    <a:pt x="239800" y="317240"/>
                  </a:lnTo>
                  <a:lnTo>
                    <a:pt x="244530" y="314865"/>
                  </a:lnTo>
                  <a:lnTo>
                    <a:pt x="249182" y="312341"/>
                  </a:lnTo>
                  <a:lnTo>
                    <a:pt x="253752" y="309672"/>
                  </a:lnTo>
                  <a:lnTo>
                    <a:pt x="258236" y="306859"/>
                  </a:lnTo>
                  <a:lnTo>
                    <a:pt x="262628" y="303906"/>
                  </a:lnTo>
                  <a:lnTo>
                    <a:pt x="266924" y="300815"/>
                  </a:lnTo>
                  <a:lnTo>
                    <a:pt x="271120" y="297589"/>
                  </a:lnTo>
                  <a:lnTo>
                    <a:pt x="275213" y="294233"/>
                  </a:lnTo>
                  <a:lnTo>
                    <a:pt x="279196" y="290748"/>
                  </a:lnTo>
                  <a:lnTo>
                    <a:pt x="283068" y="287140"/>
                  </a:lnTo>
                  <a:lnTo>
                    <a:pt x="286823" y="283410"/>
                  </a:lnTo>
                  <a:lnTo>
                    <a:pt x="290459" y="279563"/>
                  </a:lnTo>
                  <a:lnTo>
                    <a:pt x="293971" y="275604"/>
                  </a:lnTo>
                  <a:lnTo>
                    <a:pt x="297355" y="271535"/>
                  </a:lnTo>
                  <a:lnTo>
                    <a:pt x="300610" y="267361"/>
                  </a:lnTo>
                  <a:lnTo>
                    <a:pt x="303730" y="263086"/>
                  </a:lnTo>
                  <a:lnTo>
                    <a:pt x="306714" y="258714"/>
                  </a:lnTo>
                  <a:lnTo>
                    <a:pt x="309557" y="254250"/>
                  </a:lnTo>
                  <a:lnTo>
                    <a:pt x="312258" y="249699"/>
                  </a:lnTo>
                  <a:lnTo>
                    <a:pt x="314814" y="245064"/>
                  </a:lnTo>
                  <a:lnTo>
                    <a:pt x="317221" y="240350"/>
                  </a:lnTo>
                  <a:lnTo>
                    <a:pt x="319478" y="235563"/>
                  </a:lnTo>
                  <a:lnTo>
                    <a:pt x="321583" y="230707"/>
                  </a:lnTo>
                  <a:lnTo>
                    <a:pt x="323532" y="225786"/>
                  </a:lnTo>
                  <a:lnTo>
                    <a:pt x="325325" y="220806"/>
                  </a:lnTo>
                  <a:lnTo>
                    <a:pt x="326959" y="215772"/>
                  </a:lnTo>
                  <a:lnTo>
                    <a:pt x="328434" y="210689"/>
                  </a:lnTo>
                  <a:lnTo>
                    <a:pt x="329746" y="205561"/>
                  </a:lnTo>
                  <a:lnTo>
                    <a:pt x="330896" y="200395"/>
                  </a:lnTo>
                  <a:lnTo>
                    <a:pt x="331881" y="195195"/>
                  </a:lnTo>
                  <a:lnTo>
                    <a:pt x="332701" y="189966"/>
                  </a:lnTo>
                  <a:lnTo>
                    <a:pt x="333355" y="184714"/>
                  </a:lnTo>
                  <a:lnTo>
                    <a:pt x="333843" y="179444"/>
                  </a:lnTo>
                  <a:lnTo>
                    <a:pt x="334164" y="174161"/>
                  </a:lnTo>
                  <a:lnTo>
                    <a:pt x="334317" y="168870"/>
                  </a:lnTo>
                  <a:lnTo>
                    <a:pt x="334303" y="163578"/>
                  </a:lnTo>
                  <a:lnTo>
                    <a:pt x="334121" y="158288"/>
                  </a:lnTo>
                  <a:lnTo>
                    <a:pt x="333771" y="153007"/>
                  </a:lnTo>
                  <a:lnTo>
                    <a:pt x="333255" y="147739"/>
                  </a:lnTo>
                  <a:lnTo>
                    <a:pt x="332572" y="142491"/>
                  </a:lnTo>
                  <a:lnTo>
                    <a:pt x="331724" y="137267"/>
                  </a:lnTo>
                  <a:lnTo>
                    <a:pt x="330710" y="132072"/>
                  </a:lnTo>
                  <a:lnTo>
                    <a:pt x="329533" y="126912"/>
                  </a:lnTo>
                  <a:lnTo>
                    <a:pt x="328193" y="121792"/>
                  </a:lnTo>
                  <a:lnTo>
                    <a:pt x="326691" y="116717"/>
                  </a:lnTo>
                  <a:lnTo>
                    <a:pt x="325029" y="111691"/>
                  </a:lnTo>
                  <a:lnTo>
                    <a:pt x="323209" y="106721"/>
                  </a:lnTo>
                  <a:lnTo>
                    <a:pt x="321233" y="101812"/>
                  </a:lnTo>
                  <a:lnTo>
                    <a:pt x="319103" y="96967"/>
                  </a:lnTo>
                  <a:lnTo>
                    <a:pt x="316820" y="92192"/>
                  </a:lnTo>
                  <a:lnTo>
                    <a:pt x="314387" y="87491"/>
                  </a:lnTo>
                  <a:lnTo>
                    <a:pt x="311806" y="82870"/>
                  </a:lnTo>
                  <a:lnTo>
                    <a:pt x="309080" y="78333"/>
                  </a:lnTo>
                  <a:lnTo>
                    <a:pt x="306213" y="73885"/>
                  </a:lnTo>
                  <a:lnTo>
                    <a:pt x="303205" y="69530"/>
                  </a:lnTo>
                  <a:lnTo>
                    <a:pt x="300062" y="65272"/>
                  </a:lnTo>
                  <a:lnTo>
                    <a:pt x="296785" y="61115"/>
                  </a:lnTo>
                  <a:lnTo>
                    <a:pt x="293378" y="57065"/>
                  </a:lnTo>
                  <a:lnTo>
                    <a:pt x="289845" y="53124"/>
                  </a:lnTo>
                  <a:lnTo>
                    <a:pt x="286189" y="49297"/>
                  </a:lnTo>
                  <a:lnTo>
                    <a:pt x="282413" y="45588"/>
                  </a:lnTo>
                  <a:lnTo>
                    <a:pt x="278522" y="42000"/>
                  </a:lnTo>
                  <a:lnTo>
                    <a:pt x="274519" y="38538"/>
                  </a:lnTo>
                  <a:lnTo>
                    <a:pt x="270409" y="35203"/>
                  </a:lnTo>
                  <a:lnTo>
                    <a:pt x="266195" y="32001"/>
                  </a:lnTo>
                  <a:lnTo>
                    <a:pt x="261882" y="28933"/>
                  </a:lnTo>
                  <a:lnTo>
                    <a:pt x="257474" y="26004"/>
                  </a:lnTo>
                  <a:lnTo>
                    <a:pt x="252975" y="23215"/>
                  </a:lnTo>
                  <a:lnTo>
                    <a:pt x="248391" y="20571"/>
                  </a:lnTo>
                  <a:lnTo>
                    <a:pt x="243725" y="18072"/>
                  </a:lnTo>
                  <a:lnTo>
                    <a:pt x="238982" y="15723"/>
                  </a:lnTo>
                  <a:lnTo>
                    <a:pt x="234167" y="13525"/>
                  </a:lnTo>
                  <a:lnTo>
                    <a:pt x="229285" y="11481"/>
                  </a:lnTo>
                  <a:lnTo>
                    <a:pt x="224341" y="9592"/>
                  </a:lnTo>
                  <a:lnTo>
                    <a:pt x="219340" y="7861"/>
                  </a:lnTo>
                  <a:lnTo>
                    <a:pt x="214286" y="6289"/>
                  </a:lnTo>
                  <a:lnTo>
                    <a:pt x="209185" y="4877"/>
                  </a:lnTo>
                  <a:lnTo>
                    <a:pt x="204042" y="3628"/>
                  </a:lnTo>
                  <a:lnTo>
                    <a:pt x="167164" y="1666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23235" y="1681503"/>
              <a:ext cx="36877" cy="167167"/>
            </a:xfrm>
            <a:custGeom>
              <a:avLst/>
              <a:pathLst>
                <a:path w="36877" h="167167">
                  <a:moveTo>
                    <a:pt x="36877" y="4118"/>
                  </a:moveTo>
                  <a:lnTo>
                    <a:pt x="30809" y="2863"/>
                  </a:lnTo>
                  <a:lnTo>
                    <a:pt x="24698" y="1834"/>
                  </a:lnTo>
                  <a:lnTo>
                    <a:pt x="18553" y="1032"/>
                  </a:lnTo>
                  <a:lnTo>
                    <a:pt x="12383" y="459"/>
                  </a:lnTo>
                  <a:lnTo>
                    <a:pt x="6195" y="11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853875" y="1322571"/>
              <a:ext cx="167163" cy="321361"/>
            </a:xfrm>
            <a:custGeom>
              <a:avLst/>
              <a:pathLst>
                <a:path w="167163" h="321361">
                  <a:moveTo>
                    <a:pt x="167163" y="0"/>
                  </a:moveTo>
                  <a:lnTo>
                    <a:pt x="161828" y="85"/>
                  </a:lnTo>
                  <a:lnTo>
                    <a:pt x="156499" y="340"/>
                  </a:lnTo>
                  <a:lnTo>
                    <a:pt x="151180" y="765"/>
                  </a:lnTo>
                  <a:lnTo>
                    <a:pt x="145878" y="1360"/>
                  </a:lnTo>
                  <a:lnTo>
                    <a:pt x="140597" y="2124"/>
                  </a:lnTo>
                  <a:lnTo>
                    <a:pt x="135344" y="3056"/>
                  </a:lnTo>
                  <a:lnTo>
                    <a:pt x="130122" y="4155"/>
                  </a:lnTo>
                  <a:lnTo>
                    <a:pt x="124939" y="5420"/>
                  </a:lnTo>
                  <a:lnTo>
                    <a:pt x="119799" y="6850"/>
                  </a:lnTo>
                  <a:lnTo>
                    <a:pt x="114706" y="8443"/>
                  </a:lnTo>
                  <a:lnTo>
                    <a:pt x="109668" y="10198"/>
                  </a:lnTo>
                  <a:lnTo>
                    <a:pt x="104688" y="12113"/>
                  </a:lnTo>
                  <a:lnTo>
                    <a:pt x="99771" y="14186"/>
                  </a:lnTo>
                  <a:lnTo>
                    <a:pt x="94923" y="16414"/>
                  </a:lnTo>
                  <a:lnTo>
                    <a:pt x="90149" y="18797"/>
                  </a:lnTo>
                  <a:lnTo>
                    <a:pt x="85453" y="21330"/>
                  </a:lnTo>
                  <a:lnTo>
                    <a:pt x="80841" y="24012"/>
                  </a:lnTo>
                  <a:lnTo>
                    <a:pt x="76316" y="26840"/>
                  </a:lnTo>
                  <a:lnTo>
                    <a:pt x="71884" y="29810"/>
                  </a:lnTo>
                  <a:lnTo>
                    <a:pt x="67549" y="32921"/>
                  </a:lnTo>
                  <a:lnTo>
                    <a:pt x="63315" y="36168"/>
                  </a:lnTo>
                  <a:lnTo>
                    <a:pt x="59188" y="39549"/>
                  </a:lnTo>
                  <a:lnTo>
                    <a:pt x="55170" y="43060"/>
                  </a:lnTo>
                  <a:lnTo>
                    <a:pt x="51266" y="46697"/>
                  </a:lnTo>
                  <a:lnTo>
                    <a:pt x="47481" y="50458"/>
                  </a:lnTo>
                  <a:lnTo>
                    <a:pt x="43817" y="54336"/>
                  </a:lnTo>
                  <a:lnTo>
                    <a:pt x="40279" y="58330"/>
                  </a:lnTo>
                  <a:lnTo>
                    <a:pt x="36870" y="62435"/>
                  </a:lnTo>
                  <a:lnTo>
                    <a:pt x="33594" y="66647"/>
                  </a:lnTo>
                  <a:lnTo>
                    <a:pt x="30454" y="70960"/>
                  </a:lnTo>
                  <a:lnTo>
                    <a:pt x="27454" y="75372"/>
                  </a:lnTo>
                  <a:lnTo>
                    <a:pt x="24596" y="79878"/>
                  </a:lnTo>
                  <a:lnTo>
                    <a:pt x="21882" y="84472"/>
                  </a:lnTo>
                  <a:lnTo>
                    <a:pt x="19317" y="89150"/>
                  </a:lnTo>
                  <a:lnTo>
                    <a:pt x="16903" y="93908"/>
                  </a:lnTo>
                  <a:lnTo>
                    <a:pt x="14641" y="98741"/>
                  </a:lnTo>
                  <a:lnTo>
                    <a:pt x="12535" y="103643"/>
                  </a:lnTo>
                  <a:lnTo>
                    <a:pt x="10587" y="108611"/>
                  </a:lnTo>
                  <a:lnTo>
                    <a:pt x="8798" y="113637"/>
                  </a:lnTo>
                  <a:lnTo>
                    <a:pt x="7170" y="118719"/>
                  </a:lnTo>
                  <a:lnTo>
                    <a:pt x="5706" y="123849"/>
                  </a:lnTo>
                  <a:lnTo>
                    <a:pt x="4405" y="129024"/>
                  </a:lnTo>
                  <a:lnTo>
                    <a:pt x="3271" y="134237"/>
                  </a:lnTo>
                  <a:lnTo>
                    <a:pt x="2304" y="139485"/>
                  </a:lnTo>
                  <a:lnTo>
                    <a:pt x="1504" y="144760"/>
                  </a:lnTo>
                  <a:lnTo>
                    <a:pt x="873" y="150058"/>
                  </a:lnTo>
                  <a:lnTo>
                    <a:pt x="412" y="155374"/>
                  </a:lnTo>
                  <a:lnTo>
                    <a:pt x="121" y="160701"/>
                  </a:lnTo>
                  <a:lnTo>
                    <a:pt x="0" y="166036"/>
                  </a:lnTo>
                  <a:lnTo>
                    <a:pt x="49" y="171371"/>
                  </a:lnTo>
                  <a:lnTo>
                    <a:pt x="268" y="176702"/>
                  </a:lnTo>
                  <a:lnTo>
                    <a:pt x="657" y="182023"/>
                  </a:lnTo>
                  <a:lnTo>
                    <a:pt x="1216" y="187330"/>
                  </a:lnTo>
                  <a:lnTo>
                    <a:pt x="1944" y="192615"/>
                  </a:lnTo>
                  <a:lnTo>
                    <a:pt x="2840" y="197875"/>
                  </a:lnTo>
                  <a:lnTo>
                    <a:pt x="3904" y="203104"/>
                  </a:lnTo>
                  <a:lnTo>
                    <a:pt x="5134" y="208295"/>
                  </a:lnTo>
                  <a:lnTo>
                    <a:pt x="6529" y="213445"/>
                  </a:lnTo>
                  <a:lnTo>
                    <a:pt x="8088" y="218548"/>
                  </a:lnTo>
                  <a:lnTo>
                    <a:pt x="9809" y="223599"/>
                  </a:lnTo>
                  <a:lnTo>
                    <a:pt x="11690" y="228592"/>
                  </a:lnTo>
                  <a:lnTo>
                    <a:pt x="13729" y="233522"/>
                  </a:lnTo>
                  <a:lnTo>
                    <a:pt x="15925" y="238385"/>
                  </a:lnTo>
                  <a:lnTo>
                    <a:pt x="18275" y="243175"/>
                  </a:lnTo>
                  <a:lnTo>
                    <a:pt x="20776" y="247888"/>
                  </a:lnTo>
                  <a:lnTo>
                    <a:pt x="23427" y="252519"/>
                  </a:lnTo>
                  <a:lnTo>
                    <a:pt x="26224" y="257062"/>
                  </a:lnTo>
                  <a:lnTo>
                    <a:pt x="29165" y="261514"/>
                  </a:lnTo>
                  <a:lnTo>
                    <a:pt x="32246" y="265870"/>
                  </a:lnTo>
                  <a:lnTo>
                    <a:pt x="35465" y="270126"/>
                  </a:lnTo>
                  <a:lnTo>
                    <a:pt x="38818" y="274276"/>
                  </a:lnTo>
                  <a:lnTo>
                    <a:pt x="42301" y="278318"/>
                  </a:lnTo>
                  <a:lnTo>
                    <a:pt x="45912" y="282246"/>
                  </a:lnTo>
                  <a:lnTo>
                    <a:pt x="49646" y="286057"/>
                  </a:lnTo>
                  <a:lnTo>
                    <a:pt x="53500" y="289746"/>
                  </a:lnTo>
                  <a:lnTo>
                    <a:pt x="57470" y="293311"/>
                  </a:lnTo>
                  <a:lnTo>
                    <a:pt x="61552" y="296748"/>
                  </a:lnTo>
                  <a:lnTo>
                    <a:pt x="65741" y="300052"/>
                  </a:lnTo>
                  <a:lnTo>
                    <a:pt x="70034" y="303221"/>
                  </a:lnTo>
                  <a:lnTo>
                    <a:pt x="74425" y="306252"/>
                  </a:lnTo>
                  <a:lnTo>
                    <a:pt x="78911" y="309141"/>
                  </a:lnTo>
                  <a:lnTo>
                    <a:pt x="83487" y="311885"/>
                  </a:lnTo>
                  <a:lnTo>
                    <a:pt x="88148" y="314481"/>
                  </a:lnTo>
                  <a:lnTo>
                    <a:pt x="92889" y="316928"/>
                  </a:lnTo>
                  <a:lnTo>
                    <a:pt x="97707" y="319222"/>
                  </a:lnTo>
                  <a:lnTo>
                    <a:pt x="102595" y="321361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56470" y="1489739"/>
              <a:ext cx="64568" cy="154194"/>
            </a:xfrm>
            <a:custGeom>
              <a:avLst/>
              <a:pathLst>
                <a:path w="64568" h="154194">
                  <a:moveTo>
                    <a:pt x="0" y="154194"/>
                  </a:moveTo>
                  <a:lnTo>
                    <a:pt x="6456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56470" y="1489739"/>
              <a:ext cx="64568" cy="154194"/>
            </a:xfrm>
            <a:custGeom>
              <a:avLst/>
              <a:pathLst>
                <a:path w="64568" h="154194">
                  <a:moveTo>
                    <a:pt x="0" y="154194"/>
                  </a:moveTo>
                  <a:lnTo>
                    <a:pt x="6456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56470" y="1489739"/>
              <a:ext cx="64568" cy="154194"/>
            </a:xfrm>
            <a:custGeom>
              <a:avLst/>
              <a:pathLst>
                <a:path w="64568" h="154194">
                  <a:moveTo>
                    <a:pt x="0" y="154194"/>
                  </a:moveTo>
                  <a:lnTo>
                    <a:pt x="6456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56470" y="1489739"/>
              <a:ext cx="64568" cy="154194"/>
            </a:xfrm>
            <a:custGeom>
              <a:avLst/>
              <a:pathLst>
                <a:path w="64568" h="154194">
                  <a:moveTo>
                    <a:pt x="0" y="154194"/>
                  </a:moveTo>
                  <a:lnTo>
                    <a:pt x="6456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56470" y="1489739"/>
              <a:ext cx="64568" cy="154194"/>
            </a:xfrm>
            <a:custGeom>
              <a:avLst/>
              <a:pathLst>
                <a:path w="64568" h="154194">
                  <a:moveTo>
                    <a:pt x="0" y="154194"/>
                  </a:moveTo>
                  <a:lnTo>
                    <a:pt x="6456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56470" y="1489739"/>
              <a:ext cx="64568" cy="154194"/>
            </a:xfrm>
            <a:custGeom>
              <a:avLst/>
              <a:pathLst>
                <a:path w="64568" h="154194">
                  <a:moveTo>
                    <a:pt x="0" y="154194"/>
                  </a:moveTo>
                  <a:lnTo>
                    <a:pt x="6456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56470" y="1489739"/>
              <a:ext cx="64568" cy="154194"/>
            </a:xfrm>
            <a:custGeom>
              <a:avLst/>
              <a:pathLst>
                <a:path w="64568" h="154194">
                  <a:moveTo>
                    <a:pt x="0" y="154194"/>
                  </a:moveTo>
                  <a:lnTo>
                    <a:pt x="6456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56470" y="1489739"/>
              <a:ext cx="64568" cy="154194"/>
            </a:xfrm>
            <a:custGeom>
              <a:avLst/>
              <a:pathLst>
                <a:path w="64568" h="154194">
                  <a:moveTo>
                    <a:pt x="0" y="154194"/>
                  </a:moveTo>
                  <a:lnTo>
                    <a:pt x="6456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56470" y="1489739"/>
              <a:ext cx="64568" cy="154194"/>
            </a:xfrm>
            <a:custGeom>
              <a:avLst/>
              <a:pathLst>
                <a:path w="64568" h="154194">
                  <a:moveTo>
                    <a:pt x="0" y="154194"/>
                  </a:moveTo>
                  <a:lnTo>
                    <a:pt x="6456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56470" y="1489739"/>
              <a:ext cx="64568" cy="154194"/>
            </a:xfrm>
            <a:custGeom>
              <a:avLst/>
              <a:pathLst>
                <a:path w="64568" h="154194">
                  <a:moveTo>
                    <a:pt x="0" y="154194"/>
                  </a:moveTo>
                  <a:lnTo>
                    <a:pt x="6456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56470" y="1489739"/>
              <a:ext cx="64568" cy="154194"/>
            </a:xfrm>
            <a:custGeom>
              <a:avLst/>
              <a:pathLst>
                <a:path w="64568" h="154194">
                  <a:moveTo>
                    <a:pt x="0" y="154194"/>
                  </a:moveTo>
                  <a:lnTo>
                    <a:pt x="6456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56470" y="1489739"/>
              <a:ext cx="64568" cy="154194"/>
            </a:xfrm>
            <a:custGeom>
              <a:avLst/>
              <a:pathLst>
                <a:path w="64568" h="154194">
                  <a:moveTo>
                    <a:pt x="0" y="154194"/>
                  </a:moveTo>
                  <a:lnTo>
                    <a:pt x="6456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56470" y="1489739"/>
              <a:ext cx="64568" cy="154194"/>
            </a:xfrm>
            <a:custGeom>
              <a:avLst/>
              <a:pathLst>
                <a:path w="64568" h="154194">
                  <a:moveTo>
                    <a:pt x="0" y="154194"/>
                  </a:moveTo>
                  <a:lnTo>
                    <a:pt x="6456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56470" y="1489739"/>
              <a:ext cx="64568" cy="154194"/>
            </a:xfrm>
            <a:custGeom>
              <a:avLst/>
              <a:pathLst>
                <a:path w="64568" h="154194">
                  <a:moveTo>
                    <a:pt x="0" y="154194"/>
                  </a:moveTo>
                  <a:lnTo>
                    <a:pt x="6456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56470" y="1489739"/>
              <a:ext cx="64568" cy="154194"/>
            </a:xfrm>
            <a:custGeom>
              <a:avLst/>
              <a:pathLst>
                <a:path w="64568" h="154194">
                  <a:moveTo>
                    <a:pt x="0" y="154194"/>
                  </a:moveTo>
                  <a:lnTo>
                    <a:pt x="6456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56470" y="1489739"/>
              <a:ext cx="64568" cy="154194"/>
            </a:xfrm>
            <a:custGeom>
              <a:avLst/>
              <a:pathLst>
                <a:path w="64568" h="154194">
                  <a:moveTo>
                    <a:pt x="0" y="154194"/>
                  </a:moveTo>
                  <a:lnTo>
                    <a:pt x="6456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56470" y="1489739"/>
              <a:ext cx="64568" cy="154194"/>
            </a:xfrm>
            <a:custGeom>
              <a:avLst/>
              <a:pathLst>
                <a:path w="64568" h="154194">
                  <a:moveTo>
                    <a:pt x="0" y="154194"/>
                  </a:moveTo>
                  <a:lnTo>
                    <a:pt x="6456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56470" y="1489739"/>
              <a:ext cx="64568" cy="154194"/>
            </a:xfrm>
            <a:custGeom>
              <a:avLst/>
              <a:pathLst>
                <a:path w="64568" h="154194">
                  <a:moveTo>
                    <a:pt x="0" y="154194"/>
                  </a:moveTo>
                  <a:lnTo>
                    <a:pt x="6456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56470" y="1489739"/>
              <a:ext cx="64568" cy="154194"/>
            </a:xfrm>
            <a:custGeom>
              <a:avLst/>
              <a:pathLst>
                <a:path w="64568" h="154194">
                  <a:moveTo>
                    <a:pt x="0" y="154194"/>
                  </a:moveTo>
                  <a:lnTo>
                    <a:pt x="6456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56470" y="1489739"/>
              <a:ext cx="64568" cy="154194"/>
            </a:xfrm>
            <a:custGeom>
              <a:avLst/>
              <a:pathLst>
                <a:path w="64568" h="154194">
                  <a:moveTo>
                    <a:pt x="0" y="154194"/>
                  </a:moveTo>
                  <a:lnTo>
                    <a:pt x="6456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56470" y="1489739"/>
              <a:ext cx="64568" cy="154194"/>
            </a:xfrm>
            <a:custGeom>
              <a:avLst/>
              <a:pathLst>
                <a:path w="64568" h="154194">
                  <a:moveTo>
                    <a:pt x="0" y="154194"/>
                  </a:moveTo>
                  <a:lnTo>
                    <a:pt x="6456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56470" y="1350409"/>
              <a:ext cx="231728" cy="306486"/>
            </a:xfrm>
            <a:custGeom>
              <a:avLst/>
              <a:pathLst>
                <a:path w="231728" h="306486">
                  <a:moveTo>
                    <a:pt x="0" y="293524"/>
                  </a:moveTo>
                  <a:lnTo>
                    <a:pt x="4981" y="295516"/>
                  </a:lnTo>
                  <a:lnTo>
                    <a:pt x="10023" y="297348"/>
                  </a:lnTo>
                  <a:lnTo>
                    <a:pt x="15122" y="299017"/>
                  </a:lnTo>
                  <a:lnTo>
                    <a:pt x="20272" y="300522"/>
                  </a:lnTo>
                  <a:lnTo>
                    <a:pt x="25467" y="301860"/>
                  </a:lnTo>
                  <a:lnTo>
                    <a:pt x="30703" y="303031"/>
                  </a:lnTo>
                  <a:lnTo>
                    <a:pt x="35973" y="304033"/>
                  </a:lnTo>
                  <a:lnTo>
                    <a:pt x="41273" y="304866"/>
                  </a:lnTo>
                  <a:lnTo>
                    <a:pt x="46597" y="305528"/>
                  </a:lnTo>
                  <a:lnTo>
                    <a:pt x="51940" y="306019"/>
                  </a:lnTo>
                  <a:lnTo>
                    <a:pt x="57295" y="306339"/>
                  </a:lnTo>
                  <a:lnTo>
                    <a:pt x="62658" y="306486"/>
                  </a:lnTo>
                  <a:lnTo>
                    <a:pt x="68023" y="306461"/>
                  </a:lnTo>
                  <a:lnTo>
                    <a:pt x="73385" y="306264"/>
                  </a:lnTo>
                  <a:lnTo>
                    <a:pt x="78737" y="305896"/>
                  </a:lnTo>
                  <a:lnTo>
                    <a:pt x="84075" y="305355"/>
                  </a:lnTo>
                  <a:lnTo>
                    <a:pt x="89392" y="304644"/>
                  </a:lnTo>
                  <a:lnTo>
                    <a:pt x="94684" y="303762"/>
                  </a:lnTo>
                  <a:lnTo>
                    <a:pt x="99945" y="302711"/>
                  </a:lnTo>
                  <a:lnTo>
                    <a:pt x="105170" y="301491"/>
                  </a:lnTo>
                  <a:lnTo>
                    <a:pt x="110353" y="300105"/>
                  </a:lnTo>
                  <a:lnTo>
                    <a:pt x="115488" y="298553"/>
                  </a:lnTo>
                  <a:lnTo>
                    <a:pt x="120571" y="296837"/>
                  </a:lnTo>
                  <a:lnTo>
                    <a:pt x="125597" y="294959"/>
                  </a:lnTo>
                  <a:lnTo>
                    <a:pt x="130559" y="292920"/>
                  </a:lnTo>
                  <a:lnTo>
                    <a:pt x="135454" y="290724"/>
                  </a:lnTo>
                  <a:lnTo>
                    <a:pt x="140276" y="288371"/>
                  </a:lnTo>
                  <a:lnTo>
                    <a:pt x="145019" y="285865"/>
                  </a:lnTo>
                  <a:lnTo>
                    <a:pt x="149680" y="283208"/>
                  </a:lnTo>
                  <a:lnTo>
                    <a:pt x="154253" y="280402"/>
                  </a:lnTo>
                  <a:lnTo>
                    <a:pt x="158734" y="277452"/>
                  </a:lnTo>
                  <a:lnTo>
                    <a:pt x="163118" y="274359"/>
                  </a:lnTo>
                  <a:lnTo>
                    <a:pt x="167400" y="271127"/>
                  </a:lnTo>
                  <a:lnTo>
                    <a:pt x="171576" y="267759"/>
                  </a:lnTo>
                  <a:lnTo>
                    <a:pt x="175642" y="264259"/>
                  </a:lnTo>
                  <a:lnTo>
                    <a:pt x="179594" y="260631"/>
                  </a:lnTo>
                  <a:lnTo>
                    <a:pt x="183427" y="256877"/>
                  </a:lnTo>
                  <a:lnTo>
                    <a:pt x="187138" y="253002"/>
                  </a:lnTo>
                  <a:lnTo>
                    <a:pt x="190723" y="249011"/>
                  </a:lnTo>
                  <a:lnTo>
                    <a:pt x="194177" y="244906"/>
                  </a:lnTo>
                  <a:lnTo>
                    <a:pt x="197499" y="240693"/>
                  </a:lnTo>
                  <a:lnTo>
                    <a:pt x="200683" y="236375"/>
                  </a:lnTo>
                  <a:lnTo>
                    <a:pt x="203727" y="231957"/>
                  </a:lnTo>
                  <a:lnTo>
                    <a:pt x="206627" y="227444"/>
                  </a:lnTo>
                  <a:lnTo>
                    <a:pt x="209382" y="222840"/>
                  </a:lnTo>
                  <a:lnTo>
                    <a:pt x="211987" y="218150"/>
                  </a:lnTo>
                  <a:lnTo>
                    <a:pt x="214440" y="213378"/>
                  </a:lnTo>
                  <a:lnTo>
                    <a:pt x="216739" y="208531"/>
                  </a:lnTo>
                  <a:lnTo>
                    <a:pt x="218882" y="203612"/>
                  </a:lnTo>
                  <a:lnTo>
                    <a:pt x="220865" y="198627"/>
                  </a:lnTo>
                  <a:lnTo>
                    <a:pt x="222687" y="193581"/>
                  </a:lnTo>
                  <a:lnTo>
                    <a:pt x="224347" y="188479"/>
                  </a:lnTo>
                  <a:lnTo>
                    <a:pt x="225842" y="183327"/>
                  </a:lnTo>
                  <a:lnTo>
                    <a:pt x="227170" y="178129"/>
                  </a:lnTo>
                  <a:lnTo>
                    <a:pt x="228332" y="172891"/>
                  </a:lnTo>
                  <a:lnTo>
                    <a:pt x="229324" y="167619"/>
                  </a:lnTo>
                  <a:lnTo>
                    <a:pt x="230147" y="162317"/>
                  </a:lnTo>
                  <a:lnTo>
                    <a:pt x="230800" y="156992"/>
                  </a:lnTo>
                  <a:lnTo>
                    <a:pt x="231281" y="151649"/>
                  </a:lnTo>
                  <a:lnTo>
                    <a:pt x="231590" y="146293"/>
                  </a:lnTo>
                  <a:lnTo>
                    <a:pt x="231728" y="140930"/>
                  </a:lnTo>
                  <a:lnTo>
                    <a:pt x="231693" y="135565"/>
                  </a:lnTo>
                  <a:lnTo>
                    <a:pt x="231486" y="130204"/>
                  </a:lnTo>
                  <a:lnTo>
                    <a:pt x="231107" y="124852"/>
                  </a:lnTo>
                  <a:lnTo>
                    <a:pt x="230557" y="119515"/>
                  </a:lnTo>
                  <a:lnTo>
                    <a:pt x="229836" y="114199"/>
                  </a:lnTo>
                  <a:lnTo>
                    <a:pt x="228944" y="108909"/>
                  </a:lnTo>
                  <a:lnTo>
                    <a:pt x="227883" y="103650"/>
                  </a:lnTo>
                  <a:lnTo>
                    <a:pt x="226654" y="98427"/>
                  </a:lnTo>
                  <a:lnTo>
                    <a:pt x="225258" y="93247"/>
                  </a:lnTo>
                  <a:lnTo>
                    <a:pt x="223697" y="88115"/>
                  </a:lnTo>
                  <a:lnTo>
                    <a:pt x="221971" y="83035"/>
                  </a:lnTo>
                  <a:lnTo>
                    <a:pt x="220084" y="78013"/>
                  </a:lnTo>
                  <a:lnTo>
                    <a:pt x="218036" y="73054"/>
                  </a:lnTo>
                  <a:lnTo>
                    <a:pt x="215830" y="68163"/>
                  </a:lnTo>
                  <a:lnTo>
                    <a:pt x="213469" y="63346"/>
                  </a:lnTo>
                  <a:lnTo>
                    <a:pt x="210954" y="58607"/>
                  </a:lnTo>
                  <a:lnTo>
                    <a:pt x="208288" y="53951"/>
                  </a:lnTo>
                  <a:lnTo>
                    <a:pt x="205474" y="49383"/>
                  </a:lnTo>
                  <a:lnTo>
                    <a:pt x="202515" y="44908"/>
                  </a:lnTo>
                  <a:lnTo>
                    <a:pt x="199414" y="40530"/>
                  </a:lnTo>
                  <a:lnTo>
                    <a:pt x="196175" y="36254"/>
                  </a:lnTo>
                  <a:lnTo>
                    <a:pt x="192799" y="32084"/>
                  </a:lnTo>
                  <a:lnTo>
                    <a:pt x="189292" y="28024"/>
                  </a:lnTo>
                  <a:lnTo>
                    <a:pt x="185656" y="24079"/>
                  </a:lnTo>
                  <a:lnTo>
                    <a:pt x="181895" y="20253"/>
                  </a:lnTo>
                  <a:lnTo>
                    <a:pt x="178013" y="16549"/>
                  </a:lnTo>
                  <a:lnTo>
                    <a:pt x="174015" y="12972"/>
                  </a:lnTo>
                  <a:lnTo>
                    <a:pt x="169904" y="9525"/>
                  </a:lnTo>
                  <a:lnTo>
                    <a:pt x="165684" y="6212"/>
                  </a:lnTo>
                  <a:lnTo>
                    <a:pt x="161361" y="3035"/>
                  </a:lnTo>
                  <a:lnTo>
                    <a:pt x="156937" y="0"/>
                  </a:lnTo>
                  <a:lnTo>
                    <a:pt x="64568" y="1393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021039" y="1322571"/>
              <a:ext cx="92369" cy="167167"/>
            </a:xfrm>
            <a:custGeom>
              <a:avLst/>
              <a:pathLst>
                <a:path w="92369" h="167167">
                  <a:moveTo>
                    <a:pt x="92369" y="27837"/>
                  </a:moveTo>
                  <a:lnTo>
                    <a:pt x="87517" y="24739"/>
                  </a:lnTo>
                  <a:lnTo>
                    <a:pt x="82561" y="21810"/>
                  </a:lnTo>
                  <a:lnTo>
                    <a:pt x="77507" y="19054"/>
                  </a:lnTo>
                  <a:lnTo>
                    <a:pt x="72362" y="16473"/>
                  </a:lnTo>
                  <a:lnTo>
                    <a:pt x="67131" y="14071"/>
                  </a:lnTo>
                  <a:lnTo>
                    <a:pt x="61820" y="11850"/>
                  </a:lnTo>
                  <a:lnTo>
                    <a:pt x="56436" y="9814"/>
                  </a:lnTo>
                  <a:lnTo>
                    <a:pt x="50984" y="7964"/>
                  </a:lnTo>
                  <a:lnTo>
                    <a:pt x="45473" y="6303"/>
                  </a:lnTo>
                  <a:lnTo>
                    <a:pt x="39907" y="4833"/>
                  </a:lnTo>
                  <a:lnTo>
                    <a:pt x="34295" y="3555"/>
                  </a:lnTo>
                  <a:lnTo>
                    <a:pt x="28641" y="2471"/>
                  </a:lnTo>
                  <a:lnTo>
                    <a:pt x="22954" y="1583"/>
                  </a:lnTo>
                  <a:lnTo>
                    <a:pt x="17239" y="891"/>
                  </a:lnTo>
                  <a:lnTo>
                    <a:pt x="11504" y="396"/>
                  </a:lnTo>
                  <a:lnTo>
                    <a:pt x="5755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378094" y="1071028"/>
              <a:ext cx="167163" cy="292075"/>
            </a:xfrm>
            <a:custGeom>
              <a:avLst/>
              <a:pathLst>
                <a:path w="167163" h="292075">
                  <a:moveTo>
                    <a:pt x="167163" y="0"/>
                  </a:moveTo>
                  <a:lnTo>
                    <a:pt x="161782" y="86"/>
                  </a:lnTo>
                  <a:lnTo>
                    <a:pt x="156407" y="346"/>
                  </a:lnTo>
                  <a:lnTo>
                    <a:pt x="151042" y="779"/>
                  </a:lnTo>
                  <a:lnTo>
                    <a:pt x="145695" y="1384"/>
                  </a:lnTo>
                  <a:lnTo>
                    <a:pt x="140369" y="2161"/>
                  </a:lnTo>
                  <a:lnTo>
                    <a:pt x="135072" y="3109"/>
                  </a:lnTo>
                  <a:lnTo>
                    <a:pt x="129807" y="4227"/>
                  </a:lnTo>
                  <a:lnTo>
                    <a:pt x="124582" y="5514"/>
                  </a:lnTo>
                  <a:lnTo>
                    <a:pt x="119400" y="6968"/>
                  </a:lnTo>
                  <a:lnTo>
                    <a:pt x="114268" y="8589"/>
                  </a:lnTo>
                  <a:lnTo>
                    <a:pt x="109191" y="10373"/>
                  </a:lnTo>
                  <a:lnTo>
                    <a:pt x="104174" y="12321"/>
                  </a:lnTo>
                  <a:lnTo>
                    <a:pt x="99222" y="14429"/>
                  </a:lnTo>
                  <a:lnTo>
                    <a:pt x="94341" y="16695"/>
                  </a:lnTo>
                  <a:lnTo>
                    <a:pt x="89535" y="19117"/>
                  </a:lnTo>
                  <a:lnTo>
                    <a:pt x="84809" y="21692"/>
                  </a:lnTo>
                  <a:lnTo>
                    <a:pt x="80169" y="24419"/>
                  </a:lnTo>
                  <a:lnTo>
                    <a:pt x="75619" y="27293"/>
                  </a:lnTo>
                  <a:lnTo>
                    <a:pt x="71164" y="30312"/>
                  </a:lnTo>
                  <a:lnTo>
                    <a:pt x="66809" y="33473"/>
                  </a:lnTo>
                  <a:lnTo>
                    <a:pt x="62557" y="36773"/>
                  </a:lnTo>
                  <a:lnTo>
                    <a:pt x="58414" y="40208"/>
                  </a:lnTo>
                  <a:lnTo>
                    <a:pt x="54384" y="43774"/>
                  </a:lnTo>
                  <a:lnTo>
                    <a:pt x="50470" y="47469"/>
                  </a:lnTo>
                  <a:lnTo>
                    <a:pt x="46678" y="51287"/>
                  </a:lnTo>
                  <a:lnTo>
                    <a:pt x="43010" y="55225"/>
                  </a:lnTo>
                  <a:lnTo>
                    <a:pt x="39471" y="59280"/>
                  </a:lnTo>
                  <a:lnTo>
                    <a:pt x="36064" y="63446"/>
                  </a:lnTo>
                  <a:lnTo>
                    <a:pt x="32793" y="67720"/>
                  </a:lnTo>
                  <a:lnTo>
                    <a:pt x="29662" y="72097"/>
                  </a:lnTo>
                  <a:lnTo>
                    <a:pt x="26673" y="76572"/>
                  </a:lnTo>
                  <a:lnTo>
                    <a:pt x="23829" y="81141"/>
                  </a:lnTo>
                  <a:lnTo>
                    <a:pt x="21135" y="85800"/>
                  </a:lnTo>
                  <a:lnTo>
                    <a:pt x="18591" y="90543"/>
                  </a:lnTo>
                  <a:lnTo>
                    <a:pt x="16202" y="95365"/>
                  </a:lnTo>
                  <a:lnTo>
                    <a:pt x="13968" y="100261"/>
                  </a:lnTo>
                  <a:lnTo>
                    <a:pt x="11894" y="105227"/>
                  </a:lnTo>
                  <a:lnTo>
                    <a:pt x="9981" y="110257"/>
                  </a:lnTo>
                  <a:lnTo>
                    <a:pt x="8230" y="115347"/>
                  </a:lnTo>
                  <a:lnTo>
                    <a:pt x="6645" y="120489"/>
                  </a:lnTo>
                  <a:lnTo>
                    <a:pt x="5225" y="125681"/>
                  </a:lnTo>
                  <a:lnTo>
                    <a:pt x="3974" y="130915"/>
                  </a:lnTo>
                  <a:lnTo>
                    <a:pt x="2891" y="136187"/>
                  </a:lnTo>
                  <a:lnTo>
                    <a:pt x="1979" y="141491"/>
                  </a:lnTo>
                  <a:lnTo>
                    <a:pt x="1238" y="146821"/>
                  </a:lnTo>
                  <a:lnTo>
                    <a:pt x="669" y="152173"/>
                  </a:lnTo>
                  <a:lnTo>
                    <a:pt x="273" y="157540"/>
                  </a:lnTo>
                  <a:lnTo>
                    <a:pt x="50" y="162917"/>
                  </a:lnTo>
                  <a:lnTo>
                    <a:pt x="0" y="168298"/>
                  </a:lnTo>
                  <a:lnTo>
                    <a:pt x="123" y="173679"/>
                  </a:lnTo>
                  <a:lnTo>
                    <a:pt x="419" y="179052"/>
                  </a:lnTo>
                  <a:lnTo>
                    <a:pt x="888" y="184414"/>
                  </a:lnTo>
                  <a:lnTo>
                    <a:pt x="1529" y="189757"/>
                  </a:lnTo>
                  <a:lnTo>
                    <a:pt x="2342" y="195077"/>
                  </a:lnTo>
                  <a:lnTo>
                    <a:pt x="3326" y="200368"/>
                  </a:lnTo>
                  <a:lnTo>
                    <a:pt x="4480" y="205625"/>
                  </a:lnTo>
                  <a:lnTo>
                    <a:pt x="5802" y="210842"/>
                  </a:lnTo>
                  <a:lnTo>
                    <a:pt x="7291" y="216013"/>
                  </a:lnTo>
                  <a:lnTo>
                    <a:pt x="8946" y="221134"/>
                  </a:lnTo>
                  <a:lnTo>
                    <a:pt x="10766" y="226199"/>
                  </a:lnTo>
                  <a:lnTo>
                    <a:pt x="12747" y="231203"/>
                  </a:lnTo>
                  <a:lnTo>
                    <a:pt x="14888" y="236140"/>
                  </a:lnTo>
                  <a:lnTo>
                    <a:pt x="17187" y="241006"/>
                  </a:lnTo>
                  <a:lnTo>
                    <a:pt x="19642" y="245796"/>
                  </a:lnTo>
                  <a:lnTo>
                    <a:pt x="22249" y="250503"/>
                  </a:lnTo>
                  <a:lnTo>
                    <a:pt x="25007" y="255125"/>
                  </a:lnTo>
                  <a:lnTo>
                    <a:pt x="27912" y="259655"/>
                  </a:lnTo>
                  <a:lnTo>
                    <a:pt x="30961" y="264090"/>
                  </a:lnTo>
                  <a:lnTo>
                    <a:pt x="34152" y="268424"/>
                  </a:lnTo>
                  <a:lnTo>
                    <a:pt x="37480" y="272653"/>
                  </a:lnTo>
                  <a:lnTo>
                    <a:pt x="40943" y="276773"/>
                  </a:lnTo>
                  <a:lnTo>
                    <a:pt x="44537" y="280779"/>
                  </a:lnTo>
                  <a:lnTo>
                    <a:pt x="48257" y="284667"/>
                  </a:lnTo>
                  <a:lnTo>
                    <a:pt x="52101" y="288434"/>
                  </a:lnTo>
                  <a:lnTo>
                    <a:pt x="56064" y="292075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34159" y="1238196"/>
              <a:ext cx="111098" cy="124908"/>
            </a:xfrm>
            <a:custGeom>
              <a:avLst/>
              <a:pathLst>
                <a:path w="111098" h="124908">
                  <a:moveTo>
                    <a:pt x="0" y="124908"/>
                  </a:moveTo>
                  <a:lnTo>
                    <a:pt x="11109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34159" y="1238196"/>
              <a:ext cx="111098" cy="124908"/>
            </a:xfrm>
            <a:custGeom>
              <a:avLst/>
              <a:pathLst>
                <a:path w="111098" h="124908">
                  <a:moveTo>
                    <a:pt x="0" y="124908"/>
                  </a:moveTo>
                  <a:lnTo>
                    <a:pt x="11109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34159" y="1238196"/>
              <a:ext cx="111098" cy="124908"/>
            </a:xfrm>
            <a:custGeom>
              <a:avLst/>
              <a:pathLst>
                <a:path w="111098" h="124908">
                  <a:moveTo>
                    <a:pt x="0" y="124908"/>
                  </a:moveTo>
                  <a:lnTo>
                    <a:pt x="11109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34159" y="1238196"/>
              <a:ext cx="111098" cy="124908"/>
            </a:xfrm>
            <a:custGeom>
              <a:avLst/>
              <a:pathLst>
                <a:path w="111098" h="124908">
                  <a:moveTo>
                    <a:pt x="0" y="124908"/>
                  </a:moveTo>
                  <a:lnTo>
                    <a:pt x="11109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34159" y="1238196"/>
              <a:ext cx="111098" cy="124908"/>
            </a:xfrm>
            <a:custGeom>
              <a:avLst/>
              <a:pathLst>
                <a:path w="111098" h="124908">
                  <a:moveTo>
                    <a:pt x="0" y="124908"/>
                  </a:moveTo>
                  <a:lnTo>
                    <a:pt x="11109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34159" y="1238196"/>
              <a:ext cx="111098" cy="124908"/>
            </a:xfrm>
            <a:custGeom>
              <a:avLst/>
              <a:pathLst>
                <a:path w="111098" h="124908">
                  <a:moveTo>
                    <a:pt x="0" y="124908"/>
                  </a:moveTo>
                  <a:lnTo>
                    <a:pt x="11109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34159" y="1238196"/>
              <a:ext cx="111098" cy="124908"/>
            </a:xfrm>
            <a:custGeom>
              <a:avLst/>
              <a:pathLst>
                <a:path w="111098" h="124908">
                  <a:moveTo>
                    <a:pt x="0" y="124908"/>
                  </a:moveTo>
                  <a:lnTo>
                    <a:pt x="11109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34159" y="1238196"/>
              <a:ext cx="111098" cy="124908"/>
            </a:xfrm>
            <a:custGeom>
              <a:avLst/>
              <a:pathLst>
                <a:path w="111098" h="124908">
                  <a:moveTo>
                    <a:pt x="0" y="124908"/>
                  </a:moveTo>
                  <a:lnTo>
                    <a:pt x="11109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34159" y="1238196"/>
              <a:ext cx="111098" cy="124908"/>
            </a:xfrm>
            <a:custGeom>
              <a:avLst/>
              <a:pathLst>
                <a:path w="111098" h="124908">
                  <a:moveTo>
                    <a:pt x="0" y="124908"/>
                  </a:moveTo>
                  <a:lnTo>
                    <a:pt x="11109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34159" y="1238196"/>
              <a:ext cx="111098" cy="124908"/>
            </a:xfrm>
            <a:custGeom>
              <a:avLst/>
              <a:pathLst>
                <a:path w="111098" h="124908">
                  <a:moveTo>
                    <a:pt x="0" y="124908"/>
                  </a:moveTo>
                  <a:lnTo>
                    <a:pt x="11109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34159" y="1238196"/>
              <a:ext cx="111098" cy="124908"/>
            </a:xfrm>
            <a:custGeom>
              <a:avLst/>
              <a:pathLst>
                <a:path w="111098" h="124908">
                  <a:moveTo>
                    <a:pt x="0" y="124908"/>
                  </a:moveTo>
                  <a:lnTo>
                    <a:pt x="11109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34159" y="1238196"/>
              <a:ext cx="111098" cy="124908"/>
            </a:xfrm>
            <a:custGeom>
              <a:avLst/>
              <a:pathLst>
                <a:path w="111098" h="124908">
                  <a:moveTo>
                    <a:pt x="0" y="124908"/>
                  </a:moveTo>
                  <a:lnTo>
                    <a:pt x="11109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34159" y="1238196"/>
              <a:ext cx="111098" cy="124908"/>
            </a:xfrm>
            <a:custGeom>
              <a:avLst/>
              <a:pathLst>
                <a:path w="111098" h="124908">
                  <a:moveTo>
                    <a:pt x="0" y="124908"/>
                  </a:moveTo>
                  <a:lnTo>
                    <a:pt x="11109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34159" y="1238196"/>
              <a:ext cx="111098" cy="124908"/>
            </a:xfrm>
            <a:custGeom>
              <a:avLst/>
              <a:pathLst>
                <a:path w="111098" h="124908">
                  <a:moveTo>
                    <a:pt x="0" y="124908"/>
                  </a:moveTo>
                  <a:lnTo>
                    <a:pt x="11109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34159" y="1238196"/>
              <a:ext cx="111098" cy="124908"/>
            </a:xfrm>
            <a:custGeom>
              <a:avLst/>
              <a:pathLst>
                <a:path w="111098" h="124908">
                  <a:moveTo>
                    <a:pt x="0" y="124908"/>
                  </a:moveTo>
                  <a:lnTo>
                    <a:pt x="1110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34159" y="1238196"/>
              <a:ext cx="111098" cy="124908"/>
            </a:xfrm>
            <a:custGeom>
              <a:avLst/>
              <a:pathLst>
                <a:path w="111098" h="124908">
                  <a:moveTo>
                    <a:pt x="0" y="124908"/>
                  </a:moveTo>
                  <a:lnTo>
                    <a:pt x="1110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34159" y="1238196"/>
              <a:ext cx="111098" cy="124908"/>
            </a:xfrm>
            <a:custGeom>
              <a:avLst/>
              <a:pathLst>
                <a:path w="111098" h="124908">
                  <a:moveTo>
                    <a:pt x="0" y="124908"/>
                  </a:moveTo>
                  <a:lnTo>
                    <a:pt x="1110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34159" y="1238196"/>
              <a:ext cx="111098" cy="124908"/>
            </a:xfrm>
            <a:custGeom>
              <a:avLst/>
              <a:pathLst>
                <a:path w="111098" h="124908">
                  <a:moveTo>
                    <a:pt x="0" y="124908"/>
                  </a:moveTo>
                  <a:lnTo>
                    <a:pt x="1110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34159" y="1238196"/>
              <a:ext cx="111098" cy="124908"/>
            </a:xfrm>
            <a:custGeom>
              <a:avLst/>
              <a:pathLst>
                <a:path w="111098" h="124908">
                  <a:moveTo>
                    <a:pt x="0" y="124908"/>
                  </a:moveTo>
                  <a:lnTo>
                    <a:pt x="11109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34159" y="1238196"/>
              <a:ext cx="111098" cy="124908"/>
            </a:xfrm>
            <a:custGeom>
              <a:avLst/>
              <a:pathLst>
                <a:path w="111098" h="124908">
                  <a:moveTo>
                    <a:pt x="0" y="124908"/>
                  </a:moveTo>
                  <a:lnTo>
                    <a:pt x="11109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34159" y="1173776"/>
              <a:ext cx="278256" cy="231577"/>
            </a:xfrm>
            <a:custGeom>
              <a:avLst/>
              <a:pathLst>
                <a:path w="278256" h="231577">
                  <a:moveTo>
                    <a:pt x="0" y="189327"/>
                  </a:moveTo>
                  <a:lnTo>
                    <a:pt x="4061" y="192825"/>
                  </a:lnTo>
                  <a:lnTo>
                    <a:pt x="8232" y="196190"/>
                  </a:lnTo>
                  <a:lnTo>
                    <a:pt x="12510" y="199420"/>
                  </a:lnTo>
                  <a:lnTo>
                    <a:pt x="16888" y="202511"/>
                  </a:lnTo>
                  <a:lnTo>
                    <a:pt x="21364" y="205460"/>
                  </a:lnTo>
                  <a:lnTo>
                    <a:pt x="25931" y="208265"/>
                  </a:lnTo>
                  <a:lnTo>
                    <a:pt x="30586" y="210921"/>
                  </a:lnTo>
                  <a:lnTo>
                    <a:pt x="35324" y="213427"/>
                  </a:lnTo>
                  <a:lnTo>
                    <a:pt x="40140" y="215779"/>
                  </a:lnTo>
                  <a:lnTo>
                    <a:pt x="45029" y="217976"/>
                  </a:lnTo>
                  <a:lnTo>
                    <a:pt x="49986" y="220015"/>
                  </a:lnTo>
                  <a:lnTo>
                    <a:pt x="55005" y="221895"/>
                  </a:lnTo>
                  <a:lnTo>
                    <a:pt x="60082" y="223612"/>
                  </a:lnTo>
                  <a:lnTo>
                    <a:pt x="65212" y="225165"/>
                  </a:lnTo>
                  <a:lnTo>
                    <a:pt x="70389" y="226554"/>
                  </a:lnTo>
                  <a:lnTo>
                    <a:pt x="75608" y="227776"/>
                  </a:lnTo>
                  <a:lnTo>
                    <a:pt x="80863" y="228829"/>
                  </a:lnTo>
                  <a:lnTo>
                    <a:pt x="86149" y="229714"/>
                  </a:lnTo>
                  <a:lnTo>
                    <a:pt x="91461" y="230429"/>
                  </a:lnTo>
                  <a:lnTo>
                    <a:pt x="96793" y="230973"/>
                  </a:lnTo>
                  <a:lnTo>
                    <a:pt x="102140" y="231346"/>
                  </a:lnTo>
                  <a:lnTo>
                    <a:pt x="107496" y="231548"/>
                  </a:lnTo>
                  <a:lnTo>
                    <a:pt x="112855" y="231577"/>
                  </a:lnTo>
                  <a:lnTo>
                    <a:pt x="118213" y="231435"/>
                  </a:lnTo>
                  <a:lnTo>
                    <a:pt x="123564" y="231121"/>
                  </a:lnTo>
                  <a:lnTo>
                    <a:pt x="128902" y="230636"/>
                  </a:lnTo>
                  <a:lnTo>
                    <a:pt x="134221" y="229980"/>
                  </a:lnTo>
                  <a:lnTo>
                    <a:pt x="139517" y="229153"/>
                  </a:lnTo>
                  <a:lnTo>
                    <a:pt x="144783" y="228157"/>
                  </a:lnTo>
                  <a:lnTo>
                    <a:pt x="150015" y="226993"/>
                  </a:lnTo>
                  <a:lnTo>
                    <a:pt x="155207" y="225662"/>
                  </a:lnTo>
                  <a:lnTo>
                    <a:pt x="160353" y="224165"/>
                  </a:lnTo>
                  <a:lnTo>
                    <a:pt x="165449" y="222504"/>
                  </a:lnTo>
                  <a:lnTo>
                    <a:pt x="170489" y="220681"/>
                  </a:lnTo>
                  <a:lnTo>
                    <a:pt x="175468" y="218696"/>
                  </a:lnTo>
                  <a:lnTo>
                    <a:pt x="180381" y="216553"/>
                  </a:lnTo>
                  <a:lnTo>
                    <a:pt x="185222" y="214254"/>
                  </a:lnTo>
                  <a:lnTo>
                    <a:pt x="189988" y="211801"/>
                  </a:lnTo>
                  <a:lnTo>
                    <a:pt x="194672" y="209196"/>
                  </a:lnTo>
                  <a:lnTo>
                    <a:pt x="199270" y="206442"/>
                  </a:lnTo>
                  <a:lnTo>
                    <a:pt x="203778" y="203543"/>
                  </a:lnTo>
                  <a:lnTo>
                    <a:pt x="208190" y="200500"/>
                  </a:lnTo>
                  <a:lnTo>
                    <a:pt x="212503" y="197318"/>
                  </a:lnTo>
                  <a:lnTo>
                    <a:pt x="216711" y="193998"/>
                  </a:lnTo>
                  <a:lnTo>
                    <a:pt x="220811" y="190546"/>
                  </a:lnTo>
                  <a:lnTo>
                    <a:pt x="224798" y="186964"/>
                  </a:lnTo>
                  <a:lnTo>
                    <a:pt x="228668" y="183256"/>
                  </a:lnTo>
                  <a:lnTo>
                    <a:pt x="232418" y="179426"/>
                  </a:lnTo>
                  <a:lnTo>
                    <a:pt x="236042" y="175478"/>
                  </a:lnTo>
                  <a:lnTo>
                    <a:pt x="239538" y="171415"/>
                  </a:lnTo>
                  <a:lnTo>
                    <a:pt x="242902" y="167242"/>
                  </a:lnTo>
                  <a:lnTo>
                    <a:pt x="246131" y="162964"/>
                  </a:lnTo>
                  <a:lnTo>
                    <a:pt x="249221" y="158585"/>
                  </a:lnTo>
                  <a:lnTo>
                    <a:pt x="252168" y="154108"/>
                  </a:lnTo>
                  <a:lnTo>
                    <a:pt x="254971" y="149540"/>
                  </a:lnTo>
                  <a:lnTo>
                    <a:pt x="257626" y="144884"/>
                  </a:lnTo>
                  <a:lnTo>
                    <a:pt x="260130" y="140145"/>
                  </a:lnTo>
                  <a:lnTo>
                    <a:pt x="262481" y="135328"/>
                  </a:lnTo>
                  <a:lnTo>
                    <a:pt x="264677" y="130439"/>
                  </a:lnTo>
                  <a:lnTo>
                    <a:pt x="266714" y="125481"/>
                  </a:lnTo>
                  <a:lnTo>
                    <a:pt x="268592" y="120461"/>
                  </a:lnTo>
                  <a:lnTo>
                    <a:pt x="270307" y="115384"/>
                  </a:lnTo>
                  <a:lnTo>
                    <a:pt x="271859" y="110253"/>
                  </a:lnTo>
                  <a:lnTo>
                    <a:pt x="273246" y="105076"/>
                  </a:lnTo>
                  <a:lnTo>
                    <a:pt x="274466" y="99857"/>
                  </a:lnTo>
                  <a:lnTo>
                    <a:pt x="275518" y="94602"/>
                  </a:lnTo>
                  <a:lnTo>
                    <a:pt x="276401" y="89315"/>
                  </a:lnTo>
                  <a:lnTo>
                    <a:pt x="277115" y="84003"/>
                  </a:lnTo>
                  <a:lnTo>
                    <a:pt x="277657" y="78671"/>
                  </a:lnTo>
                  <a:lnTo>
                    <a:pt x="278028" y="73324"/>
                  </a:lnTo>
                  <a:lnTo>
                    <a:pt x="278228" y="67968"/>
                  </a:lnTo>
                  <a:lnTo>
                    <a:pt x="278256" y="62608"/>
                  </a:lnTo>
                  <a:lnTo>
                    <a:pt x="278112" y="57250"/>
                  </a:lnTo>
                  <a:lnTo>
                    <a:pt x="277796" y="51900"/>
                  </a:lnTo>
                  <a:lnTo>
                    <a:pt x="277309" y="46562"/>
                  </a:lnTo>
                  <a:lnTo>
                    <a:pt x="276651" y="41243"/>
                  </a:lnTo>
                  <a:lnTo>
                    <a:pt x="275823" y="35948"/>
                  </a:lnTo>
                  <a:lnTo>
                    <a:pt x="274826" y="30681"/>
                  </a:lnTo>
                  <a:lnTo>
                    <a:pt x="273660" y="25450"/>
                  </a:lnTo>
                  <a:lnTo>
                    <a:pt x="272327" y="20259"/>
                  </a:lnTo>
                  <a:lnTo>
                    <a:pt x="270829" y="15113"/>
                  </a:lnTo>
                  <a:lnTo>
                    <a:pt x="269166" y="10017"/>
                  </a:lnTo>
                  <a:lnTo>
                    <a:pt x="267341" y="4978"/>
                  </a:lnTo>
                  <a:lnTo>
                    <a:pt x="265355" y="0"/>
                  </a:lnTo>
                  <a:lnTo>
                    <a:pt x="111098" y="644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545258" y="1071028"/>
              <a:ext cx="154256" cy="167167"/>
            </a:xfrm>
            <a:custGeom>
              <a:avLst/>
              <a:pathLst>
                <a:path w="154256" h="167167">
                  <a:moveTo>
                    <a:pt x="154256" y="102747"/>
                  </a:moveTo>
                  <a:lnTo>
                    <a:pt x="152071" y="97747"/>
                  </a:lnTo>
                  <a:lnTo>
                    <a:pt x="149724" y="92821"/>
                  </a:lnTo>
                  <a:lnTo>
                    <a:pt x="147218" y="87973"/>
                  </a:lnTo>
                  <a:lnTo>
                    <a:pt x="144555" y="83211"/>
                  </a:lnTo>
                  <a:lnTo>
                    <a:pt x="141738" y="78537"/>
                  </a:lnTo>
                  <a:lnTo>
                    <a:pt x="138769" y="73958"/>
                  </a:lnTo>
                  <a:lnTo>
                    <a:pt x="135653" y="69479"/>
                  </a:lnTo>
                  <a:lnTo>
                    <a:pt x="132393" y="65103"/>
                  </a:lnTo>
                  <a:lnTo>
                    <a:pt x="128991" y="60836"/>
                  </a:lnTo>
                  <a:lnTo>
                    <a:pt x="125452" y="56683"/>
                  </a:lnTo>
                  <a:lnTo>
                    <a:pt x="121779" y="52647"/>
                  </a:lnTo>
                  <a:lnTo>
                    <a:pt x="117976" y="48734"/>
                  </a:lnTo>
                  <a:lnTo>
                    <a:pt x="114048" y="44946"/>
                  </a:lnTo>
                  <a:lnTo>
                    <a:pt x="109998" y="41289"/>
                  </a:lnTo>
                  <a:lnTo>
                    <a:pt x="105831" y="37766"/>
                  </a:lnTo>
                  <a:lnTo>
                    <a:pt x="101551" y="34380"/>
                  </a:lnTo>
                  <a:lnTo>
                    <a:pt x="97163" y="31137"/>
                  </a:lnTo>
                  <a:lnTo>
                    <a:pt x="92671" y="28038"/>
                  </a:lnTo>
                  <a:lnTo>
                    <a:pt x="88081" y="25087"/>
                  </a:lnTo>
                  <a:lnTo>
                    <a:pt x="83397" y="22288"/>
                  </a:lnTo>
                  <a:lnTo>
                    <a:pt x="78624" y="19643"/>
                  </a:lnTo>
                  <a:lnTo>
                    <a:pt x="73767" y="17156"/>
                  </a:lnTo>
                  <a:lnTo>
                    <a:pt x="68831" y="14828"/>
                  </a:lnTo>
                  <a:lnTo>
                    <a:pt x="63822" y="12663"/>
                  </a:lnTo>
                  <a:lnTo>
                    <a:pt x="58746" y="10662"/>
                  </a:lnTo>
                  <a:lnTo>
                    <a:pt x="53606" y="8828"/>
                  </a:lnTo>
                  <a:lnTo>
                    <a:pt x="48410" y="7163"/>
                  </a:lnTo>
                  <a:lnTo>
                    <a:pt x="43162" y="5668"/>
                  </a:lnTo>
                  <a:lnTo>
                    <a:pt x="37868" y="4345"/>
                  </a:lnTo>
                  <a:lnTo>
                    <a:pt x="32533" y="3196"/>
                  </a:lnTo>
                  <a:lnTo>
                    <a:pt x="27164" y="2221"/>
                  </a:lnTo>
                  <a:lnTo>
                    <a:pt x="21766" y="1423"/>
                  </a:lnTo>
                  <a:lnTo>
                    <a:pt x="16345" y="801"/>
                  </a:lnTo>
                  <a:lnTo>
                    <a:pt x="10906" y="356"/>
                  </a:lnTo>
                  <a:lnTo>
                    <a:pt x="5456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44546" y="941493"/>
              <a:ext cx="78997" cy="167167"/>
            </a:xfrm>
            <a:custGeom>
              <a:avLst/>
              <a:pathLst>
                <a:path w="78997" h="167167">
                  <a:moveTo>
                    <a:pt x="78997" y="0"/>
                  </a:moveTo>
                  <a:lnTo>
                    <a:pt x="73122" y="103"/>
                  </a:lnTo>
                  <a:lnTo>
                    <a:pt x="67253" y="413"/>
                  </a:lnTo>
                  <a:lnTo>
                    <a:pt x="61399" y="928"/>
                  </a:lnTo>
                  <a:lnTo>
                    <a:pt x="55566" y="1650"/>
                  </a:lnTo>
                  <a:lnTo>
                    <a:pt x="49763" y="2576"/>
                  </a:lnTo>
                  <a:lnTo>
                    <a:pt x="43995" y="3705"/>
                  </a:lnTo>
                  <a:lnTo>
                    <a:pt x="38271" y="5036"/>
                  </a:lnTo>
                  <a:lnTo>
                    <a:pt x="32598" y="6568"/>
                  </a:lnTo>
                  <a:lnTo>
                    <a:pt x="26981" y="8298"/>
                  </a:lnTo>
                  <a:lnTo>
                    <a:pt x="21429" y="10225"/>
                  </a:lnTo>
                  <a:lnTo>
                    <a:pt x="15948" y="12345"/>
                  </a:lnTo>
                  <a:lnTo>
                    <a:pt x="10545" y="14657"/>
                  </a:lnTo>
                  <a:lnTo>
                    <a:pt x="5227" y="17157"/>
                  </a:lnTo>
                  <a:lnTo>
                    <a:pt x="0" y="19843"/>
                  </a:lnTo>
                  <a:lnTo>
                    <a:pt x="7899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44546" y="961337"/>
              <a:ext cx="78997" cy="147323"/>
            </a:xfrm>
            <a:custGeom>
              <a:avLst/>
              <a:pathLst>
                <a:path w="78997" h="147323">
                  <a:moveTo>
                    <a:pt x="0" y="0"/>
                  </a:moveTo>
                  <a:lnTo>
                    <a:pt x="78997" y="1473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44546" y="961337"/>
              <a:ext cx="78997" cy="147323"/>
            </a:xfrm>
            <a:custGeom>
              <a:avLst/>
              <a:pathLst>
                <a:path w="78997" h="147323">
                  <a:moveTo>
                    <a:pt x="0" y="0"/>
                  </a:moveTo>
                  <a:lnTo>
                    <a:pt x="78997" y="14732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44546" y="961337"/>
              <a:ext cx="78997" cy="147323"/>
            </a:xfrm>
            <a:custGeom>
              <a:avLst/>
              <a:pathLst>
                <a:path w="78997" h="147323">
                  <a:moveTo>
                    <a:pt x="0" y="0"/>
                  </a:moveTo>
                  <a:lnTo>
                    <a:pt x="78997" y="14732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44546" y="961337"/>
              <a:ext cx="78997" cy="147323"/>
            </a:xfrm>
            <a:custGeom>
              <a:avLst/>
              <a:pathLst>
                <a:path w="78997" h="147323">
                  <a:moveTo>
                    <a:pt x="0" y="0"/>
                  </a:moveTo>
                  <a:lnTo>
                    <a:pt x="78997" y="1473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44546" y="961337"/>
              <a:ext cx="78997" cy="147323"/>
            </a:xfrm>
            <a:custGeom>
              <a:avLst/>
              <a:pathLst>
                <a:path w="78997" h="147323">
                  <a:moveTo>
                    <a:pt x="0" y="0"/>
                  </a:moveTo>
                  <a:lnTo>
                    <a:pt x="78997" y="1473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44546" y="961337"/>
              <a:ext cx="78997" cy="147323"/>
            </a:xfrm>
            <a:custGeom>
              <a:avLst/>
              <a:pathLst>
                <a:path w="78997" h="147323">
                  <a:moveTo>
                    <a:pt x="0" y="0"/>
                  </a:moveTo>
                  <a:lnTo>
                    <a:pt x="78997" y="1473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44546" y="961337"/>
              <a:ext cx="78997" cy="147323"/>
            </a:xfrm>
            <a:custGeom>
              <a:avLst/>
              <a:pathLst>
                <a:path w="78997" h="147323">
                  <a:moveTo>
                    <a:pt x="0" y="0"/>
                  </a:moveTo>
                  <a:lnTo>
                    <a:pt x="78997" y="1473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44546" y="961337"/>
              <a:ext cx="78997" cy="147323"/>
            </a:xfrm>
            <a:custGeom>
              <a:avLst/>
              <a:pathLst>
                <a:path w="78997" h="147323">
                  <a:moveTo>
                    <a:pt x="0" y="0"/>
                  </a:moveTo>
                  <a:lnTo>
                    <a:pt x="78997" y="1473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44546" y="961337"/>
              <a:ext cx="78997" cy="147323"/>
            </a:xfrm>
            <a:custGeom>
              <a:avLst/>
              <a:pathLst>
                <a:path w="78997" h="147323">
                  <a:moveTo>
                    <a:pt x="0" y="0"/>
                  </a:moveTo>
                  <a:lnTo>
                    <a:pt x="78997" y="1473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44546" y="961337"/>
              <a:ext cx="78997" cy="147323"/>
            </a:xfrm>
            <a:custGeom>
              <a:avLst/>
              <a:pathLst>
                <a:path w="78997" h="147323">
                  <a:moveTo>
                    <a:pt x="0" y="0"/>
                  </a:moveTo>
                  <a:lnTo>
                    <a:pt x="78997" y="1473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44546" y="961337"/>
              <a:ext cx="78997" cy="147323"/>
            </a:xfrm>
            <a:custGeom>
              <a:avLst/>
              <a:pathLst>
                <a:path w="78997" h="147323">
                  <a:moveTo>
                    <a:pt x="0" y="0"/>
                  </a:moveTo>
                  <a:lnTo>
                    <a:pt x="78997" y="1473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44546" y="961337"/>
              <a:ext cx="78997" cy="147323"/>
            </a:xfrm>
            <a:custGeom>
              <a:avLst/>
              <a:pathLst>
                <a:path w="78997" h="147323">
                  <a:moveTo>
                    <a:pt x="0" y="0"/>
                  </a:moveTo>
                  <a:lnTo>
                    <a:pt x="78997" y="1473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44546" y="961337"/>
              <a:ext cx="78997" cy="147323"/>
            </a:xfrm>
            <a:custGeom>
              <a:avLst/>
              <a:pathLst>
                <a:path w="78997" h="147323">
                  <a:moveTo>
                    <a:pt x="0" y="0"/>
                  </a:moveTo>
                  <a:lnTo>
                    <a:pt x="78997" y="1473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44546" y="961337"/>
              <a:ext cx="78997" cy="147323"/>
            </a:xfrm>
            <a:custGeom>
              <a:avLst/>
              <a:pathLst>
                <a:path w="78997" h="147323">
                  <a:moveTo>
                    <a:pt x="0" y="0"/>
                  </a:moveTo>
                  <a:lnTo>
                    <a:pt x="78997" y="1473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44546" y="961337"/>
              <a:ext cx="78997" cy="147323"/>
            </a:xfrm>
            <a:custGeom>
              <a:avLst/>
              <a:pathLst>
                <a:path w="78997" h="147323">
                  <a:moveTo>
                    <a:pt x="0" y="0"/>
                  </a:moveTo>
                  <a:lnTo>
                    <a:pt x="78997" y="1473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44546" y="961337"/>
              <a:ext cx="78997" cy="147323"/>
            </a:xfrm>
            <a:custGeom>
              <a:avLst/>
              <a:pathLst>
                <a:path w="78997" h="147323">
                  <a:moveTo>
                    <a:pt x="0" y="0"/>
                  </a:moveTo>
                  <a:lnTo>
                    <a:pt x="78997" y="1473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44546" y="961337"/>
              <a:ext cx="78997" cy="147323"/>
            </a:xfrm>
            <a:custGeom>
              <a:avLst/>
              <a:pathLst>
                <a:path w="78997" h="147323">
                  <a:moveTo>
                    <a:pt x="0" y="0"/>
                  </a:moveTo>
                  <a:lnTo>
                    <a:pt x="78997" y="1473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44546" y="961337"/>
              <a:ext cx="78997" cy="147323"/>
            </a:xfrm>
            <a:custGeom>
              <a:avLst/>
              <a:pathLst>
                <a:path w="78997" h="147323">
                  <a:moveTo>
                    <a:pt x="0" y="0"/>
                  </a:moveTo>
                  <a:lnTo>
                    <a:pt x="78997" y="1473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44546" y="961337"/>
              <a:ext cx="78997" cy="147323"/>
            </a:xfrm>
            <a:custGeom>
              <a:avLst/>
              <a:pathLst>
                <a:path w="78997" h="147323">
                  <a:moveTo>
                    <a:pt x="0" y="0"/>
                  </a:moveTo>
                  <a:lnTo>
                    <a:pt x="78997" y="1473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856376" y="961337"/>
              <a:ext cx="334334" cy="314470"/>
            </a:xfrm>
            <a:custGeom>
              <a:avLst/>
              <a:pathLst>
                <a:path w="334334" h="314470">
                  <a:moveTo>
                    <a:pt x="88169" y="0"/>
                  </a:moveTo>
                  <a:lnTo>
                    <a:pt x="83535" y="2580"/>
                  </a:lnTo>
                  <a:lnTo>
                    <a:pt x="78984" y="5306"/>
                  </a:lnTo>
                  <a:lnTo>
                    <a:pt x="74523" y="8176"/>
                  </a:lnTo>
                  <a:lnTo>
                    <a:pt x="70155" y="11185"/>
                  </a:lnTo>
                  <a:lnTo>
                    <a:pt x="65885" y="14331"/>
                  </a:lnTo>
                  <a:lnTo>
                    <a:pt x="61716" y="17612"/>
                  </a:lnTo>
                  <a:lnTo>
                    <a:pt x="57654" y="21023"/>
                  </a:lnTo>
                  <a:lnTo>
                    <a:pt x="53702" y="24561"/>
                  </a:lnTo>
                  <a:lnTo>
                    <a:pt x="49864" y="28222"/>
                  </a:lnTo>
                  <a:lnTo>
                    <a:pt x="46144" y="32004"/>
                  </a:lnTo>
                  <a:lnTo>
                    <a:pt x="42547" y="35902"/>
                  </a:lnTo>
                  <a:lnTo>
                    <a:pt x="39074" y="39912"/>
                  </a:lnTo>
                  <a:lnTo>
                    <a:pt x="35731" y="44030"/>
                  </a:lnTo>
                  <a:lnTo>
                    <a:pt x="32520" y="48252"/>
                  </a:lnTo>
                  <a:lnTo>
                    <a:pt x="29444" y="52574"/>
                  </a:lnTo>
                  <a:lnTo>
                    <a:pt x="26508" y="56991"/>
                  </a:lnTo>
                  <a:lnTo>
                    <a:pt x="23712" y="61499"/>
                  </a:lnTo>
                  <a:lnTo>
                    <a:pt x="21062" y="66094"/>
                  </a:lnTo>
                  <a:lnTo>
                    <a:pt x="18558" y="70770"/>
                  </a:lnTo>
                  <a:lnTo>
                    <a:pt x="16204" y="75524"/>
                  </a:lnTo>
                  <a:lnTo>
                    <a:pt x="14002" y="80349"/>
                  </a:lnTo>
                  <a:lnTo>
                    <a:pt x="11954" y="85243"/>
                  </a:lnTo>
                  <a:lnTo>
                    <a:pt x="10063" y="90198"/>
                  </a:lnTo>
                  <a:lnTo>
                    <a:pt x="8330" y="95211"/>
                  </a:lnTo>
                  <a:lnTo>
                    <a:pt x="6756" y="100277"/>
                  </a:lnTo>
                  <a:lnTo>
                    <a:pt x="5344" y="105390"/>
                  </a:lnTo>
                  <a:lnTo>
                    <a:pt x="4095" y="110545"/>
                  </a:lnTo>
                  <a:lnTo>
                    <a:pt x="3011" y="115738"/>
                  </a:lnTo>
                  <a:lnTo>
                    <a:pt x="2091" y="120962"/>
                  </a:lnTo>
                  <a:lnTo>
                    <a:pt x="1338" y="126212"/>
                  </a:lnTo>
                  <a:lnTo>
                    <a:pt x="752" y="131484"/>
                  </a:lnTo>
                  <a:lnTo>
                    <a:pt x="333" y="136772"/>
                  </a:lnTo>
                  <a:lnTo>
                    <a:pt x="82" y="142071"/>
                  </a:lnTo>
                  <a:lnTo>
                    <a:pt x="0" y="147374"/>
                  </a:lnTo>
                  <a:lnTo>
                    <a:pt x="85" y="152678"/>
                  </a:lnTo>
                  <a:lnTo>
                    <a:pt x="339" y="157976"/>
                  </a:lnTo>
                  <a:lnTo>
                    <a:pt x="761" y="163264"/>
                  </a:lnTo>
                  <a:lnTo>
                    <a:pt x="1351" y="168536"/>
                  </a:lnTo>
                  <a:lnTo>
                    <a:pt x="2107" y="173786"/>
                  </a:lnTo>
                  <a:lnTo>
                    <a:pt x="3030" y="179009"/>
                  </a:lnTo>
                  <a:lnTo>
                    <a:pt x="4118" y="184201"/>
                  </a:lnTo>
                  <a:lnTo>
                    <a:pt x="5370" y="189355"/>
                  </a:lnTo>
                  <a:lnTo>
                    <a:pt x="6785" y="194468"/>
                  </a:lnTo>
                  <a:lnTo>
                    <a:pt x="8361" y="199532"/>
                  </a:lnTo>
                  <a:lnTo>
                    <a:pt x="10098" y="204544"/>
                  </a:lnTo>
                  <a:lnTo>
                    <a:pt x="11992" y="209499"/>
                  </a:lnTo>
                  <a:lnTo>
                    <a:pt x="14043" y="214391"/>
                  </a:lnTo>
                  <a:lnTo>
                    <a:pt x="16248" y="219215"/>
                  </a:lnTo>
                  <a:lnTo>
                    <a:pt x="18605" y="223967"/>
                  </a:lnTo>
                  <a:lnTo>
                    <a:pt x="21112" y="228642"/>
                  </a:lnTo>
                  <a:lnTo>
                    <a:pt x="23765" y="233235"/>
                  </a:lnTo>
                  <a:lnTo>
                    <a:pt x="26563" y="237742"/>
                  </a:lnTo>
                  <a:lnTo>
                    <a:pt x="29502" y="242157"/>
                  </a:lnTo>
                  <a:lnTo>
                    <a:pt x="32581" y="246477"/>
                  </a:lnTo>
                  <a:lnTo>
                    <a:pt x="35794" y="250697"/>
                  </a:lnTo>
                  <a:lnTo>
                    <a:pt x="39140" y="254813"/>
                  </a:lnTo>
                  <a:lnTo>
                    <a:pt x="42615" y="258821"/>
                  </a:lnTo>
                  <a:lnTo>
                    <a:pt x="46215" y="262716"/>
                  </a:lnTo>
                  <a:lnTo>
                    <a:pt x="49937" y="266496"/>
                  </a:lnTo>
                  <a:lnTo>
                    <a:pt x="53777" y="270155"/>
                  </a:lnTo>
                  <a:lnTo>
                    <a:pt x="57731" y="273691"/>
                  </a:lnTo>
                  <a:lnTo>
                    <a:pt x="61796" y="277099"/>
                  </a:lnTo>
                  <a:lnTo>
                    <a:pt x="65966" y="280377"/>
                  </a:lnTo>
                  <a:lnTo>
                    <a:pt x="70238" y="283521"/>
                  </a:lnTo>
                  <a:lnTo>
                    <a:pt x="74608" y="286528"/>
                  </a:lnTo>
                  <a:lnTo>
                    <a:pt x="79071" y="289394"/>
                  </a:lnTo>
                  <a:lnTo>
                    <a:pt x="83623" y="292118"/>
                  </a:lnTo>
                  <a:lnTo>
                    <a:pt x="88259" y="294695"/>
                  </a:lnTo>
                  <a:lnTo>
                    <a:pt x="92975" y="297125"/>
                  </a:lnTo>
                  <a:lnTo>
                    <a:pt x="97765" y="299403"/>
                  </a:lnTo>
                  <a:lnTo>
                    <a:pt x="102625" y="301528"/>
                  </a:lnTo>
                  <a:lnTo>
                    <a:pt x="107550" y="303499"/>
                  </a:lnTo>
                  <a:lnTo>
                    <a:pt x="112535" y="305311"/>
                  </a:lnTo>
                  <a:lnTo>
                    <a:pt x="117575" y="306965"/>
                  </a:lnTo>
                  <a:lnTo>
                    <a:pt x="122665" y="308458"/>
                  </a:lnTo>
                  <a:lnTo>
                    <a:pt x="127799" y="309789"/>
                  </a:lnTo>
                  <a:lnTo>
                    <a:pt x="132974" y="310956"/>
                  </a:lnTo>
                  <a:lnTo>
                    <a:pt x="138183" y="311959"/>
                  </a:lnTo>
                  <a:lnTo>
                    <a:pt x="143421" y="312795"/>
                  </a:lnTo>
                  <a:lnTo>
                    <a:pt x="148682" y="313466"/>
                  </a:lnTo>
                  <a:lnTo>
                    <a:pt x="153963" y="313968"/>
                  </a:lnTo>
                  <a:lnTo>
                    <a:pt x="159257" y="314303"/>
                  </a:lnTo>
                  <a:lnTo>
                    <a:pt x="164559" y="314470"/>
                  </a:lnTo>
                  <a:lnTo>
                    <a:pt x="169863" y="314469"/>
                  </a:lnTo>
                  <a:lnTo>
                    <a:pt x="175165" y="314299"/>
                  </a:lnTo>
                  <a:lnTo>
                    <a:pt x="180458" y="313961"/>
                  </a:lnTo>
                  <a:lnTo>
                    <a:pt x="185739" y="313456"/>
                  </a:lnTo>
                  <a:lnTo>
                    <a:pt x="191000" y="312783"/>
                  </a:lnTo>
                  <a:lnTo>
                    <a:pt x="196238" y="311944"/>
                  </a:lnTo>
                  <a:lnTo>
                    <a:pt x="201446" y="310938"/>
                  </a:lnTo>
                  <a:lnTo>
                    <a:pt x="206620" y="309768"/>
                  </a:lnTo>
                  <a:lnTo>
                    <a:pt x="211754" y="308435"/>
                  </a:lnTo>
                  <a:lnTo>
                    <a:pt x="216843" y="306939"/>
                  </a:lnTo>
                  <a:lnTo>
                    <a:pt x="221882" y="305283"/>
                  </a:lnTo>
                  <a:lnTo>
                    <a:pt x="226866" y="303467"/>
                  </a:lnTo>
                  <a:lnTo>
                    <a:pt x="231790" y="301495"/>
                  </a:lnTo>
                  <a:lnTo>
                    <a:pt x="236649" y="299367"/>
                  </a:lnTo>
                  <a:lnTo>
                    <a:pt x="241438" y="297086"/>
                  </a:lnTo>
                  <a:lnTo>
                    <a:pt x="246152" y="294654"/>
                  </a:lnTo>
                  <a:lnTo>
                    <a:pt x="250786" y="292074"/>
                  </a:lnTo>
                  <a:lnTo>
                    <a:pt x="255337" y="289348"/>
                  </a:lnTo>
                  <a:lnTo>
                    <a:pt x="259799" y="286479"/>
                  </a:lnTo>
                  <a:lnTo>
                    <a:pt x="264167" y="283470"/>
                  </a:lnTo>
                  <a:lnTo>
                    <a:pt x="268438" y="280324"/>
                  </a:lnTo>
                  <a:lnTo>
                    <a:pt x="272606" y="277044"/>
                  </a:lnTo>
                  <a:lnTo>
                    <a:pt x="276669" y="273633"/>
                  </a:lnTo>
                  <a:lnTo>
                    <a:pt x="280621" y="270096"/>
                  </a:lnTo>
                  <a:lnTo>
                    <a:pt x="284459" y="266434"/>
                  </a:lnTo>
                  <a:lnTo>
                    <a:pt x="288179" y="262653"/>
                  </a:lnTo>
                  <a:lnTo>
                    <a:pt x="291777" y="258756"/>
                  </a:lnTo>
                  <a:lnTo>
                    <a:pt x="295250" y="254746"/>
                  </a:lnTo>
                  <a:lnTo>
                    <a:pt x="298594" y="250628"/>
                  </a:lnTo>
                  <a:lnTo>
                    <a:pt x="301805" y="246406"/>
                  </a:lnTo>
                  <a:lnTo>
                    <a:pt x="304881" y="242085"/>
                  </a:lnTo>
                  <a:lnTo>
                    <a:pt x="307818" y="237668"/>
                  </a:lnTo>
                  <a:lnTo>
                    <a:pt x="310614" y="233160"/>
                  </a:lnTo>
                  <a:lnTo>
                    <a:pt x="313265" y="228566"/>
                  </a:lnTo>
                  <a:lnTo>
                    <a:pt x="315769" y="223889"/>
                  </a:lnTo>
                  <a:lnTo>
                    <a:pt x="318123" y="219136"/>
                  </a:lnTo>
                  <a:lnTo>
                    <a:pt x="320326" y="214311"/>
                  </a:lnTo>
                  <a:lnTo>
                    <a:pt x="322374" y="209418"/>
                  </a:lnTo>
                  <a:lnTo>
                    <a:pt x="324266" y="204462"/>
                  </a:lnTo>
                  <a:lnTo>
                    <a:pt x="326000" y="199449"/>
                  </a:lnTo>
                  <a:lnTo>
                    <a:pt x="327574" y="194383"/>
                  </a:lnTo>
                  <a:lnTo>
                    <a:pt x="328986" y="189271"/>
                  </a:lnTo>
                  <a:lnTo>
                    <a:pt x="330235" y="184115"/>
                  </a:lnTo>
                  <a:lnTo>
                    <a:pt x="331321" y="178923"/>
                  </a:lnTo>
                  <a:lnTo>
                    <a:pt x="332240" y="173699"/>
                  </a:lnTo>
                  <a:lnTo>
                    <a:pt x="332994" y="168449"/>
                  </a:lnTo>
                  <a:lnTo>
                    <a:pt x="333581" y="163177"/>
                  </a:lnTo>
                  <a:lnTo>
                    <a:pt x="334000" y="157889"/>
                  </a:lnTo>
                  <a:lnTo>
                    <a:pt x="334251" y="152591"/>
                  </a:lnTo>
                  <a:lnTo>
                    <a:pt x="334334" y="147287"/>
                  </a:lnTo>
                  <a:lnTo>
                    <a:pt x="334249" y="141983"/>
                  </a:lnTo>
                  <a:lnTo>
                    <a:pt x="333996" y="136685"/>
                  </a:lnTo>
                  <a:lnTo>
                    <a:pt x="333574" y="131397"/>
                  </a:lnTo>
                  <a:lnTo>
                    <a:pt x="332985" y="126126"/>
                  </a:lnTo>
                  <a:lnTo>
                    <a:pt x="332229" y="120875"/>
                  </a:lnTo>
                  <a:lnTo>
                    <a:pt x="331307" y="115652"/>
                  </a:lnTo>
                  <a:lnTo>
                    <a:pt x="330219" y="110460"/>
                  </a:lnTo>
                  <a:lnTo>
                    <a:pt x="328968" y="105305"/>
                  </a:lnTo>
                  <a:lnTo>
                    <a:pt x="327553" y="100193"/>
                  </a:lnTo>
                  <a:lnTo>
                    <a:pt x="325977" y="95128"/>
                  </a:lnTo>
                  <a:lnTo>
                    <a:pt x="324241" y="90116"/>
                  </a:lnTo>
                  <a:lnTo>
                    <a:pt x="322347" y="85161"/>
                  </a:lnTo>
                  <a:lnTo>
                    <a:pt x="320297" y="80269"/>
                  </a:lnTo>
                  <a:lnTo>
                    <a:pt x="318092" y="75444"/>
                  </a:lnTo>
                  <a:lnTo>
                    <a:pt x="315736" y="70692"/>
                  </a:lnTo>
                  <a:lnTo>
                    <a:pt x="313230" y="66017"/>
                  </a:lnTo>
                  <a:lnTo>
                    <a:pt x="310576" y="61424"/>
                  </a:lnTo>
                  <a:lnTo>
                    <a:pt x="307779" y="56917"/>
                  </a:lnTo>
                  <a:lnTo>
                    <a:pt x="304840" y="52502"/>
                  </a:lnTo>
                  <a:lnTo>
                    <a:pt x="301762" y="48181"/>
                  </a:lnTo>
                  <a:lnTo>
                    <a:pt x="298549" y="43961"/>
                  </a:lnTo>
                  <a:lnTo>
                    <a:pt x="295203" y="39845"/>
                  </a:lnTo>
                  <a:lnTo>
                    <a:pt x="291729" y="35837"/>
                  </a:lnTo>
                  <a:lnTo>
                    <a:pt x="288129" y="31941"/>
                  </a:lnTo>
                  <a:lnTo>
                    <a:pt x="284407" y="28161"/>
                  </a:lnTo>
                  <a:lnTo>
                    <a:pt x="280568" y="24501"/>
                  </a:lnTo>
                  <a:lnTo>
                    <a:pt x="276614" y="20965"/>
                  </a:lnTo>
                  <a:lnTo>
                    <a:pt x="272550" y="17556"/>
                  </a:lnTo>
                  <a:lnTo>
                    <a:pt x="268380" y="14278"/>
                  </a:lnTo>
                  <a:lnTo>
                    <a:pt x="264108" y="11134"/>
                  </a:lnTo>
                  <a:lnTo>
                    <a:pt x="259738" y="8127"/>
                  </a:lnTo>
                  <a:lnTo>
                    <a:pt x="167167" y="1473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023544" y="941493"/>
              <a:ext cx="92570" cy="167167"/>
            </a:xfrm>
            <a:custGeom>
              <a:avLst/>
              <a:pathLst>
                <a:path w="92570" h="167167">
                  <a:moveTo>
                    <a:pt x="92570" y="27971"/>
                  </a:moveTo>
                  <a:lnTo>
                    <a:pt x="87711" y="24859"/>
                  </a:lnTo>
                  <a:lnTo>
                    <a:pt x="82747" y="21916"/>
                  </a:lnTo>
                  <a:lnTo>
                    <a:pt x="77684" y="19147"/>
                  </a:lnTo>
                  <a:lnTo>
                    <a:pt x="72529" y="16553"/>
                  </a:lnTo>
                  <a:lnTo>
                    <a:pt x="67287" y="14140"/>
                  </a:lnTo>
                  <a:lnTo>
                    <a:pt x="61965" y="11908"/>
                  </a:lnTo>
                  <a:lnTo>
                    <a:pt x="56570" y="9862"/>
                  </a:lnTo>
                  <a:lnTo>
                    <a:pt x="51107" y="8003"/>
                  </a:lnTo>
                  <a:lnTo>
                    <a:pt x="45583" y="6334"/>
                  </a:lnTo>
                  <a:lnTo>
                    <a:pt x="40004" y="4857"/>
                  </a:lnTo>
                  <a:lnTo>
                    <a:pt x="34378" y="3573"/>
                  </a:lnTo>
                  <a:lnTo>
                    <a:pt x="28711" y="2484"/>
                  </a:lnTo>
                  <a:lnTo>
                    <a:pt x="23010" y="1591"/>
                  </a:lnTo>
                  <a:lnTo>
                    <a:pt x="17281" y="895"/>
                  </a:lnTo>
                  <a:lnTo>
                    <a:pt x="11532" y="398"/>
                  </a:lnTo>
                  <a:lnTo>
                    <a:pt x="5769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38366" y="941493"/>
              <a:ext cx="47849" cy="167167"/>
            </a:xfrm>
            <a:custGeom>
              <a:avLst/>
              <a:pathLst>
                <a:path w="47849" h="167167">
                  <a:moveTo>
                    <a:pt x="47849" y="0"/>
                  </a:moveTo>
                  <a:lnTo>
                    <a:pt x="41784" y="110"/>
                  </a:lnTo>
                  <a:lnTo>
                    <a:pt x="35728" y="440"/>
                  </a:lnTo>
                  <a:lnTo>
                    <a:pt x="29687" y="989"/>
                  </a:lnTo>
                  <a:lnTo>
                    <a:pt x="23670" y="1757"/>
                  </a:lnTo>
                  <a:lnTo>
                    <a:pt x="17685" y="2743"/>
                  </a:lnTo>
                  <a:lnTo>
                    <a:pt x="11740" y="3946"/>
                  </a:lnTo>
                  <a:lnTo>
                    <a:pt x="5842" y="5364"/>
                  </a:lnTo>
                  <a:lnTo>
                    <a:pt x="0" y="6994"/>
                  </a:lnTo>
                  <a:lnTo>
                    <a:pt x="4784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38366" y="948487"/>
              <a:ext cx="47849" cy="160172"/>
            </a:xfrm>
            <a:custGeom>
              <a:avLst/>
              <a:pathLst>
                <a:path w="47849" h="160172">
                  <a:moveTo>
                    <a:pt x="0" y="0"/>
                  </a:moveTo>
                  <a:lnTo>
                    <a:pt x="47849" y="16017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8366" y="948487"/>
              <a:ext cx="47849" cy="160172"/>
            </a:xfrm>
            <a:custGeom>
              <a:avLst/>
              <a:pathLst>
                <a:path w="47849" h="160172">
                  <a:moveTo>
                    <a:pt x="0" y="0"/>
                  </a:moveTo>
                  <a:lnTo>
                    <a:pt x="47849" y="16017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8366" y="948487"/>
              <a:ext cx="47849" cy="160172"/>
            </a:xfrm>
            <a:custGeom>
              <a:avLst/>
              <a:pathLst>
                <a:path w="47849" h="160172">
                  <a:moveTo>
                    <a:pt x="0" y="0"/>
                  </a:moveTo>
                  <a:lnTo>
                    <a:pt x="47849" y="16017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8366" y="948487"/>
              <a:ext cx="47849" cy="160172"/>
            </a:xfrm>
            <a:custGeom>
              <a:avLst/>
              <a:pathLst>
                <a:path w="47849" h="160172">
                  <a:moveTo>
                    <a:pt x="0" y="0"/>
                  </a:moveTo>
                  <a:lnTo>
                    <a:pt x="47849" y="16017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8366" y="948487"/>
              <a:ext cx="47849" cy="160172"/>
            </a:xfrm>
            <a:custGeom>
              <a:avLst/>
              <a:pathLst>
                <a:path w="47849" h="160172">
                  <a:moveTo>
                    <a:pt x="0" y="0"/>
                  </a:moveTo>
                  <a:lnTo>
                    <a:pt x="47849" y="1601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8366" y="948487"/>
              <a:ext cx="47849" cy="160172"/>
            </a:xfrm>
            <a:custGeom>
              <a:avLst/>
              <a:pathLst>
                <a:path w="47849" h="160172">
                  <a:moveTo>
                    <a:pt x="0" y="0"/>
                  </a:moveTo>
                  <a:lnTo>
                    <a:pt x="47849" y="1601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8366" y="948487"/>
              <a:ext cx="47849" cy="160172"/>
            </a:xfrm>
            <a:custGeom>
              <a:avLst/>
              <a:pathLst>
                <a:path w="47849" h="160172">
                  <a:moveTo>
                    <a:pt x="0" y="0"/>
                  </a:moveTo>
                  <a:lnTo>
                    <a:pt x="47849" y="1601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8366" y="948487"/>
              <a:ext cx="47849" cy="160172"/>
            </a:xfrm>
            <a:custGeom>
              <a:avLst/>
              <a:pathLst>
                <a:path w="47849" h="160172">
                  <a:moveTo>
                    <a:pt x="0" y="0"/>
                  </a:moveTo>
                  <a:lnTo>
                    <a:pt x="47849" y="1601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8366" y="948487"/>
              <a:ext cx="47849" cy="160172"/>
            </a:xfrm>
            <a:custGeom>
              <a:avLst/>
              <a:pathLst>
                <a:path w="47849" h="160172">
                  <a:moveTo>
                    <a:pt x="0" y="0"/>
                  </a:moveTo>
                  <a:lnTo>
                    <a:pt x="47849" y="16017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8366" y="948487"/>
              <a:ext cx="47849" cy="160172"/>
            </a:xfrm>
            <a:custGeom>
              <a:avLst/>
              <a:pathLst>
                <a:path w="47849" h="160172">
                  <a:moveTo>
                    <a:pt x="0" y="0"/>
                  </a:moveTo>
                  <a:lnTo>
                    <a:pt x="47849" y="1601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8366" y="948487"/>
              <a:ext cx="47849" cy="160172"/>
            </a:xfrm>
            <a:custGeom>
              <a:avLst/>
              <a:pathLst>
                <a:path w="47849" h="160172">
                  <a:moveTo>
                    <a:pt x="0" y="0"/>
                  </a:moveTo>
                  <a:lnTo>
                    <a:pt x="47849" y="1601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8366" y="948487"/>
              <a:ext cx="47849" cy="160172"/>
            </a:xfrm>
            <a:custGeom>
              <a:avLst/>
              <a:pathLst>
                <a:path w="47849" h="160172">
                  <a:moveTo>
                    <a:pt x="0" y="0"/>
                  </a:moveTo>
                  <a:lnTo>
                    <a:pt x="47849" y="16017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8366" y="948487"/>
              <a:ext cx="47849" cy="160172"/>
            </a:xfrm>
            <a:custGeom>
              <a:avLst/>
              <a:pathLst>
                <a:path w="47849" h="160172">
                  <a:moveTo>
                    <a:pt x="0" y="0"/>
                  </a:moveTo>
                  <a:lnTo>
                    <a:pt x="47849" y="1601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8366" y="948487"/>
              <a:ext cx="47849" cy="160172"/>
            </a:xfrm>
            <a:custGeom>
              <a:avLst/>
              <a:pathLst>
                <a:path w="47849" h="160172">
                  <a:moveTo>
                    <a:pt x="0" y="0"/>
                  </a:moveTo>
                  <a:lnTo>
                    <a:pt x="47849" y="1601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8366" y="948487"/>
              <a:ext cx="47849" cy="160172"/>
            </a:xfrm>
            <a:custGeom>
              <a:avLst/>
              <a:pathLst>
                <a:path w="47849" h="160172">
                  <a:moveTo>
                    <a:pt x="0" y="0"/>
                  </a:moveTo>
                  <a:lnTo>
                    <a:pt x="47849" y="1601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38366" y="948487"/>
              <a:ext cx="47849" cy="160172"/>
            </a:xfrm>
            <a:custGeom>
              <a:avLst/>
              <a:pathLst>
                <a:path w="47849" h="160172">
                  <a:moveTo>
                    <a:pt x="0" y="0"/>
                  </a:moveTo>
                  <a:lnTo>
                    <a:pt x="47849" y="1601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38366" y="948487"/>
              <a:ext cx="47849" cy="160172"/>
            </a:xfrm>
            <a:custGeom>
              <a:avLst/>
              <a:pathLst>
                <a:path w="47849" h="160172">
                  <a:moveTo>
                    <a:pt x="0" y="0"/>
                  </a:moveTo>
                  <a:lnTo>
                    <a:pt x="47849" y="16017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38366" y="948487"/>
              <a:ext cx="47849" cy="160172"/>
            </a:xfrm>
            <a:custGeom>
              <a:avLst/>
              <a:pathLst>
                <a:path w="47849" h="160172">
                  <a:moveTo>
                    <a:pt x="0" y="0"/>
                  </a:moveTo>
                  <a:lnTo>
                    <a:pt x="47849" y="1601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319059" y="948487"/>
              <a:ext cx="167156" cy="301971"/>
            </a:xfrm>
            <a:custGeom>
              <a:avLst/>
              <a:pathLst>
                <a:path w="167156" h="301971">
                  <a:moveTo>
                    <a:pt x="119306" y="0"/>
                  </a:moveTo>
                  <a:lnTo>
                    <a:pt x="114159" y="1628"/>
                  </a:lnTo>
                  <a:lnTo>
                    <a:pt x="109067" y="3422"/>
                  </a:lnTo>
                  <a:lnTo>
                    <a:pt x="104035" y="5380"/>
                  </a:lnTo>
                  <a:lnTo>
                    <a:pt x="99070" y="7499"/>
                  </a:lnTo>
                  <a:lnTo>
                    <a:pt x="94175" y="9777"/>
                  </a:lnTo>
                  <a:lnTo>
                    <a:pt x="89356" y="12212"/>
                  </a:lnTo>
                  <a:lnTo>
                    <a:pt x="84619" y="14802"/>
                  </a:lnTo>
                  <a:lnTo>
                    <a:pt x="79968" y="17543"/>
                  </a:lnTo>
                  <a:lnTo>
                    <a:pt x="75407" y="20433"/>
                  </a:lnTo>
                  <a:lnTo>
                    <a:pt x="70943" y="23469"/>
                  </a:lnTo>
                  <a:lnTo>
                    <a:pt x="66578" y="26647"/>
                  </a:lnTo>
                  <a:lnTo>
                    <a:pt x="62319" y="29964"/>
                  </a:lnTo>
                  <a:lnTo>
                    <a:pt x="58169" y="33418"/>
                  </a:lnTo>
                  <a:lnTo>
                    <a:pt x="54132" y="37003"/>
                  </a:lnTo>
                  <a:lnTo>
                    <a:pt x="50214" y="40717"/>
                  </a:lnTo>
                  <a:lnTo>
                    <a:pt x="46417" y="44556"/>
                  </a:lnTo>
                  <a:lnTo>
                    <a:pt x="42747" y="48515"/>
                  </a:lnTo>
                  <a:lnTo>
                    <a:pt x="39206" y="52591"/>
                  </a:lnTo>
                  <a:lnTo>
                    <a:pt x="35799" y="56779"/>
                  </a:lnTo>
                  <a:lnTo>
                    <a:pt x="32528" y="61075"/>
                  </a:lnTo>
                  <a:lnTo>
                    <a:pt x="29399" y="65474"/>
                  </a:lnTo>
                  <a:lnTo>
                    <a:pt x="26412" y="69972"/>
                  </a:lnTo>
                  <a:lnTo>
                    <a:pt x="23573" y="74564"/>
                  </a:lnTo>
                  <a:lnTo>
                    <a:pt x="20883" y="79245"/>
                  </a:lnTo>
                  <a:lnTo>
                    <a:pt x="18346" y="84011"/>
                  </a:lnTo>
                  <a:lnTo>
                    <a:pt x="15964" y="88856"/>
                  </a:lnTo>
                  <a:lnTo>
                    <a:pt x="13740" y="93775"/>
                  </a:lnTo>
                  <a:lnTo>
                    <a:pt x="11676" y="98764"/>
                  </a:lnTo>
                  <a:lnTo>
                    <a:pt x="9774" y="103817"/>
                  </a:lnTo>
                  <a:lnTo>
                    <a:pt x="8037" y="108929"/>
                  </a:lnTo>
                  <a:lnTo>
                    <a:pt x="6465" y="114094"/>
                  </a:lnTo>
                  <a:lnTo>
                    <a:pt x="5061" y="119307"/>
                  </a:lnTo>
                  <a:lnTo>
                    <a:pt x="3825" y="124563"/>
                  </a:lnTo>
                  <a:lnTo>
                    <a:pt x="2761" y="129856"/>
                  </a:lnTo>
                  <a:lnTo>
                    <a:pt x="1867" y="135180"/>
                  </a:lnTo>
                  <a:lnTo>
                    <a:pt x="1147" y="140531"/>
                  </a:lnTo>
                  <a:lnTo>
                    <a:pt x="599" y="145902"/>
                  </a:lnTo>
                  <a:lnTo>
                    <a:pt x="225" y="151288"/>
                  </a:lnTo>
                  <a:lnTo>
                    <a:pt x="25" y="156683"/>
                  </a:lnTo>
                  <a:lnTo>
                    <a:pt x="0" y="162082"/>
                  </a:lnTo>
                  <a:lnTo>
                    <a:pt x="148" y="167479"/>
                  </a:lnTo>
                  <a:lnTo>
                    <a:pt x="471" y="172868"/>
                  </a:lnTo>
                  <a:lnTo>
                    <a:pt x="968" y="178244"/>
                  </a:lnTo>
                  <a:lnTo>
                    <a:pt x="1639" y="183601"/>
                  </a:lnTo>
                  <a:lnTo>
                    <a:pt x="2481" y="188934"/>
                  </a:lnTo>
                  <a:lnTo>
                    <a:pt x="3496" y="194237"/>
                  </a:lnTo>
                  <a:lnTo>
                    <a:pt x="4681" y="199504"/>
                  </a:lnTo>
                  <a:lnTo>
                    <a:pt x="6036" y="204730"/>
                  </a:lnTo>
                  <a:lnTo>
                    <a:pt x="7559" y="209910"/>
                  </a:lnTo>
                  <a:lnTo>
                    <a:pt x="9249" y="215038"/>
                  </a:lnTo>
                  <a:lnTo>
                    <a:pt x="11103" y="220108"/>
                  </a:lnTo>
                  <a:lnTo>
                    <a:pt x="13120" y="225116"/>
                  </a:lnTo>
                  <a:lnTo>
                    <a:pt x="15297" y="230057"/>
                  </a:lnTo>
                  <a:lnTo>
                    <a:pt x="17633" y="234924"/>
                  </a:lnTo>
                  <a:lnTo>
                    <a:pt x="20125" y="239714"/>
                  </a:lnTo>
                  <a:lnTo>
                    <a:pt x="22770" y="244420"/>
                  </a:lnTo>
                  <a:lnTo>
                    <a:pt x="25566" y="249039"/>
                  </a:lnTo>
                  <a:lnTo>
                    <a:pt x="28510" y="253565"/>
                  </a:lnTo>
                  <a:lnTo>
                    <a:pt x="31598" y="257993"/>
                  </a:lnTo>
                  <a:lnTo>
                    <a:pt x="34827" y="262320"/>
                  </a:lnTo>
                  <a:lnTo>
                    <a:pt x="38195" y="266540"/>
                  </a:lnTo>
                  <a:lnTo>
                    <a:pt x="41697" y="270649"/>
                  </a:lnTo>
                  <a:lnTo>
                    <a:pt x="45330" y="274642"/>
                  </a:lnTo>
                  <a:lnTo>
                    <a:pt x="49090" y="278517"/>
                  </a:lnTo>
                  <a:lnTo>
                    <a:pt x="52973" y="282268"/>
                  </a:lnTo>
                  <a:lnTo>
                    <a:pt x="56976" y="285891"/>
                  </a:lnTo>
                  <a:lnTo>
                    <a:pt x="61093" y="289384"/>
                  </a:lnTo>
                  <a:lnTo>
                    <a:pt x="65321" y="292741"/>
                  </a:lnTo>
                  <a:lnTo>
                    <a:pt x="69655" y="295961"/>
                  </a:lnTo>
                  <a:lnTo>
                    <a:pt x="74090" y="299038"/>
                  </a:lnTo>
                  <a:lnTo>
                    <a:pt x="78623" y="301971"/>
                  </a:lnTo>
                  <a:lnTo>
                    <a:pt x="167156" y="1601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397683" y="941493"/>
              <a:ext cx="255694" cy="334313"/>
            </a:xfrm>
            <a:custGeom>
              <a:avLst/>
              <a:pathLst>
                <a:path w="255694" h="334313">
                  <a:moveTo>
                    <a:pt x="0" y="308966"/>
                  </a:moveTo>
                  <a:lnTo>
                    <a:pt x="4566" y="311717"/>
                  </a:lnTo>
                  <a:lnTo>
                    <a:pt x="9219" y="314321"/>
                  </a:lnTo>
                  <a:lnTo>
                    <a:pt x="13951" y="316775"/>
                  </a:lnTo>
                  <a:lnTo>
                    <a:pt x="18760" y="319077"/>
                  </a:lnTo>
                  <a:lnTo>
                    <a:pt x="23640" y="321225"/>
                  </a:lnTo>
                  <a:lnTo>
                    <a:pt x="28586" y="323216"/>
                  </a:lnTo>
                  <a:lnTo>
                    <a:pt x="33592" y="325048"/>
                  </a:lnTo>
                  <a:lnTo>
                    <a:pt x="38655" y="326720"/>
                  </a:lnTo>
                  <a:lnTo>
                    <a:pt x="43768" y="328229"/>
                  </a:lnTo>
                  <a:lnTo>
                    <a:pt x="48927" y="329575"/>
                  </a:lnTo>
                  <a:lnTo>
                    <a:pt x="54126" y="330755"/>
                  </a:lnTo>
                  <a:lnTo>
                    <a:pt x="59360" y="331769"/>
                  </a:lnTo>
                  <a:lnTo>
                    <a:pt x="64624" y="332616"/>
                  </a:lnTo>
                  <a:lnTo>
                    <a:pt x="69912" y="333294"/>
                  </a:lnTo>
                  <a:lnTo>
                    <a:pt x="75219" y="333803"/>
                  </a:lnTo>
                  <a:lnTo>
                    <a:pt x="80540" y="334143"/>
                  </a:lnTo>
                  <a:lnTo>
                    <a:pt x="85869" y="334313"/>
                  </a:lnTo>
                  <a:lnTo>
                    <a:pt x="91200" y="334313"/>
                  </a:lnTo>
                  <a:lnTo>
                    <a:pt x="96529" y="334143"/>
                  </a:lnTo>
                  <a:lnTo>
                    <a:pt x="101850" y="333803"/>
                  </a:lnTo>
                  <a:lnTo>
                    <a:pt x="107157" y="333294"/>
                  </a:lnTo>
                  <a:lnTo>
                    <a:pt x="112445" y="332615"/>
                  </a:lnTo>
                  <a:lnTo>
                    <a:pt x="117709" y="331769"/>
                  </a:lnTo>
                  <a:lnTo>
                    <a:pt x="122943" y="330754"/>
                  </a:lnTo>
                  <a:lnTo>
                    <a:pt x="128142" y="329574"/>
                  </a:lnTo>
                  <a:lnTo>
                    <a:pt x="133301" y="328228"/>
                  </a:lnTo>
                  <a:lnTo>
                    <a:pt x="138414" y="326719"/>
                  </a:lnTo>
                  <a:lnTo>
                    <a:pt x="143476" y="325047"/>
                  </a:lnTo>
                  <a:lnTo>
                    <a:pt x="148483" y="323215"/>
                  </a:lnTo>
                  <a:lnTo>
                    <a:pt x="153429" y="321223"/>
                  </a:lnTo>
                  <a:lnTo>
                    <a:pt x="158308" y="319076"/>
                  </a:lnTo>
                  <a:lnTo>
                    <a:pt x="163117" y="316773"/>
                  </a:lnTo>
                  <a:lnTo>
                    <a:pt x="167850" y="314319"/>
                  </a:lnTo>
                  <a:lnTo>
                    <a:pt x="172502" y="311715"/>
                  </a:lnTo>
                  <a:lnTo>
                    <a:pt x="177069" y="308963"/>
                  </a:lnTo>
                  <a:lnTo>
                    <a:pt x="181546" y="306068"/>
                  </a:lnTo>
                  <a:lnTo>
                    <a:pt x="185928" y="303031"/>
                  </a:lnTo>
                  <a:lnTo>
                    <a:pt x="190211" y="299856"/>
                  </a:lnTo>
                  <a:lnTo>
                    <a:pt x="194390" y="296546"/>
                  </a:lnTo>
                  <a:lnTo>
                    <a:pt x="198462" y="293105"/>
                  </a:lnTo>
                  <a:lnTo>
                    <a:pt x="202422" y="289535"/>
                  </a:lnTo>
                  <a:lnTo>
                    <a:pt x="206266" y="285841"/>
                  </a:lnTo>
                  <a:lnTo>
                    <a:pt x="209991" y="282027"/>
                  </a:lnTo>
                  <a:lnTo>
                    <a:pt x="213592" y="278095"/>
                  </a:lnTo>
                  <a:lnTo>
                    <a:pt x="217066" y="274051"/>
                  </a:lnTo>
                  <a:lnTo>
                    <a:pt x="220409" y="269897"/>
                  </a:lnTo>
                  <a:lnTo>
                    <a:pt x="223618" y="265640"/>
                  </a:lnTo>
                  <a:lnTo>
                    <a:pt x="226689" y="261282"/>
                  </a:lnTo>
                  <a:lnTo>
                    <a:pt x="229620" y="256828"/>
                  </a:lnTo>
                  <a:lnTo>
                    <a:pt x="232407" y="252284"/>
                  </a:lnTo>
                  <a:lnTo>
                    <a:pt x="235049" y="247652"/>
                  </a:lnTo>
                  <a:lnTo>
                    <a:pt x="237541" y="242939"/>
                  </a:lnTo>
                  <a:lnTo>
                    <a:pt x="239881" y="238149"/>
                  </a:lnTo>
                  <a:lnTo>
                    <a:pt x="242068" y="233287"/>
                  </a:lnTo>
                  <a:lnTo>
                    <a:pt x="244098" y="228357"/>
                  </a:lnTo>
                  <a:lnTo>
                    <a:pt x="245970" y="223365"/>
                  </a:lnTo>
                  <a:lnTo>
                    <a:pt x="247682" y="218316"/>
                  </a:lnTo>
                  <a:lnTo>
                    <a:pt x="249232" y="213215"/>
                  </a:lnTo>
                  <a:lnTo>
                    <a:pt x="250619" y="208067"/>
                  </a:lnTo>
                  <a:lnTo>
                    <a:pt x="251841" y="202877"/>
                  </a:lnTo>
                  <a:lnTo>
                    <a:pt x="252897" y="197651"/>
                  </a:lnTo>
                  <a:lnTo>
                    <a:pt x="253785" y="192395"/>
                  </a:lnTo>
                  <a:lnTo>
                    <a:pt x="254506" y="187112"/>
                  </a:lnTo>
                  <a:lnTo>
                    <a:pt x="255057" y="181809"/>
                  </a:lnTo>
                  <a:lnTo>
                    <a:pt x="255439" y="176491"/>
                  </a:lnTo>
                  <a:lnTo>
                    <a:pt x="255652" y="171164"/>
                  </a:lnTo>
                  <a:lnTo>
                    <a:pt x="255694" y="165833"/>
                  </a:lnTo>
                  <a:lnTo>
                    <a:pt x="255567" y="160503"/>
                  </a:lnTo>
                  <a:lnTo>
                    <a:pt x="255269" y="155180"/>
                  </a:lnTo>
                  <a:lnTo>
                    <a:pt x="254802" y="149869"/>
                  </a:lnTo>
                  <a:lnTo>
                    <a:pt x="254166" y="144576"/>
                  </a:lnTo>
                  <a:lnTo>
                    <a:pt x="253361" y="139305"/>
                  </a:lnTo>
                  <a:lnTo>
                    <a:pt x="252389" y="134063"/>
                  </a:lnTo>
                  <a:lnTo>
                    <a:pt x="251250" y="128855"/>
                  </a:lnTo>
                  <a:lnTo>
                    <a:pt x="249946" y="123685"/>
                  </a:lnTo>
                  <a:lnTo>
                    <a:pt x="248477" y="118560"/>
                  </a:lnTo>
                  <a:lnTo>
                    <a:pt x="246846" y="113484"/>
                  </a:lnTo>
                  <a:lnTo>
                    <a:pt x="245053" y="108463"/>
                  </a:lnTo>
                  <a:lnTo>
                    <a:pt x="243102" y="103502"/>
                  </a:lnTo>
                  <a:lnTo>
                    <a:pt x="240993" y="98605"/>
                  </a:lnTo>
                  <a:lnTo>
                    <a:pt x="238729" y="93778"/>
                  </a:lnTo>
                  <a:lnTo>
                    <a:pt x="236312" y="89026"/>
                  </a:lnTo>
                  <a:lnTo>
                    <a:pt x="233745" y="84353"/>
                  </a:lnTo>
                  <a:lnTo>
                    <a:pt x="231031" y="79765"/>
                  </a:lnTo>
                  <a:lnTo>
                    <a:pt x="228171" y="75265"/>
                  </a:lnTo>
                  <a:lnTo>
                    <a:pt x="225169" y="70859"/>
                  </a:lnTo>
                  <a:lnTo>
                    <a:pt x="222029" y="66551"/>
                  </a:lnTo>
                  <a:lnTo>
                    <a:pt x="218752" y="62345"/>
                  </a:lnTo>
                  <a:lnTo>
                    <a:pt x="215343" y="58246"/>
                  </a:lnTo>
                  <a:lnTo>
                    <a:pt x="211806" y="54257"/>
                  </a:lnTo>
                  <a:lnTo>
                    <a:pt x="208142" y="50383"/>
                  </a:lnTo>
                  <a:lnTo>
                    <a:pt x="204357" y="46629"/>
                  </a:lnTo>
                  <a:lnTo>
                    <a:pt x="200455" y="42996"/>
                  </a:lnTo>
                  <a:lnTo>
                    <a:pt x="196438" y="39491"/>
                  </a:lnTo>
                  <a:lnTo>
                    <a:pt x="192312" y="36114"/>
                  </a:lnTo>
                  <a:lnTo>
                    <a:pt x="188080" y="32872"/>
                  </a:lnTo>
                  <a:lnTo>
                    <a:pt x="183747" y="29766"/>
                  </a:lnTo>
                  <a:lnTo>
                    <a:pt x="179317" y="26799"/>
                  </a:lnTo>
                  <a:lnTo>
                    <a:pt x="174794" y="23976"/>
                  </a:lnTo>
                  <a:lnTo>
                    <a:pt x="170184" y="21298"/>
                  </a:lnTo>
                  <a:lnTo>
                    <a:pt x="165491" y="18768"/>
                  </a:lnTo>
                  <a:lnTo>
                    <a:pt x="160720" y="16389"/>
                  </a:lnTo>
                  <a:lnTo>
                    <a:pt x="155875" y="14164"/>
                  </a:lnTo>
                  <a:lnTo>
                    <a:pt x="150962" y="12094"/>
                  </a:lnTo>
                  <a:lnTo>
                    <a:pt x="145985" y="10182"/>
                  </a:lnTo>
                  <a:lnTo>
                    <a:pt x="140950" y="8430"/>
                  </a:lnTo>
                  <a:lnTo>
                    <a:pt x="135861" y="6839"/>
                  </a:lnTo>
                  <a:lnTo>
                    <a:pt x="130724" y="5412"/>
                  </a:lnTo>
                  <a:lnTo>
                    <a:pt x="125545" y="4148"/>
                  </a:lnTo>
                  <a:lnTo>
                    <a:pt x="120327" y="3051"/>
                  </a:lnTo>
                  <a:lnTo>
                    <a:pt x="115078" y="2121"/>
                  </a:lnTo>
                  <a:lnTo>
                    <a:pt x="109801" y="1358"/>
                  </a:lnTo>
                  <a:lnTo>
                    <a:pt x="104503" y="764"/>
                  </a:lnTo>
                  <a:lnTo>
                    <a:pt x="99188" y="339"/>
                  </a:lnTo>
                  <a:lnTo>
                    <a:pt x="93863" y="85"/>
                  </a:lnTo>
                  <a:lnTo>
                    <a:pt x="88532" y="0"/>
                  </a:lnTo>
                  <a:lnTo>
                    <a:pt x="8853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7342" y="1071028"/>
              <a:ext cx="167158" cy="179631"/>
            </a:xfrm>
            <a:custGeom>
              <a:avLst/>
              <a:pathLst>
                <a:path w="167158" h="179631">
                  <a:moveTo>
                    <a:pt x="167158" y="0"/>
                  </a:moveTo>
                  <a:lnTo>
                    <a:pt x="161766" y="86"/>
                  </a:lnTo>
                  <a:lnTo>
                    <a:pt x="156379" y="347"/>
                  </a:lnTo>
                  <a:lnTo>
                    <a:pt x="151004" y="782"/>
                  </a:lnTo>
                  <a:lnTo>
                    <a:pt x="145645" y="1390"/>
                  </a:lnTo>
                  <a:lnTo>
                    <a:pt x="140308" y="2170"/>
                  </a:lnTo>
                  <a:lnTo>
                    <a:pt x="135000" y="3122"/>
                  </a:lnTo>
                  <a:lnTo>
                    <a:pt x="129725" y="4245"/>
                  </a:lnTo>
                  <a:lnTo>
                    <a:pt x="124489" y="5537"/>
                  </a:lnTo>
                  <a:lnTo>
                    <a:pt x="119297" y="6997"/>
                  </a:lnTo>
                  <a:lnTo>
                    <a:pt x="114156" y="8625"/>
                  </a:lnTo>
                  <a:lnTo>
                    <a:pt x="109069" y="10417"/>
                  </a:lnTo>
                  <a:lnTo>
                    <a:pt x="104043" y="12372"/>
                  </a:lnTo>
                  <a:lnTo>
                    <a:pt x="99082" y="14489"/>
                  </a:lnTo>
                  <a:lnTo>
                    <a:pt x="94193" y="16764"/>
                  </a:lnTo>
                  <a:lnTo>
                    <a:pt x="89379" y="19196"/>
                  </a:lnTo>
                  <a:lnTo>
                    <a:pt x="84646" y="21782"/>
                  </a:lnTo>
                  <a:lnTo>
                    <a:pt x="80000" y="24519"/>
                  </a:lnTo>
                  <a:lnTo>
                    <a:pt x="75444" y="27405"/>
                  </a:lnTo>
                  <a:lnTo>
                    <a:pt x="70983" y="30436"/>
                  </a:lnTo>
                  <a:lnTo>
                    <a:pt x="66622" y="33610"/>
                  </a:lnTo>
                  <a:lnTo>
                    <a:pt x="62366" y="36923"/>
                  </a:lnTo>
                  <a:lnTo>
                    <a:pt x="58220" y="40371"/>
                  </a:lnTo>
                  <a:lnTo>
                    <a:pt x="54186" y="43951"/>
                  </a:lnTo>
                  <a:lnTo>
                    <a:pt x="50270" y="47659"/>
                  </a:lnTo>
                  <a:lnTo>
                    <a:pt x="46476" y="51492"/>
                  </a:lnTo>
                  <a:lnTo>
                    <a:pt x="42807" y="55445"/>
                  </a:lnTo>
                  <a:lnTo>
                    <a:pt x="39268" y="59514"/>
                  </a:lnTo>
                  <a:lnTo>
                    <a:pt x="35862" y="63696"/>
                  </a:lnTo>
                  <a:lnTo>
                    <a:pt x="32593" y="67985"/>
                  </a:lnTo>
                  <a:lnTo>
                    <a:pt x="29463" y="72377"/>
                  </a:lnTo>
                  <a:lnTo>
                    <a:pt x="26477" y="76868"/>
                  </a:lnTo>
                  <a:lnTo>
                    <a:pt x="23638" y="81453"/>
                  </a:lnTo>
                  <a:lnTo>
                    <a:pt x="20948" y="86128"/>
                  </a:lnTo>
                  <a:lnTo>
                    <a:pt x="18410" y="90886"/>
                  </a:lnTo>
                  <a:lnTo>
                    <a:pt x="16026" y="95724"/>
                  </a:lnTo>
                  <a:lnTo>
                    <a:pt x="13800" y="100637"/>
                  </a:lnTo>
                  <a:lnTo>
                    <a:pt x="11734" y="105618"/>
                  </a:lnTo>
                  <a:lnTo>
                    <a:pt x="9830" y="110664"/>
                  </a:lnTo>
                  <a:lnTo>
                    <a:pt x="8089" y="115768"/>
                  </a:lnTo>
                  <a:lnTo>
                    <a:pt x="6514" y="120926"/>
                  </a:lnTo>
                  <a:lnTo>
                    <a:pt x="5106" y="126132"/>
                  </a:lnTo>
                  <a:lnTo>
                    <a:pt x="3866" y="131381"/>
                  </a:lnTo>
                  <a:lnTo>
                    <a:pt x="2797" y="136667"/>
                  </a:lnTo>
                  <a:lnTo>
                    <a:pt x="1899" y="141985"/>
                  </a:lnTo>
                  <a:lnTo>
                    <a:pt x="1172" y="147329"/>
                  </a:lnTo>
                  <a:lnTo>
                    <a:pt x="619" y="152694"/>
                  </a:lnTo>
                  <a:lnTo>
                    <a:pt x="238" y="158073"/>
                  </a:lnTo>
                  <a:lnTo>
                    <a:pt x="32" y="163462"/>
                  </a:lnTo>
                  <a:lnTo>
                    <a:pt x="0" y="168855"/>
                  </a:lnTo>
                  <a:lnTo>
                    <a:pt x="141" y="174247"/>
                  </a:lnTo>
                  <a:lnTo>
                    <a:pt x="456" y="179631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7799" y="1238196"/>
              <a:ext cx="166702" cy="12463"/>
            </a:xfrm>
            <a:custGeom>
              <a:avLst/>
              <a:pathLst>
                <a:path w="166702" h="12463">
                  <a:moveTo>
                    <a:pt x="0" y="12463"/>
                  </a:moveTo>
                  <a:lnTo>
                    <a:pt x="16670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799" y="1238196"/>
              <a:ext cx="166702" cy="12463"/>
            </a:xfrm>
            <a:custGeom>
              <a:avLst/>
              <a:pathLst>
                <a:path w="166702" h="12463">
                  <a:moveTo>
                    <a:pt x="0" y="12463"/>
                  </a:moveTo>
                  <a:lnTo>
                    <a:pt x="16670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799" y="1238196"/>
              <a:ext cx="166702" cy="12463"/>
            </a:xfrm>
            <a:custGeom>
              <a:avLst/>
              <a:pathLst>
                <a:path w="166702" h="12463">
                  <a:moveTo>
                    <a:pt x="0" y="12463"/>
                  </a:moveTo>
                  <a:lnTo>
                    <a:pt x="16670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799" y="1238196"/>
              <a:ext cx="166702" cy="12463"/>
            </a:xfrm>
            <a:custGeom>
              <a:avLst/>
              <a:pathLst>
                <a:path w="166702" h="12463">
                  <a:moveTo>
                    <a:pt x="0" y="12463"/>
                  </a:moveTo>
                  <a:lnTo>
                    <a:pt x="16670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799" y="1238196"/>
              <a:ext cx="166702" cy="12463"/>
            </a:xfrm>
            <a:custGeom>
              <a:avLst/>
              <a:pathLst>
                <a:path w="166702" h="12463">
                  <a:moveTo>
                    <a:pt x="0" y="12463"/>
                  </a:moveTo>
                  <a:lnTo>
                    <a:pt x="16670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799" y="1238196"/>
              <a:ext cx="166702" cy="12463"/>
            </a:xfrm>
            <a:custGeom>
              <a:avLst/>
              <a:pathLst>
                <a:path w="166702" h="12463">
                  <a:moveTo>
                    <a:pt x="0" y="12463"/>
                  </a:moveTo>
                  <a:lnTo>
                    <a:pt x="16670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799" y="1238196"/>
              <a:ext cx="166702" cy="12463"/>
            </a:xfrm>
            <a:custGeom>
              <a:avLst/>
              <a:pathLst>
                <a:path w="166702" h="12463">
                  <a:moveTo>
                    <a:pt x="0" y="12463"/>
                  </a:moveTo>
                  <a:lnTo>
                    <a:pt x="16670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799" y="1238196"/>
              <a:ext cx="166702" cy="12463"/>
            </a:xfrm>
            <a:custGeom>
              <a:avLst/>
              <a:pathLst>
                <a:path w="166702" h="12463">
                  <a:moveTo>
                    <a:pt x="0" y="12463"/>
                  </a:moveTo>
                  <a:lnTo>
                    <a:pt x="16670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799" y="1238196"/>
              <a:ext cx="166702" cy="12463"/>
            </a:xfrm>
            <a:custGeom>
              <a:avLst/>
              <a:pathLst>
                <a:path w="166702" h="12463">
                  <a:moveTo>
                    <a:pt x="0" y="12463"/>
                  </a:moveTo>
                  <a:lnTo>
                    <a:pt x="16670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799" y="1238196"/>
              <a:ext cx="166702" cy="12463"/>
            </a:xfrm>
            <a:custGeom>
              <a:avLst/>
              <a:pathLst>
                <a:path w="166702" h="12463">
                  <a:moveTo>
                    <a:pt x="0" y="12463"/>
                  </a:moveTo>
                  <a:lnTo>
                    <a:pt x="16670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799" y="1238196"/>
              <a:ext cx="166702" cy="12463"/>
            </a:xfrm>
            <a:custGeom>
              <a:avLst/>
              <a:pathLst>
                <a:path w="166702" h="12463">
                  <a:moveTo>
                    <a:pt x="0" y="12463"/>
                  </a:moveTo>
                  <a:lnTo>
                    <a:pt x="16670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799" y="1238196"/>
              <a:ext cx="166702" cy="12463"/>
            </a:xfrm>
            <a:custGeom>
              <a:avLst/>
              <a:pathLst>
                <a:path w="166702" h="12463">
                  <a:moveTo>
                    <a:pt x="0" y="12463"/>
                  </a:moveTo>
                  <a:lnTo>
                    <a:pt x="1667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7799" y="1238196"/>
              <a:ext cx="166702" cy="12463"/>
            </a:xfrm>
            <a:custGeom>
              <a:avLst/>
              <a:pathLst>
                <a:path w="166702" h="12463">
                  <a:moveTo>
                    <a:pt x="0" y="12463"/>
                  </a:moveTo>
                  <a:lnTo>
                    <a:pt x="1667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7799" y="1238196"/>
              <a:ext cx="166702" cy="12463"/>
            </a:xfrm>
            <a:custGeom>
              <a:avLst/>
              <a:pathLst>
                <a:path w="166702" h="12463">
                  <a:moveTo>
                    <a:pt x="0" y="12463"/>
                  </a:moveTo>
                  <a:lnTo>
                    <a:pt x="1667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7799" y="1238196"/>
              <a:ext cx="166702" cy="12463"/>
            </a:xfrm>
            <a:custGeom>
              <a:avLst/>
              <a:pathLst>
                <a:path w="166702" h="12463">
                  <a:moveTo>
                    <a:pt x="0" y="12463"/>
                  </a:moveTo>
                  <a:lnTo>
                    <a:pt x="1667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7799" y="1238196"/>
              <a:ext cx="166702" cy="12463"/>
            </a:xfrm>
            <a:custGeom>
              <a:avLst/>
              <a:pathLst>
                <a:path w="166702" h="12463">
                  <a:moveTo>
                    <a:pt x="0" y="12463"/>
                  </a:moveTo>
                  <a:lnTo>
                    <a:pt x="16670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7799" y="1238196"/>
              <a:ext cx="166702" cy="12463"/>
            </a:xfrm>
            <a:custGeom>
              <a:avLst/>
              <a:pathLst>
                <a:path w="166702" h="12463">
                  <a:moveTo>
                    <a:pt x="0" y="12463"/>
                  </a:moveTo>
                  <a:lnTo>
                    <a:pt x="16670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7799" y="1072593"/>
              <a:ext cx="333864" cy="332766"/>
            </a:xfrm>
            <a:custGeom>
              <a:avLst/>
              <a:pathLst>
                <a:path w="333864" h="332766">
                  <a:moveTo>
                    <a:pt x="0" y="178066"/>
                  </a:moveTo>
                  <a:lnTo>
                    <a:pt x="478" y="183342"/>
                  </a:lnTo>
                  <a:lnTo>
                    <a:pt x="1124" y="188601"/>
                  </a:lnTo>
                  <a:lnTo>
                    <a:pt x="1936" y="193837"/>
                  </a:lnTo>
                  <a:lnTo>
                    <a:pt x="2913" y="199044"/>
                  </a:lnTo>
                  <a:lnTo>
                    <a:pt x="4056" y="204218"/>
                  </a:lnTo>
                  <a:lnTo>
                    <a:pt x="5361" y="209353"/>
                  </a:lnTo>
                  <a:lnTo>
                    <a:pt x="6829" y="214444"/>
                  </a:lnTo>
                  <a:lnTo>
                    <a:pt x="8457" y="219486"/>
                  </a:lnTo>
                  <a:lnTo>
                    <a:pt x="10244" y="224474"/>
                  </a:lnTo>
                  <a:lnTo>
                    <a:pt x="12188" y="229402"/>
                  </a:lnTo>
                  <a:lnTo>
                    <a:pt x="14288" y="234267"/>
                  </a:lnTo>
                  <a:lnTo>
                    <a:pt x="16540" y="239063"/>
                  </a:lnTo>
                  <a:lnTo>
                    <a:pt x="18944" y="243784"/>
                  </a:lnTo>
                  <a:lnTo>
                    <a:pt x="21495" y="248428"/>
                  </a:lnTo>
                  <a:lnTo>
                    <a:pt x="24193" y="252988"/>
                  </a:lnTo>
                  <a:lnTo>
                    <a:pt x="27034" y="257460"/>
                  </a:lnTo>
                  <a:lnTo>
                    <a:pt x="30015" y="261840"/>
                  </a:lnTo>
                  <a:lnTo>
                    <a:pt x="33134" y="266123"/>
                  </a:lnTo>
                  <a:lnTo>
                    <a:pt x="36386" y="270306"/>
                  </a:lnTo>
                  <a:lnTo>
                    <a:pt x="39770" y="274383"/>
                  </a:lnTo>
                  <a:lnTo>
                    <a:pt x="43281" y="278351"/>
                  </a:lnTo>
                  <a:lnTo>
                    <a:pt x="46916" y="282206"/>
                  </a:lnTo>
                  <a:lnTo>
                    <a:pt x="50672" y="285943"/>
                  </a:lnTo>
                  <a:lnTo>
                    <a:pt x="54544" y="289560"/>
                  </a:lnTo>
                  <a:lnTo>
                    <a:pt x="58528" y="293052"/>
                  </a:lnTo>
                  <a:lnTo>
                    <a:pt x="62621" y="296416"/>
                  </a:lnTo>
                  <a:lnTo>
                    <a:pt x="66819" y="299649"/>
                  </a:lnTo>
                  <a:lnTo>
                    <a:pt x="71117" y="302747"/>
                  </a:lnTo>
                  <a:lnTo>
                    <a:pt x="75512" y="305707"/>
                  </a:lnTo>
                  <a:lnTo>
                    <a:pt x="79997" y="308526"/>
                  </a:lnTo>
                  <a:lnTo>
                    <a:pt x="84570" y="311202"/>
                  </a:lnTo>
                  <a:lnTo>
                    <a:pt x="89226" y="313732"/>
                  </a:lnTo>
                  <a:lnTo>
                    <a:pt x="93959" y="316113"/>
                  </a:lnTo>
                  <a:lnTo>
                    <a:pt x="98765" y="318342"/>
                  </a:lnTo>
                  <a:lnTo>
                    <a:pt x="103640" y="320419"/>
                  </a:lnTo>
                  <a:lnTo>
                    <a:pt x="108578" y="322339"/>
                  </a:lnTo>
                  <a:lnTo>
                    <a:pt x="113574" y="324103"/>
                  </a:lnTo>
                  <a:lnTo>
                    <a:pt x="118624" y="325707"/>
                  </a:lnTo>
                  <a:lnTo>
                    <a:pt x="123722" y="327150"/>
                  </a:lnTo>
                  <a:lnTo>
                    <a:pt x="128863" y="328431"/>
                  </a:lnTo>
                  <a:lnTo>
                    <a:pt x="134042" y="329548"/>
                  </a:lnTo>
                  <a:lnTo>
                    <a:pt x="139254" y="330501"/>
                  </a:lnTo>
                  <a:lnTo>
                    <a:pt x="144494" y="331288"/>
                  </a:lnTo>
                  <a:lnTo>
                    <a:pt x="149755" y="331908"/>
                  </a:lnTo>
                  <a:lnTo>
                    <a:pt x="155034" y="332362"/>
                  </a:lnTo>
                  <a:lnTo>
                    <a:pt x="160325" y="332648"/>
                  </a:lnTo>
                  <a:lnTo>
                    <a:pt x="165622" y="332766"/>
                  </a:lnTo>
                  <a:lnTo>
                    <a:pt x="170920" y="332716"/>
                  </a:lnTo>
                  <a:lnTo>
                    <a:pt x="176214" y="332499"/>
                  </a:lnTo>
                  <a:lnTo>
                    <a:pt x="181498" y="332113"/>
                  </a:lnTo>
                  <a:lnTo>
                    <a:pt x="186767" y="331561"/>
                  </a:lnTo>
                  <a:lnTo>
                    <a:pt x="192017" y="330842"/>
                  </a:lnTo>
                  <a:lnTo>
                    <a:pt x="197241" y="329956"/>
                  </a:lnTo>
                  <a:lnTo>
                    <a:pt x="202434" y="328906"/>
                  </a:lnTo>
                  <a:lnTo>
                    <a:pt x="207591" y="327692"/>
                  </a:lnTo>
                  <a:lnTo>
                    <a:pt x="212707" y="326314"/>
                  </a:lnTo>
                  <a:lnTo>
                    <a:pt x="217777" y="324776"/>
                  </a:lnTo>
                  <a:lnTo>
                    <a:pt x="222796" y="323077"/>
                  </a:lnTo>
                  <a:lnTo>
                    <a:pt x="227758" y="321220"/>
                  </a:lnTo>
                  <a:lnTo>
                    <a:pt x="232659" y="319207"/>
                  </a:lnTo>
                  <a:lnTo>
                    <a:pt x="237494" y="317040"/>
                  </a:lnTo>
                  <a:lnTo>
                    <a:pt x="242257" y="314720"/>
                  </a:lnTo>
                  <a:lnTo>
                    <a:pt x="246945" y="312251"/>
                  </a:lnTo>
                  <a:lnTo>
                    <a:pt x="251552" y="309634"/>
                  </a:lnTo>
                  <a:lnTo>
                    <a:pt x="256074" y="306873"/>
                  </a:lnTo>
                  <a:lnTo>
                    <a:pt x="260506" y="303970"/>
                  </a:lnTo>
                  <a:lnTo>
                    <a:pt x="264844" y="300928"/>
                  </a:lnTo>
                  <a:lnTo>
                    <a:pt x="269083" y="297750"/>
                  </a:lnTo>
                  <a:lnTo>
                    <a:pt x="273220" y="294439"/>
                  </a:lnTo>
                  <a:lnTo>
                    <a:pt x="277249" y="290998"/>
                  </a:lnTo>
                  <a:lnTo>
                    <a:pt x="281167" y="287432"/>
                  </a:lnTo>
                  <a:lnTo>
                    <a:pt x="284971" y="283743"/>
                  </a:lnTo>
                  <a:lnTo>
                    <a:pt x="288655" y="279936"/>
                  </a:lnTo>
                  <a:lnTo>
                    <a:pt x="292217" y="276014"/>
                  </a:lnTo>
                  <a:lnTo>
                    <a:pt x="295653" y="271981"/>
                  </a:lnTo>
                  <a:lnTo>
                    <a:pt x="298960" y="267841"/>
                  </a:lnTo>
                  <a:lnTo>
                    <a:pt x="302133" y="263598"/>
                  </a:lnTo>
                  <a:lnTo>
                    <a:pt x="305171" y="259257"/>
                  </a:lnTo>
                  <a:lnTo>
                    <a:pt x="308069" y="254822"/>
                  </a:lnTo>
                  <a:lnTo>
                    <a:pt x="310826" y="250297"/>
                  </a:lnTo>
                  <a:lnTo>
                    <a:pt x="313437" y="245687"/>
                  </a:lnTo>
                  <a:lnTo>
                    <a:pt x="315902" y="240996"/>
                  </a:lnTo>
                  <a:lnTo>
                    <a:pt x="318216" y="236230"/>
                  </a:lnTo>
                  <a:lnTo>
                    <a:pt x="320378" y="231393"/>
                  </a:lnTo>
                  <a:lnTo>
                    <a:pt x="322386" y="226490"/>
                  </a:lnTo>
                  <a:lnTo>
                    <a:pt x="324237" y="221526"/>
                  </a:lnTo>
                  <a:lnTo>
                    <a:pt x="325930" y="216505"/>
                  </a:lnTo>
                  <a:lnTo>
                    <a:pt x="327464" y="211434"/>
                  </a:lnTo>
                  <a:lnTo>
                    <a:pt x="328835" y="206316"/>
                  </a:lnTo>
                  <a:lnTo>
                    <a:pt x="330044" y="201157"/>
                  </a:lnTo>
                  <a:lnTo>
                    <a:pt x="331089" y="195963"/>
                  </a:lnTo>
                  <a:lnTo>
                    <a:pt x="331968" y="190738"/>
                  </a:lnTo>
                  <a:lnTo>
                    <a:pt x="332682" y="185488"/>
                  </a:lnTo>
                  <a:lnTo>
                    <a:pt x="333229" y="180218"/>
                  </a:lnTo>
                  <a:lnTo>
                    <a:pt x="333608" y="174934"/>
                  </a:lnTo>
                  <a:lnTo>
                    <a:pt x="333820" y="169640"/>
                  </a:lnTo>
                  <a:lnTo>
                    <a:pt x="333864" y="164341"/>
                  </a:lnTo>
                  <a:lnTo>
                    <a:pt x="333740" y="159045"/>
                  </a:lnTo>
                  <a:lnTo>
                    <a:pt x="333449" y="153754"/>
                  </a:lnTo>
                  <a:lnTo>
                    <a:pt x="332990" y="148476"/>
                  </a:lnTo>
                  <a:lnTo>
                    <a:pt x="332363" y="143215"/>
                  </a:lnTo>
                  <a:lnTo>
                    <a:pt x="331571" y="137976"/>
                  </a:lnTo>
                  <a:lnTo>
                    <a:pt x="330612" y="132765"/>
                  </a:lnTo>
                  <a:lnTo>
                    <a:pt x="329489" y="127587"/>
                  </a:lnTo>
                  <a:lnTo>
                    <a:pt x="328203" y="122447"/>
                  </a:lnTo>
                  <a:lnTo>
                    <a:pt x="326754" y="117351"/>
                  </a:lnTo>
                  <a:lnTo>
                    <a:pt x="325145" y="112303"/>
                  </a:lnTo>
                  <a:lnTo>
                    <a:pt x="323376" y="107309"/>
                  </a:lnTo>
                  <a:lnTo>
                    <a:pt x="321450" y="102373"/>
                  </a:lnTo>
                  <a:lnTo>
                    <a:pt x="319368" y="97501"/>
                  </a:lnTo>
                  <a:lnTo>
                    <a:pt x="317134" y="92697"/>
                  </a:lnTo>
                  <a:lnTo>
                    <a:pt x="314748" y="87966"/>
                  </a:lnTo>
                  <a:lnTo>
                    <a:pt x="312213" y="83313"/>
                  </a:lnTo>
                  <a:lnTo>
                    <a:pt x="309532" y="78743"/>
                  </a:lnTo>
                  <a:lnTo>
                    <a:pt x="306708" y="74261"/>
                  </a:lnTo>
                  <a:lnTo>
                    <a:pt x="303743" y="69870"/>
                  </a:lnTo>
                  <a:lnTo>
                    <a:pt x="300640" y="65575"/>
                  </a:lnTo>
                  <a:lnTo>
                    <a:pt x="297403" y="61380"/>
                  </a:lnTo>
                  <a:lnTo>
                    <a:pt x="294034" y="57291"/>
                  </a:lnTo>
                  <a:lnTo>
                    <a:pt x="290538" y="53310"/>
                  </a:lnTo>
                  <a:lnTo>
                    <a:pt x="286917" y="49442"/>
                  </a:lnTo>
                  <a:lnTo>
                    <a:pt x="283176" y="45690"/>
                  </a:lnTo>
                  <a:lnTo>
                    <a:pt x="279317" y="42060"/>
                  </a:lnTo>
                  <a:lnTo>
                    <a:pt x="275345" y="38553"/>
                  </a:lnTo>
                  <a:lnTo>
                    <a:pt x="271264" y="35174"/>
                  </a:lnTo>
                  <a:lnTo>
                    <a:pt x="267079" y="31925"/>
                  </a:lnTo>
                  <a:lnTo>
                    <a:pt x="262792" y="28812"/>
                  </a:lnTo>
                  <a:lnTo>
                    <a:pt x="258409" y="25835"/>
                  </a:lnTo>
                  <a:lnTo>
                    <a:pt x="253933" y="22999"/>
                  </a:lnTo>
                  <a:lnTo>
                    <a:pt x="249370" y="20306"/>
                  </a:lnTo>
                  <a:lnTo>
                    <a:pt x="244724" y="17759"/>
                  </a:lnTo>
                  <a:lnTo>
                    <a:pt x="240000" y="15361"/>
                  </a:lnTo>
                  <a:lnTo>
                    <a:pt x="235202" y="13114"/>
                  </a:lnTo>
                  <a:lnTo>
                    <a:pt x="230335" y="11019"/>
                  </a:lnTo>
                  <a:lnTo>
                    <a:pt x="225404" y="9081"/>
                  </a:lnTo>
                  <a:lnTo>
                    <a:pt x="220414" y="7299"/>
                  </a:lnTo>
                  <a:lnTo>
                    <a:pt x="215371" y="5676"/>
                  </a:lnTo>
                  <a:lnTo>
                    <a:pt x="210278" y="4214"/>
                  </a:lnTo>
                  <a:lnTo>
                    <a:pt x="205142" y="2914"/>
                  </a:lnTo>
                  <a:lnTo>
                    <a:pt x="199967" y="1778"/>
                  </a:lnTo>
                  <a:lnTo>
                    <a:pt x="194758" y="806"/>
                  </a:lnTo>
                  <a:lnTo>
                    <a:pt x="189522" y="0"/>
                  </a:lnTo>
                  <a:lnTo>
                    <a:pt x="166702" y="1656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964501" y="1071028"/>
              <a:ext cx="22820" cy="167167"/>
            </a:xfrm>
            <a:custGeom>
              <a:avLst/>
              <a:pathLst>
                <a:path w="22820" h="167167">
                  <a:moveTo>
                    <a:pt x="22820" y="1564"/>
                  </a:moveTo>
                  <a:lnTo>
                    <a:pt x="15239" y="696"/>
                  </a:lnTo>
                  <a:lnTo>
                    <a:pt x="7627" y="17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22072" y="1322571"/>
              <a:ext cx="66647" cy="167167"/>
            </a:xfrm>
            <a:custGeom>
              <a:avLst/>
              <a:pathLst>
                <a:path w="66647" h="167167">
                  <a:moveTo>
                    <a:pt x="66647" y="0"/>
                  </a:moveTo>
                  <a:lnTo>
                    <a:pt x="60936" y="97"/>
                  </a:lnTo>
                  <a:lnTo>
                    <a:pt x="55231" y="390"/>
                  </a:lnTo>
                  <a:lnTo>
                    <a:pt x="49539" y="877"/>
                  </a:lnTo>
                  <a:lnTo>
                    <a:pt x="43867" y="1559"/>
                  </a:lnTo>
                  <a:lnTo>
                    <a:pt x="38222" y="2434"/>
                  </a:lnTo>
                  <a:lnTo>
                    <a:pt x="32610" y="3501"/>
                  </a:lnTo>
                  <a:lnTo>
                    <a:pt x="27038" y="4760"/>
                  </a:lnTo>
                  <a:lnTo>
                    <a:pt x="21512" y="6208"/>
                  </a:lnTo>
                  <a:lnTo>
                    <a:pt x="16039" y="7844"/>
                  </a:lnTo>
                  <a:lnTo>
                    <a:pt x="10625" y="9666"/>
                  </a:lnTo>
                  <a:lnTo>
                    <a:pt x="5277" y="11672"/>
                  </a:lnTo>
                  <a:lnTo>
                    <a:pt x="0" y="13860"/>
                  </a:lnTo>
                  <a:lnTo>
                    <a:pt x="6664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22072" y="1336432"/>
              <a:ext cx="66647" cy="153306"/>
            </a:xfrm>
            <a:custGeom>
              <a:avLst/>
              <a:pathLst>
                <a:path w="66647" h="153306">
                  <a:moveTo>
                    <a:pt x="0" y="0"/>
                  </a:moveTo>
                  <a:lnTo>
                    <a:pt x="66647" y="15330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22072" y="1336432"/>
              <a:ext cx="66647" cy="153306"/>
            </a:xfrm>
            <a:custGeom>
              <a:avLst/>
              <a:pathLst>
                <a:path w="66647" h="153306">
                  <a:moveTo>
                    <a:pt x="0" y="0"/>
                  </a:moveTo>
                  <a:lnTo>
                    <a:pt x="66647" y="15330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22072" y="1336432"/>
              <a:ext cx="66647" cy="153306"/>
            </a:xfrm>
            <a:custGeom>
              <a:avLst/>
              <a:pathLst>
                <a:path w="66647" h="153306">
                  <a:moveTo>
                    <a:pt x="0" y="0"/>
                  </a:moveTo>
                  <a:lnTo>
                    <a:pt x="66647" y="1533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22072" y="1336432"/>
              <a:ext cx="66647" cy="153306"/>
            </a:xfrm>
            <a:custGeom>
              <a:avLst/>
              <a:pathLst>
                <a:path w="66647" h="153306">
                  <a:moveTo>
                    <a:pt x="0" y="0"/>
                  </a:moveTo>
                  <a:lnTo>
                    <a:pt x="66647" y="1533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22072" y="1336432"/>
              <a:ext cx="66647" cy="153306"/>
            </a:xfrm>
            <a:custGeom>
              <a:avLst/>
              <a:pathLst>
                <a:path w="66647" h="153306">
                  <a:moveTo>
                    <a:pt x="0" y="0"/>
                  </a:moveTo>
                  <a:lnTo>
                    <a:pt x="66647" y="1533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22072" y="1336432"/>
              <a:ext cx="66647" cy="153306"/>
            </a:xfrm>
            <a:custGeom>
              <a:avLst/>
              <a:pathLst>
                <a:path w="66647" h="153306">
                  <a:moveTo>
                    <a:pt x="0" y="0"/>
                  </a:moveTo>
                  <a:lnTo>
                    <a:pt x="66647" y="1533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22072" y="1336432"/>
              <a:ext cx="66647" cy="153306"/>
            </a:xfrm>
            <a:custGeom>
              <a:avLst/>
              <a:pathLst>
                <a:path w="66647" h="153306">
                  <a:moveTo>
                    <a:pt x="0" y="0"/>
                  </a:moveTo>
                  <a:lnTo>
                    <a:pt x="66647" y="15330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22072" y="1336432"/>
              <a:ext cx="66647" cy="153306"/>
            </a:xfrm>
            <a:custGeom>
              <a:avLst/>
              <a:pathLst>
                <a:path w="66647" h="153306">
                  <a:moveTo>
                    <a:pt x="0" y="0"/>
                  </a:moveTo>
                  <a:lnTo>
                    <a:pt x="66647" y="1533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22072" y="1336432"/>
              <a:ext cx="66647" cy="153306"/>
            </a:xfrm>
            <a:custGeom>
              <a:avLst/>
              <a:pathLst>
                <a:path w="66647" h="153306">
                  <a:moveTo>
                    <a:pt x="0" y="0"/>
                  </a:moveTo>
                  <a:lnTo>
                    <a:pt x="66647" y="1533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22072" y="1336432"/>
              <a:ext cx="66647" cy="153306"/>
            </a:xfrm>
            <a:custGeom>
              <a:avLst/>
              <a:pathLst>
                <a:path w="66647" h="153306">
                  <a:moveTo>
                    <a:pt x="0" y="0"/>
                  </a:moveTo>
                  <a:lnTo>
                    <a:pt x="66647" y="15330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22072" y="1336432"/>
              <a:ext cx="66647" cy="153306"/>
            </a:xfrm>
            <a:custGeom>
              <a:avLst/>
              <a:pathLst>
                <a:path w="66647" h="153306">
                  <a:moveTo>
                    <a:pt x="0" y="0"/>
                  </a:moveTo>
                  <a:lnTo>
                    <a:pt x="66647" y="1533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22072" y="1336432"/>
              <a:ext cx="66647" cy="153306"/>
            </a:xfrm>
            <a:custGeom>
              <a:avLst/>
              <a:pathLst>
                <a:path w="66647" h="153306">
                  <a:moveTo>
                    <a:pt x="0" y="0"/>
                  </a:moveTo>
                  <a:lnTo>
                    <a:pt x="66647" y="1533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22072" y="1336432"/>
              <a:ext cx="66647" cy="153306"/>
            </a:xfrm>
            <a:custGeom>
              <a:avLst/>
              <a:pathLst>
                <a:path w="66647" h="153306">
                  <a:moveTo>
                    <a:pt x="0" y="0"/>
                  </a:moveTo>
                  <a:lnTo>
                    <a:pt x="66647" y="1533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22072" y="1336432"/>
              <a:ext cx="66647" cy="153306"/>
            </a:xfrm>
            <a:custGeom>
              <a:avLst/>
              <a:pathLst>
                <a:path w="66647" h="153306">
                  <a:moveTo>
                    <a:pt x="0" y="0"/>
                  </a:moveTo>
                  <a:lnTo>
                    <a:pt x="66647" y="1533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22072" y="1336432"/>
              <a:ext cx="66647" cy="153306"/>
            </a:xfrm>
            <a:custGeom>
              <a:avLst/>
              <a:pathLst>
                <a:path w="66647" h="153306">
                  <a:moveTo>
                    <a:pt x="0" y="0"/>
                  </a:moveTo>
                  <a:lnTo>
                    <a:pt x="66647" y="15330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22072" y="1336432"/>
              <a:ext cx="66647" cy="153306"/>
            </a:xfrm>
            <a:custGeom>
              <a:avLst/>
              <a:pathLst>
                <a:path w="66647" h="153306">
                  <a:moveTo>
                    <a:pt x="0" y="0"/>
                  </a:moveTo>
                  <a:lnTo>
                    <a:pt x="66647" y="1533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321562" y="1336432"/>
              <a:ext cx="334324" cy="320467"/>
            </a:xfrm>
            <a:custGeom>
              <a:avLst/>
              <a:pathLst>
                <a:path w="334324" h="320467">
                  <a:moveTo>
                    <a:pt x="100510" y="0"/>
                  </a:moveTo>
                  <a:lnTo>
                    <a:pt x="95691" y="2186"/>
                  </a:lnTo>
                  <a:lnTo>
                    <a:pt x="90944" y="4523"/>
                  </a:lnTo>
                  <a:lnTo>
                    <a:pt x="86273" y="7010"/>
                  </a:lnTo>
                  <a:lnTo>
                    <a:pt x="81683" y="9644"/>
                  </a:lnTo>
                  <a:lnTo>
                    <a:pt x="77179" y="12421"/>
                  </a:lnTo>
                  <a:lnTo>
                    <a:pt x="72765" y="15339"/>
                  </a:lnTo>
                  <a:lnTo>
                    <a:pt x="68445" y="18396"/>
                  </a:lnTo>
                  <a:lnTo>
                    <a:pt x="64225" y="21588"/>
                  </a:lnTo>
                  <a:lnTo>
                    <a:pt x="60107" y="24912"/>
                  </a:lnTo>
                  <a:lnTo>
                    <a:pt x="56097" y="28364"/>
                  </a:lnTo>
                  <a:lnTo>
                    <a:pt x="52198" y="31942"/>
                  </a:lnTo>
                  <a:lnTo>
                    <a:pt x="48415" y="35641"/>
                  </a:lnTo>
                  <a:lnTo>
                    <a:pt x="44750" y="39459"/>
                  </a:lnTo>
                  <a:lnTo>
                    <a:pt x="41208" y="43390"/>
                  </a:lnTo>
                  <a:lnTo>
                    <a:pt x="37792" y="47431"/>
                  </a:lnTo>
                  <a:lnTo>
                    <a:pt x="34506" y="51579"/>
                  </a:lnTo>
                  <a:lnTo>
                    <a:pt x="31353" y="55828"/>
                  </a:lnTo>
                  <a:lnTo>
                    <a:pt x="28335" y="60176"/>
                  </a:lnTo>
                  <a:lnTo>
                    <a:pt x="25457" y="64616"/>
                  </a:lnTo>
                  <a:lnTo>
                    <a:pt x="22721" y="69145"/>
                  </a:lnTo>
                  <a:lnTo>
                    <a:pt x="20130" y="73759"/>
                  </a:lnTo>
                  <a:lnTo>
                    <a:pt x="17686" y="78452"/>
                  </a:lnTo>
                  <a:lnTo>
                    <a:pt x="15391" y="83221"/>
                  </a:lnTo>
                  <a:lnTo>
                    <a:pt x="13249" y="88059"/>
                  </a:lnTo>
                  <a:lnTo>
                    <a:pt x="11261" y="92963"/>
                  </a:lnTo>
                  <a:lnTo>
                    <a:pt x="9429" y="97928"/>
                  </a:lnTo>
                  <a:lnTo>
                    <a:pt x="7756" y="102948"/>
                  </a:lnTo>
                  <a:lnTo>
                    <a:pt x="6242" y="108018"/>
                  </a:lnTo>
                  <a:lnTo>
                    <a:pt x="4889" y="113134"/>
                  </a:lnTo>
                  <a:lnTo>
                    <a:pt x="3699" y="118290"/>
                  </a:lnTo>
                  <a:lnTo>
                    <a:pt x="2672" y="123481"/>
                  </a:lnTo>
                  <a:lnTo>
                    <a:pt x="1811" y="128702"/>
                  </a:lnTo>
                  <a:lnTo>
                    <a:pt x="1115" y="133948"/>
                  </a:lnTo>
                  <a:lnTo>
                    <a:pt x="585" y="139213"/>
                  </a:lnTo>
                  <a:lnTo>
                    <a:pt x="223" y="144492"/>
                  </a:lnTo>
                  <a:lnTo>
                    <a:pt x="27" y="149780"/>
                  </a:lnTo>
                  <a:lnTo>
                    <a:pt x="0" y="155072"/>
                  </a:lnTo>
                  <a:lnTo>
                    <a:pt x="139" y="160361"/>
                  </a:lnTo>
                  <a:lnTo>
                    <a:pt x="446" y="165644"/>
                  </a:lnTo>
                  <a:lnTo>
                    <a:pt x="920" y="170914"/>
                  </a:lnTo>
                  <a:lnTo>
                    <a:pt x="1561" y="176167"/>
                  </a:lnTo>
                  <a:lnTo>
                    <a:pt x="2367" y="181397"/>
                  </a:lnTo>
                  <a:lnTo>
                    <a:pt x="3339" y="186599"/>
                  </a:lnTo>
                  <a:lnTo>
                    <a:pt x="4475" y="191767"/>
                  </a:lnTo>
                  <a:lnTo>
                    <a:pt x="5773" y="196897"/>
                  </a:lnTo>
                  <a:lnTo>
                    <a:pt x="7234" y="201983"/>
                  </a:lnTo>
                  <a:lnTo>
                    <a:pt x="8855" y="207020"/>
                  </a:lnTo>
                  <a:lnTo>
                    <a:pt x="10634" y="212003"/>
                  </a:lnTo>
                  <a:lnTo>
                    <a:pt x="12570" y="216928"/>
                  </a:lnTo>
                  <a:lnTo>
                    <a:pt x="14661" y="221789"/>
                  </a:lnTo>
                  <a:lnTo>
                    <a:pt x="16905" y="226581"/>
                  </a:lnTo>
                  <a:lnTo>
                    <a:pt x="19300" y="231300"/>
                  </a:lnTo>
                  <a:lnTo>
                    <a:pt x="21842" y="235941"/>
                  </a:lnTo>
                  <a:lnTo>
                    <a:pt x="24531" y="240499"/>
                  </a:lnTo>
                  <a:lnTo>
                    <a:pt x="27362" y="244969"/>
                  </a:lnTo>
                  <a:lnTo>
                    <a:pt x="30333" y="249348"/>
                  </a:lnTo>
                  <a:lnTo>
                    <a:pt x="33441" y="253630"/>
                  </a:lnTo>
                  <a:lnTo>
                    <a:pt x="36684" y="257812"/>
                  </a:lnTo>
                  <a:lnTo>
                    <a:pt x="40057" y="261890"/>
                  </a:lnTo>
                  <a:lnTo>
                    <a:pt x="43557" y="265858"/>
                  </a:lnTo>
                  <a:lnTo>
                    <a:pt x="47181" y="269714"/>
                  </a:lnTo>
                  <a:lnTo>
                    <a:pt x="50926" y="273453"/>
                  </a:lnTo>
                  <a:lnTo>
                    <a:pt x="54787" y="277071"/>
                  </a:lnTo>
                  <a:lnTo>
                    <a:pt x="58760" y="280566"/>
                  </a:lnTo>
                  <a:lnTo>
                    <a:pt x="62843" y="283933"/>
                  </a:lnTo>
                  <a:lnTo>
                    <a:pt x="67029" y="287169"/>
                  </a:lnTo>
                  <a:lnTo>
                    <a:pt x="71316" y="290271"/>
                  </a:lnTo>
                  <a:lnTo>
                    <a:pt x="75699" y="293236"/>
                  </a:lnTo>
                  <a:lnTo>
                    <a:pt x="80174" y="296061"/>
                  </a:lnTo>
                  <a:lnTo>
                    <a:pt x="84736" y="298742"/>
                  </a:lnTo>
                  <a:lnTo>
                    <a:pt x="89380" y="301278"/>
                  </a:lnTo>
                  <a:lnTo>
                    <a:pt x="94103" y="303666"/>
                  </a:lnTo>
                  <a:lnTo>
                    <a:pt x="98898" y="305903"/>
                  </a:lnTo>
                  <a:lnTo>
                    <a:pt x="103762" y="307987"/>
                  </a:lnTo>
                  <a:lnTo>
                    <a:pt x="108690" y="309916"/>
                  </a:lnTo>
                  <a:lnTo>
                    <a:pt x="113676" y="311688"/>
                  </a:lnTo>
                  <a:lnTo>
                    <a:pt x="118715" y="313301"/>
                  </a:lnTo>
                  <a:lnTo>
                    <a:pt x="123803" y="314754"/>
                  </a:lnTo>
                  <a:lnTo>
                    <a:pt x="128935" y="316045"/>
                  </a:lnTo>
                  <a:lnTo>
                    <a:pt x="134105" y="317174"/>
                  </a:lnTo>
                  <a:lnTo>
                    <a:pt x="139308" y="318138"/>
                  </a:lnTo>
                  <a:lnTo>
                    <a:pt x="144539" y="318937"/>
                  </a:lnTo>
                  <a:lnTo>
                    <a:pt x="149793" y="319569"/>
                  </a:lnTo>
                  <a:lnTo>
                    <a:pt x="155064" y="320036"/>
                  </a:lnTo>
                  <a:lnTo>
                    <a:pt x="160347" y="320335"/>
                  </a:lnTo>
                  <a:lnTo>
                    <a:pt x="165637" y="320467"/>
                  </a:lnTo>
                  <a:lnTo>
                    <a:pt x="170928" y="320431"/>
                  </a:lnTo>
                  <a:lnTo>
                    <a:pt x="176216" y="320228"/>
                  </a:lnTo>
                  <a:lnTo>
                    <a:pt x="181495" y="319858"/>
                  </a:lnTo>
                  <a:lnTo>
                    <a:pt x="186759" y="319321"/>
                  </a:lnTo>
                  <a:lnTo>
                    <a:pt x="192004" y="318617"/>
                  </a:lnTo>
                  <a:lnTo>
                    <a:pt x="197223" y="317748"/>
                  </a:lnTo>
                  <a:lnTo>
                    <a:pt x="202413" y="316714"/>
                  </a:lnTo>
                  <a:lnTo>
                    <a:pt x="207567" y="315516"/>
                  </a:lnTo>
                  <a:lnTo>
                    <a:pt x="212681" y="314156"/>
                  </a:lnTo>
                  <a:lnTo>
                    <a:pt x="217749" y="312634"/>
                  </a:lnTo>
                  <a:lnTo>
                    <a:pt x="222767" y="310953"/>
                  </a:lnTo>
                  <a:lnTo>
                    <a:pt x="227728" y="309114"/>
                  </a:lnTo>
                  <a:lnTo>
                    <a:pt x="232630" y="307119"/>
                  </a:lnTo>
                  <a:lnTo>
                    <a:pt x="237465" y="304970"/>
                  </a:lnTo>
                  <a:lnTo>
                    <a:pt x="242230" y="302669"/>
                  </a:lnTo>
                  <a:lnTo>
                    <a:pt x="246920" y="300218"/>
                  </a:lnTo>
                  <a:lnTo>
                    <a:pt x="251530" y="297620"/>
                  </a:lnTo>
                  <a:lnTo>
                    <a:pt x="256055" y="294877"/>
                  </a:lnTo>
                  <a:lnTo>
                    <a:pt x="260491" y="291992"/>
                  </a:lnTo>
                  <a:lnTo>
                    <a:pt x="264834" y="288969"/>
                  </a:lnTo>
                  <a:lnTo>
                    <a:pt x="269079" y="285809"/>
                  </a:lnTo>
                  <a:lnTo>
                    <a:pt x="273222" y="282517"/>
                  </a:lnTo>
                  <a:lnTo>
                    <a:pt x="277258" y="279095"/>
                  </a:lnTo>
                  <a:lnTo>
                    <a:pt x="281184" y="275548"/>
                  </a:lnTo>
                  <a:lnTo>
                    <a:pt x="284996" y="271877"/>
                  </a:lnTo>
                  <a:lnTo>
                    <a:pt x="288690" y="268088"/>
                  </a:lnTo>
                  <a:lnTo>
                    <a:pt x="292262" y="264184"/>
                  </a:lnTo>
                  <a:lnTo>
                    <a:pt x="295709" y="260169"/>
                  </a:lnTo>
                  <a:lnTo>
                    <a:pt x="299026" y="256047"/>
                  </a:lnTo>
                  <a:lnTo>
                    <a:pt x="302212" y="251821"/>
                  </a:lnTo>
                  <a:lnTo>
                    <a:pt x="305263" y="247498"/>
                  </a:lnTo>
                  <a:lnTo>
                    <a:pt x="308175" y="243079"/>
                  </a:lnTo>
                  <a:lnTo>
                    <a:pt x="310945" y="238571"/>
                  </a:lnTo>
                  <a:lnTo>
                    <a:pt x="313572" y="233977"/>
                  </a:lnTo>
                  <a:lnTo>
                    <a:pt x="316052" y="229303"/>
                  </a:lnTo>
                  <a:lnTo>
                    <a:pt x="318383" y="224552"/>
                  </a:lnTo>
                  <a:lnTo>
                    <a:pt x="320562" y="219730"/>
                  </a:lnTo>
                  <a:lnTo>
                    <a:pt x="322587" y="214841"/>
                  </a:lnTo>
                  <a:lnTo>
                    <a:pt x="324457" y="209891"/>
                  </a:lnTo>
                  <a:lnTo>
                    <a:pt x="326169" y="204884"/>
                  </a:lnTo>
                  <a:lnTo>
                    <a:pt x="327722" y="199826"/>
                  </a:lnTo>
                  <a:lnTo>
                    <a:pt x="329114" y="194720"/>
                  </a:lnTo>
                  <a:lnTo>
                    <a:pt x="330344" y="189574"/>
                  </a:lnTo>
                  <a:lnTo>
                    <a:pt x="331410" y="184390"/>
                  </a:lnTo>
                  <a:lnTo>
                    <a:pt x="332311" y="179176"/>
                  </a:lnTo>
                  <a:lnTo>
                    <a:pt x="333047" y="173936"/>
                  </a:lnTo>
                  <a:lnTo>
                    <a:pt x="333617" y="168675"/>
                  </a:lnTo>
                  <a:lnTo>
                    <a:pt x="334020" y="163399"/>
                  </a:lnTo>
                  <a:lnTo>
                    <a:pt x="334256" y="158113"/>
                  </a:lnTo>
                  <a:lnTo>
                    <a:pt x="334324" y="152821"/>
                  </a:lnTo>
                  <a:lnTo>
                    <a:pt x="334225" y="147531"/>
                  </a:lnTo>
                  <a:lnTo>
                    <a:pt x="333959" y="142246"/>
                  </a:lnTo>
                  <a:lnTo>
                    <a:pt x="333525" y="136972"/>
                  </a:lnTo>
                  <a:lnTo>
                    <a:pt x="332925" y="131715"/>
                  </a:lnTo>
                  <a:lnTo>
                    <a:pt x="332158" y="126479"/>
                  </a:lnTo>
                  <a:lnTo>
                    <a:pt x="331227" y="121270"/>
                  </a:lnTo>
                  <a:lnTo>
                    <a:pt x="330130" y="116093"/>
                  </a:lnTo>
                  <a:lnTo>
                    <a:pt x="328871" y="110953"/>
                  </a:lnTo>
                  <a:lnTo>
                    <a:pt x="327449" y="105856"/>
                  </a:lnTo>
                  <a:lnTo>
                    <a:pt x="325867" y="100807"/>
                  </a:lnTo>
                  <a:lnTo>
                    <a:pt x="324126" y="95810"/>
                  </a:lnTo>
                  <a:lnTo>
                    <a:pt x="322228" y="90870"/>
                  </a:lnTo>
                  <a:lnTo>
                    <a:pt x="320174" y="85994"/>
                  </a:lnTo>
                  <a:lnTo>
                    <a:pt x="317967" y="81184"/>
                  </a:lnTo>
                  <a:lnTo>
                    <a:pt x="315608" y="76447"/>
                  </a:lnTo>
                  <a:lnTo>
                    <a:pt x="313101" y="71787"/>
                  </a:lnTo>
                  <a:lnTo>
                    <a:pt x="310448" y="67209"/>
                  </a:lnTo>
                  <a:lnTo>
                    <a:pt x="307651" y="62717"/>
                  </a:lnTo>
                  <a:lnTo>
                    <a:pt x="304714" y="58315"/>
                  </a:lnTo>
                  <a:lnTo>
                    <a:pt x="301638" y="54009"/>
                  </a:lnTo>
                  <a:lnTo>
                    <a:pt x="298428" y="49803"/>
                  </a:lnTo>
                  <a:lnTo>
                    <a:pt x="295086" y="45700"/>
                  </a:lnTo>
                  <a:lnTo>
                    <a:pt x="291616" y="41705"/>
                  </a:lnTo>
                  <a:lnTo>
                    <a:pt x="288022" y="37821"/>
                  </a:lnTo>
                  <a:lnTo>
                    <a:pt x="284306" y="34054"/>
                  </a:lnTo>
                  <a:lnTo>
                    <a:pt x="280473" y="30406"/>
                  </a:lnTo>
                  <a:lnTo>
                    <a:pt x="276526" y="26881"/>
                  </a:lnTo>
                  <a:lnTo>
                    <a:pt x="167158" y="1533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88720" y="1322571"/>
              <a:ext cx="109368" cy="167167"/>
            </a:xfrm>
            <a:custGeom>
              <a:avLst/>
              <a:pathLst>
                <a:path w="109368" h="167167">
                  <a:moveTo>
                    <a:pt x="109368" y="40741"/>
                  </a:moveTo>
                  <a:lnTo>
                    <a:pt x="105012" y="37101"/>
                  </a:lnTo>
                  <a:lnTo>
                    <a:pt x="100536" y="33610"/>
                  </a:lnTo>
                  <a:lnTo>
                    <a:pt x="95943" y="30273"/>
                  </a:lnTo>
                  <a:lnTo>
                    <a:pt x="91239" y="27095"/>
                  </a:lnTo>
                  <a:lnTo>
                    <a:pt x="86430" y="24077"/>
                  </a:lnTo>
                  <a:lnTo>
                    <a:pt x="81522" y="21225"/>
                  </a:lnTo>
                  <a:lnTo>
                    <a:pt x="76520" y="18541"/>
                  </a:lnTo>
                  <a:lnTo>
                    <a:pt x="71429" y="16029"/>
                  </a:lnTo>
                  <a:lnTo>
                    <a:pt x="66256" y="13690"/>
                  </a:lnTo>
                  <a:lnTo>
                    <a:pt x="61006" y="11529"/>
                  </a:lnTo>
                  <a:lnTo>
                    <a:pt x="55687" y="9547"/>
                  </a:lnTo>
                  <a:lnTo>
                    <a:pt x="50303" y="7748"/>
                  </a:lnTo>
                  <a:lnTo>
                    <a:pt x="44861" y="6131"/>
                  </a:lnTo>
                  <a:lnTo>
                    <a:pt x="39367" y="4701"/>
                  </a:lnTo>
                  <a:lnTo>
                    <a:pt x="33828" y="3458"/>
                  </a:lnTo>
                  <a:lnTo>
                    <a:pt x="28249" y="2404"/>
                  </a:lnTo>
                  <a:lnTo>
                    <a:pt x="22639" y="1540"/>
                  </a:lnTo>
                  <a:lnTo>
                    <a:pt x="17002" y="866"/>
                  </a:lnTo>
                  <a:lnTo>
                    <a:pt x="11345" y="385"/>
                  </a:lnTo>
                  <a:lnTo>
                    <a:pt x="5676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3133" y="1681503"/>
              <a:ext cx="3391" cy="167167"/>
            </a:xfrm>
            <a:custGeom>
              <a:avLst/>
              <a:pathLst>
                <a:path w="3391" h="167167">
                  <a:moveTo>
                    <a:pt x="3391" y="0"/>
                  </a:moveTo>
                  <a:lnTo>
                    <a:pt x="0" y="34"/>
                  </a:lnTo>
                  <a:lnTo>
                    <a:pt x="339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3133" y="1681537"/>
              <a:ext cx="3391" cy="167133"/>
            </a:xfrm>
            <a:custGeom>
              <a:avLst/>
              <a:pathLst>
                <a:path w="3391" h="167133">
                  <a:moveTo>
                    <a:pt x="0" y="0"/>
                  </a:moveTo>
                  <a:lnTo>
                    <a:pt x="3391" y="16713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3133" y="1681537"/>
              <a:ext cx="3391" cy="167133"/>
            </a:xfrm>
            <a:custGeom>
              <a:avLst/>
              <a:pathLst>
                <a:path w="3391" h="167133">
                  <a:moveTo>
                    <a:pt x="0" y="0"/>
                  </a:moveTo>
                  <a:lnTo>
                    <a:pt x="3391" y="1671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3133" y="1681537"/>
              <a:ext cx="3391" cy="167133"/>
            </a:xfrm>
            <a:custGeom>
              <a:avLst/>
              <a:pathLst>
                <a:path w="3391" h="167133">
                  <a:moveTo>
                    <a:pt x="0" y="0"/>
                  </a:moveTo>
                  <a:lnTo>
                    <a:pt x="3391" y="1671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3133" y="1681537"/>
              <a:ext cx="3391" cy="167133"/>
            </a:xfrm>
            <a:custGeom>
              <a:avLst/>
              <a:pathLst>
                <a:path w="3391" h="167133">
                  <a:moveTo>
                    <a:pt x="0" y="0"/>
                  </a:moveTo>
                  <a:lnTo>
                    <a:pt x="3391" y="1671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3133" y="1681537"/>
              <a:ext cx="3391" cy="167133"/>
            </a:xfrm>
            <a:custGeom>
              <a:avLst/>
              <a:pathLst>
                <a:path w="3391" h="167133">
                  <a:moveTo>
                    <a:pt x="0" y="0"/>
                  </a:moveTo>
                  <a:lnTo>
                    <a:pt x="3391" y="1671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3133" y="1681537"/>
              <a:ext cx="3391" cy="167133"/>
            </a:xfrm>
            <a:custGeom>
              <a:avLst/>
              <a:pathLst>
                <a:path w="3391" h="167133">
                  <a:moveTo>
                    <a:pt x="0" y="0"/>
                  </a:moveTo>
                  <a:lnTo>
                    <a:pt x="3391" y="16713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3133" y="1681537"/>
              <a:ext cx="3391" cy="167133"/>
            </a:xfrm>
            <a:custGeom>
              <a:avLst/>
              <a:pathLst>
                <a:path w="3391" h="167133">
                  <a:moveTo>
                    <a:pt x="0" y="0"/>
                  </a:moveTo>
                  <a:lnTo>
                    <a:pt x="3391" y="1671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3133" y="1681537"/>
              <a:ext cx="3391" cy="167133"/>
            </a:xfrm>
            <a:custGeom>
              <a:avLst/>
              <a:pathLst>
                <a:path w="3391" h="167133">
                  <a:moveTo>
                    <a:pt x="0" y="0"/>
                  </a:moveTo>
                  <a:lnTo>
                    <a:pt x="3391" y="1671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83133" y="1681537"/>
              <a:ext cx="3391" cy="167133"/>
            </a:xfrm>
            <a:custGeom>
              <a:avLst/>
              <a:pathLst>
                <a:path w="3391" h="167133">
                  <a:moveTo>
                    <a:pt x="0" y="0"/>
                  </a:moveTo>
                  <a:lnTo>
                    <a:pt x="3391" y="16713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83133" y="1681537"/>
              <a:ext cx="3391" cy="167133"/>
            </a:xfrm>
            <a:custGeom>
              <a:avLst/>
              <a:pathLst>
                <a:path w="3391" h="167133">
                  <a:moveTo>
                    <a:pt x="0" y="0"/>
                  </a:moveTo>
                  <a:lnTo>
                    <a:pt x="3391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83133" y="1681537"/>
              <a:ext cx="3391" cy="167133"/>
            </a:xfrm>
            <a:custGeom>
              <a:avLst/>
              <a:pathLst>
                <a:path w="3391" h="167133">
                  <a:moveTo>
                    <a:pt x="0" y="0"/>
                  </a:moveTo>
                  <a:lnTo>
                    <a:pt x="3391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83133" y="1681537"/>
              <a:ext cx="3391" cy="167133"/>
            </a:xfrm>
            <a:custGeom>
              <a:avLst/>
              <a:pathLst>
                <a:path w="3391" h="167133">
                  <a:moveTo>
                    <a:pt x="0" y="0"/>
                  </a:moveTo>
                  <a:lnTo>
                    <a:pt x="3391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83133" y="1681537"/>
              <a:ext cx="3391" cy="167133"/>
            </a:xfrm>
            <a:custGeom>
              <a:avLst/>
              <a:pathLst>
                <a:path w="3391" h="167133">
                  <a:moveTo>
                    <a:pt x="0" y="0"/>
                  </a:moveTo>
                  <a:lnTo>
                    <a:pt x="3391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83133" y="1681537"/>
              <a:ext cx="3391" cy="167133"/>
            </a:xfrm>
            <a:custGeom>
              <a:avLst/>
              <a:pathLst>
                <a:path w="3391" h="167133">
                  <a:moveTo>
                    <a:pt x="0" y="0"/>
                  </a:moveTo>
                  <a:lnTo>
                    <a:pt x="3391" y="1671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83133" y="1681537"/>
              <a:ext cx="3391" cy="167133"/>
            </a:xfrm>
            <a:custGeom>
              <a:avLst/>
              <a:pathLst>
                <a:path w="3391" h="167133">
                  <a:moveTo>
                    <a:pt x="0" y="0"/>
                  </a:moveTo>
                  <a:lnTo>
                    <a:pt x="3391" y="1671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964391" y="1681537"/>
              <a:ext cx="122133" cy="167133"/>
            </a:xfrm>
            <a:custGeom>
              <a:avLst/>
              <a:pathLst>
                <a:path w="122133" h="167133">
                  <a:moveTo>
                    <a:pt x="118742" y="0"/>
                  </a:moveTo>
                  <a:lnTo>
                    <a:pt x="113181" y="205"/>
                  </a:lnTo>
                  <a:lnTo>
                    <a:pt x="107631" y="595"/>
                  </a:lnTo>
                  <a:lnTo>
                    <a:pt x="102096" y="1170"/>
                  </a:lnTo>
                  <a:lnTo>
                    <a:pt x="96583" y="1929"/>
                  </a:lnTo>
                  <a:lnTo>
                    <a:pt x="91099" y="2871"/>
                  </a:lnTo>
                  <a:lnTo>
                    <a:pt x="85649" y="3995"/>
                  </a:lnTo>
                  <a:lnTo>
                    <a:pt x="80240" y="5300"/>
                  </a:lnTo>
                  <a:lnTo>
                    <a:pt x="74877" y="6784"/>
                  </a:lnTo>
                  <a:lnTo>
                    <a:pt x="69566" y="8445"/>
                  </a:lnTo>
                  <a:lnTo>
                    <a:pt x="64314" y="10283"/>
                  </a:lnTo>
                  <a:lnTo>
                    <a:pt x="59126" y="12294"/>
                  </a:lnTo>
                  <a:lnTo>
                    <a:pt x="54007" y="14477"/>
                  </a:lnTo>
                  <a:lnTo>
                    <a:pt x="48964" y="16829"/>
                  </a:lnTo>
                  <a:lnTo>
                    <a:pt x="44002" y="19347"/>
                  </a:lnTo>
                  <a:lnTo>
                    <a:pt x="39127" y="22029"/>
                  </a:lnTo>
                  <a:lnTo>
                    <a:pt x="34344" y="24872"/>
                  </a:lnTo>
                  <a:lnTo>
                    <a:pt x="29657" y="27873"/>
                  </a:lnTo>
                  <a:lnTo>
                    <a:pt x="25074" y="31028"/>
                  </a:lnTo>
                  <a:lnTo>
                    <a:pt x="20598" y="34334"/>
                  </a:lnTo>
                  <a:lnTo>
                    <a:pt x="16234" y="37787"/>
                  </a:lnTo>
                  <a:lnTo>
                    <a:pt x="11988" y="41383"/>
                  </a:lnTo>
                  <a:lnTo>
                    <a:pt x="7864" y="45118"/>
                  </a:lnTo>
                  <a:lnTo>
                    <a:pt x="3866" y="48989"/>
                  </a:lnTo>
                  <a:lnTo>
                    <a:pt x="0" y="52991"/>
                  </a:lnTo>
                  <a:lnTo>
                    <a:pt x="122133" y="1671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919367" y="1681503"/>
              <a:ext cx="334308" cy="334333"/>
            </a:xfrm>
            <a:custGeom>
              <a:avLst/>
              <a:pathLst>
                <a:path w="334308" h="334333">
                  <a:moveTo>
                    <a:pt x="45024" y="53025"/>
                  </a:moveTo>
                  <a:lnTo>
                    <a:pt x="41460" y="56962"/>
                  </a:lnTo>
                  <a:lnTo>
                    <a:pt x="38023" y="61010"/>
                  </a:lnTo>
                  <a:lnTo>
                    <a:pt x="34716" y="65165"/>
                  </a:lnTo>
                  <a:lnTo>
                    <a:pt x="31543" y="69423"/>
                  </a:lnTo>
                  <a:lnTo>
                    <a:pt x="28507" y="73780"/>
                  </a:lnTo>
                  <a:lnTo>
                    <a:pt x="25611" y="78231"/>
                  </a:lnTo>
                  <a:lnTo>
                    <a:pt x="22858" y="82771"/>
                  </a:lnTo>
                  <a:lnTo>
                    <a:pt x="20250" y="87397"/>
                  </a:lnTo>
                  <a:lnTo>
                    <a:pt x="17790" y="92104"/>
                  </a:lnTo>
                  <a:lnTo>
                    <a:pt x="15482" y="96886"/>
                  </a:lnTo>
                  <a:lnTo>
                    <a:pt x="13326" y="101739"/>
                  </a:lnTo>
                  <a:lnTo>
                    <a:pt x="11325" y="106658"/>
                  </a:lnTo>
                  <a:lnTo>
                    <a:pt x="9482" y="111638"/>
                  </a:lnTo>
                  <a:lnTo>
                    <a:pt x="7798" y="116674"/>
                  </a:lnTo>
                  <a:lnTo>
                    <a:pt x="6274" y="121761"/>
                  </a:lnTo>
                  <a:lnTo>
                    <a:pt x="4913" y="126894"/>
                  </a:lnTo>
                  <a:lnTo>
                    <a:pt x="3716" y="132067"/>
                  </a:lnTo>
                  <a:lnTo>
                    <a:pt x="2684" y="137276"/>
                  </a:lnTo>
                  <a:lnTo>
                    <a:pt x="1817" y="142515"/>
                  </a:lnTo>
                  <a:lnTo>
                    <a:pt x="1118" y="147779"/>
                  </a:lnTo>
                  <a:lnTo>
                    <a:pt x="586" y="153063"/>
                  </a:lnTo>
                  <a:lnTo>
                    <a:pt x="222" y="158360"/>
                  </a:lnTo>
                  <a:lnTo>
                    <a:pt x="26" y="163667"/>
                  </a:lnTo>
                  <a:lnTo>
                    <a:pt x="0" y="168977"/>
                  </a:lnTo>
                  <a:lnTo>
                    <a:pt x="141" y="174285"/>
                  </a:lnTo>
                  <a:lnTo>
                    <a:pt x="452" y="179587"/>
                  </a:lnTo>
                  <a:lnTo>
                    <a:pt x="930" y="184875"/>
                  </a:lnTo>
                  <a:lnTo>
                    <a:pt x="1577" y="190146"/>
                  </a:lnTo>
                  <a:lnTo>
                    <a:pt x="2390" y="195394"/>
                  </a:lnTo>
                  <a:lnTo>
                    <a:pt x="3370" y="200613"/>
                  </a:lnTo>
                  <a:lnTo>
                    <a:pt x="4515" y="205798"/>
                  </a:lnTo>
                  <a:lnTo>
                    <a:pt x="5824" y="210944"/>
                  </a:lnTo>
                  <a:lnTo>
                    <a:pt x="7296" y="216047"/>
                  </a:lnTo>
                  <a:lnTo>
                    <a:pt x="8929" y="221099"/>
                  </a:lnTo>
                  <a:lnTo>
                    <a:pt x="10722" y="226098"/>
                  </a:lnTo>
                  <a:lnTo>
                    <a:pt x="12672" y="231037"/>
                  </a:lnTo>
                  <a:lnTo>
                    <a:pt x="14779" y="235911"/>
                  </a:lnTo>
                  <a:lnTo>
                    <a:pt x="17039" y="240716"/>
                  </a:lnTo>
                  <a:lnTo>
                    <a:pt x="19451" y="245447"/>
                  </a:lnTo>
                  <a:lnTo>
                    <a:pt x="22012" y="250099"/>
                  </a:lnTo>
                  <a:lnTo>
                    <a:pt x="24719" y="254668"/>
                  </a:lnTo>
                  <a:lnTo>
                    <a:pt x="27570" y="259148"/>
                  </a:lnTo>
                  <a:lnTo>
                    <a:pt x="30562" y="263535"/>
                  </a:lnTo>
                  <a:lnTo>
                    <a:pt x="33692" y="267825"/>
                  </a:lnTo>
                  <a:lnTo>
                    <a:pt x="36956" y="272013"/>
                  </a:lnTo>
                  <a:lnTo>
                    <a:pt x="40352" y="276095"/>
                  </a:lnTo>
                  <a:lnTo>
                    <a:pt x="43876" y="280068"/>
                  </a:lnTo>
                  <a:lnTo>
                    <a:pt x="47524" y="283927"/>
                  </a:lnTo>
                  <a:lnTo>
                    <a:pt x="51293" y="287668"/>
                  </a:lnTo>
                  <a:lnTo>
                    <a:pt x="55179" y="291287"/>
                  </a:lnTo>
                  <a:lnTo>
                    <a:pt x="59177" y="294781"/>
                  </a:lnTo>
                  <a:lnTo>
                    <a:pt x="63285" y="298146"/>
                  </a:lnTo>
                  <a:lnTo>
                    <a:pt x="67498" y="301379"/>
                  </a:lnTo>
                  <a:lnTo>
                    <a:pt x="71811" y="304477"/>
                  </a:lnTo>
                  <a:lnTo>
                    <a:pt x="76220" y="307436"/>
                  </a:lnTo>
                  <a:lnTo>
                    <a:pt x="80721" y="310254"/>
                  </a:lnTo>
                  <a:lnTo>
                    <a:pt x="85310" y="312927"/>
                  </a:lnTo>
                  <a:lnTo>
                    <a:pt x="89981" y="315453"/>
                  </a:lnTo>
                  <a:lnTo>
                    <a:pt x="94729" y="317829"/>
                  </a:lnTo>
                  <a:lnTo>
                    <a:pt x="99551" y="320054"/>
                  </a:lnTo>
                  <a:lnTo>
                    <a:pt x="104441" y="322124"/>
                  </a:lnTo>
                  <a:lnTo>
                    <a:pt x="109395" y="324038"/>
                  </a:lnTo>
                  <a:lnTo>
                    <a:pt x="114406" y="325793"/>
                  </a:lnTo>
                  <a:lnTo>
                    <a:pt x="119471" y="327389"/>
                  </a:lnTo>
                  <a:lnTo>
                    <a:pt x="124584" y="328822"/>
                  </a:lnTo>
                  <a:lnTo>
                    <a:pt x="129740" y="330093"/>
                  </a:lnTo>
                  <a:lnTo>
                    <a:pt x="134934" y="331199"/>
                  </a:lnTo>
                  <a:lnTo>
                    <a:pt x="140160" y="332140"/>
                  </a:lnTo>
                  <a:lnTo>
                    <a:pt x="145414" y="332914"/>
                  </a:lnTo>
                  <a:lnTo>
                    <a:pt x="150689" y="333521"/>
                  </a:lnTo>
                  <a:lnTo>
                    <a:pt x="155981" y="333960"/>
                  </a:lnTo>
                  <a:lnTo>
                    <a:pt x="161285" y="334231"/>
                  </a:lnTo>
                  <a:lnTo>
                    <a:pt x="166594" y="334333"/>
                  </a:lnTo>
                  <a:lnTo>
                    <a:pt x="171904" y="334267"/>
                  </a:lnTo>
                  <a:lnTo>
                    <a:pt x="177209" y="334032"/>
                  </a:lnTo>
                  <a:lnTo>
                    <a:pt x="182504" y="333628"/>
                  </a:lnTo>
                  <a:lnTo>
                    <a:pt x="187783" y="333057"/>
                  </a:lnTo>
                  <a:lnTo>
                    <a:pt x="193042" y="332318"/>
                  </a:lnTo>
                  <a:lnTo>
                    <a:pt x="198274" y="331413"/>
                  </a:lnTo>
                  <a:lnTo>
                    <a:pt x="203475" y="330342"/>
                  </a:lnTo>
                  <a:lnTo>
                    <a:pt x="208639" y="329106"/>
                  </a:lnTo>
                  <a:lnTo>
                    <a:pt x="213762" y="327706"/>
                  </a:lnTo>
                  <a:lnTo>
                    <a:pt x="218838" y="326145"/>
                  </a:lnTo>
                  <a:lnTo>
                    <a:pt x="223861" y="324424"/>
                  </a:lnTo>
                  <a:lnTo>
                    <a:pt x="228827" y="322543"/>
                  </a:lnTo>
                  <a:lnTo>
                    <a:pt x="233731" y="320506"/>
                  </a:lnTo>
                  <a:lnTo>
                    <a:pt x="238568" y="318314"/>
                  </a:lnTo>
                  <a:lnTo>
                    <a:pt x="243333" y="315970"/>
                  </a:lnTo>
                  <a:lnTo>
                    <a:pt x="248020" y="313475"/>
                  </a:lnTo>
                  <a:lnTo>
                    <a:pt x="252627" y="310833"/>
                  </a:lnTo>
                  <a:lnTo>
                    <a:pt x="257147" y="308046"/>
                  </a:lnTo>
                  <a:lnTo>
                    <a:pt x="261576" y="305116"/>
                  </a:lnTo>
                  <a:lnTo>
                    <a:pt x="265910" y="302048"/>
                  </a:lnTo>
                  <a:lnTo>
                    <a:pt x="270144" y="298843"/>
                  </a:lnTo>
                  <a:lnTo>
                    <a:pt x="274274" y="295506"/>
                  </a:lnTo>
                  <a:lnTo>
                    <a:pt x="278297" y="292039"/>
                  </a:lnTo>
                  <a:lnTo>
                    <a:pt x="282207" y="288446"/>
                  </a:lnTo>
                  <a:lnTo>
                    <a:pt x="286001" y="284730"/>
                  </a:lnTo>
                  <a:lnTo>
                    <a:pt x="289675" y="280896"/>
                  </a:lnTo>
                  <a:lnTo>
                    <a:pt x="293225" y="276948"/>
                  </a:lnTo>
                  <a:lnTo>
                    <a:pt x="296648" y="272888"/>
                  </a:lnTo>
                  <a:lnTo>
                    <a:pt x="299941" y="268722"/>
                  </a:lnTo>
                  <a:lnTo>
                    <a:pt x="303100" y="264453"/>
                  </a:lnTo>
                  <a:lnTo>
                    <a:pt x="306121" y="260086"/>
                  </a:lnTo>
                  <a:lnTo>
                    <a:pt x="309002" y="255626"/>
                  </a:lnTo>
                  <a:lnTo>
                    <a:pt x="311740" y="251076"/>
                  </a:lnTo>
                  <a:lnTo>
                    <a:pt x="314332" y="246441"/>
                  </a:lnTo>
                  <a:lnTo>
                    <a:pt x="316776" y="241727"/>
                  </a:lnTo>
                  <a:lnTo>
                    <a:pt x="319069" y="236937"/>
                  </a:lnTo>
                  <a:lnTo>
                    <a:pt x="321208" y="232077"/>
                  </a:lnTo>
                  <a:lnTo>
                    <a:pt x="323192" y="227151"/>
                  </a:lnTo>
                  <a:lnTo>
                    <a:pt x="325019" y="222165"/>
                  </a:lnTo>
                  <a:lnTo>
                    <a:pt x="326686" y="217123"/>
                  </a:lnTo>
                  <a:lnTo>
                    <a:pt x="328192" y="212031"/>
                  </a:lnTo>
                  <a:lnTo>
                    <a:pt x="329536" y="206893"/>
                  </a:lnTo>
                  <a:lnTo>
                    <a:pt x="330715" y="201716"/>
                  </a:lnTo>
                  <a:lnTo>
                    <a:pt x="331730" y="196503"/>
                  </a:lnTo>
                  <a:lnTo>
                    <a:pt x="332579" y="191261"/>
                  </a:lnTo>
                  <a:lnTo>
                    <a:pt x="333261" y="185995"/>
                  </a:lnTo>
                  <a:lnTo>
                    <a:pt x="333775" y="180710"/>
                  </a:lnTo>
                  <a:lnTo>
                    <a:pt x="334121" y="175411"/>
                  </a:lnTo>
                  <a:lnTo>
                    <a:pt x="334299" y="170104"/>
                  </a:lnTo>
                  <a:lnTo>
                    <a:pt x="334308" y="164793"/>
                  </a:lnTo>
                  <a:lnTo>
                    <a:pt x="334148" y="159486"/>
                  </a:lnTo>
                  <a:lnTo>
                    <a:pt x="333820" y="154186"/>
                  </a:lnTo>
                  <a:lnTo>
                    <a:pt x="333323" y="148899"/>
                  </a:lnTo>
                  <a:lnTo>
                    <a:pt x="332659" y="143630"/>
                  </a:lnTo>
                  <a:lnTo>
                    <a:pt x="331828" y="138385"/>
                  </a:lnTo>
                  <a:lnTo>
                    <a:pt x="330831" y="133169"/>
                  </a:lnTo>
                  <a:lnTo>
                    <a:pt x="329669" y="127988"/>
                  </a:lnTo>
                  <a:lnTo>
                    <a:pt x="328342" y="122846"/>
                  </a:lnTo>
                  <a:lnTo>
                    <a:pt x="326853" y="117749"/>
                  </a:lnTo>
                  <a:lnTo>
                    <a:pt x="325203" y="112702"/>
                  </a:lnTo>
                  <a:lnTo>
                    <a:pt x="323393" y="107709"/>
                  </a:lnTo>
                  <a:lnTo>
                    <a:pt x="321426" y="102777"/>
                  </a:lnTo>
                  <a:lnTo>
                    <a:pt x="319303" y="97909"/>
                  </a:lnTo>
                  <a:lnTo>
                    <a:pt x="317026" y="93112"/>
                  </a:lnTo>
                  <a:lnTo>
                    <a:pt x="314599" y="88389"/>
                  </a:lnTo>
                  <a:lnTo>
                    <a:pt x="312022" y="83746"/>
                  </a:lnTo>
                  <a:lnTo>
                    <a:pt x="309299" y="79187"/>
                  </a:lnTo>
                  <a:lnTo>
                    <a:pt x="306433" y="74716"/>
                  </a:lnTo>
                  <a:lnTo>
                    <a:pt x="303427" y="70339"/>
                  </a:lnTo>
                  <a:lnTo>
                    <a:pt x="300282" y="66060"/>
                  </a:lnTo>
                  <a:lnTo>
                    <a:pt x="297004" y="61883"/>
                  </a:lnTo>
                  <a:lnTo>
                    <a:pt x="293594" y="57812"/>
                  </a:lnTo>
                  <a:lnTo>
                    <a:pt x="290057" y="53851"/>
                  </a:lnTo>
                  <a:lnTo>
                    <a:pt x="286396" y="50005"/>
                  </a:lnTo>
                  <a:lnTo>
                    <a:pt x="282615" y="46276"/>
                  </a:lnTo>
                  <a:lnTo>
                    <a:pt x="278717" y="42670"/>
                  </a:lnTo>
                  <a:lnTo>
                    <a:pt x="274706" y="39190"/>
                  </a:lnTo>
                  <a:lnTo>
                    <a:pt x="270587" y="35838"/>
                  </a:lnTo>
                  <a:lnTo>
                    <a:pt x="266364" y="32619"/>
                  </a:lnTo>
                  <a:lnTo>
                    <a:pt x="262040" y="29536"/>
                  </a:lnTo>
                  <a:lnTo>
                    <a:pt x="257621" y="26592"/>
                  </a:lnTo>
                  <a:lnTo>
                    <a:pt x="253110" y="23790"/>
                  </a:lnTo>
                  <a:lnTo>
                    <a:pt x="248513" y="21132"/>
                  </a:lnTo>
                  <a:lnTo>
                    <a:pt x="243834" y="18622"/>
                  </a:lnTo>
                  <a:lnTo>
                    <a:pt x="239077" y="16261"/>
                  </a:lnTo>
                  <a:lnTo>
                    <a:pt x="234247" y="14053"/>
                  </a:lnTo>
                  <a:lnTo>
                    <a:pt x="229350" y="11999"/>
                  </a:lnTo>
                  <a:lnTo>
                    <a:pt x="224391" y="10102"/>
                  </a:lnTo>
                  <a:lnTo>
                    <a:pt x="219373" y="8364"/>
                  </a:lnTo>
                  <a:lnTo>
                    <a:pt x="214303" y="6785"/>
                  </a:lnTo>
                  <a:lnTo>
                    <a:pt x="209185" y="5369"/>
                  </a:lnTo>
                  <a:lnTo>
                    <a:pt x="204025" y="4116"/>
                  </a:lnTo>
                  <a:lnTo>
                    <a:pt x="198827" y="3027"/>
                  </a:lnTo>
                  <a:lnTo>
                    <a:pt x="193598" y="2104"/>
                  </a:lnTo>
                  <a:lnTo>
                    <a:pt x="188342" y="1347"/>
                  </a:lnTo>
                  <a:lnTo>
                    <a:pt x="183064" y="758"/>
                  </a:lnTo>
                  <a:lnTo>
                    <a:pt x="177771" y="337"/>
                  </a:lnTo>
                  <a:lnTo>
                    <a:pt x="172467" y="84"/>
                  </a:lnTo>
                  <a:lnTo>
                    <a:pt x="167157" y="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48081" y="2126963"/>
              <a:ext cx="33206" cy="167167"/>
            </a:xfrm>
            <a:custGeom>
              <a:avLst/>
              <a:pathLst>
                <a:path w="33206" h="167167">
                  <a:moveTo>
                    <a:pt x="33206" y="0"/>
                  </a:moveTo>
                  <a:lnTo>
                    <a:pt x="26522" y="133"/>
                  </a:lnTo>
                  <a:lnTo>
                    <a:pt x="19849" y="534"/>
                  </a:lnTo>
                  <a:lnTo>
                    <a:pt x="13197" y="1201"/>
                  </a:lnTo>
                  <a:lnTo>
                    <a:pt x="6577" y="2134"/>
                  </a:lnTo>
                  <a:lnTo>
                    <a:pt x="0" y="3331"/>
                  </a:lnTo>
                  <a:lnTo>
                    <a:pt x="3320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48081" y="2130294"/>
              <a:ext cx="33206" cy="163836"/>
            </a:xfrm>
            <a:custGeom>
              <a:avLst/>
              <a:pathLst>
                <a:path w="33206" h="163836">
                  <a:moveTo>
                    <a:pt x="0" y="0"/>
                  </a:moveTo>
                  <a:lnTo>
                    <a:pt x="33206" y="1638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48081" y="2130294"/>
              <a:ext cx="33206" cy="163836"/>
            </a:xfrm>
            <a:custGeom>
              <a:avLst/>
              <a:pathLst>
                <a:path w="33206" h="163836">
                  <a:moveTo>
                    <a:pt x="0" y="0"/>
                  </a:moveTo>
                  <a:lnTo>
                    <a:pt x="33206" y="1638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48081" y="2130294"/>
              <a:ext cx="33206" cy="163836"/>
            </a:xfrm>
            <a:custGeom>
              <a:avLst/>
              <a:pathLst>
                <a:path w="33206" h="163836">
                  <a:moveTo>
                    <a:pt x="0" y="0"/>
                  </a:moveTo>
                  <a:lnTo>
                    <a:pt x="33206" y="1638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48081" y="2130294"/>
              <a:ext cx="33206" cy="163836"/>
            </a:xfrm>
            <a:custGeom>
              <a:avLst/>
              <a:pathLst>
                <a:path w="33206" h="163836">
                  <a:moveTo>
                    <a:pt x="0" y="0"/>
                  </a:moveTo>
                  <a:lnTo>
                    <a:pt x="33206" y="1638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48081" y="2130294"/>
              <a:ext cx="33206" cy="163836"/>
            </a:xfrm>
            <a:custGeom>
              <a:avLst/>
              <a:pathLst>
                <a:path w="33206" h="163836">
                  <a:moveTo>
                    <a:pt x="0" y="0"/>
                  </a:moveTo>
                  <a:lnTo>
                    <a:pt x="33206" y="16383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48081" y="2130294"/>
              <a:ext cx="33206" cy="163836"/>
            </a:xfrm>
            <a:custGeom>
              <a:avLst/>
              <a:pathLst>
                <a:path w="33206" h="163836">
                  <a:moveTo>
                    <a:pt x="0" y="0"/>
                  </a:moveTo>
                  <a:lnTo>
                    <a:pt x="33206" y="1638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48081" y="2130294"/>
              <a:ext cx="33206" cy="163836"/>
            </a:xfrm>
            <a:custGeom>
              <a:avLst/>
              <a:pathLst>
                <a:path w="33206" h="163836">
                  <a:moveTo>
                    <a:pt x="0" y="0"/>
                  </a:moveTo>
                  <a:lnTo>
                    <a:pt x="33206" y="1638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48081" y="2130294"/>
              <a:ext cx="33206" cy="163836"/>
            </a:xfrm>
            <a:custGeom>
              <a:avLst/>
              <a:pathLst>
                <a:path w="33206" h="163836">
                  <a:moveTo>
                    <a:pt x="0" y="0"/>
                  </a:moveTo>
                  <a:lnTo>
                    <a:pt x="33206" y="16383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48081" y="2130294"/>
              <a:ext cx="33206" cy="163836"/>
            </a:xfrm>
            <a:custGeom>
              <a:avLst/>
              <a:pathLst>
                <a:path w="33206" h="163836">
                  <a:moveTo>
                    <a:pt x="0" y="0"/>
                  </a:moveTo>
                  <a:lnTo>
                    <a:pt x="33206" y="1638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48081" y="2130294"/>
              <a:ext cx="33206" cy="163836"/>
            </a:xfrm>
            <a:custGeom>
              <a:avLst/>
              <a:pathLst>
                <a:path w="33206" h="163836">
                  <a:moveTo>
                    <a:pt x="0" y="0"/>
                  </a:moveTo>
                  <a:lnTo>
                    <a:pt x="33206" y="1638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48081" y="2130294"/>
              <a:ext cx="33206" cy="163836"/>
            </a:xfrm>
            <a:custGeom>
              <a:avLst/>
              <a:pathLst>
                <a:path w="33206" h="163836">
                  <a:moveTo>
                    <a:pt x="0" y="0"/>
                  </a:moveTo>
                  <a:lnTo>
                    <a:pt x="33206" y="1638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48081" y="2130294"/>
              <a:ext cx="33206" cy="163836"/>
            </a:xfrm>
            <a:custGeom>
              <a:avLst/>
              <a:pathLst>
                <a:path w="33206" h="163836">
                  <a:moveTo>
                    <a:pt x="0" y="0"/>
                  </a:moveTo>
                  <a:lnTo>
                    <a:pt x="33206" y="1638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48081" y="2130294"/>
              <a:ext cx="33206" cy="163836"/>
            </a:xfrm>
            <a:custGeom>
              <a:avLst/>
              <a:pathLst>
                <a:path w="33206" h="163836">
                  <a:moveTo>
                    <a:pt x="0" y="0"/>
                  </a:moveTo>
                  <a:lnTo>
                    <a:pt x="33206" y="1638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48081" y="2130294"/>
              <a:ext cx="33206" cy="163836"/>
            </a:xfrm>
            <a:custGeom>
              <a:avLst/>
              <a:pathLst>
                <a:path w="33206" h="163836">
                  <a:moveTo>
                    <a:pt x="0" y="0"/>
                  </a:moveTo>
                  <a:lnTo>
                    <a:pt x="33206" y="1638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614131" y="2130294"/>
              <a:ext cx="334318" cy="331003"/>
            </a:xfrm>
            <a:custGeom>
              <a:avLst/>
              <a:pathLst>
                <a:path w="334318" h="331003">
                  <a:moveTo>
                    <a:pt x="133949" y="0"/>
                  </a:moveTo>
                  <a:lnTo>
                    <a:pt x="128788" y="1131"/>
                  </a:lnTo>
                  <a:lnTo>
                    <a:pt x="123665" y="2425"/>
                  </a:lnTo>
                  <a:lnTo>
                    <a:pt x="118586" y="3880"/>
                  </a:lnTo>
                  <a:lnTo>
                    <a:pt x="113555" y="5494"/>
                  </a:lnTo>
                  <a:lnTo>
                    <a:pt x="108578" y="7267"/>
                  </a:lnTo>
                  <a:lnTo>
                    <a:pt x="103659" y="9197"/>
                  </a:lnTo>
                  <a:lnTo>
                    <a:pt x="98804" y="11281"/>
                  </a:lnTo>
                  <a:lnTo>
                    <a:pt x="94017" y="13517"/>
                  </a:lnTo>
                  <a:lnTo>
                    <a:pt x="89303" y="15904"/>
                  </a:lnTo>
                  <a:lnTo>
                    <a:pt x="84666" y="18438"/>
                  </a:lnTo>
                  <a:lnTo>
                    <a:pt x="80113" y="21117"/>
                  </a:lnTo>
                  <a:lnTo>
                    <a:pt x="75646" y="23940"/>
                  </a:lnTo>
                  <a:lnTo>
                    <a:pt x="71270" y="26901"/>
                  </a:lnTo>
                  <a:lnTo>
                    <a:pt x="66991" y="30000"/>
                  </a:lnTo>
                  <a:lnTo>
                    <a:pt x="62811" y="33232"/>
                  </a:lnTo>
                  <a:lnTo>
                    <a:pt x="58736" y="36595"/>
                  </a:lnTo>
                  <a:lnTo>
                    <a:pt x="54769" y="40085"/>
                  </a:lnTo>
                  <a:lnTo>
                    <a:pt x="50914" y="43699"/>
                  </a:lnTo>
                  <a:lnTo>
                    <a:pt x="47175" y="47432"/>
                  </a:lnTo>
                  <a:lnTo>
                    <a:pt x="43557" y="51282"/>
                  </a:lnTo>
                  <a:lnTo>
                    <a:pt x="40061" y="55245"/>
                  </a:lnTo>
                  <a:lnTo>
                    <a:pt x="36693" y="59315"/>
                  </a:lnTo>
                  <a:lnTo>
                    <a:pt x="33455" y="63491"/>
                  </a:lnTo>
                  <a:lnTo>
                    <a:pt x="30351" y="67766"/>
                  </a:lnTo>
                  <a:lnTo>
                    <a:pt x="27383" y="72138"/>
                  </a:lnTo>
                  <a:lnTo>
                    <a:pt x="24555" y="76601"/>
                  </a:lnTo>
                  <a:lnTo>
                    <a:pt x="21869" y="81151"/>
                  </a:lnTo>
                  <a:lnTo>
                    <a:pt x="19329" y="85784"/>
                  </a:lnTo>
                  <a:lnTo>
                    <a:pt x="16936" y="90494"/>
                  </a:lnTo>
                  <a:lnTo>
                    <a:pt x="14693" y="95278"/>
                  </a:lnTo>
                  <a:lnTo>
                    <a:pt x="12602" y="100131"/>
                  </a:lnTo>
                  <a:lnTo>
                    <a:pt x="10666" y="105047"/>
                  </a:lnTo>
                  <a:lnTo>
                    <a:pt x="8887" y="110022"/>
                  </a:lnTo>
                  <a:lnTo>
                    <a:pt x="7265" y="115051"/>
                  </a:lnTo>
                  <a:lnTo>
                    <a:pt x="5803" y="120128"/>
                  </a:lnTo>
                  <a:lnTo>
                    <a:pt x="4502" y="125249"/>
                  </a:lnTo>
                  <a:lnTo>
                    <a:pt x="3364" y="130409"/>
                  </a:lnTo>
                  <a:lnTo>
                    <a:pt x="2390" y="135602"/>
                  </a:lnTo>
                  <a:lnTo>
                    <a:pt x="1580" y="140823"/>
                  </a:lnTo>
                  <a:lnTo>
                    <a:pt x="935" y="146067"/>
                  </a:lnTo>
                  <a:lnTo>
                    <a:pt x="457" y="151329"/>
                  </a:lnTo>
                  <a:lnTo>
                    <a:pt x="145" y="156603"/>
                  </a:lnTo>
                  <a:lnTo>
                    <a:pt x="0" y="161885"/>
                  </a:lnTo>
                  <a:lnTo>
                    <a:pt x="21" y="167169"/>
                  </a:lnTo>
                  <a:lnTo>
                    <a:pt x="210" y="172449"/>
                  </a:lnTo>
                  <a:lnTo>
                    <a:pt x="566" y="177721"/>
                  </a:lnTo>
                  <a:lnTo>
                    <a:pt x="1088" y="182978"/>
                  </a:lnTo>
                  <a:lnTo>
                    <a:pt x="1776" y="188217"/>
                  </a:lnTo>
                  <a:lnTo>
                    <a:pt x="2629" y="193431"/>
                  </a:lnTo>
                  <a:lnTo>
                    <a:pt x="3646" y="198616"/>
                  </a:lnTo>
                  <a:lnTo>
                    <a:pt x="4827" y="203766"/>
                  </a:lnTo>
                  <a:lnTo>
                    <a:pt x="6170" y="208876"/>
                  </a:lnTo>
                  <a:lnTo>
                    <a:pt x="7674" y="213941"/>
                  </a:lnTo>
                  <a:lnTo>
                    <a:pt x="9337" y="218956"/>
                  </a:lnTo>
                  <a:lnTo>
                    <a:pt x="11158" y="223916"/>
                  </a:lnTo>
                  <a:lnTo>
                    <a:pt x="13135" y="228816"/>
                  </a:lnTo>
                  <a:lnTo>
                    <a:pt x="15265" y="233651"/>
                  </a:lnTo>
                  <a:lnTo>
                    <a:pt x="17547" y="238417"/>
                  </a:lnTo>
                  <a:lnTo>
                    <a:pt x="19979" y="243108"/>
                  </a:lnTo>
                  <a:lnTo>
                    <a:pt x="22558" y="247719"/>
                  </a:lnTo>
                  <a:lnTo>
                    <a:pt x="25281" y="252247"/>
                  </a:lnTo>
                  <a:lnTo>
                    <a:pt x="28146" y="256687"/>
                  </a:lnTo>
                  <a:lnTo>
                    <a:pt x="31150" y="261033"/>
                  </a:lnTo>
                  <a:lnTo>
                    <a:pt x="34289" y="265283"/>
                  </a:lnTo>
                  <a:lnTo>
                    <a:pt x="37562" y="269431"/>
                  </a:lnTo>
                  <a:lnTo>
                    <a:pt x="40964" y="273474"/>
                  </a:lnTo>
                  <a:lnTo>
                    <a:pt x="44492" y="277407"/>
                  </a:lnTo>
                  <a:lnTo>
                    <a:pt x="48142" y="281227"/>
                  </a:lnTo>
                  <a:lnTo>
                    <a:pt x="51911" y="284930"/>
                  </a:lnTo>
                  <a:lnTo>
                    <a:pt x="55796" y="288511"/>
                  </a:lnTo>
                  <a:lnTo>
                    <a:pt x="59792" y="291968"/>
                  </a:lnTo>
                  <a:lnTo>
                    <a:pt x="63895" y="295297"/>
                  </a:lnTo>
                  <a:lnTo>
                    <a:pt x="68101" y="298495"/>
                  </a:lnTo>
                  <a:lnTo>
                    <a:pt x="72406" y="301558"/>
                  </a:lnTo>
                  <a:lnTo>
                    <a:pt x="76806" y="304484"/>
                  </a:lnTo>
                  <a:lnTo>
                    <a:pt x="81296" y="307269"/>
                  </a:lnTo>
                  <a:lnTo>
                    <a:pt x="85872" y="309911"/>
                  </a:lnTo>
                  <a:lnTo>
                    <a:pt x="90529" y="312406"/>
                  </a:lnTo>
                  <a:lnTo>
                    <a:pt x="95262" y="314754"/>
                  </a:lnTo>
                  <a:lnTo>
                    <a:pt x="100068" y="316950"/>
                  </a:lnTo>
                  <a:lnTo>
                    <a:pt x="104940" y="318994"/>
                  </a:lnTo>
                  <a:lnTo>
                    <a:pt x="109874" y="320883"/>
                  </a:lnTo>
                  <a:lnTo>
                    <a:pt x="114866" y="322615"/>
                  </a:lnTo>
                  <a:lnTo>
                    <a:pt x="119910" y="324188"/>
                  </a:lnTo>
                  <a:lnTo>
                    <a:pt x="125001" y="325601"/>
                  </a:lnTo>
                  <a:lnTo>
                    <a:pt x="130135" y="326852"/>
                  </a:lnTo>
                  <a:lnTo>
                    <a:pt x="135305" y="327941"/>
                  </a:lnTo>
                  <a:lnTo>
                    <a:pt x="140507" y="328865"/>
                  </a:lnTo>
                  <a:lnTo>
                    <a:pt x="145736" y="329625"/>
                  </a:lnTo>
                  <a:lnTo>
                    <a:pt x="150986" y="330219"/>
                  </a:lnTo>
                  <a:lnTo>
                    <a:pt x="156252" y="330647"/>
                  </a:lnTo>
                  <a:lnTo>
                    <a:pt x="161530" y="330908"/>
                  </a:lnTo>
                  <a:lnTo>
                    <a:pt x="166812" y="331003"/>
                  </a:lnTo>
                  <a:lnTo>
                    <a:pt x="172096" y="330930"/>
                  </a:lnTo>
                  <a:lnTo>
                    <a:pt x="177374" y="330690"/>
                  </a:lnTo>
                  <a:lnTo>
                    <a:pt x="182642" y="330284"/>
                  </a:lnTo>
                  <a:lnTo>
                    <a:pt x="187894" y="329712"/>
                  </a:lnTo>
                  <a:lnTo>
                    <a:pt x="193126" y="328973"/>
                  </a:lnTo>
                  <a:lnTo>
                    <a:pt x="198332" y="328070"/>
                  </a:lnTo>
                  <a:lnTo>
                    <a:pt x="203507" y="327003"/>
                  </a:lnTo>
                  <a:lnTo>
                    <a:pt x="208645" y="325773"/>
                  </a:lnTo>
                  <a:lnTo>
                    <a:pt x="213742" y="324380"/>
                  </a:lnTo>
                  <a:lnTo>
                    <a:pt x="218793" y="322828"/>
                  </a:lnTo>
                  <a:lnTo>
                    <a:pt x="223791" y="321117"/>
                  </a:lnTo>
                  <a:lnTo>
                    <a:pt x="228734" y="319248"/>
                  </a:lnTo>
                  <a:lnTo>
                    <a:pt x="233614" y="317225"/>
                  </a:lnTo>
                  <a:lnTo>
                    <a:pt x="238429" y="315048"/>
                  </a:lnTo>
                  <a:lnTo>
                    <a:pt x="243172" y="312720"/>
                  </a:lnTo>
                  <a:lnTo>
                    <a:pt x="247839" y="310243"/>
                  </a:lnTo>
                  <a:lnTo>
                    <a:pt x="252426" y="307620"/>
                  </a:lnTo>
                  <a:lnTo>
                    <a:pt x="256927" y="304853"/>
                  </a:lnTo>
                  <a:lnTo>
                    <a:pt x="261339" y="301946"/>
                  </a:lnTo>
                  <a:lnTo>
                    <a:pt x="265657" y="298900"/>
                  </a:lnTo>
                  <a:lnTo>
                    <a:pt x="269876" y="295720"/>
                  </a:lnTo>
                  <a:lnTo>
                    <a:pt x="273992" y="292408"/>
                  </a:lnTo>
                  <a:lnTo>
                    <a:pt x="278002" y="288967"/>
                  </a:lnTo>
                  <a:lnTo>
                    <a:pt x="281901" y="285402"/>
                  </a:lnTo>
                  <a:lnTo>
                    <a:pt x="285686" y="281715"/>
                  </a:lnTo>
                  <a:lnTo>
                    <a:pt x="289352" y="277910"/>
                  </a:lnTo>
                  <a:lnTo>
                    <a:pt x="292896" y="273991"/>
                  </a:lnTo>
                  <a:lnTo>
                    <a:pt x="296315" y="269962"/>
                  </a:lnTo>
                  <a:lnTo>
                    <a:pt x="299604" y="265828"/>
                  </a:lnTo>
                  <a:lnTo>
                    <a:pt x="302761" y="261591"/>
                  </a:lnTo>
                  <a:lnTo>
                    <a:pt x="305783" y="257256"/>
                  </a:lnTo>
                  <a:lnTo>
                    <a:pt x="308666" y="252829"/>
                  </a:lnTo>
                  <a:lnTo>
                    <a:pt x="311408" y="248312"/>
                  </a:lnTo>
                  <a:lnTo>
                    <a:pt x="314005" y="243711"/>
                  </a:lnTo>
                  <a:lnTo>
                    <a:pt x="316456" y="239030"/>
                  </a:lnTo>
                  <a:lnTo>
                    <a:pt x="318758" y="234274"/>
                  </a:lnTo>
                  <a:lnTo>
                    <a:pt x="320908" y="229448"/>
                  </a:lnTo>
                  <a:lnTo>
                    <a:pt x="322905" y="224556"/>
                  </a:lnTo>
                  <a:lnTo>
                    <a:pt x="324746" y="219604"/>
                  </a:lnTo>
                  <a:lnTo>
                    <a:pt x="326430" y="214596"/>
                  </a:lnTo>
                  <a:lnTo>
                    <a:pt x="327955" y="209537"/>
                  </a:lnTo>
                  <a:lnTo>
                    <a:pt x="329319" y="204432"/>
                  </a:lnTo>
                  <a:lnTo>
                    <a:pt x="330521" y="199287"/>
                  </a:lnTo>
                  <a:lnTo>
                    <a:pt x="331559" y="194107"/>
                  </a:lnTo>
                  <a:lnTo>
                    <a:pt x="332434" y="188896"/>
                  </a:lnTo>
                  <a:lnTo>
                    <a:pt x="333143" y="183660"/>
                  </a:lnTo>
                  <a:lnTo>
                    <a:pt x="333687" y="178404"/>
                  </a:lnTo>
                  <a:lnTo>
                    <a:pt x="334064" y="173134"/>
                  </a:lnTo>
                  <a:lnTo>
                    <a:pt x="334275" y="167855"/>
                  </a:lnTo>
                  <a:lnTo>
                    <a:pt x="334318" y="162571"/>
                  </a:lnTo>
                  <a:lnTo>
                    <a:pt x="334195" y="157289"/>
                  </a:lnTo>
                  <a:lnTo>
                    <a:pt x="333904" y="152013"/>
                  </a:lnTo>
                  <a:lnTo>
                    <a:pt x="333448" y="146750"/>
                  </a:lnTo>
                  <a:lnTo>
                    <a:pt x="332824" y="141503"/>
                  </a:lnTo>
                  <a:lnTo>
                    <a:pt x="332036" y="136278"/>
                  </a:lnTo>
                  <a:lnTo>
                    <a:pt x="331083" y="131081"/>
                  </a:lnTo>
                  <a:lnTo>
                    <a:pt x="329966" y="125917"/>
                  </a:lnTo>
                  <a:lnTo>
                    <a:pt x="328686" y="120791"/>
                  </a:lnTo>
                  <a:lnTo>
                    <a:pt x="327245" y="115707"/>
                  </a:lnTo>
                  <a:lnTo>
                    <a:pt x="325644" y="110672"/>
                  </a:lnTo>
                  <a:lnTo>
                    <a:pt x="323885" y="105690"/>
                  </a:lnTo>
                  <a:lnTo>
                    <a:pt x="321969" y="100766"/>
                  </a:lnTo>
                  <a:lnTo>
                    <a:pt x="319898" y="95905"/>
                  </a:lnTo>
                  <a:lnTo>
                    <a:pt x="317675" y="91112"/>
                  </a:lnTo>
                  <a:lnTo>
                    <a:pt x="315302" y="86391"/>
                  </a:lnTo>
                  <a:lnTo>
                    <a:pt x="312780" y="81748"/>
                  </a:lnTo>
                  <a:lnTo>
                    <a:pt x="310113" y="77187"/>
                  </a:lnTo>
                  <a:lnTo>
                    <a:pt x="307304" y="72712"/>
                  </a:lnTo>
                  <a:lnTo>
                    <a:pt x="304354" y="68329"/>
                  </a:lnTo>
                  <a:lnTo>
                    <a:pt x="301267" y="64040"/>
                  </a:lnTo>
                  <a:lnTo>
                    <a:pt x="298046" y="59852"/>
                  </a:lnTo>
                  <a:lnTo>
                    <a:pt x="294695" y="55767"/>
                  </a:lnTo>
                  <a:lnTo>
                    <a:pt x="291216" y="51791"/>
                  </a:lnTo>
                  <a:lnTo>
                    <a:pt x="287613" y="47926"/>
                  </a:lnTo>
                  <a:lnTo>
                    <a:pt x="283889" y="44177"/>
                  </a:lnTo>
                  <a:lnTo>
                    <a:pt x="280050" y="40548"/>
                  </a:lnTo>
                  <a:lnTo>
                    <a:pt x="276097" y="37042"/>
                  </a:lnTo>
                  <a:lnTo>
                    <a:pt x="272035" y="33662"/>
                  </a:lnTo>
                  <a:lnTo>
                    <a:pt x="267869" y="30412"/>
                  </a:lnTo>
                  <a:lnTo>
                    <a:pt x="263602" y="27296"/>
                  </a:lnTo>
                  <a:lnTo>
                    <a:pt x="259239" y="24316"/>
                  </a:lnTo>
                  <a:lnTo>
                    <a:pt x="254784" y="21476"/>
                  </a:lnTo>
                  <a:lnTo>
                    <a:pt x="250241" y="18778"/>
                  </a:lnTo>
                  <a:lnTo>
                    <a:pt x="245615" y="16225"/>
                  </a:lnTo>
                  <a:lnTo>
                    <a:pt x="240911" y="13819"/>
                  </a:lnTo>
                  <a:lnTo>
                    <a:pt x="236133" y="11563"/>
                  </a:lnTo>
                  <a:lnTo>
                    <a:pt x="231287" y="9459"/>
                  </a:lnTo>
                  <a:lnTo>
                    <a:pt x="226376" y="7509"/>
                  </a:lnTo>
                  <a:lnTo>
                    <a:pt x="221406" y="5716"/>
                  </a:lnTo>
                  <a:lnTo>
                    <a:pt x="216382" y="4080"/>
                  </a:lnTo>
                  <a:lnTo>
                    <a:pt x="211308" y="2604"/>
                  </a:lnTo>
                  <a:lnTo>
                    <a:pt x="206191" y="1290"/>
                  </a:lnTo>
                  <a:lnTo>
                    <a:pt x="201034" y="137"/>
                  </a:lnTo>
                  <a:lnTo>
                    <a:pt x="167156" y="1638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81287" y="2126963"/>
              <a:ext cx="33878" cy="167167"/>
            </a:xfrm>
            <a:custGeom>
              <a:avLst/>
              <a:pathLst>
                <a:path w="33878" h="167167">
                  <a:moveTo>
                    <a:pt x="33878" y="3469"/>
                  </a:moveTo>
                  <a:lnTo>
                    <a:pt x="27171" y="2222"/>
                  </a:lnTo>
                  <a:lnTo>
                    <a:pt x="20418" y="1251"/>
                  </a:lnTo>
                  <a:lnTo>
                    <a:pt x="13630" y="556"/>
                  </a:lnTo>
                  <a:lnTo>
                    <a:pt x="6821" y="13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4330" y="2633064"/>
              <a:ext cx="6417" cy="167167"/>
            </a:xfrm>
            <a:custGeom>
              <a:avLst/>
              <a:pathLst>
                <a:path w="6417" h="167167">
                  <a:moveTo>
                    <a:pt x="6417" y="0"/>
                  </a:moveTo>
                  <a:lnTo>
                    <a:pt x="0" y="123"/>
                  </a:lnTo>
                  <a:lnTo>
                    <a:pt x="641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4330" y="2633187"/>
              <a:ext cx="6417" cy="167044"/>
            </a:xfrm>
            <a:custGeom>
              <a:avLst/>
              <a:pathLst>
                <a:path w="6417" h="167044">
                  <a:moveTo>
                    <a:pt x="0" y="0"/>
                  </a:moveTo>
                  <a:lnTo>
                    <a:pt x="6417" y="1670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4330" y="2633187"/>
              <a:ext cx="6417" cy="167044"/>
            </a:xfrm>
            <a:custGeom>
              <a:avLst/>
              <a:pathLst>
                <a:path w="6417" h="167044">
                  <a:moveTo>
                    <a:pt x="0" y="0"/>
                  </a:moveTo>
                  <a:lnTo>
                    <a:pt x="6417" y="1670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4330" y="2633187"/>
              <a:ext cx="6417" cy="167044"/>
            </a:xfrm>
            <a:custGeom>
              <a:avLst/>
              <a:pathLst>
                <a:path w="6417" h="167044">
                  <a:moveTo>
                    <a:pt x="0" y="0"/>
                  </a:moveTo>
                  <a:lnTo>
                    <a:pt x="6417" y="1670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4330" y="2633187"/>
              <a:ext cx="6417" cy="167044"/>
            </a:xfrm>
            <a:custGeom>
              <a:avLst/>
              <a:pathLst>
                <a:path w="6417" h="167044">
                  <a:moveTo>
                    <a:pt x="0" y="0"/>
                  </a:moveTo>
                  <a:lnTo>
                    <a:pt x="6417" y="1670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4330" y="2633187"/>
              <a:ext cx="6417" cy="167044"/>
            </a:xfrm>
            <a:custGeom>
              <a:avLst/>
              <a:pathLst>
                <a:path w="6417" h="167044">
                  <a:moveTo>
                    <a:pt x="0" y="0"/>
                  </a:moveTo>
                  <a:lnTo>
                    <a:pt x="6417" y="1670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4330" y="2633187"/>
              <a:ext cx="6417" cy="167044"/>
            </a:xfrm>
            <a:custGeom>
              <a:avLst/>
              <a:pathLst>
                <a:path w="6417" h="167044">
                  <a:moveTo>
                    <a:pt x="0" y="0"/>
                  </a:moveTo>
                  <a:lnTo>
                    <a:pt x="6417" y="1670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4330" y="2633187"/>
              <a:ext cx="6417" cy="167044"/>
            </a:xfrm>
            <a:custGeom>
              <a:avLst/>
              <a:pathLst>
                <a:path w="6417" h="167044">
                  <a:moveTo>
                    <a:pt x="0" y="0"/>
                  </a:moveTo>
                  <a:lnTo>
                    <a:pt x="6417" y="1670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4330" y="2633187"/>
              <a:ext cx="6417" cy="167044"/>
            </a:xfrm>
            <a:custGeom>
              <a:avLst/>
              <a:pathLst>
                <a:path w="6417" h="167044">
                  <a:moveTo>
                    <a:pt x="0" y="0"/>
                  </a:moveTo>
                  <a:lnTo>
                    <a:pt x="6417" y="1670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4330" y="2633187"/>
              <a:ext cx="6417" cy="167044"/>
            </a:xfrm>
            <a:custGeom>
              <a:avLst/>
              <a:pathLst>
                <a:path w="6417" h="167044">
                  <a:moveTo>
                    <a:pt x="0" y="0"/>
                  </a:moveTo>
                  <a:lnTo>
                    <a:pt x="6417" y="1670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4330" y="2633187"/>
              <a:ext cx="6417" cy="167044"/>
            </a:xfrm>
            <a:custGeom>
              <a:avLst/>
              <a:pathLst>
                <a:path w="6417" h="167044">
                  <a:moveTo>
                    <a:pt x="0" y="0"/>
                  </a:moveTo>
                  <a:lnTo>
                    <a:pt x="6417" y="1670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4330" y="2633187"/>
              <a:ext cx="6417" cy="167044"/>
            </a:xfrm>
            <a:custGeom>
              <a:avLst/>
              <a:pathLst>
                <a:path w="6417" h="167044">
                  <a:moveTo>
                    <a:pt x="0" y="0"/>
                  </a:moveTo>
                  <a:lnTo>
                    <a:pt x="6417" y="1670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4330" y="2633187"/>
              <a:ext cx="6417" cy="167044"/>
            </a:xfrm>
            <a:custGeom>
              <a:avLst/>
              <a:pathLst>
                <a:path w="6417" h="167044">
                  <a:moveTo>
                    <a:pt x="0" y="0"/>
                  </a:moveTo>
                  <a:lnTo>
                    <a:pt x="6417" y="1670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4330" y="2633187"/>
              <a:ext cx="6417" cy="167044"/>
            </a:xfrm>
            <a:custGeom>
              <a:avLst/>
              <a:pathLst>
                <a:path w="6417" h="167044">
                  <a:moveTo>
                    <a:pt x="0" y="0"/>
                  </a:moveTo>
                  <a:lnTo>
                    <a:pt x="6417" y="1670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423594" y="2633187"/>
              <a:ext cx="334309" cy="334211"/>
            </a:xfrm>
            <a:custGeom>
              <a:avLst/>
              <a:pathLst>
                <a:path w="334309" h="334211">
                  <a:moveTo>
                    <a:pt x="160736" y="0"/>
                  </a:moveTo>
                  <a:lnTo>
                    <a:pt x="155451" y="286"/>
                  </a:lnTo>
                  <a:lnTo>
                    <a:pt x="150178" y="740"/>
                  </a:lnTo>
                  <a:lnTo>
                    <a:pt x="144922" y="1361"/>
                  </a:lnTo>
                  <a:lnTo>
                    <a:pt x="139689" y="2148"/>
                  </a:lnTo>
                  <a:lnTo>
                    <a:pt x="134483" y="3100"/>
                  </a:lnTo>
                  <a:lnTo>
                    <a:pt x="129309" y="4216"/>
                  </a:lnTo>
                  <a:lnTo>
                    <a:pt x="124174" y="5496"/>
                  </a:lnTo>
                  <a:lnTo>
                    <a:pt x="119082" y="6937"/>
                  </a:lnTo>
                  <a:lnTo>
                    <a:pt x="114038" y="8539"/>
                  </a:lnTo>
                  <a:lnTo>
                    <a:pt x="109047" y="10300"/>
                  </a:lnTo>
                  <a:lnTo>
                    <a:pt x="104114" y="12218"/>
                  </a:lnTo>
                  <a:lnTo>
                    <a:pt x="99245" y="14291"/>
                  </a:lnTo>
                  <a:lnTo>
                    <a:pt x="94443" y="16517"/>
                  </a:lnTo>
                  <a:lnTo>
                    <a:pt x="89715" y="18894"/>
                  </a:lnTo>
                  <a:lnTo>
                    <a:pt x="85064" y="21420"/>
                  </a:lnTo>
                  <a:lnTo>
                    <a:pt x="80495" y="24092"/>
                  </a:lnTo>
                  <a:lnTo>
                    <a:pt x="76013" y="26906"/>
                  </a:lnTo>
                  <a:lnTo>
                    <a:pt x="71623" y="29862"/>
                  </a:lnTo>
                  <a:lnTo>
                    <a:pt x="67328" y="32955"/>
                  </a:lnTo>
                  <a:lnTo>
                    <a:pt x="63134" y="36182"/>
                  </a:lnTo>
                  <a:lnTo>
                    <a:pt x="59043" y="39540"/>
                  </a:lnTo>
                  <a:lnTo>
                    <a:pt x="55061" y="43026"/>
                  </a:lnTo>
                  <a:lnTo>
                    <a:pt x="51192" y="46637"/>
                  </a:lnTo>
                  <a:lnTo>
                    <a:pt x="47438" y="50368"/>
                  </a:lnTo>
                  <a:lnTo>
                    <a:pt x="43805" y="54216"/>
                  </a:lnTo>
                  <a:lnTo>
                    <a:pt x="40295" y="58177"/>
                  </a:lnTo>
                  <a:lnTo>
                    <a:pt x="36913" y="62247"/>
                  </a:lnTo>
                  <a:lnTo>
                    <a:pt x="33661" y="66423"/>
                  </a:lnTo>
                  <a:lnTo>
                    <a:pt x="30542" y="70699"/>
                  </a:lnTo>
                  <a:lnTo>
                    <a:pt x="27561" y="75072"/>
                  </a:lnTo>
                  <a:lnTo>
                    <a:pt x="24719" y="79537"/>
                  </a:lnTo>
                  <a:lnTo>
                    <a:pt x="22021" y="84089"/>
                  </a:lnTo>
                  <a:lnTo>
                    <a:pt x="19468" y="88725"/>
                  </a:lnTo>
                  <a:lnTo>
                    <a:pt x="17062" y="93439"/>
                  </a:lnTo>
                  <a:lnTo>
                    <a:pt x="14808" y="98227"/>
                  </a:lnTo>
                  <a:lnTo>
                    <a:pt x="12706" y="103084"/>
                  </a:lnTo>
                  <a:lnTo>
                    <a:pt x="10758" y="108005"/>
                  </a:lnTo>
                  <a:lnTo>
                    <a:pt x="8968" y="112986"/>
                  </a:lnTo>
                  <a:lnTo>
                    <a:pt x="7336" y="118020"/>
                  </a:lnTo>
                  <a:lnTo>
                    <a:pt x="5864" y="123104"/>
                  </a:lnTo>
                  <a:lnTo>
                    <a:pt x="4554" y="128232"/>
                  </a:lnTo>
                  <a:lnTo>
                    <a:pt x="3407" y="133398"/>
                  </a:lnTo>
                  <a:lnTo>
                    <a:pt x="2424" y="138598"/>
                  </a:lnTo>
                  <a:lnTo>
                    <a:pt x="1606" y="143827"/>
                  </a:lnTo>
                  <a:lnTo>
                    <a:pt x="954" y="149079"/>
                  </a:lnTo>
                  <a:lnTo>
                    <a:pt x="469" y="154349"/>
                  </a:lnTo>
                  <a:lnTo>
                    <a:pt x="150" y="159632"/>
                  </a:lnTo>
                  <a:lnTo>
                    <a:pt x="0" y="164923"/>
                  </a:lnTo>
                  <a:lnTo>
                    <a:pt x="16" y="170215"/>
                  </a:lnTo>
                  <a:lnTo>
                    <a:pt x="200" y="175504"/>
                  </a:lnTo>
                  <a:lnTo>
                    <a:pt x="552" y="180785"/>
                  </a:lnTo>
                  <a:lnTo>
                    <a:pt x="1070" y="186052"/>
                  </a:lnTo>
                  <a:lnTo>
                    <a:pt x="1755" y="191300"/>
                  </a:lnTo>
                  <a:lnTo>
                    <a:pt x="2606" y="196523"/>
                  </a:lnTo>
                  <a:lnTo>
                    <a:pt x="3622" y="201717"/>
                  </a:lnTo>
                  <a:lnTo>
                    <a:pt x="4801" y="206876"/>
                  </a:lnTo>
                  <a:lnTo>
                    <a:pt x="6143" y="211996"/>
                  </a:lnTo>
                  <a:lnTo>
                    <a:pt x="7647" y="217070"/>
                  </a:lnTo>
                  <a:lnTo>
                    <a:pt x="9311" y="222094"/>
                  </a:lnTo>
                  <a:lnTo>
                    <a:pt x="11132" y="227063"/>
                  </a:lnTo>
                  <a:lnTo>
                    <a:pt x="13110" y="231972"/>
                  </a:lnTo>
                  <a:lnTo>
                    <a:pt x="15243" y="236816"/>
                  </a:lnTo>
                  <a:lnTo>
                    <a:pt x="17528" y="241590"/>
                  </a:lnTo>
                  <a:lnTo>
                    <a:pt x="19962" y="246289"/>
                  </a:lnTo>
                  <a:lnTo>
                    <a:pt x="22545" y="250908"/>
                  </a:lnTo>
                  <a:lnTo>
                    <a:pt x="25272" y="255444"/>
                  </a:lnTo>
                  <a:lnTo>
                    <a:pt x="28141" y="259891"/>
                  </a:lnTo>
                  <a:lnTo>
                    <a:pt x="31150" y="264245"/>
                  </a:lnTo>
                  <a:lnTo>
                    <a:pt x="34295" y="268501"/>
                  </a:lnTo>
                  <a:lnTo>
                    <a:pt x="37574" y="272656"/>
                  </a:lnTo>
                  <a:lnTo>
                    <a:pt x="40982" y="276705"/>
                  </a:lnTo>
                  <a:lnTo>
                    <a:pt x="44516" y="280644"/>
                  </a:lnTo>
                  <a:lnTo>
                    <a:pt x="48174" y="284469"/>
                  </a:lnTo>
                  <a:lnTo>
                    <a:pt x="51951" y="288177"/>
                  </a:lnTo>
                  <a:lnTo>
                    <a:pt x="55843" y="291763"/>
                  </a:lnTo>
                  <a:lnTo>
                    <a:pt x="59847" y="295224"/>
                  </a:lnTo>
                  <a:lnTo>
                    <a:pt x="63958" y="298557"/>
                  </a:lnTo>
                  <a:lnTo>
                    <a:pt x="68173" y="301757"/>
                  </a:lnTo>
                  <a:lnTo>
                    <a:pt x="72487" y="304823"/>
                  </a:lnTo>
                  <a:lnTo>
                    <a:pt x="76896" y="307751"/>
                  </a:lnTo>
                  <a:lnTo>
                    <a:pt x="81395" y="310537"/>
                  </a:lnTo>
                  <a:lnTo>
                    <a:pt x="85980" y="313180"/>
                  </a:lnTo>
                  <a:lnTo>
                    <a:pt x="90647" y="315676"/>
                  </a:lnTo>
                  <a:lnTo>
                    <a:pt x="95390" y="318024"/>
                  </a:lnTo>
                  <a:lnTo>
                    <a:pt x="100206" y="320220"/>
                  </a:lnTo>
                  <a:lnTo>
                    <a:pt x="105088" y="322262"/>
                  </a:lnTo>
                  <a:lnTo>
                    <a:pt x="110033" y="324149"/>
                  </a:lnTo>
                  <a:lnTo>
                    <a:pt x="115034" y="325879"/>
                  </a:lnTo>
                  <a:lnTo>
                    <a:pt x="120088" y="327449"/>
                  </a:lnTo>
                  <a:lnTo>
                    <a:pt x="125190" y="328858"/>
                  </a:lnTo>
                  <a:lnTo>
                    <a:pt x="130333" y="330106"/>
                  </a:lnTo>
                  <a:lnTo>
                    <a:pt x="135513" y="331190"/>
                  </a:lnTo>
                  <a:lnTo>
                    <a:pt x="140725" y="332109"/>
                  </a:lnTo>
                  <a:lnTo>
                    <a:pt x="145964" y="332863"/>
                  </a:lnTo>
                  <a:lnTo>
                    <a:pt x="151223" y="333450"/>
                  </a:lnTo>
                  <a:lnTo>
                    <a:pt x="156499" y="333871"/>
                  </a:lnTo>
                  <a:lnTo>
                    <a:pt x="161785" y="334125"/>
                  </a:lnTo>
                  <a:lnTo>
                    <a:pt x="167077" y="334211"/>
                  </a:lnTo>
                  <a:lnTo>
                    <a:pt x="172369" y="334130"/>
                  </a:lnTo>
                  <a:lnTo>
                    <a:pt x="177655" y="333881"/>
                  </a:lnTo>
                  <a:lnTo>
                    <a:pt x="182931" y="333465"/>
                  </a:lnTo>
                  <a:lnTo>
                    <a:pt x="188191" y="332882"/>
                  </a:lnTo>
                  <a:lnTo>
                    <a:pt x="193431" y="332133"/>
                  </a:lnTo>
                  <a:lnTo>
                    <a:pt x="198643" y="331218"/>
                  </a:lnTo>
                  <a:lnTo>
                    <a:pt x="203825" y="330139"/>
                  </a:lnTo>
                  <a:lnTo>
                    <a:pt x="208969" y="328897"/>
                  </a:lnTo>
                  <a:lnTo>
                    <a:pt x="214072" y="327492"/>
                  </a:lnTo>
                  <a:lnTo>
                    <a:pt x="219127" y="325926"/>
                  </a:lnTo>
                  <a:lnTo>
                    <a:pt x="224131" y="324202"/>
                  </a:lnTo>
                  <a:lnTo>
                    <a:pt x="229077" y="322319"/>
                  </a:lnTo>
                  <a:lnTo>
                    <a:pt x="233961" y="320281"/>
                  </a:lnTo>
                  <a:lnTo>
                    <a:pt x="238778" y="318089"/>
                  </a:lnTo>
                  <a:lnTo>
                    <a:pt x="243524" y="315746"/>
                  </a:lnTo>
                  <a:lnTo>
                    <a:pt x="248193" y="313254"/>
                  </a:lnTo>
                  <a:lnTo>
                    <a:pt x="252781" y="310616"/>
                  </a:lnTo>
                  <a:lnTo>
                    <a:pt x="257282" y="307833"/>
                  </a:lnTo>
                  <a:lnTo>
                    <a:pt x="261694" y="304910"/>
                  </a:lnTo>
                  <a:lnTo>
                    <a:pt x="266011" y="301848"/>
                  </a:lnTo>
                  <a:lnTo>
                    <a:pt x="270229" y="298651"/>
                  </a:lnTo>
                  <a:lnTo>
                    <a:pt x="274343" y="295322"/>
                  </a:lnTo>
                  <a:lnTo>
                    <a:pt x="278350" y="291865"/>
                  </a:lnTo>
                  <a:lnTo>
                    <a:pt x="282245" y="288282"/>
                  </a:lnTo>
                  <a:lnTo>
                    <a:pt x="286026" y="284578"/>
                  </a:lnTo>
                  <a:lnTo>
                    <a:pt x="289687" y="280756"/>
                  </a:lnTo>
                  <a:lnTo>
                    <a:pt x="293225" y="276821"/>
                  </a:lnTo>
                  <a:lnTo>
                    <a:pt x="296637" y="272775"/>
                  </a:lnTo>
                  <a:lnTo>
                    <a:pt x="299919" y="268623"/>
                  </a:lnTo>
                  <a:lnTo>
                    <a:pt x="303068" y="264369"/>
                  </a:lnTo>
                  <a:lnTo>
                    <a:pt x="306080" y="260018"/>
                  </a:lnTo>
                  <a:lnTo>
                    <a:pt x="308954" y="255574"/>
                  </a:lnTo>
                  <a:lnTo>
                    <a:pt x="311685" y="251041"/>
                  </a:lnTo>
                  <a:lnTo>
                    <a:pt x="314272" y="246423"/>
                  </a:lnTo>
                  <a:lnTo>
                    <a:pt x="316711" y="241727"/>
                  </a:lnTo>
                  <a:lnTo>
                    <a:pt x="319000" y="236955"/>
                  </a:lnTo>
                  <a:lnTo>
                    <a:pt x="321137" y="232113"/>
                  </a:lnTo>
                  <a:lnTo>
                    <a:pt x="323120" y="227206"/>
                  </a:lnTo>
                  <a:lnTo>
                    <a:pt x="324946" y="222239"/>
                  </a:lnTo>
                  <a:lnTo>
                    <a:pt x="326614" y="217216"/>
                  </a:lnTo>
                  <a:lnTo>
                    <a:pt x="328122" y="212143"/>
                  </a:lnTo>
                  <a:lnTo>
                    <a:pt x="329469" y="207025"/>
                  </a:lnTo>
                  <a:lnTo>
                    <a:pt x="330654" y="201867"/>
                  </a:lnTo>
                  <a:lnTo>
                    <a:pt x="331674" y="196674"/>
                  </a:lnTo>
                  <a:lnTo>
                    <a:pt x="332530" y="191451"/>
                  </a:lnTo>
                  <a:lnTo>
                    <a:pt x="333219" y="186204"/>
                  </a:lnTo>
                  <a:lnTo>
                    <a:pt x="333743" y="180937"/>
                  </a:lnTo>
                  <a:lnTo>
                    <a:pt x="334099" y="175657"/>
                  </a:lnTo>
                  <a:lnTo>
                    <a:pt x="334288" y="170368"/>
                  </a:lnTo>
                  <a:lnTo>
                    <a:pt x="334309" y="165076"/>
                  </a:lnTo>
                  <a:lnTo>
                    <a:pt x="334163" y="159785"/>
                  </a:lnTo>
                  <a:lnTo>
                    <a:pt x="333850" y="154502"/>
                  </a:lnTo>
                  <a:lnTo>
                    <a:pt x="333369" y="149232"/>
                  </a:lnTo>
                  <a:lnTo>
                    <a:pt x="332722" y="143979"/>
                  </a:lnTo>
                  <a:lnTo>
                    <a:pt x="331909" y="138749"/>
                  </a:lnTo>
                  <a:lnTo>
                    <a:pt x="330931" y="133548"/>
                  </a:lnTo>
                  <a:lnTo>
                    <a:pt x="329788" y="128381"/>
                  </a:lnTo>
                  <a:lnTo>
                    <a:pt x="328483" y="123252"/>
                  </a:lnTo>
                  <a:lnTo>
                    <a:pt x="327016" y="118167"/>
                  </a:lnTo>
                  <a:lnTo>
                    <a:pt x="325389" y="113131"/>
                  </a:lnTo>
                  <a:lnTo>
                    <a:pt x="323603" y="108149"/>
                  </a:lnTo>
                  <a:lnTo>
                    <a:pt x="321660" y="103226"/>
                  </a:lnTo>
                  <a:lnTo>
                    <a:pt x="319562" y="98367"/>
                  </a:lnTo>
                  <a:lnTo>
                    <a:pt x="317312" y="93577"/>
                  </a:lnTo>
                  <a:lnTo>
                    <a:pt x="314911" y="88860"/>
                  </a:lnTo>
                  <a:lnTo>
                    <a:pt x="312362" y="84222"/>
                  </a:lnTo>
                  <a:lnTo>
                    <a:pt x="309668" y="79667"/>
                  </a:lnTo>
                  <a:lnTo>
                    <a:pt x="306830" y="75199"/>
                  </a:lnTo>
                  <a:lnTo>
                    <a:pt x="303853" y="70824"/>
                  </a:lnTo>
                  <a:lnTo>
                    <a:pt x="300739" y="66545"/>
                  </a:lnTo>
                  <a:lnTo>
                    <a:pt x="297490" y="62367"/>
                  </a:lnTo>
                  <a:lnTo>
                    <a:pt x="294111" y="58293"/>
                  </a:lnTo>
                  <a:lnTo>
                    <a:pt x="290605" y="54329"/>
                  </a:lnTo>
                  <a:lnTo>
                    <a:pt x="286975" y="50477"/>
                  </a:lnTo>
                  <a:lnTo>
                    <a:pt x="283225" y="46743"/>
                  </a:lnTo>
                  <a:lnTo>
                    <a:pt x="279359" y="43129"/>
                  </a:lnTo>
                  <a:lnTo>
                    <a:pt x="275380" y="39639"/>
                  </a:lnTo>
                  <a:lnTo>
                    <a:pt x="271293" y="36277"/>
                  </a:lnTo>
                  <a:lnTo>
                    <a:pt x="267101" y="33046"/>
                  </a:lnTo>
                  <a:lnTo>
                    <a:pt x="262809" y="29949"/>
                  </a:lnTo>
                  <a:lnTo>
                    <a:pt x="258422" y="26990"/>
                  </a:lnTo>
                  <a:lnTo>
                    <a:pt x="253943" y="24171"/>
                  </a:lnTo>
                  <a:lnTo>
                    <a:pt x="249376" y="21495"/>
                  </a:lnTo>
                  <a:lnTo>
                    <a:pt x="244728" y="18965"/>
                  </a:lnTo>
                  <a:lnTo>
                    <a:pt x="240002" y="16584"/>
                  </a:lnTo>
                  <a:lnTo>
                    <a:pt x="167153" y="1670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90748" y="2633064"/>
              <a:ext cx="72848" cy="167167"/>
            </a:xfrm>
            <a:custGeom>
              <a:avLst/>
              <a:pathLst>
                <a:path w="72848" h="167167">
                  <a:moveTo>
                    <a:pt x="72848" y="16707"/>
                  </a:moveTo>
                  <a:lnTo>
                    <a:pt x="67586" y="14272"/>
                  </a:lnTo>
                  <a:lnTo>
                    <a:pt x="62243" y="12020"/>
                  </a:lnTo>
                  <a:lnTo>
                    <a:pt x="56826" y="9955"/>
                  </a:lnTo>
                  <a:lnTo>
                    <a:pt x="51340" y="8079"/>
                  </a:lnTo>
                  <a:lnTo>
                    <a:pt x="45792" y="6394"/>
                  </a:lnTo>
                  <a:lnTo>
                    <a:pt x="40189" y="4903"/>
                  </a:lnTo>
                  <a:lnTo>
                    <a:pt x="34538" y="3606"/>
                  </a:lnTo>
                  <a:lnTo>
                    <a:pt x="28845" y="2507"/>
                  </a:lnTo>
                  <a:lnTo>
                    <a:pt x="23118" y="1606"/>
                  </a:lnTo>
                  <a:lnTo>
                    <a:pt x="17363" y="904"/>
                  </a:lnTo>
                  <a:lnTo>
                    <a:pt x="11587" y="402"/>
                  </a:lnTo>
                  <a:lnTo>
                    <a:pt x="5797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498929" y="3170392"/>
              <a:ext cx="27051" cy="167167"/>
            </a:xfrm>
            <a:custGeom>
              <a:avLst/>
              <a:pathLst>
                <a:path w="27051" h="167167">
                  <a:moveTo>
                    <a:pt x="27051" y="0"/>
                  </a:moveTo>
                  <a:lnTo>
                    <a:pt x="20260" y="137"/>
                  </a:lnTo>
                  <a:lnTo>
                    <a:pt x="13480" y="551"/>
                  </a:lnTo>
                  <a:lnTo>
                    <a:pt x="6723" y="1240"/>
                  </a:lnTo>
                  <a:lnTo>
                    <a:pt x="0" y="2203"/>
                  </a:lnTo>
                  <a:lnTo>
                    <a:pt x="270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498929" y="3172595"/>
              <a:ext cx="27051" cy="164964"/>
            </a:xfrm>
            <a:custGeom>
              <a:avLst/>
              <a:pathLst>
                <a:path w="27051" h="164964">
                  <a:moveTo>
                    <a:pt x="0" y="0"/>
                  </a:moveTo>
                  <a:lnTo>
                    <a:pt x="27051" y="1649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498929" y="3172595"/>
              <a:ext cx="27051" cy="164964"/>
            </a:xfrm>
            <a:custGeom>
              <a:avLst/>
              <a:pathLst>
                <a:path w="27051" h="164964">
                  <a:moveTo>
                    <a:pt x="0" y="0"/>
                  </a:moveTo>
                  <a:lnTo>
                    <a:pt x="27051" y="1649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498929" y="3172595"/>
              <a:ext cx="27051" cy="164964"/>
            </a:xfrm>
            <a:custGeom>
              <a:avLst/>
              <a:pathLst>
                <a:path w="27051" h="164964">
                  <a:moveTo>
                    <a:pt x="0" y="0"/>
                  </a:moveTo>
                  <a:lnTo>
                    <a:pt x="27051" y="1649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498929" y="3172595"/>
              <a:ext cx="27051" cy="164964"/>
            </a:xfrm>
            <a:custGeom>
              <a:avLst/>
              <a:pathLst>
                <a:path w="27051" h="164964">
                  <a:moveTo>
                    <a:pt x="0" y="0"/>
                  </a:moveTo>
                  <a:lnTo>
                    <a:pt x="27051" y="1649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498929" y="3172595"/>
              <a:ext cx="27051" cy="164964"/>
            </a:xfrm>
            <a:custGeom>
              <a:avLst/>
              <a:pathLst>
                <a:path w="27051" h="164964">
                  <a:moveTo>
                    <a:pt x="0" y="0"/>
                  </a:moveTo>
                  <a:lnTo>
                    <a:pt x="27051" y="1649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498929" y="3172595"/>
              <a:ext cx="27051" cy="164964"/>
            </a:xfrm>
            <a:custGeom>
              <a:avLst/>
              <a:pathLst>
                <a:path w="27051" h="164964">
                  <a:moveTo>
                    <a:pt x="0" y="0"/>
                  </a:moveTo>
                  <a:lnTo>
                    <a:pt x="27051" y="1649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498929" y="3172595"/>
              <a:ext cx="27051" cy="164964"/>
            </a:xfrm>
            <a:custGeom>
              <a:avLst/>
              <a:pathLst>
                <a:path w="27051" h="164964">
                  <a:moveTo>
                    <a:pt x="0" y="0"/>
                  </a:moveTo>
                  <a:lnTo>
                    <a:pt x="27051" y="164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498929" y="3172595"/>
              <a:ext cx="27051" cy="164964"/>
            </a:xfrm>
            <a:custGeom>
              <a:avLst/>
              <a:pathLst>
                <a:path w="27051" h="164964">
                  <a:moveTo>
                    <a:pt x="0" y="0"/>
                  </a:moveTo>
                  <a:lnTo>
                    <a:pt x="27051" y="164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498929" y="3172595"/>
              <a:ext cx="27051" cy="164964"/>
            </a:xfrm>
            <a:custGeom>
              <a:avLst/>
              <a:pathLst>
                <a:path w="27051" h="164964">
                  <a:moveTo>
                    <a:pt x="0" y="0"/>
                  </a:moveTo>
                  <a:lnTo>
                    <a:pt x="27051" y="164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498929" y="3172595"/>
              <a:ext cx="27051" cy="164964"/>
            </a:xfrm>
            <a:custGeom>
              <a:avLst/>
              <a:pathLst>
                <a:path w="27051" h="164964">
                  <a:moveTo>
                    <a:pt x="0" y="0"/>
                  </a:moveTo>
                  <a:lnTo>
                    <a:pt x="27051" y="164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498929" y="3172595"/>
              <a:ext cx="27051" cy="164964"/>
            </a:xfrm>
            <a:custGeom>
              <a:avLst/>
              <a:pathLst>
                <a:path w="27051" h="164964">
                  <a:moveTo>
                    <a:pt x="0" y="0"/>
                  </a:moveTo>
                  <a:lnTo>
                    <a:pt x="27051" y="1649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498929" y="3172595"/>
              <a:ext cx="27051" cy="164964"/>
            </a:xfrm>
            <a:custGeom>
              <a:avLst/>
              <a:pathLst>
                <a:path w="27051" h="164964">
                  <a:moveTo>
                    <a:pt x="0" y="0"/>
                  </a:moveTo>
                  <a:lnTo>
                    <a:pt x="27051" y="1649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358821" y="3172595"/>
              <a:ext cx="334325" cy="332125"/>
            </a:xfrm>
            <a:custGeom>
              <a:avLst/>
              <a:pathLst>
                <a:path w="334325" h="332125">
                  <a:moveTo>
                    <a:pt x="140108" y="0"/>
                  </a:moveTo>
                  <a:lnTo>
                    <a:pt x="134879" y="943"/>
                  </a:lnTo>
                  <a:lnTo>
                    <a:pt x="129682" y="2051"/>
                  </a:lnTo>
                  <a:lnTo>
                    <a:pt x="124524" y="3325"/>
                  </a:lnTo>
                  <a:lnTo>
                    <a:pt x="119408" y="4761"/>
                  </a:lnTo>
                  <a:lnTo>
                    <a:pt x="114341" y="6360"/>
                  </a:lnTo>
                  <a:lnTo>
                    <a:pt x="109327" y="8118"/>
                  </a:lnTo>
                  <a:lnTo>
                    <a:pt x="104372" y="10035"/>
                  </a:lnTo>
                  <a:lnTo>
                    <a:pt x="99480" y="12109"/>
                  </a:lnTo>
                  <a:lnTo>
                    <a:pt x="94657" y="14337"/>
                  </a:lnTo>
                  <a:lnTo>
                    <a:pt x="89906" y="16717"/>
                  </a:lnTo>
                  <a:lnTo>
                    <a:pt x="85234" y="19247"/>
                  </a:lnTo>
                  <a:lnTo>
                    <a:pt x="80644" y="21925"/>
                  </a:lnTo>
                  <a:lnTo>
                    <a:pt x="76142" y="24746"/>
                  </a:lnTo>
                  <a:lnTo>
                    <a:pt x="71732" y="27710"/>
                  </a:lnTo>
                  <a:lnTo>
                    <a:pt x="67418" y="30812"/>
                  </a:lnTo>
                  <a:lnTo>
                    <a:pt x="63205" y="34049"/>
                  </a:lnTo>
                  <a:lnTo>
                    <a:pt x="59097" y="37419"/>
                  </a:lnTo>
                  <a:lnTo>
                    <a:pt x="55099" y="40918"/>
                  </a:lnTo>
                  <a:lnTo>
                    <a:pt x="51213" y="44542"/>
                  </a:lnTo>
                  <a:lnTo>
                    <a:pt x="47444" y="48287"/>
                  </a:lnTo>
                  <a:lnTo>
                    <a:pt x="43797" y="52151"/>
                  </a:lnTo>
                  <a:lnTo>
                    <a:pt x="40274" y="56128"/>
                  </a:lnTo>
                  <a:lnTo>
                    <a:pt x="36879" y="60216"/>
                  </a:lnTo>
                  <a:lnTo>
                    <a:pt x="33616" y="64409"/>
                  </a:lnTo>
                  <a:lnTo>
                    <a:pt x="30488" y="68704"/>
                  </a:lnTo>
                  <a:lnTo>
                    <a:pt x="27498" y="73096"/>
                  </a:lnTo>
                  <a:lnTo>
                    <a:pt x="24649" y="77581"/>
                  </a:lnTo>
                  <a:lnTo>
                    <a:pt x="21944" y="82154"/>
                  </a:lnTo>
                  <a:lnTo>
                    <a:pt x="19385" y="86811"/>
                  </a:lnTo>
                  <a:lnTo>
                    <a:pt x="16976" y="91546"/>
                  </a:lnTo>
                  <a:lnTo>
                    <a:pt x="14719" y="96356"/>
                  </a:lnTo>
                  <a:lnTo>
                    <a:pt x="12616" y="101236"/>
                  </a:lnTo>
                  <a:lnTo>
                    <a:pt x="10668" y="106179"/>
                  </a:lnTo>
                  <a:lnTo>
                    <a:pt x="8879" y="111182"/>
                  </a:lnTo>
                  <a:lnTo>
                    <a:pt x="7250" y="116240"/>
                  </a:lnTo>
                  <a:lnTo>
                    <a:pt x="5782" y="121346"/>
                  </a:lnTo>
                  <a:lnTo>
                    <a:pt x="4478" y="126497"/>
                  </a:lnTo>
                  <a:lnTo>
                    <a:pt x="3337" y="131686"/>
                  </a:lnTo>
                  <a:lnTo>
                    <a:pt x="2363" y="136909"/>
                  </a:lnTo>
                  <a:lnTo>
                    <a:pt x="1554" y="142161"/>
                  </a:lnTo>
                  <a:lnTo>
                    <a:pt x="913" y="147435"/>
                  </a:lnTo>
                  <a:lnTo>
                    <a:pt x="440" y="152728"/>
                  </a:lnTo>
                  <a:lnTo>
                    <a:pt x="135" y="158032"/>
                  </a:lnTo>
                  <a:lnTo>
                    <a:pt x="0" y="163344"/>
                  </a:lnTo>
                  <a:lnTo>
                    <a:pt x="32" y="168657"/>
                  </a:lnTo>
                  <a:lnTo>
                    <a:pt x="234" y="173966"/>
                  </a:lnTo>
                  <a:lnTo>
                    <a:pt x="605" y="179267"/>
                  </a:lnTo>
                  <a:lnTo>
                    <a:pt x="1143" y="184553"/>
                  </a:lnTo>
                  <a:lnTo>
                    <a:pt x="1850" y="189819"/>
                  </a:lnTo>
                  <a:lnTo>
                    <a:pt x="2723" y="195060"/>
                  </a:lnTo>
                  <a:lnTo>
                    <a:pt x="3763" y="200270"/>
                  </a:lnTo>
                  <a:lnTo>
                    <a:pt x="4967" y="205445"/>
                  </a:lnTo>
                  <a:lnTo>
                    <a:pt x="6336" y="210579"/>
                  </a:lnTo>
                  <a:lnTo>
                    <a:pt x="7867" y="215667"/>
                  </a:lnTo>
                  <a:lnTo>
                    <a:pt x="9558" y="220704"/>
                  </a:lnTo>
                  <a:lnTo>
                    <a:pt x="11410" y="225685"/>
                  </a:lnTo>
                  <a:lnTo>
                    <a:pt x="13418" y="230604"/>
                  </a:lnTo>
                  <a:lnTo>
                    <a:pt x="15582" y="235456"/>
                  </a:lnTo>
                  <a:lnTo>
                    <a:pt x="17898" y="240238"/>
                  </a:lnTo>
                  <a:lnTo>
                    <a:pt x="20366" y="244944"/>
                  </a:lnTo>
                  <a:lnTo>
                    <a:pt x="22982" y="249568"/>
                  </a:lnTo>
                  <a:lnTo>
                    <a:pt x="25744" y="254107"/>
                  </a:lnTo>
                  <a:lnTo>
                    <a:pt x="28648" y="258557"/>
                  </a:lnTo>
                  <a:lnTo>
                    <a:pt x="31692" y="262911"/>
                  </a:lnTo>
                  <a:lnTo>
                    <a:pt x="34874" y="267167"/>
                  </a:lnTo>
                  <a:lnTo>
                    <a:pt x="38189" y="271319"/>
                  </a:lnTo>
                  <a:lnTo>
                    <a:pt x="41634" y="275364"/>
                  </a:lnTo>
                  <a:lnTo>
                    <a:pt x="45206" y="279298"/>
                  </a:lnTo>
                  <a:lnTo>
                    <a:pt x="48901" y="283116"/>
                  </a:lnTo>
                  <a:lnTo>
                    <a:pt x="52716" y="286814"/>
                  </a:lnTo>
                  <a:lnTo>
                    <a:pt x="56646" y="290390"/>
                  </a:lnTo>
                  <a:lnTo>
                    <a:pt x="60688" y="293839"/>
                  </a:lnTo>
                  <a:lnTo>
                    <a:pt x="64837" y="297157"/>
                  </a:lnTo>
                  <a:lnTo>
                    <a:pt x="69090" y="300342"/>
                  </a:lnTo>
                  <a:lnTo>
                    <a:pt x="73442" y="303391"/>
                  </a:lnTo>
                  <a:lnTo>
                    <a:pt x="77888" y="306299"/>
                  </a:lnTo>
                  <a:lnTo>
                    <a:pt x="82425" y="309065"/>
                  </a:lnTo>
                  <a:lnTo>
                    <a:pt x="87048" y="311685"/>
                  </a:lnTo>
                  <a:lnTo>
                    <a:pt x="91751" y="314157"/>
                  </a:lnTo>
                  <a:lnTo>
                    <a:pt x="96530" y="316478"/>
                  </a:lnTo>
                  <a:lnTo>
                    <a:pt x="101381" y="318646"/>
                  </a:lnTo>
                  <a:lnTo>
                    <a:pt x="106299" y="320659"/>
                  </a:lnTo>
                  <a:lnTo>
                    <a:pt x="111277" y="322514"/>
                  </a:lnTo>
                  <a:lnTo>
                    <a:pt x="116313" y="324211"/>
                  </a:lnTo>
                  <a:lnTo>
                    <a:pt x="121399" y="325746"/>
                  </a:lnTo>
                  <a:lnTo>
                    <a:pt x="126532" y="327119"/>
                  </a:lnTo>
                  <a:lnTo>
                    <a:pt x="131706" y="328328"/>
                  </a:lnTo>
                  <a:lnTo>
                    <a:pt x="136916" y="329373"/>
                  </a:lnTo>
                  <a:lnTo>
                    <a:pt x="142156" y="330251"/>
                  </a:lnTo>
                  <a:lnTo>
                    <a:pt x="147421" y="330962"/>
                  </a:lnTo>
                  <a:lnTo>
                    <a:pt x="152707" y="331505"/>
                  </a:lnTo>
                  <a:lnTo>
                    <a:pt x="158007" y="331880"/>
                  </a:lnTo>
                  <a:lnTo>
                    <a:pt x="163316" y="332087"/>
                  </a:lnTo>
                  <a:lnTo>
                    <a:pt x="168629" y="332125"/>
                  </a:lnTo>
                  <a:lnTo>
                    <a:pt x="173941" y="331993"/>
                  </a:lnTo>
                  <a:lnTo>
                    <a:pt x="179246" y="331694"/>
                  </a:lnTo>
                  <a:lnTo>
                    <a:pt x="184538" y="331225"/>
                  </a:lnTo>
                  <a:lnTo>
                    <a:pt x="189813" y="330589"/>
                  </a:lnTo>
                  <a:lnTo>
                    <a:pt x="195066" y="329785"/>
                  </a:lnTo>
                  <a:lnTo>
                    <a:pt x="200290" y="328815"/>
                  </a:lnTo>
                  <a:lnTo>
                    <a:pt x="205480" y="327680"/>
                  </a:lnTo>
                  <a:lnTo>
                    <a:pt x="210632" y="326379"/>
                  </a:lnTo>
                  <a:lnTo>
                    <a:pt x="215740" y="324916"/>
                  </a:lnTo>
                  <a:lnTo>
                    <a:pt x="220799" y="323292"/>
                  </a:lnTo>
                  <a:lnTo>
                    <a:pt x="225803" y="321507"/>
                  </a:lnTo>
                  <a:lnTo>
                    <a:pt x="230749" y="319564"/>
                  </a:lnTo>
                  <a:lnTo>
                    <a:pt x="235630" y="317465"/>
                  </a:lnTo>
                  <a:lnTo>
                    <a:pt x="240442" y="315212"/>
                  </a:lnTo>
                  <a:lnTo>
                    <a:pt x="245180" y="312807"/>
                  </a:lnTo>
                  <a:lnTo>
                    <a:pt x="249839" y="310253"/>
                  </a:lnTo>
                  <a:lnTo>
                    <a:pt x="254414" y="307552"/>
                  </a:lnTo>
                  <a:lnTo>
                    <a:pt x="258902" y="304707"/>
                  </a:lnTo>
                  <a:lnTo>
                    <a:pt x="263296" y="301721"/>
                  </a:lnTo>
                  <a:lnTo>
                    <a:pt x="267594" y="298597"/>
                  </a:lnTo>
                  <a:lnTo>
                    <a:pt x="271790" y="295337"/>
                  </a:lnTo>
                  <a:lnTo>
                    <a:pt x="275881" y="291946"/>
                  </a:lnTo>
                  <a:lnTo>
                    <a:pt x="279861" y="288427"/>
                  </a:lnTo>
                  <a:lnTo>
                    <a:pt x="283728" y="284783"/>
                  </a:lnTo>
                  <a:lnTo>
                    <a:pt x="287477" y="281018"/>
                  </a:lnTo>
                  <a:lnTo>
                    <a:pt x="291104" y="277135"/>
                  </a:lnTo>
                  <a:lnTo>
                    <a:pt x="294607" y="273140"/>
                  </a:lnTo>
                  <a:lnTo>
                    <a:pt x="297980" y="269035"/>
                  </a:lnTo>
                  <a:lnTo>
                    <a:pt x="301222" y="264825"/>
                  </a:lnTo>
                  <a:lnTo>
                    <a:pt x="304327" y="260514"/>
                  </a:lnTo>
                  <a:lnTo>
                    <a:pt x="307295" y="256106"/>
                  </a:lnTo>
                  <a:lnTo>
                    <a:pt x="310120" y="251607"/>
                  </a:lnTo>
                  <a:lnTo>
                    <a:pt x="312802" y="247019"/>
                  </a:lnTo>
                  <a:lnTo>
                    <a:pt x="315336" y="242349"/>
                  </a:lnTo>
                  <a:lnTo>
                    <a:pt x="317720" y="237601"/>
                  </a:lnTo>
                  <a:lnTo>
                    <a:pt x="319953" y="232780"/>
                  </a:lnTo>
                  <a:lnTo>
                    <a:pt x="322031" y="227890"/>
                  </a:lnTo>
                  <a:lnTo>
                    <a:pt x="323952" y="222936"/>
                  </a:lnTo>
                  <a:lnTo>
                    <a:pt x="325716" y="217924"/>
                  </a:lnTo>
                  <a:lnTo>
                    <a:pt x="327319" y="212858"/>
                  </a:lnTo>
                  <a:lnTo>
                    <a:pt x="328760" y="207744"/>
                  </a:lnTo>
                  <a:lnTo>
                    <a:pt x="330038" y="202587"/>
                  </a:lnTo>
                  <a:lnTo>
                    <a:pt x="331151" y="197391"/>
                  </a:lnTo>
                  <a:lnTo>
                    <a:pt x="332099" y="192163"/>
                  </a:lnTo>
                  <a:lnTo>
                    <a:pt x="332880" y="186908"/>
                  </a:lnTo>
                  <a:lnTo>
                    <a:pt x="333494" y="181630"/>
                  </a:lnTo>
                  <a:lnTo>
                    <a:pt x="333939" y="176335"/>
                  </a:lnTo>
                  <a:lnTo>
                    <a:pt x="334216" y="171029"/>
                  </a:lnTo>
                  <a:lnTo>
                    <a:pt x="334325" y="165717"/>
                  </a:lnTo>
                  <a:lnTo>
                    <a:pt x="334264" y="160404"/>
                  </a:lnTo>
                  <a:lnTo>
                    <a:pt x="334035" y="155096"/>
                  </a:lnTo>
                  <a:lnTo>
                    <a:pt x="333637" y="149797"/>
                  </a:lnTo>
                  <a:lnTo>
                    <a:pt x="333071" y="144514"/>
                  </a:lnTo>
                  <a:lnTo>
                    <a:pt x="332337" y="139252"/>
                  </a:lnTo>
                  <a:lnTo>
                    <a:pt x="331437" y="134015"/>
                  </a:lnTo>
                  <a:lnTo>
                    <a:pt x="330370" y="128810"/>
                  </a:lnTo>
                  <a:lnTo>
                    <a:pt x="329139" y="123642"/>
                  </a:lnTo>
                  <a:lnTo>
                    <a:pt x="327744" y="118515"/>
                  </a:lnTo>
                  <a:lnTo>
                    <a:pt x="326187" y="113435"/>
                  </a:lnTo>
                  <a:lnTo>
                    <a:pt x="324469" y="108407"/>
                  </a:lnTo>
                  <a:lnTo>
                    <a:pt x="322592" y="103436"/>
                  </a:lnTo>
                  <a:lnTo>
                    <a:pt x="320558" y="98527"/>
                  </a:lnTo>
                  <a:lnTo>
                    <a:pt x="318369" y="93686"/>
                  </a:lnTo>
                  <a:lnTo>
                    <a:pt x="316027" y="88916"/>
                  </a:lnTo>
                  <a:lnTo>
                    <a:pt x="313535" y="84224"/>
                  </a:lnTo>
                  <a:lnTo>
                    <a:pt x="310896" y="79613"/>
                  </a:lnTo>
                  <a:lnTo>
                    <a:pt x="308110" y="75088"/>
                  </a:lnTo>
                  <a:lnTo>
                    <a:pt x="305183" y="70654"/>
                  </a:lnTo>
                  <a:lnTo>
                    <a:pt x="302116" y="66315"/>
                  </a:lnTo>
                  <a:lnTo>
                    <a:pt x="298913" y="62076"/>
                  </a:lnTo>
                  <a:lnTo>
                    <a:pt x="295576" y="57941"/>
                  </a:lnTo>
                  <a:lnTo>
                    <a:pt x="292110" y="53914"/>
                  </a:lnTo>
                  <a:lnTo>
                    <a:pt x="288518" y="49999"/>
                  </a:lnTo>
                  <a:lnTo>
                    <a:pt x="167159" y="1649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25980" y="3170392"/>
              <a:ext cx="121358" cy="167167"/>
            </a:xfrm>
            <a:custGeom>
              <a:avLst/>
              <a:pathLst>
                <a:path w="121358" h="167167">
                  <a:moveTo>
                    <a:pt x="121358" y="52202"/>
                  </a:moveTo>
                  <a:lnTo>
                    <a:pt x="117398" y="48160"/>
                  </a:lnTo>
                  <a:lnTo>
                    <a:pt x="113303" y="44255"/>
                  </a:lnTo>
                  <a:lnTo>
                    <a:pt x="109078" y="40491"/>
                  </a:lnTo>
                  <a:lnTo>
                    <a:pt x="104728" y="36871"/>
                  </a:lnTo>
                  <a:lnTo>
                    <a:pt x="100258" y="33402"/>
                  </a:lnTo>
                  <a:lnTo>
                    <a:pt x="95673" y="30085"/>
                  </a:lnTo>
                  <a:lnTo>
                    <a:pt x="90979" y="26925"/>
                  </a:lnTo>
                  <a:lnTo>
                    <a:pt x="86180" y="23926"/>
                  </a:lnTo>
                  <a:lnTo>
                    <a:pt x="81283" y="21092"/>
                  </a:lnTo>
                  <a:lnTo>
                    <a:pt x="76292" y="18424"/>
                  </a:lnTo>
                  <a:lnTo>
                    <a:pt x="71214" y="15927"/>
                  </a:lnTo>
                  <a:lnTo>
                    <a:pt x="66055" y="13604"/>
                  </a:lnTo>
                  <a:lnTo>
                    <a:pt x="60819" y="11456"/>
                  </a:lnTo>
                  <a:lnTo>
                    <a:pt x="55514" y="9487"/>
                  </a:lnTo>
                  <a:lnTo>
                    <a:pt x="50146" y="7698"/>
                  </a:lnTo>
                  <a:lnTo>
                    <a:pt x="44720" y="6092"/>
                  </a:lnTo>
                  <a:lnTo>
                    <a:pt x="39242" y="4671"/>
                  </a:lnTo>
                  <a:lnTo>
                    <a:pt x="33720" y="3436"/>
                  </a:lnTo>
                  <a:lnTo>
                    <a:pt x="28159" y="2388"/>
                  </a:lnTo>
                  <a:lnTo>
                    <a:pt x="22566" y="1530"/>
                  </a:lnTo>
                  <a:lnTo>
                    <a:pt x="16947" y="861"/>
                  </a:lnTo>
                  <a:lnTo>
                    <a:pt x="11309" y="382"/>
                  </a:lnTo>
                  <a:lnTo>
                    <a:pt x="5657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3927" y="3707720"/>
              <a:ext cx="6821" cy="167167"/>
            </a:xfrm>
            <a:custGeom>
              <a:avLst/>
              <a:pathLst>
                <a:path w="6821" h="167167">
                  <a:moveTo>
                    <a:pt x="6821" y="0"/>
                  </a:moveTo>
                  <a:lnTo>
                    <a:pt x="0" y="139"/>
                  </a:lnTo>
                  <a:lnTo>
                    <a:pt x="682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423588" y="3707860"/>
              <a:ext cx="334309" cy="334194"/>
            </a:xfrm>
            <a:custGeom>
              <a:avLst/>
              <a:pathLst>
                <a:path w="334309" h="334194">
                  <a:moveTo>
                    <a:pt x="160338" y="0"/>
                  </a:moveTo>
                  <a:lnTo>
                    <a:pt x="155052" y="299"/>
                  </a:lnTo>
                  <a:lnTo>
                    <a:pt x="149777" y="766"/>
                  </a:lnTo>
                  <a:lnTo>
                    <a:pt x="144520" y="1400"/>
                  </a:lnTo>
                  <a:lnTo>
                    <a:pt x="139285" y="2201"/>
                  </a:lnTo>
                  <a:lnTo>
                    <a:pt x="134078" y="3166"/>
                  </a:lnTo>
                  <a:lnTo>
                    <a:pt x="128905" y="4296"/>
                  </a:lnTo>
                  <a:lnTo>
                    <a:pt x="123770" y="5590"/>
                  </a:lnTo>
                  <a:lnTo>
                    <a:pt x="118678" y="7045"/>
                  </a:lnTo>
                  <a:lnTo>
                    <a:pt x="113636" y="8661"/>
                  </a:lnTo>
                  <a:lnTo>
                    <a:pt x="108647" y="10435"/>
                  </a:lnTo>
                  <a:lnTo>
                    <a:pt x="103716" y="12367"/>
                  </a:lnTo>
                  <a:lnTo>
                    <a:pt x="98849" y="14454"/>
                  </a:lnTo>
                  <a:lnTo>
                    <a:pt x="94051" y="16694"/>
                  </a:lnTo>
                  <a:lnTo>
                    <a:pt x="89326" y="19085"/>
                  </a:lnTo>
                  <a:lnTo>
                    <a:pt x="84680" y="21625"/>
                  </a:lnTo>
                  <a:lnTo>
                    <a:pt x="80116" y="24310"/>
                  </a:lnTo>
                  <a:lnTo>
                    <a:pt x="75639" y="27139"/>
                  </a:lnTo>
                  <a:lnTo>
                    <a:pt x="71254" y="30108"/>
                  </a:lnTo>
                  <a:lnTo>
                    <a:pt x="66966" y="33214"/>
                  </a:lnTo>
                  <a:lnTo>
                    <a:pt x="62778" y="36455"/>
                  </a:lnTo>
                  <a:lnTo>
                    <a:pt x="58694" y="39826"/>
                  </a:lnTo>
                  <a:lnTo>
                    <a:pt x="54720" y="43325"/>
                  </a:lnTo>
                  <a:lnTo>
                    <a:pt x="50858" y="46949"/>
                  </a:lnTo>
                  <a:lnTo>
                    <a:pt x="47113" y="50693"/>
                  </a:lnTo>
                  <a:lnTo>
                    <a:pt x="43489" y="54553"/>
                  </a:lnTo>
                  <a:lnTo>
                    <a:pt x="39988" y="58527"/>
                  </a:lnTo>
                  <a:lnTo>
                    <a:pt x="36616" y="62609"/>
                  </a:lnTo>
                  <a:lnTo>
                    <a:pt x="33374" y="66796"/>
                  </a:lnTo>
                  <a:lnTo>
                    <a:pt x="30266" y="71084"/>
                  </a:lnTo>
                  <a:lnTo>
                    <a:pt x="27296" y="75468"/>
                  </a:lnTo>
                  <a:lnTo>
                    <a:pt x="24466" y="79944"/>
                  </a:lnTo>
                  <a:lnTo>
                    <a:pt x="21780" y="84507"/>
                  </a:lnTo>
                  <a:lnTo>
                    <a:pt x="19239" y="89153"/>
                  </a:lnTo>
                  <a:lnTo>
                    <a:pt x="16847" y="93877"/>
                  </a:lnTo>
                  <a:lnTo>
                    <a:pt x="14605" y="98675"/>
                  </a:lnTo>
                  <a:lnTo>
                    <a:pt x="12517" y="103541"/>
                  </a:lnTo>
                  <a:lnTo>
                    <a:pt x="10584" y="108471"/>
                  </a:lnTo>
                  <a:lnTo>
                    <a:pt x="8807" y="113459"/>
                  </a:lnTo>
                  <a:lnTo>
                    <a:pt x="7190" y="118502"/>
                  </a:lnTo>
                  <a:lnTo>
                    <a:pt x="5734" y="123593"/>
                  </a:lnTo>
                  <a:lnTo>
                    <a:pt x="4439" y="128727"/>
                  </a:lnTo>
                  <a:lnTo>
                    <a:pt x="3307" y="133900"/>
                  </a:lnTo>
                  <a:lnTo>
                    <a:pt x="2340" y="139107"/>
                  </a:lnTo>
                  <a:lnTo>
                    <a:pt x="1539" y="144341"/>
                  </a:lnTo>
                  <a:lnTo>
                    <a:pt x="903" y="149598"/>
                  </a:lnTo>
                  <a:lnTo>
                    <a:pt x="435" y="154873"/>
                  </a:lnTo>
                  <a:lnTo>
                    <a:pt x="133" y="160160"/>
                  </a:lnTo>
                  <a:lnTo>
                    <a:pt x="0" y="165453"/>
                  </a:lnTo>
                  <a:lnTo>
                    <a:pt x="33" y="170748"/>
                  </a:lnTo>
                  <a:lnTo>
                    <a:pt x="235" y="176040"/>
                  </a:lnTo>
                  <a:lnTo>
                    <a:pt x="604" y="181322"/>
                  </a:lnTo>
                  <a:lnTo>
                    <a:pt x="1141" y="186591"/>
                  </a:lnTo>
                  <a:lnTo>
                    <a:pt x="1844" y="191839"/>
                  </a:lnTo>
                  <a:lnTo>
                    <a:pt x="2712" y="197063"/>
                  </a:lnTo>
                  <a:lnTo>
                    <a:pt x="3746" y="202256"/>
                  </a:lnTo>
                  <a:lnTo>
                    <a:pt x="4944" y="207414"/>
                  </a:lnTo>
                  <a:lnTo>
                    <a:pt x="6305" y="212532"/>
                  </a:lnTo>
                  <a:lnTo>
                    <a:pt x="7827" y="217604"/>
                  </a:lnTo>
                  <a:lnTo>
                    <a:pt x="9508" y="222625"/>
                  </a:lnTo>
                  <a:lnTo>
                    <a:pt x="11348" y="227590"/>
                  </a:lnTo>
                  <a:lnTo>
                    <a:pt x="13345" y="232495"/>
                  </a:lnTo>
                  <a:lnTo>
                    <a:pt x="15496" y="237334"/>
                  </a:lnTo>
                  <a:lnTo>
                    <a:pt x="17798" y="242102"/>
                  </a:lnTo>
                  <a:lnTo>
                    <a:pt x="20251" y="246795"/>
                  </a:lnTo>
                  <a:lnTo>
                    <a:pt x="22851" y="251409"/>
                  </a:lnTo>
                  <a:lnTo>
                    <a:pt x="25596" y="255937"/>
                  </a:lnTo>
                  <a:lnTo>
                    <a:pt x="28483" y="260376"/>
                  </a:lnTo>
                  <a:lnTo>
                    <a:pt x="31510" y="264721"/>
                  </a:lnTo>
                  <a:lnTo>
                    <a:pt x="34672" y="268969"/>
                  </a:lnTo>
                  <a:lnTo>
                    <a:pt x="37967" y="273114"/>
                  </a:lnTo>
                  <a:lnTo>
                    <a:pt x="41392" y="277153"/>
                  </a:lnTo>
                  <a:lnTo>
                    <a:pt x="44943" y="281081"/>
                  </a:lnTo>
                  <a:lnTo>
                    <a:pt x="48617" y="284895"/>
                  </a:lnTo>
                  <a:lnTo>
                    <a:pt x="52410" y="288590"/>
                  </a:lnTo>
                  <a:lnTo>
                    <a:pt x="56317" y="292164"/>
                  </a:lnTo>
                  <a:lnTo>
                    <a:pt x="60337" y="295612"/>
                  </a:lnTo>
                  <a:lnTo>
                    <a:pt x="64463" y="298930"/>
                  </a:lnTo>
                  <a:lnTo>
                    <a:pt x="68692" y="302117"/>
                  </a:lnTo>
                  <a:lnTo>
                    <a:pt x="73020" y="305168"/>
                  </a:lnTo>
                  <a:lnTo>
                    <a:pt x="77443" y="308080"/>
                  </a:lnTo>
                  <a:lnTo>
                    <a:pt x="81955" y="310851"/>
                  </a:lnTo>
                  <a:lnTo>
                    <a:pt x="86553" y="313478"/>
                  </a:lnTo>
                  <a:lnTo>
                    <a:pt x="91232" y="315957"/>
                  </a:lnTo>
                  <a:lnTo>
                    <a:pt x="95987" y="318287"/>
                  </a:lnTo>
                  <a:lnTo>
                    <a:pt x="100814" y="320466"/>
                  </a:lnTo>
                  <a:lnTo>
                    <a:pt x="105707" y="322490"/>
                  </a:lnTo>
                  <a:lnTo>
                    <a:pt x="110662" y="324359"/>
                  </a:lnTo>
                  <a:lnTo>
                    <a:pt x="115673" y="326069"/>
                  </a:lnTo>
                  <a:lnTo>
                    <a:pt x="120737" y="327620"/>
                  </a:lnTo>
                  <a:lnTo>
                    <a:pt x="125846" y="329010"/>
                  </a:lnTo>
                  <a:lnTo>
                    <a:pt x="130998" y="330237"/>
                  </a:lnTo>
                  <a:lnTo>
                    <a:pt x="136185" y="331300"/>
                  </a:lnTo>
                  <a:lnTo>
                    <a:pt x="141404" y="332199"/>
                  </a:lnTo>
                  <a:lnTo>
                    <a:pt x="146648" y="332932"/>
                  </a:lnTo>
                  <a:lnTo>
                    <a:pt x="151913" y="333498"/>
                  </a:lnTo>
                  <a:lnTo>
                    <a:pt x="157193" y="333898"/>
                  </a:lnTo>
                  <a:lnTo>
                    <a:pt x="162484" y="334130"/>
                  </a:lnTo>
                  <a:lnTo>
                    <a:pt x="167779" y="334194"/>
                  </a:lnTo>
                  <a:lnTo>
                    <a:pt x="173073" y="334091"/>
                  </a:lnTo>
                  <a:lnTo>
                    <a:pt x="178361" y="333819"/>
                  </a:lnTo>
                  <a:lnTo>
                    <a:pt x="183639" y="333381"/>
                  </a:lnTo>
                  <a:lnTo>
                    <a:pt x="188899" y="332776"/>
                  </a:lnTo>
                  <a:lnTo>
                    <a:pt x="194138" y="332004"/>
                  </a:lnTo>
                  <a:lnTo>
                    <a:pt x="199350" y="331067"/>
                  </a:lnTo>
                  <a:lnTo>
                    <a:pt x="204529" y="329965"/>
                  </a:lnTo>
                  <a:lnTo>
                    <a:pt x="209671" y="328699"/>
                  </a:lnTo>
                  <a:lnTo>
                    <a:pt x="214771" y="327272"/>
                  </a:lnTo>
                  <a:lnTo>
                    <a:pt x="219822" y="325683"/>
                  </a:lnTo>
                  <a:lnTo>
                    <a:pt x="224821" y="323936"/>
                  </a:lnTo>
                  <a:lnTo>
                    <a:pt x="229762" y="322031"/>
                  </a:lnTo>
                  <a:lnTo>
                    <a:pt x="234640" y="319970"/>
                  </a:lnTo>
                  <a:lnTo>
                    <a:pt x="239450" y="317756"/>
                  </a:lnTo>
                  <a:lnTo>
                    <a:pt x="244188" y="315391"/>
                  </a:lnTo>
                  <a:lnTo>
                    <a:pt x="248848" y="312877"/>
                  </a:lnTo>
                  <a:lnTo>
                    <a:pt x="253427" y="310216"/>
                  </a:lnTo>
                  <a:lnTo>
                    <a:pt x="257919" y="307412"/>
                  </a:lnTo>
                  <a:lnTo>
                    <a:pt x="262319" y="304467"/>
                  </a:lnTo>
                  <a:lnTo>
                    <a:pt x="266625" y="301384"/>
                  </a:lnTo>
                  <a:lnTo>
                    <a:pt x="270830" y="298166"/>
                  </a:lnTo>
                  <a:lnTo>
                    <a:pt x="274932" y="294817"/>
                  </a:lnTo>
                  <a:lnTo>
                    <a:pt x="278925" y="291339"/>
                  </a:lnTo>
                  <a:lnTo>
                    <a:pt x="282807" y="287737"/>
                  </a:lnTo>
                  <a:lnTo>
                    <a:pt x="286572" y="284013"/>
                  </a:lnTo>
                  <a:lnTo>
                    <a:pt x="290217" y="280173"/>
                  </a:lnTo>
                  <a:lnTo>
                    <a:pt x="293739" y="276218"/>
                  </a:lnTo>
                  <a:lnTo>
                    <a:pt x="297134" y="272154"/>
                  </a:lnTo>
                  <a:lnTo>
                    <a:pt x="300398" y="267985"/>
                  </a:lnTo>
                  <a:lnTo>
                    <a:pt x="303529" y="263714"/>
                  </a:lnTo>
                  <a:lnTo>
                    <a:pt x="306523" y="259346"/>
                  </a:lnTo>
                  <a:lnTo>
                    <a:pt x="309377" y="254886"/>
                  </a:lnTo>
                  <a:lnTo>
                    <a:pt x="312089" y="250337"/>
                  </a:lnTo>
                  <a:lnTo>
                    <a:pt x="314655" y="245705"/>
                  </a:lnTo>
                  <a:lnTo>
                    <a:pt x="317073" y="240994"/>
                  </a:lnTo>
                  <a:lnTo>
                    <a:pt x="319340" y="236209"/>
                  </a:lnTo>
                  <a:lnTo>
                    <a:pt x="321455" y="231354"/>
                  </a:lnTo>
                  <a:lnTo>
                    <a:pt x="323415" y="226435"/>
                  </a:lnTo>
                  <a:lnTo>
                    <a:pt x="325218" y="221456"/>
                  </a:lnTo>
                  <a:lnTo>
                    <a:pt x="326863" y="216422"/>
                  </a:lnTo>
                  <a:lnTo>
                    <a:pt x="328347" y="211339"/>
                  </a:lnTo>
                  <a:lnTo>
                    <a:pt x="329670" y="206212"/>
                  </a:lnTo>
                  <a:lnTo>
                    <a:pt x="330829" y="201045"/>
                  </a:lnTo>
                  <a:lnTo>
                    <a:pt x="331825" y="195844"/>
                  </a:lnTo>
                  <a:lnTo>
                    <a:pt x="332655" y="190614"/>
                  </a:lnTo>
                  <a:lnTo>
                    <a:pt x="333319" y="185360"/>
                  </a:lnTo>
                  <a:lnTo>
                    <a:pt x="333816" y="180089"/>
                  </a:lnTo>
                  <a:lnTo>
                    <a:pt x="334146" y="174803"/>
                  </a:lnTo>
                  <a:lnTo>
                    <a:pt x="334309" y="169511"/>
                  </a:lnTo>
                  <a:lnTo>
                    <a:pt x="334303" y="164215"/>
                  </a:lnTo>
                  <a:lnTo>
                    <a:pt x="334130" y="158923"/>
                  </a:lnTo>
                  <a:lnTo>
                    <a:pt x="333790" y="153638"/>
                  </a:lnTo>
                  <a:lnTo>
                    <a:pt x="333282" y="148367"/>
                  </a:lnTo>
                  <a:lnTo>
                    <a:pt x="332608" y="143115"/>
                  </a:lnTo>
                  <a:lnTo>
                    <a:pt x="331767" y="137887"/>
                  </a:lnTo>
                  <a:lnTo>
                    <a:pt x="330762" y="132688"/>
                  </a:lnTo>
                  <a:lnTo>
                    <a:pt x="329592" y="127523"/>
                  </a:lnTo>
                  <a:lnTo>
                    <a:pt x="328259" y="122398"/>
                  </a:lnTo>
                  <a:lnTo>
                    <a:pt x="326765" y="117318"/>
                  </a:lnTo>
                  <a:lnTo>
                    <a:pt x="325110" y="112288"/>
                  </a:lnTo>
                  <a:lnTo>
                    <a:pt x="323297" y="107313"/>
                  </a:lnTo>
                  <a:lnTo>
                    <a:pt x="321328" y="102397"/>
                  </a:lnTo>
                  <a:lnTo>
                    <a:pt x="319203" y="97547"/>
                  </a:lnTo>
                  <a:lnTo>
                    <a:pt x="316926" y="92766"/>
                  </a:lnTo>
                  <a:lnTo>
                    <a:pt x="314499" y="88059"/>
                  </a:lnTo>
                  <a:lnTo>
                    <a:pt x="311924" y="83432"/>
                  </a:lnTo>
                  <a:lnTo>
                    <a:pt x="309204" y="78889"/>
                  </a:lnTo>
                  <a:lnTo>
                    <a:pt x="306341" y="74434"/>
                  </a:lnTo>
                  <a:lnTo>
                    <a:pt x="303338" y="70073"/>
                  </a:lnTo>
                  <a:lnTo>
                    <a:pt x="300199" y="65808"/>
                  </a:lnTo>
                  <a:lnTo>
                    <a:pt x="296926" y="61645"/>
                  </a:lnTo>
                  <a:lnTo>
                    <a:pt x="293523" y="57588"/>
                  </a:lnTo>
                  <a:lnTo>
                    <a:pt x="289994" y="53640"/>
                  </a:lnTo>
                  <a:lnTo>
                    <a:pt x="286341" y="49807"/>
                  </a:lnTo>
                  <a:lnTo>
                    <a:pt x="282568" y="46091"/>
                  </a:lnTo>
                  <a:lnTo>
                    <a:pt x="278680" y="42496"/>
                  </a:lnTo>
                  <a:lnTo>
                    <a:pt x="274680" y="39026"/>
                  </a:lnTo>
                  <a:lnTo>
                    <a:pt x="270572" y="35685"/>
                  </a:lnTo>
                  <a:lnTo>
                    <a:pt x="266360" y="32476"/>
                  </a:lnTo>
                  <a:lnTo>
                    <a:pt x="262048" y="29401"/>
                  </a:lnTo>
                  <a:lnTo>
                    <a:pt x="257642" y="26465"/>
                  </a:lnTo>
                  <a:lnTo>
                    <a:pt x="253144" y="23669"/>
                  </a:lnTo>
                  <a:lnTo>
                    <a:pt x="248560" y="21018"/>
                  </a:lnTo>
                  <a:lnTo>
                    <a:pt x="243895" y="18513"/>
                  </a:lnTo>
                  <a:lnTo>
                    <a:pt x="239152" y="16157"/>
                  </a:lnTo>
                  <a:lnTo>
                    <a:pt x="234338" y="13952"/>
                  </a:lnTo>
                  <a:lnTo>
                    <a:pt x="229456" y="11902"/>
                  </a:lnTo>
                  <a:lnTo>
                    <a:pt x="224511" y="10006"/>
                  </a:lnTo>
                  <a:lnTo>
                    <a:pt x="167160" y="1670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90748" y="3707720"/>
              <a:ext cx="57351" cy="167167"/>
            </a:xfrm>
            <a:custGeom>
              <a:avLst/>
              <a:pathLst>
                <a:path w="57351" h="167167">
                  <a:moveTo>
                    <a:pt x="57351" y="10145"/>
                  </a:moveTo>
                  <a:lnTo>
                    <a:pt x="51818" y="8234"/>
                  </a:lnTo>
                  <a:lnTo>
                    <a:pt x="46222" y="6517"/>
                  </a:lnTo>
                  <a:lnTo>
                    <a:pt x="40569" y="4997"/>
                  </a:lnTo>
                  <a:lnTo>
                    <a:pt x="34866" y="3676"/>
                  </a:lnTo>
                  <a:lnTo>
                    <a:pt x="29121" y="2556"/>
                  </a:lnTo>
                  <a:lnTo>
                    <a:pt x="23339" y="1637"/>
                  </a:lnTo>
                  <a:lnTo>
                    <a:pt x="17529" y="921"/>
                  </a:lnTo>
                  <a:lnTo>
                    <a:pt x="11698" y="409"/>
                  </a:lnTo>
                  <a:lnTo>
                    <a:pt x="5852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4466" y="4213821"/>
              <a:ext cx="6821" cy="167167"/>
            </a:xfrm>
            <a:custGeom>
              <a:avLst/>
              <a:pathLst>
                <a:path w="6821" h="167167">
                  <a:moveTo>
                    <a:pt x="6821" y="0"/>
                  </a:moveTo>
                  <a:lnTo>
                    <a:pt x="0" y="139"/>
                  </a:lnTo>
                  <a:lnTo>
                    <a:pt x="682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4466" y="42139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4466" y="42139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4466" y="42139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4466" y="42139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4466" y="42139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4466" y="42139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4466" y="42139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4466" y="42139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4466" y="42139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4466" y="42139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614127" y="4213960"/>
              <a:ext cx="334309" cy="334194"/>
            </a:xfrm>
            <a:custGeom>
              <a:avLst/>
              <a:pathLst>
                <a:path w="334309" h="334194">
                  <a:moveTo>
                    <a:pt x="160338" y="0"/>
                  </a:moveTo>
                  <a:lnTo>
                    <a:pt x="155052" y="299"/>
                  </a:lnTo>
                  <a:lnTo>
                    <a:pt x="149777" y="766"/>
                  </a:lnTo>
                  <a:lnTo>
                    <a:pt x="144520" y="1400"/>
                  </a:lnTo>
                  <a:lnTo>
                    <a:pt x="139285" y="2201"/>
                  </a:lnTo>
                  <a:lnTo>
                    <a:pt x="134078" y="3166"/>
                  </a:lnTo>
                  <a:lnTo>
                    <a:pt x="128905" y="4296"/>
                  </a:lnTo>
                  <a:lnTo>
                    <a:pt x="123770" y="5590"/>
                  </a:lnTo>
                  <a:lnTo>
                    <a:pt x="118678" y="7045"/>
                  </a:lnTo>
                  <a:lnTo>
                    <a:pt x="113636" y="8661"/>
                  </a:lnTo>
                  <a:lnTo>
                    <a:pt x="108647" y="10435"/>
                  </a:lnTo>
                  <a:lnTo>
                    <a:pt x="103716" y="12367"/>
                  </a:lnTo>
                  <a:lnTo>
                    <a:pt x="98849" y="14454"/>
                  </a:lnTo>
                  <a:lnTo>
                    <a:pt x="94051" y="16694"/>
                  </a:lnTo>
                  <a:lnTo>
                    <a:pt x="89326" y="19085"/>
                  </a:lnTo>
                  <a:lnTo>
                    <a:pt x="84680" y="21625"/>
                  </a:lnTo>
                  <a:lnTo>
                    <a:pt x="80116" y="24310"/>
                  </a:lnTo>
                  <a:lnTo>
                    <a:pt x="75639" y="27139"/>
                  </a:lnTo>
                  <a:lnTo>
                    <a:pt x="71254" y="30108"/>
                  </a:lnTo>
                  <a:lnTo>
                    <a:pt x="66966" y="33214"/>
                  </a:lnTo>
                  <a:lnTo>
                    <a:pt x="62778" y="36455"/>
                  </a:lnTo>
                  <a:lnTo>
                    <a:pt x="58694" y="39826"/>
                  </a:lnTo>
                  <a:lnTo>
                    <a:pt x="54720" y="43325"/>
                  </a:lnTo>
                  <a:lnTo>
                    <a:pt x="50858" y="46949"/>
                  </a:lnTo>
                  <a:lnTo>
                    <a:pt x="47113" y="50693"/>
                  </a:lnTo>
                  <a:lnTo>
                    <a:pt x="43489" y="54553"/>
                  </a:lnTo>
                  <a:lnTo>
                    <a:pt x="39988" y="58527"/>
                  </a:lnTo>
                  <a:lnTo>
                    <a:pt x="36616" y="62609"/>
                  </a:lnTo>
                  <a:lnTo>
                    <a:pt x="33374" y="66796"/>
                  </a:lnTo>
                  <a:lnTo>
                    <a:pt x="30266" y="71084"/>
                  </a:lnTo>
                  <a:lnTo>
                    <a:pt x="27296" y="75468"/>
                  </a:lnTo>
                  <a:lnTo>
                    <a:pt x="24466" y="79944"/>
                  </a:lnTo>
                  <a:lnTo>
                    <a:pt x="21780" y="84507"/>
                  </a:lnTo>
                  <a:lnTo>
                    <a:pt x="19239" y="89153"/>
                  </a:lnTo>
                  <a:lnTo>
                    <a:pt x="16847" y="93877"/>
                  </a:lnTo>
                  <a:lnTo>
                    <a:pt x="14605" y="98675"/>
                  </a:lnTo>
                  <a:lnTo>
                    <a:pt x="12517" y="103541"/>
                  </a:lnTo>
                  <a:lnTo>
                    <a:pt x="10584" y="108471"/>
                  </a:lnTo>
                  <a:lnTo>
                    <a:pt x="8807" y="113459"/>
                  </a:lnTo>
                  <a:lnTo>
                    <a:pt x="7190" y="118502"/>
                  </a:lnTo>
                  <a:lnTo>
                    <a:pt x="5734" y="123593"/>
                  </a:lnTo>
                  <a:lnTo>
                    <a:pt x="4439" y="128727"/>
                  </a:lnTo>
                  <a:lnTo>
                    <a:pt x="3307" y="133900"/>
                  </a:lnTo>
                  <a:lnTo>
                    <a:pt x="2340" y="139107"/>
                  </a:lnTo>
                  <a:lnTo>
                    <a:pt x="1539" y="144341"/>
                  </a:lnTo>
                  <a:lnTo>
                    <a:pt x="903" y="149598"/>
                  </a:lnTo>
                  <a:lnTo>
                    <a:pt x="435" y="154873"/>
                  </a:lnTo>
                  <a:lnTo>
                    <a:pt x="133" y="160160"/>
                  </a:lnTo>
                  <a:lnTo>
                    <a:pt x="0" y="165453"/>
                  </a:lnTo>
                  <a:lnTo>
                    <a:pt x="33" y="170748"/>
                  </a:lnTo>
                  <a:lnTo>
                    <a:pt x="235" y="176040"/>
                  </a:lnTo>
                  <a:lnTo>
                    <a:pt x="604" y="181322"/>
                  </a:lnTo>
                  <a:lnTo>
                    <a:pt x="1141" y="186591"/>
                  </a:lnTo>
                  <a:lnTo>
                    <a:pt x="1844" y="191839"/>
                  </a:lnTo>
                  <a:lnTo>
                    <a:pt x="2712" y="197063"/>
                  </a:lnTo>
                  <a:lnTo>
                    <a:pt x="3746" y="202256"/>
                  </a:lnTo>
                  <a:lnTo>
                    <a:pt x="4944" y="207414"/>
                  </a:lnTo>
                  <a:lnTo>
                    <a:pt x="6305" y="212532"/>
                  </a:lnTo>
                  <a:lnTo>
                    <a:pt x="7827" y="217604"/>
                  </a:lnTo>
                  <a:lnTo>
                    <a:pt x="9508" y="222625"/>
                  </a:lnTo>
                  <a:lnTo>
                    <a:pt x="11348" y="227590"/>
                  </a:lnTo>
                  <a:lnTo>
                    <a:pt x="13345" y="232495"/>
                  </a:lnTo>
                  <a:lnTo>
                    <a:pt x="15496" y="237334"/>
                  </a:lnTo>
                  <a:lnTo>
                    <a:pt x="17798" y="242102"/>
                  </a:lnTo>
                  <a:lnTo>
                    <a:pt x="20251" y="246795"/>
                  </a:lnTo>
                  <a:lnTo>
                    <a:pt x="22851" y="251409"/>
                  </a:lnTo>
                  <a:lnTo>
                    <a:pt x="25596" y="255937"/>
                  </a:lnTo>
                  <a:lnTo>
                    <a:pt x="28483" y="260376"/>
                  </a:lnTo>
                  <a:lnTo>
                    <a:pt x="31510" y="264721"/>
                  </a:lnTo>
                  <a:lnTo>
                    <a:pt x="34672" y="268969"/>
                  </a:lnTo>
                  <a:lnTo>
                    <a:pt x="37967" y="273114"/>
                  </a:lnTo>
                  <a:lnTo>
                    <a:pt x="41392" y="277153"/>
                  </a:lnTo>
                  <a:lnTo>
                    <a:pt x="44943" y="281081"/>
                  </a:lnTo>
                  <a:lnTo>
                    <a:pt x="48617" y="284895"/>
                  </a:lnTo>
                  <a:lnTo>
                    <a:pt x="52410" y="288590"/>
                  </a:lnTo>
                  <a:lnTo>
                    <a:pt x="56317" y="292164"/>
                  </a:lnTo>
                  <a:lnTo>
                    <a:pt x="60337" y="295612"/>
                  </a:lnTo>
                  <a:lnTo>
                    <a:pt x="64463" y="298930"/>
                  </a:lnTo>
                  <a:lnTo>
                    <a:pt x="68692" y="302117"/>
                  </a:lnTo>
                  <a:lnTo>
                    <a:pt x="73020" y="305168"/>
                  </a:lnTo>
                  <a:lnTo>
                    <a:pt x="77443" y="308080"/>
                  </a:lnTo>
                  <a:lnTo>
                    <a:pt x="81955" y="310851"/>
                  </a:lnTo>
                  <a:lnTo>
                    <a:pt x="86553" y="313478"/>
                  </a:lnTo>
                  <a:lnTo>
                    <a:pt x="91232" y="315957"/>
                  </a:lnTo>
                  <a:lnTo>
                    <a:pt x="95987" y="318287"/>
                  </a:lnTo>
                  <a:lnTo>
                    <a:pt x="100814" y="320466"/>
                  </a:lnTo>
                  <a:lnTo>
                    <a:pt x="105707" y="322490"/>
                  </a:lnTo>
                  <a:lnTo>
                    <a:pt x="110662" y="324359"/>
                  </a:lnTo>
                  <a:lnTo>
                    <a:pt x="115673" y="326069"/>
                  </a:lnTo>
                  <a:lnTo>
                    <a:pt x="120737" y="327620"/>
                  </a:lnTo>
                  <a:lnTo>
                    <a:pt x="125846" y="329010"/>
                  </a:lnTo>
                  <a:lnTo>
                    <a:pt x="130998" y="330237"/>
                  </a:lnTo>
                  <a:lnTo>
                    <a:pt x="136185" y="331300"/>
                  </a:lnTo>
                  <a:lnTo>
                    <a:pt x="141404" y="332199"/>
                  </a:lnTo>
                  <a:lnTo>
                    <a:pt x="146648" y="332932"/>
                  </a:lnTo>
                  <a:lnTo>
                    <a:pt x="151913" y="333498"/>
                  </a:lnTo>
                  <a:lnTo>
                    <a:pt x="157193" y="333898"/>
                  </a:lnTo>
                  <a:lnTo>
                    <a:pt x="162484" y="334130"/>
                  </a:lnTo>
                  <a:lnTo>
                    <a:pt x="167779" y="334194"/>
                  </a:lnTo>
                  <a:lnTo>
                    <a:pt x="173073" y="334091"/>
                  </a:lnTo>
                  <a:lnTo>
                    <a:pt x="178361" y="333819"/>
                  </a:lnTo>
                  <a:lnTo>
                    <a:pt x="183639" y="333381"/>
                  </a:lnTo>
                  <a:lnTo>
                    <a:pt x="188899" y="332776"/>
                  </a:lnTo>
                  <a:lnTo>
                    <a:pt x="194138" y="332004"/>
                  </a:lnTo>
                  <a:lnTo>
                    <a:pt x="199350" y="331067"/>
                  </a:lnTo>
                  <a:lnTo>
                    <a:pt x="204529" y="329965"/>
                  </a:lnTo>
                  <a:lnTo>
                    <a:pt x="209671" y="328699"/>
                  </a:lnTo>
                  <a:lnTo>
                    <a:pt x="214771" y="327272"/>
                  </a:lnTo>
                  <a:lnTo>
                    <a:pt x="219822" y="325683"/>
                  </a:lnTo>
                  <a:lnTo>
                    <a:pt x="224821" y="323936"/>
                  </a:lnTo>
                  <a:lnTo>
                    <a:pt x="229762" y="322031"/>
                  </a:lnTo>
                  <a:lnTo>
                    <a:pt x="234640" y="319970"/>
                  </a:lnTo>
                  <a:lnTo>
                    <a:pt x="239450" y="317756"/>
                  </a:lnTo>
                  <a:lnTo>
                    <a:pt x="244188" y="315391"/>
                  </a:lnTo>
                  <a:lnTo>
                    <a:pt x="248848" y="312877"/>
                  </a:lnTo>
                  <a:lnTo>
                    <a:pt x="253427" y="310216"/>
                  </a:lnTo>
                  <a:lnTo>
                    <a:pt x="257919" y="307412"/>
                  </a:lnTo>
                  <a:lnTo>
                    <a:pt x="262319" y="304467"/>
                  </a:lnTo>
                  <a:lnTo>
                    <a:pt x="266625" y="301384"/>
                  </a:lnTo>
                  <a:lnTo>
                    <a:pt x="270830" y="298166"/>
                  </a:lnTo>
                  <a:lnTo>
                    <a:pt x="274932" y="294817"/>
                  </a:lnTo>
                  <a:lnTo>
                    <a:pt x="278925" y="291339"/>
                  </a:lnTo>
                  <a:lnTo>
                    <a:pt x="282807" y="287737"/>
                  </a:lnTo>
                  <a:lnTo>
                    <a:pt x="286572" y="284013"/>
                  </a:lnTo>
                  <a:lnTo>
                    <a:pt x="290217" y="280173"/>
                  </a:lnTo>
                  <a:lnTo>
                    <a:pt x="293739" y="276218"/>
                  </a:lnTo>
                  <a:lnTo>
                    <a:pt x="297134" y="272154"/>
                  </a:lnTo>
                  <a:lnTo>
                    <a:pt x="300398" y="267985"/>
                  </a:lnTo>
                  <a:lnTo>
                    <a:pt x="303529" y="263714"/>
                  </a:lnTo>
                  <a:lnTo>
                    <a:pt x="306523" y="259346"/>
                  </a:lnTo>
                  <a:lnTo>
                    <a:pt x="309377" y="254886"/>
                  </a:lnTo>
                  <a:lnTo>
                    <a:pt x="312089" y="250337"/>
                  </a:lnTo>
                  <a:lnTo>
                    <a:pt x="314655" y="245705"/>
                  </a:lnTo>
                  <a:lnTo>
                    <a:pt x="317073" y="240994"/>
                  </a:lnTo>
                  <a:lnTo>
                    <a:pt x="319340" y="236209"/>
                  </a:lnTo>
                  <a:lnTo>
                    <a:pt x="321455" y="231354"/>
                  </a:lnTo>
                  <a:lnTo>
                    <a:pt x="323415" y="226435"/>
                  </a:lnTo>
                  <a:lnTo>
                    <a:pt x="325218" y="221456"/>
                  </a:lnTo>
                  <a:lnTo>
                    <a:pt x="326863" y="216422"/>
                  </a:lnTo>
                  <a:lnTo>
                    <a:pt x="328347" y="211339"/>
                  </a:lnTo>
                  <a:lnTo>
                    <a:pt x="329670" y="206212"/>
                  </a:lnTo>
                  <a:lnTo>
                    <a:pt x="330829" y="201045"/>
                  </a:lnTo>
                  <a:lnTo>
                    <a:pt x="331825" y="195844"/>
                  </a:lnTo>
                  <a:lnTo>
                    <a:pt x="332655" y="190614"/>
                  </a:lnTo>
                  <a:lnTo>
                    <a:pt x="333319" y="185360"/>
                  </a:lnTo>
                  <a:lnTo>
                    <a:pt x="333816" y="180089"/>
                  </a:lnTo>
                  <a:lnTo>
                    <a:pt x="334146" y="174803"/>
                  </a:lnTo>
                  <a:lnTo>
                    <a:pt x="334309" y="169511"/>
                  </a:lnTo>
                  <a:lnTo>
                    <a:pt x="334303" y="164215"/>
                  </a:lnTo>
                  <a:lnTo>
                    <a:pt x="334130" y="158923"/>
                  </a:lnTo>
                  <a:lnTo>
                    <a:pt x="333790" y="153638"/>
                  </a:lnTo>
                  <a:lnTo>
                    <a:pt x="333282" y="148367"/>
                  </a:lnTo>
                  <a:lnTo>
                    <a:pt x="332608" y="143115"/>
                  </a:lnTo>
                  <a:lnTo>
                    <a:pt x="331767" y="137887"/>
                  </a:lnTo>
                  <a:lnTo>
                    <a:pt x="330762" y="132688"/>
                  </a:lnTo>
                  <a:lnTo>
                    <a:pt x="329592" y="127523"/>
                  </a:lnTo>
                  <a:lnTo>
                    <a:pt x="328259" y="122398"/>
                  </a:lnTo>
                  <a:lnTo>
                    <a:pt x="326765" y="117318"/>
                  </a:lnTo>
                  <a:lnTo>
                    <a:pt x="325110" y="112288"/>
                  </a:lnTo>
                  <a:lnTo>
                    <a:pt x="323297" y="107313"/>
                  </a:lnTo>
                  <a:lnTo>
                    <a:pt x="321328" y="102397"/>
                  </a:lnTo>
                  <a:lnTo>
                    <a:pt x="319203" y="97547"/>
                  </a:lnTo>
                  <a:lnTo>
                    <a:pt x="316926" y="92766"/>
                  </a:lnTo>
                  <a:lnTo>
                    <a:pt x="314499" y="88059"/>
                  </a:lnTo>
                  <a:lnTo>
                    <a:pt x="311924" y="83432"/>
                  </a:lnTo>
                  <a:lnTo>
                    <a:pt x="309204" y="78889"/>
                  </a:lnTo>
                  <a:lnTo>
                    <a:pt x="306341" y="74434"/>
                  </a:lnTo>
                  <a:lnTo>
                    <a:pt x="303338" y="70073"/>
                  </a:lnTo>
                  <a:lnTo>
                    <a:pt x="300199" y="65808"/>
                  </a:lnTo>
                  <a:lnTo>
                    <a:pt x="296926" y="61645"/>
                  </a:lnTo>
                  <a:lnTo>
                    <a:pt x="293523" y="57588"/>
                  </a:lnTo>
                  <a:lnTo>
                    <a:pt x="289994" y="53640"/>
                  </a:lnTo>
                  <a:lnTo>
                    <a:pt x="286341" y="49807"/>
                  </a:lnTo>
                  <a:lnTo>
                    <a:pt x="282568" y="46091"/>
                  </a:lnTo>
                  <a:lnTo>
                    <a:pt x="278680" y="42496"/>
                  </a:lnTo>
                  <a:lnTo>
                    <a:pt x="274680" y="39026"/>
                  </a:lnTo>
                  <a:lnTo>
                    <a:pt x="270572" y="35685"/>
                  </a:lnTo>
                  <a:lnTo>
                    <a:pt x="266360" y="32476"/>
                  </a:lnTo>
                  <a:lnTo>
                    <a:pt x="262048" y="29401"/>
                  </a:lnTo>
                  <a:lnTo>
                    <a:pt x="257642" y="26465"/>
                  </a:lnTo>
                  <a:lnTo>
                    <a:pt x="253144" y="23669"/>
                  </a:lnTo>
                  <a:lnTo>
                    <a:pt x="248560" y="21018"/>
                  </a:lnTo>
                  <a:lnTo>
                    <a:pt x="243895" y="18513"/>
                  </a:lnTo>
                  <a:lnTo>
                    <a:pt x="239152" y="16157"/>
                  </a:lnTo>
                  <a:lnTo>
                    <a:pt x="234338" y="13952"/>
                  </a:lnTo>
                  <a:lnTo>
                    <a:pt x="229456" y="11902"/>
                  </a:lnTo>
                  <a:lnTo>
                    <a:pt x="224511" y="10006"/>
                  </a:lnTo>
                  <a:lnTo>
                    <a:pt x="167160" y="1670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81287" y="4213821"/>
              <a:ext cx="57351" cy="167167"/>
            </a:xfrm>
            <a:custGeom>
              <a:avLst/>
              <a:pathLst>
                <a:path w="57351" h="167167">
                  <a:moveTo>
                    <a:pt x="57351" y="10145"/>
                  </a:moveTo>
                  <a:lnTo>
                    <a:pt x="51818" y="8234"/>
                  </a:lnTo>
                  <a:lnTo>
                    <a:pt x="46222" y="6517"/>
                  </a:lnTo>
                  <a:lnTo>
                    <a:pt x="40569" y="4997"/>
                  </a:lnTo>
                  <a:lnTo>
                    <a:pt x="34866" y="3676"/>
                  </a:lnTo>
                  <a:lnTo>
                    <a:pt x="29121" y="2556"/>
                  </a:lnTo>
                  <a:lnTo>
                    <a:pt x="23339" y="1637"/>
                  </a:lnTo>
                  <a:lnTo>
                    <a:pt x="17529" y="921"/>
                  </a:lnTo>
                  <a:lnTo>
                    <a:pt x="11698" y="409"/>
                  </a:lnTo>
                  <a:lnTo>
                    <a:pt x="5852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4587" y="4659281"/>
              <a:ext cx="1937" cy="167167"/>
            </a:xfrm>
            <a:custGeom>
              <a:avLst/>
              <a:pathLst>
                <a:path w="1937" h="167167">
                  <a:moveTo>
                    <a:pt x="1937" y="0"/>
                  </a:moveTo>
                  <a:lnTo>
                    <a:pt x="0" y="11"/>
                  </a:lnTo>
                  <a:lnTo>
                    <a:pt x="193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4587" y="465929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4587" y="465929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4587" y="465929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4587" y="465929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4587" y="465929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4587" y="465929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4587" y="465929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4587" y="465929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4587" y="465929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921017" y="4659293"/>
              <a:ext cx="165507" cy="167156"/>
            </a:xfrm>
            <a:custGeom>
              <a:avLst/>
              <a:pathLst>
                <a:path w="165507" h="167156">
                  <a:moveTo>
                    <a:pt x="163569" y="0"/>
                  </a:moveTo>
                  <a:lnTo>
                    <a:pt x="158183" y="149"/>
                  </a:lnTo>
                  <a:lnTo>
                    <a:pt x="152805" y="472"/>
                  </a:lnTo>
                  <a:lnTo>
                    <a:pt x="147441" y="967"/>
                  </a:lnTo>
                  <a:lnTo>
                    <a:pt x="142094" y="1636"/>
                  </a:lnTo>
                  <a:lnTo>
                    <a:pt x="136773" y="2476"/>
                  </a:lnTo>
                  <a:lnTo>
                    <a:pt x="131481" y="3488"/>
                  </a:lnTo>
                  <a:lnTo>
                    <a:pt x="126224" y="4669"/>
                  </a:lnTo>
                  <a:lnTo>
                    <a:pt x="121008" y="6020"/>
                  </a:lnTo>
                  <a:lnTo>
                    <a:pt x="115839" y="7537"/>
                  </a:lnTo>
                  <a:lnTo>
                    <a:pt x="110721" y="9221"/>
                  </a:lnTo>
                  <a:lnTo>
                    <a:pt x="105660" y="11068"/>
                  </a:lnTo>
                  <a:lnTo>
                    <a:pt x="100661" y="13078"/>
                  </a:lnTo>
                  <a:lnTo>
                    <a:pt x="95729" y="15248"/>
                  </a:lnTo>
                  <a:lnTo>
                    <a:pt x="90870" y="17575"/>
                  </a:lnTo>
                  <a:lnTo>
                    <a:pt x="86089" y="20058"/>
                  </a:lnTo>
                  <a:lnTo>
                    <a:pt x="81390" y="22694"/>
                  </a:lnTo>
                  <a:lnTo>
                    <a:pt x="76778" y="25479"/>
                  </a:lnTo>
                  <a:lnTo>
                    <a:pt x="72259" y="28412"/>
                  </a:lnTo>
                  <a:lnTo>
                    <a:pt x="67836" y="31489"/>
                  </a:lnTo>
                  <a:lnTo>
                    <a:pt x="63515" y="34707"/>
                  </a:lnTo>
                  <a:lnTo>
                    <a:pt x="59300" y="38063"/>
                  </a:lnTo>
                  <a:lnTo>
                    <a:pt x="55195" y="41552"/>
                  </a:lnTo>
                  <a:lnTo>
                    <a:pt x="51204" y="45173"/>
                  </a:lnTo>
                  <a:lnTo>
                    <a:pt x="47333" y="48919"/>
                  </a:lnTo>
                  <a:lnTo>
                    <a:pt x="43584" y="52789"/>
                  </a:lnTo>
                  <a:lnTo>
                    <a:pt x="39962" y="56777"/>
                  </a:lnTo>
                  <a:lnTo>
                    <a:pt x="36470" y="60880"/>
                  </a:lnTo>
                  <a:lnTo>
                    <a:pt x="33112" y="65094"/>
                  </a:lnTo>
                  <a:lnTo>
                    <a:pt x="29892" y="69413"/>
                  </a:lnTo>
                  <a:lnTo>
                    <a:pt x="26813" y="73834"/>
                  </a:lnTo>
                  <a:lnTo>
                    <a:pt x="23877" y="78352"/>
                  </a:lnTo>
                  <a:lnTo>
                    <a:pt x="21089" y="82962"/>
                  </a:lnTo>
                  <a:lnTo>
                    <a:pt x="18451" y="87660"/>
                  </a:lnTo>
                  <a:lnTo>
                    <a:pt x="15966" y="92440"/>
                  </a:lnTo>
                  <a:lnTo>
                    <a:pt x="13636" y="97298"/>
                  </a:lnTo>
                  <a:lnTo>
                    <a:pt x="11463" y="102229"/>
                  </a:lnTo>
                  <a:lnTo>
                    <a:pt x="9451" y="107226"/>
                  </a:lnTo>
                  <a:lnTo>
                    <a:pt x="7601" y="112286"/>
                  </a:lnTo>
                  <a:lnTo>
                    <a:pt x="5915" y="117403"/>
                  </a:lnTo>
                  <a:lnTo>
                    <a:pt x="4394" y="122572"/>
                  </a:lnTo>
                  <a:lnTo>
                    <a:pt x="3041" y="127787"/>
                  </a:lnTo>
                  <a:lnTo>
                    <a:pt x="1857" y="133043"/>
                  </a:lnTo>
                  <a:lnTo>
                    <a:pt x="843" y="138335"/>
                  </a:lnTo>
                  <a:lnTo>
                    <a:pt x="0" y="143656"/>
                  </a:lnTo>
                  <a:lnTo>
                    <a:pt x="165507" y="1671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919374" y="4659281"/>
              <a:ext cx="334298" cy="334334"/>
            </a:xfrm>
            <a:custGeom>
              <a:avLst/>
              <a:pathLst>
                <a:path w="334298" h="334334">
                  <a:moveTo>
                    <a:pt x="1643" y="143667"/>
                  </a:moveTo>
                  <a:lnTo>
                    <a:pt x="981" y="148928"/>
                  </a:lnTo>
                  <a:lnTo>
                    <a:pt x="486" y="154208"/>
                  </a:lnTo>
                  <a:lnTo>
                    <a:pt x="159" y="159500"/>
                  </a:lnTo>
                  <a:lnTo>
                    <a:pt x="0" y="164801"/>
                  </a:lnTo>
                  <a:lnTo>
                    <a:pt x="9" y="170103"/>
                  </a:lnTo>
                  <a:lnTo>
                    <a:pt x="186" y="175403"/>
                  </a:lnTo>
                  <a:lnTo>
                    <a:pt x="531" y="180694"/>
                  </a:lnTo>
                  <a:lnTo>
                    <a:pt x="1044" y="185972"/>
                  </a:lnTo>
                  <a:lnTo>
                    <a:pt x="1724" y="191231"/>
                  </a:lnTo>
                  <a:lnTo>
                    <a:pt x="2570" y="196465"/>
                  </a:lnTo>
                  <a:lnTo>
                    <a:pt x="3582" y="201671"/>
                  </a:lnTo>
                  <a:lnTo>
                    <a:pt x="4759" y="206841"/>
                  </a:lnTo>
                  <a:lnTo>
                    <a:pt x="6099" y="211972"/>
                  </a:lnTo>
                  <a:lnTo>
                    <a:pt x="7601" y="217057"/>
                  </a:lnTo>
                  <a:lnTo>
                    <a:pt x="9264" y="222092"/>
                  </a:lnTo>
                  <a:lnTo>
                    <a:pt x="11085" y="227072"/>
                  </a:lnTo>
                  <a:lnTo>
                    <a:pt x="13064" y="231992"/>
                  </a:lnTo>
                  <a:lnTo>
                    <a:pt x="15197" y="236846"/>
                  </a:lnTo>
                  <a:lnTo>
                    <a:pt x="17484" y="241631"/>
                  </a:lnTo>
                  <a:lnTo>
                    <a:pt x="19921" y="246340"/>
                  </a:lnTo>
                  <a:lnTo>
                    <a:pt x="22506" y="250970"/>
                  </a:lnTo>
                  <a:lnTo>
                    <a:pt x="25236" y="255515"/>
                  </a:lnTo>
                  <a:lnTo>
                    <a:pt x="28110" y="259972"/>
                  </a:lnTo>
                  <a:lnTo>
                    <a:pt x="31123" y="264335"/>
                  </a:lnTo>
                  <a:lnTo>
                    <a:pt x="34274" y="268601"/>
                  </a:lnTo>
                  <a:lnTo>
                    <a:pt x="37558" y="272764"/>
                  </a:lnTo>
                  <a:lnTo>
                    <a:pt x="40972" y="276821"/>
                  </a:lnTo>
                  <a:lnTo>
                    <a:pt x="44513" y="280768"/>
                  </a:lnTo>
                  <a:lnTo>
                    <a:pt x="48178" y="284600"/>
                  </a:lnTo>
                  <a:lnTo>
                    <a:pt x="51962" y="288314"/>
                  </a:lnTo>
                  <a:lnTo>
                    <a:pt x="55863" y="291907"/>
                  </a:lnTo>
                  <a:lnTo>
                    <a:pt x="59875" y="295374"/>
                  </a:lnTo>
                  <a:lnTo>
                    <a:pt x="63995" y="298712"/>
                  </a:lnTo>
                  <a:lnTo>
                    <a:pt x="68219" y="301917"/>
                  </a:lnTo>
                  <a:lnTo>
                    <a:pt x="72543" y="304987"/>
                  </a:lnTo>
                  <a:lnTo>
                    <a:pt x="76962" y="307918"/>
                  </a:lnTo>
                  <a:lnTo>
                    <a:pt x="81471" y="310708"/>
                  </a:lnTo>
                  <a:lnTo>
                    <a:pt x="86067" y="313353"/>
                  </a:lnTo>
                  <a:lnTo>
                    <a:pt x="90744" y="315851"/>
                  </a:lnTo>
                  <a:lnTo>
                    <a:pt x="95498" y="318200"/>
                  </a:lnTo>
                  <a:lnTo>
                    <a:pt x="100325" y="320396"/>
                  </a:lnTo>
                  <a:lnTo>
                    <a:pt x="105218" y="322439"/>
                  </a:lnTo>
                  <a:lnTo>
                    <a:pt x="110174" y="324325"/>
                  </a:lnTo>
                  <a:lnTo>
                    <a:pt x="115187" y="326053"/>
                  </a:lnTo>
                  <a:lnTo>
                    <a:pt x="120253" y="327621"/>
                  </a:lnTo>
                  <a:lnTo>
                    <a:pt x="125365" y="329028"/>
                  </a:lnTo>
                  <a:lnTo>
                    <a:pt x="130520" y="330272"/>
                  </a:lnTo>
                  <a:lnTo>
                    <a:pt x="135711" y="331351"/>
                  </a:lnTo>
                  <a:lnTo>
                    <a:pt x="140935" y="332266"/>
                  </a:lnTo>
                  <a:lnTo>
                    <a:pt x="146184" y="333014"/>
                  </a:lnTo>
                  <a:lnTo>
                    <a:pt x="151455" y="333596"/>
                  </a:lnTo>
                  <a:lnTo>
                    <a:pt x="156741" y="334010"/>
                  </a:lnTo>
                  <a:lnTo>
                    <a:pt x="162038" y="334256"/>
                  </a:lnTo>
                  <a:lnTo>
                    <a:pt x="167340" y="334334"/>
                  </a:lnTo>
                  <a:lnTo>
                    <a:pt x="172642" y="334244"/>
                  </a:lnTo>
                  <a:lnTo>
                    <a:pt x="177938" y="333986"/>
                  </a:lnTo>
                  <a:lnTo>
                    <a:pt x="183224" y="333560"/>
                  </a:lnTo>
                  <a:lnTo>
                    <a:pt x="188493" y="332966"/>
                  </a:lnTo>
                  <a:lnTo>
                    <a:pt x="193741" y="332206"/>
                  </a:lnTo>
                  <a:lnTo>
                    <a:pt x="198962" y="331280"/>
                  </a:lnTo>
                  <a:lnTo>
                    <a:pt x="204151" y="330188"/>
                  </a:lnTo>
                  <a:lnTo>
                    <a:pt x="209303" y="328933"/>
                  </a:lnTo>
                  <a:lnTo>
                    <a:pt x="214412" y="327514"/>
                  </a:lnTo>
                  <a:lnTo>
                    <a:pt x="219474" y="325935"/>
                  </a:lnTo>
                  <a:lnTo>
                    <a:pt x="224483" y="324195"/>
                  </a:lnTo>
                  <a:lnTo>
                    <a:pt x="229435" y="322298"/>
                  </a:lnTo>
                  <a:lnTo>
                    <a:pt x="234324" y="320244"/>
                  </a:lnTo>
                  <a:lnTo>
                    <a:pt x="239145" y="318037"/>
                  </a:lnTo>
                  <a:lnTo>
                    <a:pt x="243894" y="315677"/>
                  </a:lnTo>
                  <a:lnTo>
                    <a:pt x="248566" y="313169"/>
                  </a:lnTo>
                  <a:lnTo>
                    <a:pt x="253155" y="310513"/>
                  </a:lnTo>
                  <a:lnTo>
                    <a:pt x="257658" y="307713"/>
                  </a:lnTo>
                  <a:lnTo>
                    <a:pt x="262071" y="304772"/>
                  </a:lnTo>
                  <a:lnTo>
                    <a:pt x="266387" y="301692"/>
                  </a:lnTo>
                  <a:lnTo>
                    <a:pt x="270604" y="298477"/>
                  </a:lnTo>
                  <a:lnTo>
                    <a:pt x="274717" y="295130"/>
                  </a:lnTo>
                  <a:lnTo>
                    <a:pt x="278721" y="291654"/>
                  </a:lnTo>
                  <a:lnTo>
                    <a:pt x="282613" y="288052"/>
                  </a:lnTo>
                  <a:lnTo>
                    <a:pt x="286389" y="284329"/>
                  </a:lnTo>
                  <a:lnTo>
                    <a:pt x="290045" y="280489"/>
                  </a:lnTo>
                  <a:lnTo>
                    <a:pt x="293577" y="276534"/>
                  </a:lnTo>
                  <a:lnTo>
                    <a:pt x="296982" y="272469"/>
                  </a:lnTo>
                  <a:lnTo>
                    <a:pt x="300257" y="268298"/>
                  </a:lnTo>
                  <a:lnTo>
                    <a:pt x="303398" y="264026"/>
                  </a:lnTo>
                  <a:lnTo>
                    <a:pt x="306401" y="259656"/>
                  </a:lnTo>
                  <a:lnTo>
                    <a:pt x="309264" y="255193"/>
                  </a:lnTo>
                  <a:lnTo>
                    <a:pt x="311985" y="250641"/>
                  </a:lnTo>
                  <a:lnTo>
                    <a:pt x="314559" y="246005"/>
                  </a:lnTo>
                  <a:lnTo>
                    <a:pt x="316986" y="241290"/>
                  </a:lnTo>
                  <a:lnTo>
                    <a:pt x="319261" y="236501"/>
                  </a:lnTo>
                  <a:lnTo>
                    <a:pt x="321384" y="231642"/>
                  </a:lnTo>
                  <a:lnTo>
                    <a:pt x="323351" y="226717"/>
                  </a:lnTo>
                  <a:lnTo>
                    <a:pt x="325161" y="221733"/>
                  </a:lnTo>
                  <a:lnTo>
                    <a:pt x="326812" y="216694"/>
                  </a:lnTo>
                  <a:lnTo>
                    <a:pt x="328303" y="211605"/>
                  </a:lnTo>
                  <a:lnTo>
                    <a:pt x="329631" y="206472"/>
                  </a:lnTo>
                  <a:lnTo>
                    <a:pt x="330796" y="201299"/>
                  </a:lnTo>
                  <a:lnTo>
                    <a:pt x="331796" y="196091"/>
                  </a:lnTo>
                  <a:lnTo>
                    <a:pt x="332631" y="190855"/>
                  </a:lnTo>
                  <a:lnTo>
                    <a:pt x="333299" y="185594"/>
                  </a:lnTo>
                  <a:lnTo>
                    <a:pt x="333800" y="180315"/>
                  </a:lnTo>
                  <a:lnTo>
                    <a:pt x="334133" y="175023"/>
                  </a:lnTo>
                  <a:lnTo>
                    <a:pt x="334298" y="169723"/>
                  </a:lnTo>
                  <a:lnTo>
                    <a:pt x="334295" y="164421"/>
                  </a:lnTo>
                  <a:lnTo>
                    <a:pt x="334124" y="159121"/>
                  </a:lnTo>
                  <a:lnTo>
                    <a:pt x="333785" y="153829"/>
                  </a:lnTo>
                  <a:lnTo>
                    <a:pt x="333278" y="148551"/>
                  </a:lnTo>
                  <a:lnTo>
                    <a:pt x="332604" y="143291"/>
                  </a:lnTo>
                  <a:lnTo>
                    <a:pt x="331763" y="138055"/>
                  </a:lnTo>
                  <a:lnTo>
                    <a:pt x="330757" y="132849"/>
                  </a:lnTo>
                  <a:lnTo>
                    <a:pt x="329586" y="127677"/>
                  </a:lnTo>
                  <a:lnTo>
                    <a:pt x="328252" y="122545"/>
                  </a:lnTo>
                  <a:lnTo>
                    <a:pt x="326756" y="117458"/>
                  </a:lnTo>
                  <a:lnTo>
                    <a:pt x="325099" y="112421"/>
                  </a:lnTo>
                  <a:lnTo>
                    <a:pt x="323283" y="107439"/>
                  </a:lnTo>
                  <a:lnTo>
                    <a:pt x="321310" y="102517"/>
                  </a:lnTo>
                  <a:lnTo>
                    <a:pt x="319182" y="97660"/>
                  </a:lnTo>
                  <a:lnTo>
                    <a:pt x="316901" y="92873"/>
                  </a:lnTo>
                  <a:lnTo>
                    <a:pt x="314470" y="88161"/>
                  </a:lnTo>
                  <a:lnTo>
                    <a:pt x="311890" y="83528"/>
                  </a:lnTo>
                  <a:lnTo>
                    <a:pt x="309164" y="78980"/>
                  </a:lnTo>
                  <a:lnTo>
                    <a:pt x="306296" y="74520"/>
                  </a:lnTo>
                  <a:lnTo>
                    <a:pt x="303287" y="70153"/>
                  </a:lnTo>
                  <a:lnTo>
                    <a:pt x="300142" y="65884"/>
                  </a:lnTo>
                  <a:lnTo>
                    <a:pt x="296863" y="61717"/>
                  </a:lnTo>
                  <a:lnTo>
                    <a:pt x="293453" y="57656"/>
                  </a:lnTo>
                  <a:lnTo>
                    <a:pt x="289916" y="53706"/>
                  </a:lnTo>
                  <a:lnTo>
                    <a:pt x="286256" y="49869"/>
                  </a:lnTo>
                  <a:lnTo>
                    <a:pt x="282476" y="46150"/>
                  </a:lnTo>
                  <a:lnTo>
                    <a:pt x="278579" y="42554"/>
                  </a:lnTo>
                  <a:lnTo>
                    <a:pt x="274571" y="39082"/>
                  </a:lnTo>
                  <a:lnTo>
                    <a:pt x="270455" y="35740"/>
                  </a:lnTo>
                  <a:lnTo>
                    <a:pt x="266234" y="32529"/>
                  </a:lnTo>
                  <a:lnTo>
                    <a:pt x="261914" y="29454"/>
                  </a:lnTo>
                  <a:lnTo>
                    <a:pt x="257499" y="26518"/>
                  </a:lnTo>
                  <a:lnTo>
                    <a:pt x="252992" y="23723"/>
                  </a:lnTo>
                  <a:lnTo>
                    <a:pt x="248400" y="21073"/>
                  </a:lnTo>
                  <a:lnTo>
                    <a:pt x="243725" y="18569"/>
                  </a:lnTo>
                  <a:lnTo>
                    <a:pt x="238974" y="16215"/>
                  </a:lnTo>
                  <a:lnTo>
                    <a:pt x="234150" y="14013"/>
                  </a:lnTo>
                  <a:lnTo>
                    <a:pt x="229259" y="11965"/>
                  </a:lnTo>
                  <a:lnTo>
                    <a:pt x="224305" y="10074"/>
                  </a:lnTo>
                  <a:lnTo>
                    <a:pt x="219294" y="8340"/>
                  </a:lnTo>
                  <a:lnTo>
                    <a:pt x="214230" y="6766"/>
                  </a:lnTo>
                  <a:lnTo>
                    <a:pt x="209119" y="5354"/>
                  </a:lnTo>
                  <a:lnTo>
                    <a:pt x="203966" y="4104"/>
                  </a:lnTo>
                  <a:lnTo>
                    <a:pt x="198776" y="3018"/>
                  </a:lnTo>
                  <a:lnTo>
                    <a:pt x="193553" y="2098"/>
                  </a:lnTo>
                  <a:lnTo>
                    <a:pt x="188305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519" y="5018213"/>
              <a:ext cx="201" cy="167167"/>
            </a:xfrm>
            <a:custGeom>
              <a:avLst/>
              <a:pathLst>
                <a:path w="201" h="167167">
                  <a:moveTo>
                    <a:pt x="201" y="0"/>
                  </a:moveTo>
                  <a:lnTo>
                    <a:pt x="0" y="0"/>
                  </a:lnTo>
                  <a:lnTo>
                    <a:pt x="20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519" y="5018213"/>
              <a:ext cx="201" cy="167167"/>
            </a:xfrm>
            <a:custGeom>
              <a:avLst/>
              <a:pathLst>
                <a:path w="201" h="167167">
                  <a:moveTo>
                    <a:pt x="0" y="0"/>
                  </a:moveTo>
                  <a:lnTo>
                    <a:pt x="20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519" y="5018213"/>
              <a:ext cx="201" cy="167167"/>
            </a:xfrm>
            <a:custGeom>
              <a:avLst/>
              <a:pathLst>
                <a:path w="201" h="167167">
                  <a:moveTo>
                    <a:pt x="0" y="0"/>
                  </a:moveTo>
                  <a:lnTo>
                    <a:pt x="20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519" y="5018213"/>
              <a:ext cx="201" cy="167167"/>
            </a:xfrm>
            <a:custGeom>
              <a:avLst/>
              <a:pathLst>
                <a:path w="201" h="167167">
                  <a:moveTo>
                    <a:pt x="0" y="0"/>
                  </a:moveTo>
                  <a:lnTo>
                    <a:pt x="20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519" y="5018213"/>
              <a:ext cx="201" cy="167167"/>
            </a:xfrm>
            <a:custGeom>
              <a:avLst/>
              <a:pathLst>
                <a:path w="201" h="167167">
                  <a:moveTo>
                    <a:pt x="0" y="0"/>
                  </a:moveTo>
                  <a:lnTo>
                    <a:pt x="20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519" y="5018213"/>
              <a:ext cx="201" cy="167167"/>
            </a:xfrm>
            <a:custGeom>
              <a:avLst/>
              <a:pathLst>
                <a:path w="201" h="167167">
                  <a:moveTo>
                    <a:pt x="0" y="0"/>
                  </a:moveTo>
                  <a:lnTo>
                    <a:pt x="20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519" y="5018213"/>
              <a:ext cx="201" cy="167167"/>
            </a:xfrm>
            <a:custGeom>
              <a:avLst/>
              <a:pathLst>
                <a:path w="201" h="167167">
                  <a:moveTo>
                    <a:pt x="0" y="0"/>
                  </a:moveTo>
                  <a:lnTo>
                    <a:pt x="20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519" y="5018213"/>
              <a:ext cx="201" cy="167167"/>
            </a:xfrm>
            <a:custGeom>
              <a:avLst/>
              <a:pathLst>
                <a:path w="201" h="167167">
                  <a:moveTo>
                    <a:pt x="0" y="0"/>
                  </a:moveTo>
                  <a:lnTo>
                    <a:pt x="20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519" y="5018213"/>
              <a:ext cx="201" cy="167167"/>
            </a:xfrm>
            <a:custGeom>
              <a:avLst/>
              <a:pathLst>
                <a:path w="201" h="167167">
                  <a:moveTo>
                    <a:pt x="0" y="0"/>
                  </a:moveTo>
                  <a:lnTo>
                    <a:pt x="20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321569" y="5018213"/>
              <a:ext cx="334315" cy="334332"/>
            </a:xfrm>
            <a:custGeom>
              <a:avLst/>
              <a:pathLst>
                <a:path w="334315" h="334332">
                  <a:moveTo>
                    <a:pt x="166949" y="0"/>
                  </a:moveTo>
                  <a:lnTo>
                    <a:pt x="161657" y="90"/>
                  </a:lnTo>
                  <a:lnTo>
                    <a:pt x="156370" y="347"/>
                  </a:lnTo>
                  <a:lnTo>
                    <a:pt x="151094" y="772"/>
                  </a:lnTo>
                  <a:lnTo>
                    <a:pt x="145834" y="1364"/>
                  </a:lnTo>
                  <a:lnTo>
                    <a:pt x="140595" y="2122"/>
                  </a:lnTo>
                  <a:lnTo>
                    <a:pt x="135383" y="3046"/>
                  </a:lnTo>
                  <a:lnTo>
                    <a:pt x="130203" y="4134"/>
                  </a:lnTo>
                  <a:lnTo>
                    <a:pt x="125060" y="5385"/>
                  </a:lnTo>
                  <a:lnTo>
                    <a:pt x="119959" y="6799"/>
                  </a:lnTo>
                  <a:lnTo>
                    <a:pt x="114905" y="8374"/>
                  </a:lnTo>
                  <a:lnTo>
                    <a:pt x="109904" y="10107"/>
                  </a:lnTo>
                  <a:lnTo>
                    <a:pt x="104960" y="11998"/>
                  </a:lnTo>
                  <a:lnTo>
                    <a:pt x="100079" y="14045"/>
                  </a:lnTo>
                  <a:lnTo>
                    <a:pt x="95264" y="16246"/>
                  </a:lnTo>
                  <a:lnTo>
                    <a:pt x="90522" y="18597"/>
                  </a:lnTo>
                  <a:lnTo>
                    <a:pt x="85857" y="21098"/>
                  </a:lnTo>
                  <a:lnTo>
                    <a:pt x="81273" y="23745"/>
                  </a:lnTo>
                  <a:lnTo>
                    <a:pt x="76775" y="26536"/>
                  </a:lnTo>
                  <a:lnTo>
                    <a:pt x="72368" y="29467"/>
                  </a:lnTo>
                  <a:lnTo>
                    <a:pt x="68056" y="32537"/>
                  </a:lnTo>
                  <a:lnTo>
                    <a:pt x="63843" y="35742"/>
                  </a:lnTo>
                  <a:lnTo>
                    <a:pt x="59734" y="39079"/>
                  </a:lnTo>
                  <a:lnTo>
                    <a:pt x="55733" y="42544"/>
                  </a:lnTo>
                  <a:lnTo>
                    <a:pt x="51843" y="46134"/>
                  </a:lnTo>
                  <a:lnTo>
                    <a:pt x="48069" y="49845"/>
                  </a:lnTo>
                  <a:lnTo>
                    <a:pt x="44414" y="53674"/>
                  </a:lnTo>
                  <a:lnTo>
                    <a:pt x="40883" y="57617"/>
                  </a:lnTo>
                  <a:lnTo>
                    <a:pt x="37477" y="61670"/>
                  </a:lnTo>
                  <a:lnTo>
                    <a:pt x="34202" y="65828"/>
                  </a:lnTo>
                  <a:lnTo>
                    <a:pt x="31061" y="70088"/>
                  </a:lnTo>
                  <a:lnTo>
                    <a:pt x="28055" y="74445"/>
                  </a:lnTo>
                  <a:lnTo>
                    <a:pt x="25190" y="78896"/>
                  </a:lnTo>
                  <a:lnTo>
                    <a:pt x="22466" y="83434"/>
                  </a:lnTo>
                  <a:lnTo>
                    <a:pt x="19888" y="88057"/>
                  </a:lnTo>
                  <a:lnTo>
                    <a:pt x="17457" y="92759"/>
                  </a:lnTo>
                  <a:lnTo>
                    <a:pt x="15176" y="97536"/>
                  </a:lnTo>
                  <a:lnTo>
                    <a:pt x="13048" y="102382"/>
                  </a:lnTo>
                  <a:lnTo>
                    <a:pt x="11074" y="107294"/>
                  </a:lnTo>
                  <a:lnTo>
                    <a:pt x="9256" y="112265"/>
                  </a:lnTo>
                  <a:lnTo>
                    <a:pt x="7597" y="117292"/>
                  </a:lnTo>
                  <a:lnTo>
                    <a:pt x="6098" y="122368"/>
                  </a:lnTo>
                  <a:lnTo>
                    <a:pt x="4761" y="127490"/>
                  </a:lnTo>
                  <a:lnTo>
                    <a:pt x="3586" y="132651"/>
                  </a:lnTo>
                  <a:lnTo>
                    <a:pt x="2575" y="137847"/>
                  </a:lnTo>
                  <a:lnTo>
                    <a:pt x="1729" y="143072"/>
                  </a:lnTo>
                  <a:lnTo>
                    <a:pt x="1050" y="148321"/>
                  </a:lnTo>
                  <a:lnTo>
                    <a:pt x="536" y="153590"/>
                  </a:lnTo>
                  <a:lnTo>
                    <a:pt x="190" y="158872"/>
                  </a:lnTo>
                  <a:lnTo>
                    <a:pt x="11" y="164162"/>
                  </a:lnTo>
                  <a:lnTo>
                    <a:pt x="0" y="169455"/>
                  </a:lnTo>
                  <a:lnTo>
                    <a:pt x="156" y="174746"/>
                  </a:lnTo>
                  <a:lnTo>
                    <a:pt x="479" y="180029"/>
                  </a:lnTo>
                  <a:lnTo>
                    <a:pt x="970" y="185300"/>
                  </a:lnTo>
                  <a:lnTo>
                    <a:pt x="1628" y="190552"/>
                  </a:lnTo>
                  <a:lnTo>
                    <a:pt x="2451" y="195781"/>
                  </a:lnTo>
                  <a:lnTo>
                    <a:pt x="3439" y="200981"/>
                  </a:lnTo>
                  <a:lnTo>
                    <a:pt x="4592" y="206147"/>
                  </a:lnTo>
                  <a:lnTo>
                    <a:pt x="5908" y="211274"/>
                  </a:lnTo>
                  <a:lnTo>
                    <a:pt x="7385" y="216357"/>
                  </a:lnTo>
                  <a:lnTo>
                    <a:pt x="9022" y="221391"/>
                  </a:lnTo>
                  <a:lnTo>
                    <a:pt x="10818" y="226370"/>
                  </a:lnTo>
                  <a:lnTo>
                    <a:pt x="12771" y="231290"/>
                  </a:lnTo>
                  <a:lnTo>
                    <a:pt x="14879" y="236145"/>
                  </a:lnTo>
                  <a:lnTo>
                    <a:pt x="17139" y="240932"/>
                  </a:lnTo>
                  <a:lnTo>
                    <a:pt x="19550" y="245644"/>
                  </a:lnTo>
                  <a:lnTo>
                    <a:pt x="22108" y="250278"/>
                  </a:lnTo>
                  <a:lnTo>
                    <a:pt x="24812" y="254828"/>
                  </a:lnTo>
                  <a:lnTo>
                    <a:pt x="27659" y="259291"/>
                  </a:lnTo>
                  <a:lnTo>
                    <a:pt x="30645" y="263661"/>
                  </a:lnTo>
                  <a:lnTo>
                    <a:pt x="33769" y="267934"/>
                  </a:lnTo>
                  <a:lnTo>
                    <a:pt x="37026" y="272107"/>
                  </a:lnTo>
                  <a:lnTo>
                    <a:pt x="40414" y="276174"/>
                  </a:lnTo>
                  <a:lnTo>
                    <a:pt x="43929" y="280132"/>
                  </a:lnTo>
                  <a:lnTo>
                    <a:pt x="47567" y="283977"/>
                  </a:lnTo>
                  <a:lnTo>
                    <a:pt x="51325" y="287704"/>
                  </a:lnTo>
                  <a:lnTo>
                    <a:pt x="55199" y="291311"/>
                  </a:lnTo>
                  <a:lnTo>
                    <a:pt x="59186" y="294793"/>
                  </a:lnTo>
                  <a:lnTo>
                    <a:pt x="63281" y="298147"/>
                  </a:lnTo>
                  <a:lnTo>
                    <a:pt x="67480" y="301370"/>
                  </a:lnTo>
                  <a:lnTo>
                    <a:pt x="71778" y="304458"/>
                  </a:lnTo>
                  <a:lnTo>
                    <a:pt x="76173" y="307409"/>
                  </a:lnTo>
                  <a:lnTo>
                    <a:pt x="80659" y="310219"/>
                  </a:lnTo>
                  <a:lnTo>
                    <a:pt x="85231" y="312886"/>
                  </a:lnTo>
                  <a:lnTo>
                    <a:pt x="89886" y="315406"/>
                  </a:lnTo>
                  <a:lnTo>
                    <a:pt x="94618" y="317778"/>
                  </a:lnTo>
                  <a:lnTo>
                    <a:pt x="99422" y="319999"/>
                  </a:lnTo>
                  <a:lnTo>
                    <a:pt x="104295" y="322067"/>
                  </a:lnTo>
                  <a:lnTo>
                    <a:pt x="109231" y="323979"/>
                  </a:lnTo>
                  <a:lnTo>
                    <a:pt x="114225" y="325735"/>
                  </a:lnTo>
                  <a:lnTo>
                    <a:pt x="119271" y="327331"/>
                  </a:lnTo>
                  <a:lnTo>
                    <a:pt x="124366" y="328766"/>
                  </a:lnTo>
                  <a:lnTo>
                    <a:pt x="129504" y="330040"/>
                  </a:lnTo>
                  <a:lnTo>
                    <a:pt x="134679" y="331150"/>
                  </a:lnTo>
                  <a:lnTo>
                    <a:pt x="139887" y="332096"/>
                  </a:lnTo>
                  <a:lnTo>
                    <a:pt x="145123" y="332877"/>
                  </a:lnTo>
                  <a:lnTo>
                    <a:pt x="150380" y="333491"/>
                  </a:lnTo>
                  <a:lnTo>
                    <a:pt x="155654" y="333938"/>
                  </a:lnTo>
                  <a:lnTo>
                    <a:pt x="160940" y="334219"/>
                  </a:lnTo>
                  <a:lnTo>
                    <a:pt x="166232" y="334332"/>
                  </a:lnTo>
                  <a:lnTo>
                    <a:pt x="171525" y="334277"/>
                  </a:lnTo>
                  <a:lnTo>
                    <a:pt x="176814" y="334055"/>
                  </a:lnTo>
                  <a:lnTo>
                    <a:pt x="182093" y="333665"/>
                  </a:lnTo>
                  <a:lnTo>
                    <a:pt x="187357" y="333109"/>
                  </a:lnTo>
                  <a:lnTo>
                    <a:pt x="192600" y="332386"/>
                  </a:lnTo>
                  <a:lnTo>
                    <a:pt x="197818" y="331497"/>
                  </a:lnTo>
                  <a:lnTo>
                    <a:pt x="203006" y="330444"/>
                  </a:lnTo>
                  <a:lnTo>
                    <a:pt x="208157" y="329227"/>
                  </a:lnTo>
                  <a:lnTo>
                    <a:pt x="213267" y="327847"/>
                  </a:lnTo>
                  <a:lnTo>
                    <a:pt x="218331" y="326307"/>
                  </a:lnTo>
                  <a:lnTo>
                    <a:pt x="223344" y="324607"/>
                  </a:lnTo>
                  <a:lnTo>
                    <a:pt x="228301" y="322749"/>
                  </a:lnTo>
                  <a:lnTo>
                    <a:pt x="233196" y="320735"/>
                  </a:lnTo>
                  <a:lnTo>
                    <a:pt x="238025" y="318567"/>
                  </a:lnTo>
                  <a:lnTo>
                    <a:pt x="242782" y="316247"/>
                  </a:lnTo>
                  <a:lnTo>
                    <a:pt x="247464" y="313778"/>
                  </a:lnTo>
                  <a:lnTo>
                    <a:pt x="252066" y="311161"/>
                  </a:lnTo>
                  <a:lnTo>
                    <a:pt x="256582" y="308401"/>
                  </a:lnTo>
                  <a:lnTo>
                    <a:pt x="261009" y="305499"/>
                  </a:lnTo>
                  <a:lnTo>
                    <a:pt x="265342" y="302458"/>
                  </a:lnTo>
                  <a:lnTo>
                    <a:pt x="269576" y="299281"/>
                  </a:lnTo>
                  <a:lnTo>
                    <a:pt x="273707" y="295972"/>
                  </a:lnTo>
                  <a:lnTo>
                    <a:pt x="277732" y="292534"/>
                  </a:lnTo>
                  <a:lnTo>
                    <a:pt x="281645" y="288970"/>
                  </a:lnTo>
                  <a:lnTo>
                    <a:pt x="285444" y="285284"/>
                  </a:lnTo>
                  <a:lnTo>
                    <a:pt x="289125" y="281480"/>
                  </a:lnTo>
                  <a:lnTo>
                    <a:pt x="292683" y="277561"/>
                  </a:lnTo>
                  <a:lnTo>
                    <a:pt x="296115" y="273531"/>
                  </a:lnTo>
                  <a:lnTo>
                    <a:pt x="299418" y="269395"/>
                  </a:lnTo>
                  <a:lnTo>
                    <a:pt x="302588" y="265156"/>
                  </a:lnTo>
                  <a:lnTo>
                    <a:pt x="305622" y="260819"/>
                  </a:lnTo>
                  <a:lnTo>
                    <a:pt x="308518" y="256388"/>
                  </a:lnTo>
                  <a:lnTo>
                    <a:pt x="311272" y="251867"/>
                  </a:lnTo>
                  <a:lnTo>
                    <a:pt x="313881" y="247262"/>
                  </a:lnTo>
                  <a:lnTo>
                    <a:pt x="316344" y="242576"/>
                  </a:lnTo>
                  <a:lnTo>
                    <a:pt x="318656" y="237815"/>
                  </a:lnTo>
                  <a:lnTo>
                    <a:pt x="320817" y="232983"/>
                  </a:lnTo>
                  <a:lnTo>
                    <a:pt x="322824" y="228085"/>
                  </a:lnTo>
                  <a:lnTo>
                    <a:pt x="324674" y="223126"/>
                  </a:lnTo>
                  <a:lnTo>
                    <a:pt x="326367" y="218111"/>
                  </a:lnTo>
                  <a:lnTo>
                    <a:pt x="327900" y="213044"/>
                  </a:lnTo>
                  <a:lnTo>
                    <a:pt x="329272" y="207932"/>
                  </a:lnTo>
                  <a:lnTo>
                    <a:pt x="330481" y="202779"/>
                  </a:lnTo>
                  <a:lnTo>
                    <a:pt x="331527" y="197590"/>
                  </a:lnTo>
                  <a:lnTo>
                    <a:pt x="332408" y="192370"/>
                  </a:lnTo>
                  <a:lnTo>
                    <a:pt x="333123" y="187126"/>
                  </a:lnTo>
                  <a:lnTo>
                    <a:pt x="333672" y="181861"/>
                  </a:lnTo>
                  <a:lnTo>
                    <a:pt x="334053" y="176581"/>
                  </a:lnTo>
                  <a:lnTo>
                    <a:pt x="334268" y="171293"/>
                  </a:lnTo>
                  <a:lnTo>
                    <a:pt x="334315" y="166000"/>
                  </a:lnTo>
                  <a:lnTo>
                    <a:pt x="334194" y="160708"/>
                  </a:lnTo>
                  <a:lnTo>
                    <a:pt x="333906" y="155422"/>
                  </a:lnTo>
                  <a:lnTo>
                    <a:pt x="333450" y="150149"/>
                  </a:lnTo>
                  <a:lnTo>
                    <a:pt x="332828" y="144892"/>
                  </a:lnTo>
                  <a:lnTo>
                    <a:pt x="332040" y="139658"/>
                  </a:lnTo>
                  <a:lnTo>
                    <a:pt x="331086" y="134451"/>
                  </a:lnTo>
                  <a:lnTo>
                    <a:pt x="329968" y="129278"/>
                  </a:lnTo>
                  <a:lnTo>
                    <a:pt x="328687" y="124142"/>
                  </a:lnTo>
                  <a:lnTo>
                    <a:pt x="327244" y="119049"/>
                  </a:lnTo>
                  <a:lnTo>
                    <a:pt x="325640" y="114005"/>
                  </a:lnTo>
                  <a:lnTo>
                    <a:pt x="323878" y="109013"/>
                  </a:lnTo>
                  <a:lnTo>
                    <a:pt x="321958" y="104081"/>
                  </a:lnTo>
                  <a:lnTo>
                    <a:pt x="319883" y="99211"/>
                  </a:lnTo>
                  <a:lnTo>
                    <a:pt x="317655" y="94410"/>
                  </a:lnTo>
                  <a:lnTo>
                    <a:pt x="315276" y="89681"/>
                  </a:lnTo>
                  <a:lnTo>
                    <a:pt x="312748" y="85030"/>
                  </a:lnTo>
                  <a:lnTo>
                    <a:pt x="310075" y="80462"/>
                  </a:lnTo>
                  <a:lnTo>
                    <a:pt x="307258" y="75980"/>
                  </a:lnTo>
                  <a:lnTo>
                    <a:pt x="304301" y="71590"/>
                  </a:lnTo>
                  <a:lnTo>
                    <a:pt x="301206" y="67296"/>
                  </a:lnTo>
                  <a:lnTo>
                    <a:pt x="297977" y="63102"/>
                  </a:lnTo>
                  <a:lnTo>
                    <a:pt x="294617" y="59012"/>
                  </a:lnTo>
                  <a:lnTo>
                    <a:pt x="291129" y="55030"/>
                  </a:lnTo>
                  <a:lnTo>
                    <a:pt x="287516" y="51162"/>
                  </a:lnTo>
                  <a:lnTo>
                    <a:pt x="283783" y="47409"/>
                  </a:lnTo>
                  <a:lnTo>
                    <a:pt x="279933" y="43776"/>
                  </a:lnTo>
                  <a:lnTo>
                    <a:pt x="275970" y="40268"/>
                  </a:lnTo>
                  <a:lnTo>
                    <a:pt x="271898" y="36886"/>
                  </a:lnTo>
                  <a:lnTo>
                    <a:pt x="267721" y="33635"/>
                  </a:lnTo>
                  <a:lnTo>
                    <a:pt x="263443" y="30518"/>
                  </a:lnTo>
                  <a:lnTo>
                    <a:pt x="259068" y="27538"/>
                  </a:lnTo>
                  <a:lnTo>
                    <a:pt x="254601" y="24698"/>
                  </a:lnTo>
                  <a:lnTo>
                    <a:pt x="250047" y="22000"/>
                  </a:lnTo>
                  <a:lnTo>
                    <a:pt x="245409" y="19449"/>
                  </a:lnTo>
                  <a:lnTo>
                    <a:pt x="240693" y="17045"/>
                  </a:lnTo>
                  <a:lnTo>
                    <a:pt x="235903" y="14792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720" y="5018213"/>
              <a:ext cx="68752" cy="167167"/>
            </a:xfrm>
            <a:custGeom>
              <a:avLst/>
              <a:pathLst>
                <a:path w="68752" h="167167">
                  <a:moveTo>
                    <a:pt x="68752" y="14792"/>
                  </a:moveTo>
                  <a:lnTo>
                    <a:pt x="63328" y="12459"/>
                  </a:lnTo>
                  <a:lnTo>
                    <a:pt x="57825" y="10319"/>
                  </a:lnTo>
                  <a:lnTo>
                    <a:pt x="52250" y="8375"/>
                  </a:lnTo>
                  <a:lnTo>
                    <a:pt x="46610" y="6629"/>
                  </a:lnTo>
                  <a:lnTo>
                    <a:pt x="40912" y="5083"/>
                  </a:lnTo>
                  <a:lnTo>
                    <a:pt x="35162" y="3739"/>
                  </a:lnTo>
                  <a:lnTo>
                    <a:pt x="29369" y="2600"/>
                  </a:lnTo>
                  <a:lnTo>
                    <a:pt x="23539" y="1665"/>
                  </a:lnTo>
                  <a:lnTo>
                    <a:pt x="17680" y="937"/>
                  </a:lnTo>
                  <a:lnTo>
                    <a:pt x="11799" y="416"/>
                  </a:lnTo>
                  <a:lnTo>
                    <a:pt x="5903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797968" y="5269756"/>
              <a:ext cx="166532" cy="167167"/>
            </a:xfrm>
            <a:custGeom>
              <a:avLst/>
              <a:pathLst>
                <a:path w="166532" h="167167">
                  <a:moveTo>
                    <a:pt x="166492" y="0"/>
                  </a:moveTo>
                  <a:lnTo>
                    <a:pt x="161102" y="88"/>
                  </a:lnTo>
                  <a:lnTo>
                    <a:pt x="155718" y="350"/>
                  </a:lnTo>
                  <a:lnTo>
                    <a:pt x="150345" y="785"/>
                  </a:lnTo>
                  <a:lnTo>
                    <a:pt x="144989" y="1393"/>
                  </a:lnTo>
                  <a:lnTo>
                    <a:pt x="139655" y="2174"/>
                  </a:lnTo>
                  <a:lnTo>
                    <a:pt x="134350" y="3127"/>
                  </a:lnTo>
                  <a:lnTo>
                    <a:pt x="129078" y="4249"/>
                  </a:lnTo>
                  <a:lnTo>
                    <a:pt x="123844" y="5542"/>
                  </a:lnTo>
                  <a:lnTo>
                    <a:pt x="118655" y="7002"/>
                  </a:lnTo>
                  <a:lnTo>
                    <a:pt x="113516" y="8629"/>
                  </a:lnTo>
                  <a:lnTo>
                    <a:pt x="108432" y="10421"/>
                  </a:lnTo>
                  <a:lnTo>
                    <a:pt x="103409" y="12375"/>
                  </a:lnTo>
                  <a:lnTo>
                    <a:pt x="98451" y="14491"/>
                  </a:lnTo>
                  <a:lnTo>
                    <a:pt x="93564" y="16765"/>
                  </a:lnTo>
                  <a:lnTo>
                    <a:pt x="88753" y="19196"/>
                  </a:lnTo>
                  <a:lnTo>
                    <a:pt x="84022" y="21781"/>
                  </a:lnTo>
                  <a:lnTo>
                    <a:pt x="79378" y="24517"/>
                  </a:lnTo>
                  <a:lnTo>
                    <a:pt x="74824" y="27401"/>
                  </a:lnTo>
                  <a:lnTo>
                    <a:pt x="70365" y="30430"/>
                  </a:lnTo>
                  <a:lnTo>
                    <a:pt x="66007" y="33602"/>
                  </a:lnTo>
                  <a:lnTo>
                    <a:pt x="61752" y="36913"/>
                  </a:lnTo>
                  <a:lnTo>
                    <a:pt x="57607" y="40359"/>
                  </a:lnTo>
                  <a:lnTo>
                    <a:pt x="53575" y="43936"/>
                  </a:lnTo>
                  <a:lnTo>
                    <a:pt x="49661" y="47642"/>
                  </a:lnTo>
                  <a:lnTo>
                    <a:pt x="45868" y="51473"/>
                  </a:lnTo>
                  <a:lnTo>
                    <a:pt x="42201" y="55423"/>
                  </a:lnTo>
                  <a:lnTo>
                    <a:pt x="38663" y="59490"/>
                  </a:lnTo>
                  <a:lnTo>
                    <a:pt x="35257" y="63669"/>
                  </a:lnTo>
                  <a:lnTo>
                    <a:pt x="31989" y="67955"/>
                  </a:lnTo>
                  <a:lnTo>
                    <a:pt x="28860" y="72344"/>
                  </a:lnTo>
                  <a:lnTo>
                    <a:pt x="25874" y="76832"/>
                  </a:lnTo>
                  <a:lnTo>
                    <a:pt x="23035" y="81414"/>
                  </a:lnTo>
                  <a:lnTo>
                    <a:pt x="20345" y="86086"/>
                  </a:lnTo>
                  <a:lnTo>
                    <a:pt x="17806" y="90841"/>
                  </a:lnTo>
                  <a:lnTo>
                    <a:pt x="15423" y="95676"/>
                  </a:lnTo>
                  <a:lnTo>
                    <a:pt x="13196" y="100585"/>
                  </a:lnTo>
                  <a:lnTo>
                    <a:pt x="11129" y="105563"/>
                  </a:lnTo>
                  <a:lnTo>
                    <a:pt x="9224" y="110606"/>
                  </a:lnTo>
                  <a:lnTo>
                    <a:pt x="7482" y="115707"/>
                  </a:lnTo>
                  <a:lnTo>
                    <a:pt x="5906" y="120862"/>
                  </a:lnTo>
                  <a:lnTo>
                    <a:pt x="4496" y="126065"/>
                  </a:lnTo>
                  <a:lnTo>
                    <a:pt x="3255" y="131310"/>
                  </a:lnTo>
                  <a:lnTo>
                    <a:pt x="2184" y="136593"/>
                  </a:lnTo>
                  <a:lnTo>
                    <a:pt x="1284" y="141908"/>
                  </a:lnTo>
                  <a:lnTo>
                    <a:pt x="555" y="147249"/>
                  </a:lnTo>
                  <a:lnTo>
                    <a:pt x="0" y="152611"/>
                  </a:lnTo>
                  <a:lnTo>
                    <a:pt x="16653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797339" y="5269756"/>
              <a:ext cx="334314" cy="334332"/>
            </a:xfrm>
            <a:custGeom>
              <a:avLst/>
              <a:pathLst>
                <a:path w="334314" h="334332">
                  <a:moveTo>
                    <a:pt x="629" y="152611"/>
                  </a:moveTo>
                  <a:lnTo>
                    <a:pt x="250" y="157910"/>
                  </a:lnTo>
                  <a:lnTo>
                    <a:pt x="41" y="163220"/>
                  </a:lnTo>
                  <a:lnTo>
                    <a:pt x="0" y="168533"/>
                  </a:lnTo>
                  <a:lnTo>
                    <a:pt x="127" y="173844"/>
                  </a:lnTo>
                  <a:lnTo>
                    <a:pt x="424" y="179149"/>
                  </a:lnTo>
                  <a:lnTo>
                    <a:pt x="889" y="184442"/>
                  </a:lnTo>
                  <a:lnTo>
                    <a:pt x="1522" y="189718"/>
                  </a:lnTo>
                  <a:lnTo>
                    <a:pt x="2322" y="194970"/>
                  </a:lnTo>
                  <a:lnTo>
                    <a:pt x="3289" y="200195"/>
                  </a:lnTo>
                  <a:lnTo>
                    <a:pt x="4421" y="205386"/>
                  </a:lnTo>
                  <a:lnTo>
                    <a:pt x="5718" y="210538"/>
                  </a:lnTo>
                  <a:lnTo>
                    <a:pt x="7178" y="215647"/>
                  </a:lnTo>
                  <a:lnTo>
                    <a:pt x="8800" y="220707"/>
                  </a:lnTo>
                  <a:lnTo>
                    <a:pt x="10581" y="225713"/>
                  </a:lnTo>
                  <a:lnTo>
                    <a:pt x="12521" y="230659"/>
                  </a:lnTo>
                  <a:lnTo>
                    <a:pt x="14617" y="235542"/>
                  </a:lnTo>
                  <a:lnTo>
                    <a:pt x="16867" y="240355"/>
                  </a:lnTo>
                  <a:lnTo>
                    <a:pt x="19269" y="245094"/>
                  </a:lnTo>
                  <a:lnTo>
                    <a:pt x="21820" y="249755"/>
                  </a:lnTo>
                  <a:lnTo>
                    <a:pt x="24518" y="254332"/>
                  </a:lnTo>
                  <a:lnTo>
                    <a:pt x="27360" y="258821"/>
                  </a:lnTo>
                  <a:lnTo>
                    <a:pt x="30343" y="263218"/>
                  </a:lnTo>
                  <a:lnTo>
                    <a:pt x="33465" y="267517"/>
                  </a:lnTo>
                  <a:lnTo>
                    <a:pt x="36722" y="271716"/>
                  </a:lnTo>
                  <a:lnTo>
                    <a:pt x="40110" y="275808"/>
                  </a:lnTo>
                  <a:lnTo>
                    <a:pt x="43627" y="279791"/>
                  </a:lnTo>
                  <a:lnTo>
                    <a:pt x="47268" y="283660"/>
                  </a:lnTo>
                  <a:lnTo>
                    <a:pt x="51031" y="287411"/>
                  </a:lnTo>
                  <a:lnTo>
                    <a:pt x="54911" y="291041"/>
                  </a:lnTo>
                  <a:lnTo>
                    <a:pt x="58905" y="294546"/>
                  </a:lnTo>
                  <a:lnTo>
                    <a:pt x="63007" y="297922"/>
                  </a:lnTo>
                  <a:lnTo>
                    <a:pt x="67215" y="301166"/>
                  </a:lnTo>
                  <a:lnTo>
                    <a:pt x="71524" y="304275"/>
                  </a:lnTo>
                  <a:lnTo>
                    <a:pt x="75930" y="307245"/>
                  </a:lnTo>
                  <a:lnTo>
                    <a:pt x="80428" y="310073"/>
                  </a:lnTo>
                  <a:lnTo>
                    <a:pt x="85013" y="312757"/>
                  </a:lnTo>
                  <a:lnTo>
                    <a:pt x="89681" y="315295"/>
                  </a:lnTo>
                  <a:lnTo>
                    <a:pt x="94428" y="317682"/>
                  </a:lnTo>
                  <a:lnTo>
                    <a:pt x="99248" y="319917"/>
                  </a:lnTo>
                  <a:lnTo>
                    <a:pt x="104137" y="321999"/>
                  </a:lnTo>
                  <a:lnTo>
                    <a:pt x="109089" y="323923"/>
                  </a:lnTo>
                  <a:lnTo>
                    <a:pt x="114100" y="325690"/>
                  </a:lnTo>
                  <a:lnTo>
                    <a:pt x="119165" y="327296"/>
                  </a:lnTo>
                  <a:lnTo>
                    <a:pt x="124278" y="328740"/>
                  </a:lnTo>
                  <a:lnTo>
                    <a:pt x="129434" y="330022"/>
                  </a:lnTo>
                  <a:lnTo>
                    <a:pt x="134629" y="331138"/>
                  </a:lnTo>
                  <a:lnTo>
                    <a:pt x="139856" y="332089"/>
                  </a:lnTo>
                  <a:lnTo>
                    <a:pt x="145111" y="332874"/>
                  </a:lnTo>
                  <a:lnTo>
                    <a:pt x="150389" y="333491"/>
                  </a:lnTo>
                  <a:lnTo>
                    <a:pt x="155683" y="333940"/>
                  </a:lnTo>
                  <a:lnTo>
                    <a:pt x="160989" y="334220"/>
                  </a:lnTo>
                  <a:lnTo>
                    <a:pt x="166301" y="334332"/>
                  </a:lnTo>
                  <a:lnTo>
                    <a:pt x="171614" y="334275"/>
                  </a:lnTo>
                  <a:lnTo>
                    <a:pt x="176922" y="334049"/>
                  </a:lnTo>
                  <a:lnTo>
                    <a:pt x="182221" y="333655"/>
                  </a:lnTo>
                  <a:lnTo>
                    <a:pt x="187504" y="333092"/>
                  </a:lnTo>
                  <a:lnTo>
                    <a:pt x="192767" y="332362"/>
                  </a:lnTo>
                  <a:lnTo>
                    <a:pt x="198004" y="331465"/>
                  </a:lnTo>
                  <a:lnTo>
                    <a:pt x="203210" y="330401"/>
                  </a:lnTo>
                  <a:lnTo>
                    <a:pt x="208379" y="329173"/>
                  </a:lnTo>
                  <a:lnTo>
                    <a:pt x="213507" y="327782"/>
                  </a:lnTo>
                  <a:lnTo>
                    <a:pt x="218588" y="326228"/>
                  </a:lnTo>
                  <a:lnTo>
                    <a:pt x="223616" y="324513"/>
                  </a:lnTo>
                  <a:lnTo>
                    <a:pt x="228588" y="322639"/>
                  </a:lnTo>
                  <a:lnTo>
                    <a:pt x="233498" y="320609"/>
                  </a:lnTo>
                  <a:lnTo>
                    <a:pt x="238341" y="318423"/>
                  </a:lnTo>
                  <a:lnTo>
                    <a:pt x="243112" y="316084"/>
                  </a:lnTo>
                  <a:lnTo>
                    <a:pt x="247806" y="313596"/>
                  </a:lnTo>
                  <a:lnTo>
                    <a:pt x="252419" y="310959"/>
                  </a:lnTo>
                  <a:lnTo>
                    <a:pt x="256946" y="308177"/>
                  </a:lnTo>
                  <a:lnTo>
                    <a:pt x="261382" y="305252"/>
                  </a:lnTo>
                  <a:lnTo>
                    <a:pt x="265722" y="302188"/>
                  </a:lnTo>
                  <a:lnTo>
                    <a:pt x="269964" y="298988"/>
                  </a:lnTo>
                  <a:lnTo>
                    <a:pt x="274101" y="295654"/>
                  </a:lnTo>
                  <a:lnTo>
                    <a:pt x="278130" y="292190"/>
                  </a:lnTo>
                  <a:lnTo>
                    <a:pt x="282047" y="288601"/>
                  </a:lnTo>
                  <a:lnTo>
                    <a:pt x="285848" y="284888"/>
                  </a:lnTo>
                  <a:lnTo>
                    <a:pt x="289530" y="281057"/>
                  </a:lnTo>
                  <a:lnTo>
                    <a:pt x="293087" y="277111"/>
                  </a:lnTo>
                  <a:lnTo>
                    <a:pt x="296518" y="273053"/>
                  </a:lnTo>
                  <a:lnTo>
                    <a:pt x="299817" y="268889"/>
                  </a:lnTo>
                  <a:lnTo>
                    <a:pt x="302983" y="264622"/>
                  </a:lnTo>
                  <a:lnTo>
                    <a:pt x="306012" y="260256"/>
                  </a:lnTo>
                  <a:lnTo>
                    <a:pt x="308900" y="255796"/>
                  </a:lnTo>
                  <a:lnTo>
                    <a:pt x="311645" y="251247"/>
                  </a:lnTo>
                  <a:lnTo>
                    <a:pt x="314244" y="246613"/>
                  </a:lnTo>
                  <a:lnTo>
                    <a:pt x="316694" y="241899"/>
                  </a:lnTo>
                  <a:lnTo>
                    <a:pt x="318994" y="237109"/>
                  </a:lnTo>
                  <a:lnTo>
                    <a:pt x="321140" y="232248"/>
                  </a:lnTo>
                  <a:lnTo>
                    <a:pt x="323130" y="227322"/>
                  </a:lnTo>
                  <a:lnTo>
                    <a:pt x="324963" y="222335"/>
                  </a:lnTo>
                  <a:lnTo>
                    <a:pt x="326637" y="217292"/>
                  </a:lnTo>
                  <a:lnTo>
                    <a:pt x="328149" y="212198"/>
                  </a:lnTo>
                  <a:lnTo>
                    <a:pt x="329499" y="207060"/>
                  </a:lnTo>
                  <a:lnTo>
                    <a:pt x="330685" y="201880"/>
                  </a:lnTo>
                  <a:lnTo>
                    <a:pt x="331705" y="196666"/>
                  </a:lnTo>
                  <a:lnTo>
                    <a:pt x="332560" y="191422"/>
                  </a:lnTo>
                  <a:lnTo>
                    <a:pt x="333247" y="186153"/>
                  </a:lnTo>
                  <a:lnTo>
                    <a:pt x="333767" y="180866"/>
                  </a:lnTo>
                  <a:lnTo>
                    <a:pt x="334118" y="175564"/>
                  </a:lnTo>
                  <a:lnTo>
                    <a:pt x="334300" y="170254"/>
                  </a:lnTo>
                  <a:lnTo>
                    <a:pt x="334314" y="164941"/>
                  </a:lnTo>
                  <a:lnTo>
                    <a:pt x="334159" y="159630"/>
                  </a:lnTo>
                  <a:lnTo>
                    <a:pt x="333835" y="154326"/>
                  </a:lnTo>
                  <a:lnTo>
                    <a:pt x="333343" y="149036"/>
                  </a:lnTo>
                  <a:lnTo>
                    <a:pt x="332683" y="143764"/>
                  </a:lnTo>
                  <a:lnTo>
                    <a:pt x="331855" y="138515"/>
                  </a:lnTo>
                  <a:lnTo>
                    <a:pt x="330861" y="133296"/>
                  </a:lnTo>
                  <a:lnTo>
                    <a:pt x="329702" y="128111"/>
                  </a:lnTo>
                  <a:lnTo>
                    <a:pt x="328379" y="122965"/>
                  </a:lnTo>
                  <a:lnTo>
                    <a:pt x="326893" y="117864"/>
                  </a:lnTo>
                  <a:lnTo>
                    <a:pt x="325245" y="112812"/>
                  </a:lnTo>
                  <a:lnTo>
                    <a:pt x="323438" y="107816"/>
                  </a:lnTo>
                  <a:lnTo>
                    <a:pt x="321473" y="102879"/>
                  </a:lnTo>
                  <a:lnTo>
                    <a:pt x="319352" y="98008"/>
                  </a:lnTo>
                  <a:lnTo>
                    <a:pt x="317077" y="93206"/>
                  </a:lnTo>
                  <a:lnTo>
                    <a:pt x="314651" y="88479"/>
                  </a:lnTo>
                  <a:lnTo>
                    <a:pt x="312076" y="83832"/>
                  </a:lnTo>
                  <a:lnTo>
                    <a:pt x="309354" y="79269"/>
                  </a:lnTo>
                  <a:lnTo>
                    <a:pt x="306489" y="74794"/>
                  </a:lnTo>
                  <a:lnTo>
                    <a:pt x="303483" y="70413"/>
                  </a:lnTo>
                  <a:lnTo>
                    <a:pt x="300339" y="66129"/>
                  </a:lnTo>
                  <a:lnTo>
                    <a:pt x="297061" y="61948"/>
                  </a:lnTo>
                  <a:lnTo>
                    <a:pt x="293652" y="57873"/>
                  </a:lnTo>
                  <a:lnTo>
                    <a:pt x="290114" y="53908"/>
                  </a:lnTo>
                  <a:lnTo>
                    <a:pt x="286453" y="50058"/>
                  </a:lnTo>
                  <a:lnTo>
                    <a:pt x="282671" y="46326"/>
                  </a:lnTo>
                  <a:lnTo>
                    <a:pt x="278772" y="42716"/>
                  </a:lnTo>
                  <a:lnTo>
                    <a:pt x="274761" y="39232"/>
                  </a:lnTo>
                  <a:lnTo>
                    <a:pt x="270641" y="35877"/>
                  </a:lnTo>
                  <a:lnTo>
                    <a:pt x="266416" y="32655"/>
                  </a:lnTo>
                  <a:lnTo>
                    <a:pt x="262091" y="29569"/>
                  </a:lnTo>
                  <a:lnTo>
                    <a:pt x="257671" y="26621"/>
                  </a:lnTo>
                  <a:lnTo>
                    <a:pt x="253158" y="23816"/>
                  </a:lnTo>
                  <a:lnTo>
                    <a:pt x="248559" y="21155"/>
                  </a:lnTo>
                  <a:lnTo>
                    <a:pt x="243878" y="18642"/>
                  </a:lnTo>
                  <a:lnTo>
                    <a:pt x="239119" y="16279"/>
                  </a:lnTo>
                  <a:lnTo>
                    <a:pt x="234287" y="14069"/>
                  </a:lnTo>
                  <a:lnTo>
                    <a:pt x="229388" y="12013"/>
                  </a:lnTo>
                  <a:lnTo>
                    <a:pt x="224426" y="10114"/>
                  </a:lnTo>
                  <a:lnTo>
                    <a:pt x="219406" y="8373"/>
                  </a:lnTo>
                  <a:lnTo>
                    <a:pt x="214333" y="6793"/>
                  </a:lnTo>
                  <a:lnTo>
                    <a:pt x="209212" y="5375"/>
                  </a:lnTo>
                  <a:lnTo>
                    <a:pt x="204049" y="4120"/>
                  </a:lnTo>
                  <a:lnTo>
                    <a:pt x="198849" y="3030"/>
                  </a:lnTo>
                  <a:lnTo>
                    <a:pt x="193617" y="2106"/>
                  </a:lnTo>
                  <a:lnTo>
                    <a:pt x="188358" y="1349"/>
                  </a:lnTo>
                  <a:lnTo>
                    <a:pt x="183078" y="759"/>
                  </a:lnTo>
                  <a:lnTo>
                    <a:pt x="177781" y="337"/>
                  </a:lnTo>
                  <a:lnTo>
                    <a:pt x="172474" y="84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77499" y="5399291"/>
              <a:ext cx="8716" cy="167167"/>
            </a:xfrm>
            <a:custGeom>
              <a:avLst/>
              <a:pathLst>
                <a:path w="8716" h="167167">
                  <a:moveTo>
                    <a:pt x="8716" y="0"/>
                  </a:moveTo>
                  <a:lnTo>
                    <a:pt x="0" y="227"/>
                  </a:lnTo>
                  <a:lnTo>
                    <a:pt x="8716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77499" y="5399519"/>
              <a:ext cx="8716" cy="166940"/>
            </a:xfrm>
            <a:custGeom>
              <a:avLst/>
              <a:pathLst>
                <a:path w="8716" h="166940">
                  <a:moveTo>
                    <a:pt x="0" y="0"/>
                  </a:moveTo>
                  <a:lnTo>
                    <a:pt x="8716" y="1669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77499" y="5399519"/>
              <a:ext cx="8716" cy="166940"/>
            </a:xfrm>
            <a:custGeom>
              <a:avLst/>
              <a:pathLst>
                <a:path w="8716" h="166940">
                  <a:moveTo>
                    <a:pt x="0" y="0"/>
                  </a:moveTo>
                  <a:lnTo>
                    <a:pt x="8716" y="1669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7499" y="5399519"/>
              <a:ext cx="8716" cy="166940"/>
            </a:xfrm>
            <a:custGeom>
              <a:avLst/>
              <a:pathLst>
                <a:path w="8716" h="166940">
                  <a:moveTo>
                    <a:pt x="0" y="0"/>
                  </a:moveTo>
                  <a:lnTo>
                    <a:pt x="8716" y="1669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7499" y="5399519"/>
              <a:ext cx="8716" cy="166940"/>
            </a:xfrm>
            <a:custGeom>
              <a:avLst/>
              <a:pathLst>
                <a:path w="8716" h="166940">
                  <a:moveTo>
                    <a:pt x="0" y="0"/>
                  </a:moveTo>
                  <a:lnTo>
                    <a:pt x="8716" y="1669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7499" y="5399519"/>
              <a:ext cx="8716" cy="166940"/>
            </a:xfrm>
            <a:custGeom>
              <a:avLst/>
              <a:pathLst>
                <a:path w="8716" h="166940">
                  <a:moveTo>
                    <a:pt x="0" y="0"/>
                  </a:moveTo>
                  <a:lnTo>
                    <a:pt x="8716" y="1669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7499" y="5399519"/>
              <a:ext cx="8716" cy="166940"/>
            </a:xfrm>
            <a:custGeom>
              <a:avLst/>
              <a:pathLst>
                <a:path w="8716" h="166940">
                  <a:moveTo>
                    <a:pt x="0" y="0"/>
                  </a:moveTo>
                  <a:lnTo>
                    <a:pt x="8716" y="1669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319050" y="5399519"/>
              <a:ext cx="334327" cy="334099"/>
            </a:xfrm>
            <a:custGeom>
              <a:avLst/>
              <a:pathLst>
                <a:path w="334327" h="334099">
                  <a:moveTo>
                    <a:pt x="158448" y="0"/>
                  </a:moveTo>
                  <a:lnTo>
                    <a:pt x="153152" y="360"/>
                  </a:lnTo>
                  <a:lnTo>
                    <a:pt x="147871" y="889"/>
                  </a:lnTo>
                  <a:lnTo>
                    <a:pt x="142609" y="1585"/>
                  </a:lnTo>
                  <a:lnTo>
                    <a:pt x="137372" y="2448"/>
                  </a:lnTo>
                  <a:lnTo>
                    <a:pt x="132165" y="3477"/>
                  </a:lnTo>
                  <a:lnTo>
                    <a:pt x="126994" y="4670"/>
                  </a:lnTo>
                  <a:lnTo>
                    <a:pt x="121863" y="6027"/>
                  </a:lnTo>
                  <a:lnTo>
                    <a:pt x="116777" y="7547"/>
                  </a:lnTo>
                  <a:lnTo>
                    <a:pt x="111742" y="9227"/>
                  </a:lnTo>
                  <a:lnTo>
                    <a:pt x="106763" y="11066"/>
                  </a:lnTo>
                  <a:lnTo>
                    <a:pt x="101845" y="13062"/>
                  </a:lnTo>
                  <a:lnTo>
                    <a:pt x="96993" y="15213"/>
                  </a:lnTo>
                  <a:lnTo>
                    <a:pt x="92212" y="17517"/>
                  </a:lnTo>
                  <a:lnTo>
                    <a:pt x="87506" y="19972"/>
                  </a:lnTo>
                  <a:lnTo>
                    <a:pt x="82880" y="22575"/>
                  </a:lnTo>
                  <a:lnTo>
                    <a:pt x="78340" y="25323"/>
                  </a:lnTo>
                  <a:lnTo>
                    <a:pt x="73889" y="28215"/>
                  </a:lnTo>
                  <a:lnTo>
                    <a:pt x="69532" y="31246"/>
                  </a:lnTo>
                  <a:lnTo>
                    <a:pt x="65273" y="34414"/>
                  </a:lnTo>
                  <a:lnTo>
                    <a:pt x="61117" y="37715"/>
                  </a:lnTo>
                  <a:lnTo>
                    <a:pt x="57068" y="41147"/>
                  </a:lnTo>
                  <a:lnTo>
                    <a:pt x="53130" y="44705"/>
                  </a:lnTo>
                  <a:lnTo>
                    <a:pt x="49307" y="48387"/>
                  </a:lnTo>
                  <a:lnTo>
                    <a:pt x="45603" y="52188"/>
                  </a:lnTo>
                  <a:lnTo>
                    <a:pt x="42021" y="56105"/>
                  </a:lnTo>
                  <a:lnTo>
                    <a:pt x="38566" y="60134"/>
                  </a:lnTo>
                  <a:lnTo>
                    <a:pt x="35240" y="64271"/>
                  </a:lnTo>
                  <a:lnTo>
                    <a:pt x="32047" y="68510"/>
                  </a:lnTo>
                  <a:lnTo>
                    <a:pt x="28991" y="72850"/>
                  </a:lnTo>
                  <a:lnTo>
                    <a:pt x="26073" y="77283"/>
                  </a:lnTo>
                  <a:lnTo>
                    <a:pt x="23298" y="81808"/>
                  </a:lnTo>
                  <a:lnTo>
                    <a:pt x="20668" y="86418"/>
                  </a:lnTo>
                  <a:lnTo>
                    <a:pt x="18185" y="91109"/>
                  </a:lnTo>
                  <a:lnTo>
                    <a:pt x="15853" y="95877"/>
                  </a:lnTo>
                  <a:lnTo>
                    <a:pt x="13674" y="100717"/>
                  </a:lnTo>
                  <a:lnTo>
                    <a:pt x="11649" y="105623"/>
                  </a:lnTo>
                  <a:lnTo>
                    <a:pt x="9780" y="110591"/>
                  </a:lnTo>
                  <a:lnTo>
                    <a:pt x="8071" y="115615"/>
                  </a:lnTo>
                  <a:lnTo>
                    <a:pt x="6522" y="120692"/>
                  </a:lnTo>
                  <a:lnTo>
                    <a:pt x="5134" y="125815"/>
                  </a:lnTo>
                  <a:lnTo>
                    <a:pt x="3911" y="130980"/>
                  </a:lnTo>
                  <a:lnTo>
                    <a:pt x="2851" y="136181"/>
                  </a:lnTo>
                  <a:lnTo>
                    <a:pt x="1958" y="141412"/>
                  </a:lnTo>
                  <a:lnTo>
                    <a:pt x="1230" y="146670"/>
                  </a:lnTo>
                  <a:lnTo>
                    <a:pt x="671" y="151948"/>
                  </a:lnTo>
                  <a:lnTo>
                    <a:pt x="279" y="157241"/>
                  </a:lnTo>
                  <a:lnTo>
                    <a:pt x="55" y="162544"/>
                  </a:lnTo>
                  <a:lnTo>
                    <a:pt x="0" y="167851"/>
                  </a:lnTo>
                  <a:lnTo>
                    <a:pt x="113" y="173158"/>
                  </a:lnTo>
                  <a:lnTo>
                    <a:pt x="394" y="178458"/>
                  </a:lnTo>
                  <a:lnTo>
                    <a:pt x="844" y="183747"/>
                  </a:lnTo>
                  <a:lnTo>
                    <a:pt x="1461" y="189018"/>
                  </a:lnTo>
                  <a:lnTo>
                    <a:pt x="2246" y="194268"/>
                  </a:lnTo>
                  <a:lnTo>
                    <a:pt x="3197" y="199489"/>
                  </a:lnTo>
                  <a:lnTo>
                    <a:pt x="4313" y="204678"/>
                  </a:lnTo>
                  <a:lnTo>
                    <a:pt x="5593" y="209829"/>
                  </a:lnTo>
                  <a:lnTo>
                    <a:pt x="7036" y="214937"/>
                  </a:lnTo>
                  <a:lnTo>
                    <a:pt x="8640" y="219996"/>
                  </a:lnTo>
                  <a:lnTo>
                    <a:pt x="10405" y="225002"/>
                  </a:lnTo>
                  <a:lnTo>
                    <a:pt x="12327" y="229949"/>
                  </a:lnTo>
                  <a:lnTo>
                    <a:pt x="14405" y="234833"/>
                  </a:lnTo>
                  <a:lnTo>
                    <a:pt x="16638" y="239649"/>
                  </a:lnTo>
                  <a:lnTo>
                    <a:pt x="19022" y="244391"/>
                  </a:lnTo>
                  <a:lnTo>
                    <a:pt x="21555" y="249055"/>
                  </a:lnTo>
                  <a:lnTo>
                    <a:pt x="24235" y="253636"/>
                  </a:lnTo>
                  <a:lnTo>
                    <a:pt x="27060" y="258130"/>
                  </a:lnTo>
                  <a:lnTo>
                    <a:pt x="30025" y="262531"/>
                  </a:lnTo>
                  <a:lnTo>
                    <a:pt x="33129" y="266837"/>
                  </a:lnTo>
                  <a:lnTo>
                    <a:pt x="36368" y="271042"/>
                  </a:lnTo>
                  <a:lnTo>
                    <a:pt x="39739" y="275142"/>
                  </a:lnTo>
                  <a:lnTo>
                    <a:pt x="43238" y="279132"/>
                  </a:lnTo>
                  <a:lnTo>
                    <a:pt x="46862" y="283010"/>
                  </a:lnTo>
                  <a:lnTo>
                    <a:pt x="50608" y="286771"/>
                  </a:lnTo>
                  <a:lnTo>
                    <a:pt x="54471" y="290411"/>
                  </a:lnTo>
                  <a:lnTo>
                    <a:pt x="58447" y="293926"/>
                  </a:lnTo>
                  <a:lnTo>
                    <a:pt x="62534" y="297313"/>
                  </a:lnTo>
                  <a:lnTo>
                    <a:pt x="66725" y="300569"/>
                  </a:lnTo>
                  <a:lnTo>
                    <a:pt x="71018" y="303690"/>
                  </a:lnTo>
                  <a:lnTo>
                    <a:pt x="75408" y="306674"/>
                  </a:lnTo>
                  <a:lnTo>
                    <a:pt x="79890" y="309516"/>
                  </a:lnTo>
                  <a:lnTo>
                    <a:pt x="84460" y="312215"/>
                  </a:lnTo>
                  <a:lnTo>
                    <a:pt x="89114" y="314767"/>
                  </a:lnTo>
                  <a:lnTo>
                    <a:pt x="93847" y="317171"/>
                  </a:lnTo>
                  <a:lnTo>
                    <a:pt x="98653" y="319423"/>
                  </a:lnTo>
                  <a:lnTo>
                    <a:pt x="103528" y="321521"/>
                  </a:lnTo>
                  <a:lnTo>
                    <a:pt x="108468" y="323463"/>
                  </a:lnTo>
                  <a:lnTo>
                    <a:pt x="113466" y="325248"/>
                  </a:lnTo>
                  <a:lnTo>
                    <a:pt x="118519" y="326873"/>
                  </a:lnTo>
                  <a:lnTo>
                    <a:pt x="123621" y="328336"/>
                  </a:lnTo>
                  <a:lnTo>
                    <a:pt x="128767" y="329637"/>
                  </a:lnTo>
                  <a:lnTo>
                    <a:pt x="133951" y="330774"/>
                  </a:lnTo>
                  <a:lnTo>
                    <a:pt x="139169" y="331746"/>
                  </a:lnTo>
                  <a:lnTo>
                    <a:pt x="144415" y="332552"/>
                  </a:lnTo>
                  <a:lnTo>
                    <a:pt x="149684" y="333191"/>
                  </a:lnTo>
                  <a:lnTo>
                    <a:pt x="154971" y="333662"/>
                  </a:lnTo>
                  <a:lnTo>
                    <a:pt x="160270" y="333965"/>
                  </a:lnTo>
                  <a:lnTo>
                    <a:pt x="165576" y="334099"/>
                  </a:lnTo>
                  <a:lnTo>
                    <a:pt x="170883" y="334066"/>
                  </a:lnTo>
                  <a:lnTo>
                    <a:pt x="176187" y="333863"/>
                  </a:lnTo>
                  <a:lnTo>
                    <a:pt x="181482" y="333493"/>
                  </a:lnTo>
                  <a:lnTo>
                    <a:pt x="186762" y="332954"/>
                  </a:lnTo>
                  <a:lnTo>
                    <a:pt x="192022" y="332248"/>
                  </a:lnTo>
                  <a:lnTo>
                    <a:pt x="197258" y="331376"/>
                  </a:lnTo>
                  <a:lnTo>
                    <a:pt x="202463" y="330338"/>
                  </a:lnTo>
                  <a:lnTo>
                    <a:pt x="207632" y="329135"/>
                  </a:lnTo>
                  <a:lnTo>
                    <a:pt x="212761" y="327768"/>
                  </a:lnTo>
                  <a:lnTo>
                    <a:pt x="217844" y="326240"/>
                  </a:lnTo>
                  <a:lnTo>
                    <a:pt x="222876" y="324550"/>
                  </a:lnTo>
                  <a:lnTo>
                    <a:pt x="227851" y="322702"/>
                  </a:lnTo>
                  <a:lnTo>
                    <a:pt x="232765" y="320697"/>
                  </a:lnTo>
                  <a:lnTo>
                    <a:pt x="237614" y="318537"/>
                  </a:lnTo>
                  <a:lnTo>
                    <a:pt x="242391" y="316224"/>
                  </a:lnTo>
                  <a:lnTo>
                    <a:pt x="247092" y="313761"/>
                  </a:lnTo>
                  <a:lnTo>
                    <a:pt x="251713" y="311149"/>
                  </a:lnTo>
                  <a:lnTo>
                    <a:pt x="256248" y="308393"/>
                  </a:lnTo>
                  <a:lnTo>
                    <a:pt x="260694" y="305493"/>
                  </a:lnTo>
                  <a:lnTo>
                    <a:pt x="265046" y="302454"/>
                  </a:lnTo>
                  <a:lnTo>
                    <a:pt x="269298" y="299279"/>
                  </a:lnTo>
                  <a:lnTo>
                    <a:pt x="273448" y="295969"/>
                  </a:lnTo>
                  <a:lnTo>
                    <a:pt x="277491" y="292530"/>
                  </a:lnTo>
                  <a:lnTo>
                    <a:pt x="281422" y="288964"/>
                  </a:lnTo>
                  <a:lnTo>
                    <a:pt x="285239" y="285276"/>
                  </a:lnTo>
                  <a:lnTo>
                    <a:pt x="288936" y="281468"/>
                  </a:lnTo>
                  <a:lnTo>
                    <a:pt x="292510" y="277544"/>
                  </a:lnTo>
                  <a:lnTo>
                    <a:pt x="295958" y="273509"/>
                  </a:lnTo>
                  <a:lnTo>
                    <a:pt x="299277" y="269367"/>
                  </a:lnTo>
                  <a:lnTo>
                    <a:pt x="302462" y="265121"/>
                  </a:lnTo>
                  <a:lnTo>
                    <a:pt x="305511" y="260776"/>
                  </a:lnTo>
                  <a:lnTo>
                    <a:pt x="308420" y="256337"/>
                  </a:lnTo>
                  <a:lnTo>
                    <a:pt x="311187" y="251807"/>
                  </a:lnTo>
                  <a:lnTo>
                    <a:pt x="313808" y="247192"/>
                  </a:lnTo>
                  <a:lnTo>
                    <a:pt x="316282" y="242497"/>
                  </a:lnTo>
                  <a:lnTo>
                    <a:pt x="318606" y="237725"/>
                  </a:lnTo>
                  <a:lnTo>
                    <a:pt x="320776" y="232881"/>
                  </a:lnTo>
                  <a:lnTo>
                    <a:pt x="322792" y="227971"/>
                  </a:lnTo>
                  <a:lnTo>
                    <a:pt x="324652" y="223000"/>
                  </a:lnTo>
                  <a:lnTo>
                    <a:pt x="326352" y="217972"/>
                  </a:lnTo>
                  <a:lnTo>
                    <a:pt x="327892" y="212893"/>
                  </a:lnTo>
                  <a:lnTo>
                    <a:pt x="329270" y="207767"/>
                  </a:lnTo>
                  <a:lnTo>
                    <a:pt x="330484" y="202600"/>
                  </a:lnTo>
                  <a:lnTo>
                    <a:pt x="331534" y="197397"/>
                  </a:lnTo>
                  <a:lnTo>
                    <a:pt x="332418" y="192164"/>
                  </a:lnTo>
                  <a:lnTo>
                    <a:pt x="333135" y="186905"/>
                  </a:lnTo>
                  <a:lnTo>
                    <a:pt x="333686" y="181626"/>
                  </a:lnTo>
                  <a:lnTo>
                    <a:pt x="334068" y="176332"/>
                  </a:lnTo>
                  <a:lnTo>
                    <a:pt x="334282" y="171029"/>
                  </a:lnTo>
                  <a:lnTo>
                    <a:pt x="334327" y="165721"/>
                  </a:lnTo>
                  <a:lnTo>
                    <a:pt x="334205" y="160415"/>
                  </a:lnTo>
                  <a:lnTo>
                    <a:pt x="333913" y="155115"/>
                  </a:lnTo>
                  <a:lnTo>
                    <a:pt x="333454" y="149828"/>
                  </a:lnTo>
                  <a:lnTo>
                    <a:pt x="332827" y="144557"/>
                  </a:lnTo>
                  <a:lnTo>
                    <a:pt x="332033" y="139309"/>
                  </a:lnTo>
                  <a:lnTo>
                    <a:pt x="331072" y="134089"/>
                  </a:lnTo>
                  <a:lnTo>
                    <a:pt x="329947" y="128902"/>
                  </a:lnTo>
                  <a:lnTo>
                    <a:pt x="328657" y="123754"/>
                  </a:lnTo>
                  <a:lnTo>
                    <a:pt x="327205" y="118649"/>
                  </a:lnTo>
                  <a:lnTo>
                    <a:pt x="325591" y="113592"/>
                  </a:lnTo>
                  <a:lnTo>
                    <a:pt x="323818" y="108590"/>
                  </a:lnTo>
                  <a:lnTo>
                    <a:pt x="321886" y="103646"/>
                  </a:lnTo>
                  <a:lnTo>
                    <a:pt x="319799" y="98766"/>
                  </a:lnTo>
                  <a:lnTo>
                    <a:pt x="317558" y="93955"/>
                  </a:lnTo>
                  <a:lnTo>
                    <a:pt x="315165" y="89217"/>
                  </a:lnTo>
                  <a:lnTo>
                    <a:pt x="312623" y="84558"/>
                  </a:lnTo>
                  <a:lnTo>
                    <a:pt x="309934" y="79981"/>
                  </a:lnTo>
                  <a:lnTo>
                    <a:pt x="307102" y="75493"/>
                  </a:lnTo>
                  <a:lnTo>
                    <a:pt x="304128" y="71096"/>
                  </a:lnTo>
                  <a:lnTo>
                    <a:pt x="301016" y="66797"/>
                  </a:lnTo>
                  <a:lnTo>
                    <a:pt x="297770" y="62598"/>
                  </a:lnTo>
                  <a:lnTo>
                    <a:pt x="294391" y="58504"/>
                  </a:lnTo>
                  <a:lnTo>
                    <a:pt x="290885" y="54520"/>
                  </a:lnTo>
                  <a:lnTo>
                    <a:pt x="287254" y="50649"/>
                  </a:lnTo>
                  <a:lnTo>
                    <a:pt x="283501" y="46895"/>
                  </a:lnTo>
                  <a:lnTo>
                    <a:pt x="279632" y="43262"/>
                  </a:lnTo>
                  <a:lnTo>
                    <a:pt x="275649" y="39754"/>
                  </a:lnTo>
                  <a:lnTo>
                    <a:pt x="271556" y="36374"/>
                  </a:lnTo>
                  <a:lnTo>
                    <a:pt x="267359" y="33126"/>
                  </a:lnTo>
                  <a:lnTo>
                    <a:pt x="263060" y="30013"/>
                  </a:lnTo>
                  <a:lnTo>
                    <a:pt x="258665" y="27037"/>
                  </a:lnTo>
                  <a:lnTo>
                    <a:pt x="254177" y="24203"/>
                  </a:lnTo>
                  <a:lnTo>
                    <a:pt x="249602" y="21513"/>
                  </a:lnTo>
                  <a:lnTo>
                    <a:pt x="244944" y="18969"/>
                  </a:lnTo>
                  <a:lnTo>
                    <a:pt x="240207" y="16574"/>
                  </a:lnTo>
                  <a:lnTo>
                    <a:pt x="235397" y="14331"/>
                  </a:lnTo>
                  <a:lnTo>
                    <a:pt x="230517" y="12242"/>
                  </a:lnTo>
                  <a:lnTo>
                    <a:pt x="225574" y="10309"/>
                  </a:lnTo>
                  <a:lnTo>
                    <a:pt x="220572" y="8533"/>
                  </a:lnTo>
                  <a:lnTo>
                    <a:pt x="215517" y="6918"/>
                  </a:lnTo>
                  <a:lnTo>
                    <a:pt x="167164" y="1669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86215" y="5399291"/>
              <a:ext cx="48352" cy="167167"/>
            </a:xfrm>
            <a:custGeom>
              <a:avLst/>
              <a:pathLst>
                <a:path w="48352" h="167167">
                  <a:moveTo>
                    <a:pt x="48352" y="7145"/>
                  </a:moveTo>
                  <a:lnTo>
                    <a:pt x="42451" y="5480"/>
                  </a:lnTo>
                  <a:lnTo>
                    <a:pt x="36493" y="4032"/>
                  </a:lnTo>
                  <a:lnTo>
                    <a:pt x="30486" y="2803"/>
                  </a:lnTo>
                  <a:lnTo>
                    <a:pt x="24438" y="1796"/>
                  </a:lnTo>
                  <a:lnTo>
                    <a:pt x="18357" y="1011"/>
                  </a:lnTo>
                  <a:lnTo>
                    <a:pt x="12252" y="449"/>
                  </a:lnTo>
                  <a:lnTo>
                    <a:pt x="6130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938878" y="5399291"/>
              <a:ext cx="84665" cy="167167"/>
            </a:xfrm>
            <a:custGeom>
              <a:avLst/>
              <a:pathLst>
                <a:path w="84665" h="167167">
                  <a:moveTo>
                    <a:pt x="84665" y="0"/>
                  </a:moveTo>
                  <a:lnTo>
                    <a:pt x="78747" y="104"/>
                  </a:lnTo>
                  <a:lnTo>
                    <a:pt x="72837" y="418"/>
                  </a:lnTo>
                  <a:lnTo>
                    <a:pt x="66942" y="942"/>
                  </a:lnTo>
                  <a:lnTo>
                    <a:pt x="61069" y="1673"/>
                  </a:lnTo>
                  <a:lnTo>
                    <a:pt x="55226" y="2612"/>
                  </a:lnTo>
                  <a:lnTo>
                    <a:pt x="49419" y="3757"/>
                  </a:lnTo>
                  <a:lnTo>
                    <a:pt x="43657" y="5107"/>
                  </a:lnTo>
                  <a:lnTo>
                    <a:pt x="37946" y="6661"/>
                  </a:lnTo>
                  <a:lnTo>
                    <a:pt x="32294" y="8415"/>
                  </a:lnTo>
                  <a:lnTo>
                    <a:pt x="26707" y="10368"/>
                  </a:lnTo>
                  <a:lnTo>
                    <a:pt x="21193" y="12518"/>
                  </a:lnTo>
                  <a:lnTo>
                    <a:pt x="15758" y="14862"/>
                  </a:lnTo>
                  <a:lnTo>
                    <a:pt x="10410" y="17396"/>
                  </a:lnTo>
                  <a:lnTo>
                    <a:pt x="5155" y="20119"/>
                  </a:lnTo>
                  <a:lnTo>
                    <a:pt x="0" y="23026"/>
                  </a:lnTo>
                  <a:lnTo>
                    <a:pt x="846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938878" y="5422317"/>
              <a:ext cx="84665" cy="144141"/>
            </a:xfrm>
            <a:custGeom>
              <a:avLst/>
              <a:pathLst>
                <a:path w="84665" h="144141">
                  <a:moveTo>
                    <a:pt x="0" y="0"/>
                  </a:moveTo>
                  <a:lnTo>
                    <a:pt x="84665" y="144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38878" y="5422317"/>
              <a:ext cx="84665" cy="144141"/>
            </a:xfrm>
            <a:custGeom>
              <a:avLst/>
              <a:pathLst>
                <a:path w="84665" h="144141">
                  <a:moveTo>
                    <a:pt x="0" y="0"/>
                  </a:moveTo>
                  <a:lnTo>
                    <a:pt x="84665" y="144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38878" y="5422317"/>
              <a:ext cx="84665" cy="144141"/>
            </a:xfrm>
            <a:custGeom>
              <a:avLst/>
              <a:pathLst>
                <a:path w="84665" h="144141">
                  <a:moveTo>
                    <a:pt x="0" y="0"/>
                  </a:moveTo>
                  <a:lnTo>
                    <a:pt x="84665" y="144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38878" y="5422317"/>
              <a:ext cx="84665" cy="144141"/>
            </a:xfrm>
            <a:custGeom>
              <a:avLst/>
              <a:pathLst>
                <a:path w="84665" h="144141">
                  <a:moveTo>
                    <a:pt x="0" y="0"/>
                  </a:moveTo>
                  <a:lnTo>
                    <a:pt x="84665" y="1441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38878" y="5422317"/>
              <a:ext cx="84665" cy="144141"/>
            </a:xfrm>
            <a:custGeom>
              <a:avLst/>
              <a:pathLst>
                <a:path w="84665" h="144141">
                  <a:moveTo>
                    <a:pt x="0" y="0"/>
                  </a:moveTo>
                  <a:lnTo>
                    <a:pt x="84665" y="1441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856385" y="5422317"/>
              <a:ext cx="214195" cy="311308"/>
            </a:xfrm>
            <a:custGeom>
              <a:avLst/>
              <a:pathLst>
                <a:path w="214195" h="311308">
                  <a:moveTo>
                    <a:pt x="82493" y="0"/>
                  </a:moveTo>
                  <a:lnTo>
                    <a:pt x="77950" y="2766"/>
                  </a:lnTo>
                  <a:lnTo>
                    <a:pt x="73497" y="5676"/>
                  </a:lnTo>
                  <a:lnTo>
                    <a:pt x="69139" y="8726"/>
                  </a:lnTo>
                  <a:lnTo>
                    <a:pt x="64880" y="11913"/>
                  </a:lnTo>
                  <a:lnTo>
                    <a:pt x="60725" y="15234"/>
                  </a:lnTo>
                  <a:lnTo>
                    <a:pt x="56677" y="18686"/>
                  </a:lnTo>
                  <a:lnTo>
                    <a:pt x="52742" y="22264"/>
                  </a:lnTo>
                  <a:lnTo>
                    <a:pt x="48922" y="25966"/>
                  </a:lnTo>
                  <a:lnTo>
                    <a:pt x="45222" y="29788"/>
                  </a:lnTo>
                  <a:lnTo>
                    <a:pt x="41646" y="33725"/>
                  </a:lnTo>
                  <a:lnTo>
                    <a:pt x="38196" y="37774"/>
                  </a:lnTo>
                  <a:lnTo>
                    <a:pt x="34877" y="41931"/>
                  </a:lnTo>
                  <a:lnTo>
                    <a:pt x="31693" y="46192"/>
                  </a:lnTo>
                  <a:lnTo>
                    <a:pt x="28645" y="50551"/>
                  </a:lnTo>
                  <a:lnTo>
                    <a:pt x="25737" y="55005"/>
                  </a:lnTo>
                  <a:lnTo>
                    <a:pt x="22973" y="59550"/>
                  </a:lnTo>
                  <a:lnTo>
                    <a:pt x="20355" y="64180"/>
                  </a:lnTo>
                  <a:lnTo>
                    <a:pt x="17885" y="68891"/>
                  </a:lnTo>
                  <a:lnTo>
                    <a:pt x="15566" y="73679"/>
                  </a:lnTo>
                  <a:lnTo>
                    <a:pt x="13401" y="78537"/>
                  </a:lnTo>
                  <a:lnTo>
                    <a:pt x="11392" y="83462"/>
                  </a:lnTo>
                  <a:lnTo>
                    <a:pt x="9540" y="88449"/>
                  </a:lnTo>
                  <a:lnTo>
                    <a:pt x="7848" y="93492"/>
                  </a:lnTo>
                  <a:lnTo>
                    <a:pt x="6317" y="98586"/>
                  </a:lnTo>
                  <a:lnTo>
                    <a:pt x="4949" y="103726"/>
                  </a:lnTo>
                  <a:lnTo>
                    <a:pt x="3746" y="108908"/>
                  </a:lnTo>
                  <a:lnTo>
                    <a:pt x="2707" y="114125"/>
                  </a:lnTo>
                  <a:lnTo>
                    <a:pt x="1836" y="119372"/>
                  </a:lnTo>
                  <a:lnTo>
                    <a:pt x="1131" y="124644"/>
                  </a:lnTo>
                  <a:lnTo>
                    <a:pt x="595" y="129937"/>
                  </a:lnTo>
                  <a:lnTo>
                    <a:pt x="227" y="135243"/>
                  </a:lnTo>
                  <a:lnTo>
                    <a:pt x="29" y="140559"/>
                  </a:lnTo>
                  <a:lnTo>
                    <a:pt x="0" y="145878"/>
                  </a:lnTo>
                  <a:lnTo>
                    <a:pt x="139" y="151195"/>
                  </a:lnTo>
                  <a:lnTo>
                    <a:pt x="448" y="156505"/>
                  </a:lnTo>
                  <a:lnTo>
                    <a:pt x="926" y="161803"/>
                  </a:lnTo>
                  <a:lnTo>
                    <a:pt x="1572" y="167083"/>
                  </a:lnTo>
                  <a:lnTo>
                    <a:pt x="2386" y="172340"/>
                  </a:lnTo>
                  <a:lnTo>
                    <a:pt x="3367" y="177568"/>
                  </a:lnTo>
                  <a:lnTo>
                    <a:pt x="4513" y="182762"/>
                  </a:lnTo>
                  <a:lnTo>
                    <a:pt x="5824" y="187917"/>
                  </a:lnTo>
                  <a:lnTo>
                    <a:pt x="7299" y="193028"/>
                  </a:lnTo>
                  <a:lnTo>
                    <a:pt x="8935" y="198089"/>
                  </a:lnTo>
                  <a:lnTo>
                    <a:pt x="10731" y="203096"/>
                  </a:lnTo>
                  <a:lnTo>
                    <a:pt x="12686" y="208043"/>
                  </a:lnTo>
                  <a:lnTo>
                    <a:pt x="14798" y="212925"/>
                  </a:lnTo>
                  <a:lnTo>
                    <a:pt x="17063" y="217738"/>
                  </a:lnTo>
                  <a:lnTo>
                    <a:pt x="19481" y="222476"/>
                  </a:lnTo>
                  <a:lnTo>
                    <a:pt x="22048" y="227135"/>
                  </a:lnTo>
                  <a:lnTo>
                    <a:pt x="24762" y="231710"/>
                  </a:lnTo>
                  <a:lnTo>
                    <a:pt x="27620" y="236196"/>
                  </a:lnTo>
                  <a:lnTo>
                    <a:pt x="30619" y="240589"/>
                  </a:lnTo>
                  <a:lnTo>
                    <a:pt x="33757" y="244884"/>
                  </a:lnTo>
                  <a:lnTo>
                    <a:pt x="37030" y="249077"/>
                  </a:lnTo>
                  <a:lnTo>
                    <a:pt x="40434" y="253164"/>
                  </a:lnTo>
                  <a:lnTo>
                    <a:pt x="43967" y="257141"/>
                  </a:lnTo>
                  <a:lnTo>
                    <a:pt x="47625" y="261003"/>
                  </a:lnTo>
                  <a:lnTo>
                    <a:pt x="51403" y="264747"/>
                  </a:lnTo>
                  <a:lnTo>
                    <a:pt x="55299" y="268369"/>
                  </a:lnTo>
                  <a:lnTo>
                    <a:pt x="59308" y="271865"/>
                  </a:lnTo>
                  <a:lnTo>
                    <a:pt x="63426" y="275231"/>
                  </a:lnTo>
                  <a:lnTo>
                    <a:pt x="67650" y="278465"/>
                  </a:lnTo>
                  <a:lnTo>
                    <a:pt x="71974" y="281563"/>
                  </a:lnTo>
                  <a:lnTo>
                    <a:pt x="76394" y="284522"/>
                  </a:lnTo>
                  <a:lnTo>
                    <a:pt x="80906" y="287339"/>
                  </a:lnTo>
                  <a:lnTo>
                    <a:pt x="85506" y="290010"/>
                  </a:lnTo>
                  <a:lnTo>
                    <a:pt x="90188" y="292534"/>
                  </a:lnTo>
                  <a:lnTo>
                    <a:pt x="94949" y="294908"/>
                  </a:lnTo>
                  <a:lnTo>
                    <a:pt x="99782" y="297129"/>
                  </a:lnTo>
                  <a:lnTo>
                    <a:pt x="104684" y="299195"/>
                  </a:lnTo>
                  <a:lnTo>
                    <a:pt x="109648" y="301105"/>
                  </a:lnTo>
                  <a:lnTo>
                    <a:pt x="114671" y="302855"/>
                  </a:lnTo>
                  <a:lnTo>
                    <a:pt x="119748" y="304444"/>
                  </a:lnTo>
                  <a:lnTo>
                    <a:pt x="124872" y="305872"/>
                  </a:lnTo>
                  <a:lnTo>
                    <a:pt x="130039" y="307135"/>
                  </a:lnTo>
                  <a:lnTo>
                    <a:pt x="135243" y="308234"/>
                  </a:lnTo>
                  <a:lnTo>
                    <a:pt x="140480" y="309166"/>
                  </a:lnTo>
                  <a:lnTo>
                    <a:pt x="145744" y="309931"/>
                  </a:lnTo>
                  <a:lnTo>
                    <a:pt x="151030" y="310529"/>
                  </a:lnTo>
                  <a:lnTo>
                    <a:pt x="156332" y="310957"/>
                  </a:lnTo>
                  <a:lnTo>
                    <a:pt x="161645" y="311217"/>
                  </a:lnTo>
                  <a:lnTo>
                    <a:pt x="166963" y="311308"/>
                  </a:lnTo>
                  <a:lnTo>
                    <a:pt x="172282" y="311230"/>
                  </a:lnTo>
                  <a:lnTo>
                    <a:pt x="177595" y="310982"/>
                  </a:lnTo>
                  <a:lnTo>
                    <a:pt x="182898" y="310566"/>
                  </a:lnTo>
                  <a:lnTo>
                    <a:pt x="188185" y="309981"/>
                  </a:lnTo>
                  <a:lnTo>
                    <a:pt x="193451" y="309228"/>
                  </a:lnTo>
                  <a:lnTo>
                    <a:pt x="198690" y="308308"/>
                  </a:lnTo>
                  <a:lnTo>
                    <a:pt x="203897" y="307221"/>
                  </a:lnTo>
                  <a:lnTo>
                    <a:pt x="209067" y="305970"/>
                  </a:lnTo>
                  <a:lnTo>
                    <a:pt x="214195" y="304554"/>
                  </a:lnTo>
                  <a:lnTo>
                    <a:pt x="167158" y="1441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023544" y="5399291"/>
              <a:ext cx="167167" cy="327580"/>
            </a:xfrm>
            <a:custGeom>
              <a:avLst/>
              <a:pathLst>
                <a:path w="167167" h="327580">
                  <a:moveTo>
                    <a:pt x="47036" y="327580"/>
                  </a:moveTo>
                  <a:lnTo>
                    <a:pt x="52159" y="325989"/>
                  </a:lnTo>
                  <a:lnTo>
                    <a:pt x="57229" y="324233"/>
                  </a:lnTo>
                  <a:lnTo>
                    <a:pt x="62239" y="322316"/>
                  </a:lnTo>
                  <a:lnTo>
                    <a:pt x="67186" y="320239"/>
                  </a:lnTo>
                  <a:lnTo>
                    <a:pt x="72063" y="318004"/>
                  </a:lnTo>
                  <a:lnTo>
                    <a:pt x="76866" y="315614"/>
                  </a:lnTo>
                  <a:lnTo>
                    <a:pt x="81590" y="313071"/>
                  </a:lnTo>
                  <a:lnTo>
                    <a:pt x="86230" y="310378"/>
                  </a:lnTo>
                  <a:lnTo>
                    <a:pt x="90781" y="307537"/>
                  </a:lnTo>
                  <a:lnTo>
                    <a:pt x="95238" y="304552"/>
                  </a:lnTo>
                  <a:lnTo>
                    <a:pt x="99598" y="301425"/>
                  </a:lnTo>
                  <a:lnTo>
                    <a:pt x="103855" y="298160"/>
                  </a:lnTo>
                  <a:lnTo>
                    <a:pt x="108004" y="294760"/>
                  </a:lnTo>
                  <a:lnTo>
                    <a:pt x="112043" y="291228"/>
                  </a:lnTo>
                  <a:lnTo>
                    <a:pt x="115966" y="287569"/>
                  </a:lnTo>
                  <a:lnTo>
                    <a:pt x="119770" y="283786"/>
                  </a:lnTo>
                  <a:lnTo>
                    <a:pt x="123451" y="279882"/>
                  </a:lnTo>
                  <a:lnTo>
                    <a:pt x="127004" y="275863"/>
                  </a:lnTo>
                  <a:lnTo>
                    <a:pt x="130426" y="271732"/>
                  </a:lnTo>
                  <a:lnTo>
                    <a:pt x="133714" y="267493"/>
                  </a:lnTo>
                  <a:lnTo>
                    <a:pt x="136865" y="263150"/>
                  </a:lnTo>
                  <a:lnTo>
                    <a:pt x="139874" y="258709"/>
                  </a:lnTo>
                  <a:lnTo>
                    <a:pt x="142740" y="254174"/>
                  </a:lnTo>
                  <a:lnTo>
                    <a:pt x="145458" y="249548"/>
                  </a:lnTo>
                  <a:lnTo>
                    <a:pt x="148027" y="244838"/>
                  </a:lnTo>
                  <a:lnTo>
                    <a:pt x="150443" y="240048"/>
                  </a:lnTo>
                  <a:lnTo>
                    <a:pt x="152704" y="235183"/>
                  </a:lnTo>
                  <a:lnTo>
                    <a:pt x="154808" y="230248"/>
                  </a:lnTo>
                  <a:lnTo>
                    <a:pt x="156753" y="225248"/>
                  </a:lnTo>
                  <a:lnTo>
                    <a:pt x="158536" y="220188"/>
                  </a:lnTo>
                  <a:lnTo>
                    <a:pt x="160155" y="215074"/>
                  </a:lnTo>
                  <a:lnTo>
                    <a:pt x="161610" y="209910"/>
                  </a:lnTo>
                  <a:lnTo>
                    <a:pt x="162898" y="204702"/>
                  </a:lnTo>
                  <a:lnTo>
                    <a:pt x="164019" y="199456"/>
                  </a:lnTo>
                  <a:lnTo>
                    <a:pt x="164971" y="194176"/>
                  </a:lnTo>
                  <a:lnTo>
                    <a:pt x="165752" y="188868"/>
                  </a:lnTo>
                  <a:lnTo>
                    <a:pt x="166363" y="183538"/>
                  </a:lnTo>
                  <a:lnTo>
                    <a:pt x="166803" y="178192"/>
                  </a:lnTo>
                  <a:lnTo>
                    <a:pt x="167071" y="172833"/>
                  </a:lnTo>
                  <a:lnTo>
                    <a:pt x="167167" y="167470"/>
                  </a:lnTo>
                  <a:lnTo>
                    <a:pt x="167090" y="162105"/>
                  </a:lnTo>
                  <a:lnTo>
                    <a:pt x="166842" y="156746"/>
                  </a:lnTo>
                  <a:lnTo>
                    <a:pt x="166422" y="151398"/>
                  </a:lnTo>
                  <a:lnTo>
                    <a:pt x="165830" y="146066"/>
                  </a:lnTo>
                  <a:lnTo>
                    <a:pt x="165067" y="140755"/>
                  </a:lnTo>
                  <a:lnTo>
                    <a:pt x="164135" y="135472"/>
                  </a:lnTo>
                  <a:lnTo>
                    <a:pt x="163033" y="130222"/>
                  </a:lnTo>
                  <a:lnTo>
                    <a:pt x="161764" y="125009"/>
                  </a:lnTo>
                  <a:lnTo>
                    <a:pt x="160328" y="119840"/>
                  </a:lnTo>
                  <a:lnTo>
                    <a:pt x="158726" y="114720"/>
                  </a:lnTo>
                  <a:lnTo>
                    <a:pt x="156962" y="109653"/>
                  </a:lnTo>
                  <a:lnTo>
                    <a:pt x="155035" y="104646"/>
                  </a:lnTo>
                  <a:lnTo>
                    <a:pt x="152949" y="99704"/>
                  </a:lnTo>
                  <a:lnTo>
                    <a:pt x="150706" y="94830"/>
                  </a:lnTo>
                  <a:lnTo>
                    <a:pt x="148307" y="90032"/>
                  </a:lnTo>
                  <a:lnTo>
                    <a:pt x="145756" y="85313"/>
                  </a:lnTo>
                  <a:lnTo>
                    <a:pt x="143054" y="80678"/>
                  </a:lnTo>
                  <a:lnTo>
                    <a:pt x="140205" y="76132"/>
                  </a:lnTo>
                  <a:lnTo>
                    <a:pt x="137211" y="71680"/>
                  </a:lnTo>
                  <a:lnTo>
                    <a:pt x="134077" y="67326"/>
                  </a:lnTo>
                  <a:lnTo>
                    <a:pt x="130804" y="63075"/>
                  </a:lnTo>
                  <a:lnTo>
                    <a:pt x="127396" y="58931"/>
                  </a:lnTo>
                  <a:lnTo>
                    <a:pt x="123858" y="54899"/>
                  </a:lnTo>
                  <a:lnTo>
                    <a:pt x="120191" y="50982"/>
                  </a:lnTo>
                  <a:lnTo>
                    <a:pt x="116401" y="47185"/>
                  </a:lnTo>
                  <a:lnTo>
                    <a:pt x="112491" y="43512"/>
                  </a:lnTo>
                  <a:lnTo>
                    <a:pt x="108466" y="39966"/>
                  </a:lnTo>
                  <a:lnTo>
                    <a:pt x="104328" y="36551"/>
                  </a:lnTo>
                  <a:lnTo>
                    <a:pt x="100083" y="33271"/>
                  </a:lnTo>
                  <a:lnTo>
                    <a:pt x="95735" y="30128"/>
                  </a:lnTo>
                  <a:lnTo>
                    <a:pt x="91288" y="27127"/>
                  </a:lnTo>
                  <a:lnTo>
                    <a:pt x="86748" y="24269"/>
                  </a:lnTo>
                  <a:lnTo>
                    <a:pt x="82118" y="21559"/>
                  </a:lnTo>
                  <a:lnTo>
                    <a:pt x="77403" y="18999"/>
                  </a:lnTo>
                  <a:lnTo>
                    <a:pt x="72609" y="16592"/>
                  </a:lnTo>
                  <a:lnTo>
                    <a:pt x="67739" y="14339"/>
                  </a:lnTo>
                  <a:lnTo>
                    <a:pt x="62801" y="12244"/>
                  </a:lnTo>
                  <a:lnTo>
                    <a:pt x="57797" y="10309"/>
                  </a:lnTo>
                  <a:lnTo>
                    <a:pt x="52734" y="8535"/>
                  </a:lnTo>
                  <a:lnTo>
                    <a:pt x="47617" y="6925"/>
                  </a:lnTo>
                  <a:lnTo>
                    <a:pt x="42450" y="5479"/>
                  </a:lnTo>
                  <a:lnTo>
                    <a:pt x="37240" y="4200"/>
                  </a:lnTo>
                  <a:lnTo>
                    <a:pt x="31991" y="3089"/>
                  </a:lnTo>
                  <a:lnTo>
                    <a:pt x="26710" y="2147"/>
                  </a:lnTo>
                  <a:lnTo>
                    <a:pt x="21401" y="1375"/>
                  </a:lnTo>
                  <a:lnTo>
                    <a:pt x="16070" y="774"/>
                  </a:lnTo>
                  <a:lnTo>
                    <a:pt x="10722" y="344"/>
                  </a:lnTo>
                  <a:lnTo>
                    <a:pt x="5364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20959" y="5269756"/>
              <a:ext cx="24298" cy="167167"/>
            </a:xfrm>
            <a:custGeom>
              <a:avLst/>
              <a:pathLst>
                <a:path w="24298" h="167167">
                  <a:moveTo>
                    <a:pt x="24298" y="0"/>
                  </a:moveTo>
                  <a:lnTo>
                    <a:pt x="16173" y="197"/>
                  </a:lnTo>
                  <a:lnTo>
                    <a:pt x="8067" y="789"/>
                  </a:lnTo>
                  <a:lnTo>
                    <a:pt x="0" y="1775"/>
                  </a:lnTo>
                  <a:lnTo>
                    <a:pt x="2429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20959" y="5271531"/>
              <a:ext cx="24298" cy="165392"/>
            </a:xfrm>
            <a:custGeom>
              <a:avLst/>
              <a:pathLst>
                <a:path w="24298" h="165392">
                  <a:moveTo>
                    <a:pt x="0" y="0"/>
                  </a:moveTo>
                  <a:lnTo>
                    <a:pt x="24298" y="1653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20959" y="5271531"/>
              <a:ext cx="24298" cy="165392"/>
            </a:xfrm>
            <a:custGeom>
              <a:avLst/>
              <a:pathLst>
                <a:path w="24298" h="165392">
                  <a:moveTo>
                    <a:pt x="0" y="0"/>
                  </a:moveTo>
                  <a:lnTo>
                    <a:pt x="24298" y="1653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20959" y="5271531"/>
              <a:ext cx="24298" cy="165392"/>
            </a:xfrm>
            <a:custGeom>
              <a:avLst/>
              <a:pathLst>
                <a:path w="24298" h="165392">
                  <a:moveTo>
                    <a:pt x="0" y="0"/>
                  </a:moveTo>
                  <a:lnTo>
                    <a:pt x="24298" y="1653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20959" y="5271531"/>
              <a:ext cx="24298" cy="165392"/>
            </a:xfrm>
            <a:custGeom>
              <a:avLst/>
              <a:pathLst>
                <a:path w="24298" h="165392">
                  <a:moveTo>
                    <a:pt x="0" y="0"/>
                  </a:moveTo>
                  <a:lnTo>
                    <a:pt x="24298" y="1653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395653" y="5271531"/>
              <a:ext cx="149605" cy="165392"/>
            </a:xfrm>
            <a:custGeom>
              <a:avLst/>
              <a:pathLst>
                <a:path w="149605" h="165392">
                  <a:moveTo>
                    <a:pt x="125306" y="0"/>
                  </a:moveTo>
                  <a:lnTo>
                    <a:pt x="119831" y="897"/>
                  </a:lnTo>
                  <a:lnTo>
                    <a:pt x="114389" y="1975"/>
                  </a:lnTo>
                  <a:lnTo>
                    <a:pt x="108987" y="3234"/>
                  </a:lnTo>
                  <a:lnTo>
                    <a:pt x="103628" y="4671"/>
                  </a:lnTo>
                  <a:lnTo>
                    <a:pt x="98321" y="6285"/>
                  </a:lnTo>
                  <a:lnTo>
                    <a:pt x="93070" y="8074"/>
                  </a:lnTo>
                  <a:lnTo>
                    <a:pt x="87881" y="10037"/>
                  </a:lnTo>
                  <a:lnTo>
                    <a:pt x="82760" y="12170"/>
                  </a:lnTo>
                  <a:lnTo>
                    <a:pt x="77713" y="14473"/>
                  </a:lnTo>
                  <a:lnTo>
                    <a:pt x="72745" y="16941"/>
                  </a:lnTo>
                  <a:lnTo>
                    <a:pt x="67861" y="19573"/>
                  </a:lnTo>
                  <a:lnTo>
                    <a:pt x="63068" y="22366"/>
                  </a:lnTo>
                  <a:lnTo>
                    <a:pt x="58370" y="25316"/>
                  </a:lnTo>
                  <a:lnTo>
                    <a:pt x="53772" y="28420"/>
                  </a:lnTo>
                  <a:lnTo>
                    <a:pt x="49280" y="31676"/>
                  </a:lnTo>
                  <a:lnTo>
                    <a:pt x="44899" y="35078"/>
                  </a:lnTo>
                  <a:lnTo>
                    <a:pt x="40632" y="38624"/>
                  </a:lnTo>
                  <a:lnTo>
                    <a:pt x="36486" y="42310"/>
                  </a:lnTo>
                  <a:lnTo>
                    <a:pt x="32464" y="46131"/>
                  </a:lnTo>
                  <a:lnTo>
                    <a:pt x="28572" y="50083"/>
                  </a:lnTo>
                  <a:lnTo>
                    <a:pt x="24812" y="54163"/>
                  </a:lnTo>
                  <a:lnTo>
                    <a:pt x="21190" y="58365"/>
                  </a:lnTo>
                  <a:lnTo>
                    <a:pt x="17710" y="62685"/>
                  </a:lnTo>
                  <a:lnTo>
                    <a:pt x="14374" y="67118"/>
                  </a:lnTo>
                  <a:lnTo>
                    <a:pt x="11188" y="71659"/>
                  </a:lnTo>
                  <a:lnTo>
                    <a:pt x="8154" y="76303"/>
                  </a:lnTo>
                  <a:lnTo>
                    <a:pt x="5276" y="81046"/>
                  </a:lnTo>
                  <a:lnTo>
                    <a:pt x="2557" y="85881"/>
                  </a:lnTo>
                  <a:lnTo>
                    <a:pt x="0" y="90804"/>
                  </a:lnTo>
                  <a:lnTo>
                    <a:pt x="149605" y="1653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378106" y="5269756"/>
              <a:ext cx="334299" cy="334334"/>
            </a:xfrm>
            <a:custGeom>
              <a:avLst/>
              <a:pathLst>
                <a:path w="334299" h="334334">
                  <a:moveTo>
                    <a:pt x="17546" y="92580"/>
                  </a:moveTo>
                  <a:lnTo>
                    <a:pt x="15254" y="97366"/>
                  </a:lnTo>
                  <a:lnTo>
                    <a:pt x="13115" y="102223"/>
                  </a:lnTo>
                  <a:lnTo>
                    <a:pt x="11131" y="107145"/>
                  </a:lnTo>
                  <a:lnTo>
                    <a:pt x="9304" y="112128"/>
                  </a:lnTo>
                  <a:lnTo>
                    <a:pt x="7637" y="117166"/>
                  </a:lnTo>
                  <a:lnTo>
                    <a:pt x="6130" y="122254"/>
                  </a:lnTo>
                  <a:lnTo>
                    <a:pt x="4786" y="127388"/>
                  </a:lnTo>
                  <a:lnTo>
                    <a:pt x="3605" y="132562"/>
                  </a:lnTo>
                  <a:lnTo>
                    <a:pt x="2589" y="137771"/>
                  </a:lnTo>
                  <a:lnTo>
                    <a:pt x="1738" y="143009"/>
                  </a:lnTo>
                  <a:lnTo>
                    <a:pt x="1055" y="148272"/>
                  </a:lnTo>
                  <a:lnTo>
                    <a:pt x="539" y="153554"/>
                  </a:lnTo>
                  <a:lnTo>
                    <a:pt x="191" y="158850"/>
                  </a:lnTo>
                  <a:lnTo>
                    <a:pt x="11" y="164153"/>
                  </a:lnTo>
                  <a:lnTo>
                    <a:pt x="0" y="169460"/>
                  </a:lnTo>
                  <a:lnTo>
                    <a:pt x="157" y="174765"/>
                  </a:lnTo>
                  <a:lnTo>
                    <a:pt x="482" y="180062"/>
                  </a:lnTo>
                  <a:lnTo>
                    <a:pt x="975" y="185346"/>
                  </a:lnTo>
                  <a:lnTo>
                    <a:pt x="1636" y="190612"/>
                  </a:lnTo>
                  <a:lnTo>
                    <a:pt x="2464" y="195854"/>
                  </a:lnTo>
                  <a:lnTo>
                    <a:pt x="3457" y="201067"/>
                  </a:lnTo>
                  <a:lnTo>
                    <a:pt x="4616" y="206246"/>
                  </a:lnTo>
                  <a:lnTo>
                    <a:pt x="5938" y="211385"/>
                  </a:lnTo>
                  <a:lnTo>
                    <a:pt x="7423" y="216480"/>
                  </a:lnTo>
                  <a:lnTo>
                    <a:pt x="9069" y="221526"/>
                  </a:lnTo>
                  <a:lnTo>
                    <a:pt x="10874" y="226516"/>
                  </a:lnTo>
                  <a:lnTo>
                    <a:pt x="12837" y="231447"/>
                  </a:lnTo>
                  <a:lnTo>
                    <a:pt x="14955" y="236313"/>
                  </a:lnTo>
                  <a:lnTo>
                    <a:pt x="17226" y="241109"/>
                  </a:lnTo>
                  <a:lnTo>
                    <a:pt x="19649" y="245831"/>
                  </a:lnTo>
                  <a:lnTo>
                    <a:pt x="22220" y="250473"/>
                  </a:lnTo>
                  <a:lnTo>
                    <a:pt x="24938" y="255032"/>
                  </a:lnTo>
                  <a:lnTo>
                    <a:pt x="27798" y="259502"/>
                  </a:lnTo>
                  <a:lnTo>
                    <a:pt x="30799" y="263879"/>
                  </a:lnTo>
                  <a:lnTo>
                    <a:pt x="33938" y="268158"/>
                  </a:lnTo>
                  <a:lnTo>
                    <a:pt x="37211" y="272336"/>
                  </a:lnTo>
                  <a:lnTo>
                    <a:pt x="40615" y="276407"/>
                  </a:lnTo>
                  <a:lnTo>
                    <a:pt x="44146" y="280369"/>
                  </a:lnTo>
                  <a:lnTo>
                    <a:pt x="47801" y="284216"/>
                  </a:lnTo>
                  <a:lnTo>
                    <a:pt x="51577" y="287946"/>
                  </a:lnTo>
                  <a:lnTo>
                    <a:pt x="55469" y="291553"/>
                  </a:lnTo>
                  <a:lnTo>
                    <a:pt x="59473" y="295036"/>
                  </a:lnTo>
                  <a:lnTo>
                    <a:pt x="63587" y="298389"/>
                  </a:lnTo>
                  <a:lnTo>
                    <a:pt x="67804" y="301611"/>
                  </a:lnTo>
                  <a:lnTo>
                    <a:pt x="72122" y="304696"/>
                  </a:lnTo>
                  <a:lnTo>
                    <a:pt x="76535" y="307644"/>
                  </a:lnTo>
                  <a:lnTo>
                    <a:pt x="81040" y="310449"/>
                  </a:lnTo>
                  <a:lnTo>
                    <a:pt x="85631" y="313110"/>
                  </a:lnTo>
                  <a:lnTo>
                    <a:pt x="90305" y="315624"/>
                  </a:lnTo>
                  <a:lnTo>
                    <a:pt x="95056" y="317989"/>
                  </a:lnTo>
                  <a:lnTo>
                    <a:pt x="99880" y="320201"/>
                  </a:lnTo>
                  <a:lnTo>
                    <a:pt x="104772" y="322260"/>
                  </a:lnTo>
                  <a:lnTo>
                    <a:pt x="109726" y="324162"/>
                  </a:lnTo>
                  <a:lnTo>
                    <a:pt x="114738" y="325905"/>
                  </a:lnTo>
                  <a:lnTo>
                    <a:pt x="119804" y="327489"/>
                  </a:lnTo>
                  <a:lnTo>
                    <a:pt x="124916" y="328911"/>
                  </a:lnTo>
                  <a:lnTo>
                    <a:pt x="130072" y="330170"/>
                  </a:lnTo>
                  <a:lnTo>
                    <a:pt x="135265" y="331265"/>
                  </a:lnTo>
                  <a:lnTo>
                    <a:pt x="140490" y="332195"/>
                  </a:lnTo>
                  <a:lnTo>
                    <a:pt x="145741" y="332958"/>
                  </a:lnTo>
                  <a:lnTo>
                    <a:pt x="151015" y="333554"/>
                  </a:lnTo>
                  <a:lnTo>
                    <a:pt x="156304" y="333982"/>
                  </a:lnTo>
                  <a:lnTo>
                    <a:pt x="161605" y="334242"/>
                  </a:lnTo>
                  <a:lnTo>
                    <a:pt x="166911" y="334334"/>
                  </a:lnTo>
                  <a:lnTo>
                    <a:pt x="172218" y="334258"/>
                  </a:lnTo>
                  <a:lnTo>
                    <a:pt x="177519" y="334013"/>
                  </a:lnTo>
                  <a:lnTo>
                    <a:pt x="182810" y="333599"/>
                  </a:lnTo>
                  <a:lnTo>
                    <a:pt x="188085" y="333018"/>
                  </a:lnTo>
                  <a:lnTo>
                    <a:pt x="193339" y="332270"/>
                  </a:lnTo>
                  <a:lnTo>
                    <a:pt x="198566" y="331356"/>
                  </a:lnTo>
                  <a:lnTo>
                    <a:pt x="203762" y="330276"/>
                  </a:lnTo>
                  <a:lnTo>
                    <a:pt x="208921" y="329032"/>
                  </a:lnTo>
                  <a:lnTo>
                    <a:pt x="214038" y="327624"/>
                  </a:lnTo>
                  <a:lnTo>
                    <a:pt x="219108" y="326055"/>
                  </a:lnTo>
                  <a:lnTo>
                    <a:pt x="224125" y="324326"/>
                  </a:lnTo>
                  <a:lnTo>
                    <a:pt x="229085" y="322438"/>
                  </a:lnTo>
                  <a:lnTo>
                    <a:pt x="233983" y="320394"/>
                  </a:lnTo>
                  <a:lnTo>
                    <a:pt x="238813" y="318195"/>
                  </a:lnTo>
                  <a:lnTo>
                    <a:pt x="243571" y="315844"/>
                  </a:lnTo>
                  <a:lnTo>
                    <a:pt x="248252" y="313344"/>
                  </a:lnTo>
                  <a:lnTo>
                    <a:pt x="252851" y="310696"/>
                  </a:lnTo>
                  <a:lnTo>
                    <a:pt x="257363" y="307903"/>
                  </a:lnTo>
                  <a:lnTo>
                    <a:pt x="261785" y="304969"/>
                  </a:lnTo>
                  <a:lnTo>
                    <a:pt x="266112" y="301895"/>
                  </a:lnTo>
                  <a:lnTo>
                    <a:pt x="270339" y="298686"/>
                  </a:lnTo>
                  <a:lnTo>
                    <a:pt x="274461" y="295345"/>
                  </a:lnTo>
                  <a:lnTo>
                    <a:pt x="278476" y="291874"/>
                  </a:lnTo>
                  <a:lnTo>
                    <a:pt x="282378" y="288277"/>
                  </a:lnTo>
                  <a:lnTo>
                    <a:pt x="286165" y="284558"/>
                  </a:lnTo>
                  <a:lnTo>
                    <a:pt x="289831" y="280722"/>
                  </a:lnTo>
                  <a:lnTo>
                    <a:pt x="293374" y="276770"/>
                  </a:lnTo>
                  <a:lnTo>
                    <a:pt x="296789" y="272708"/>
                  </a:lnTo>
                  <a:lnTo>
                    <a:pt x="300074" y="268540"/>
                  </a:lnTo>
                  <a:lnTo>
                    <a:pt x="303225" y="264270"/>
                  </a:lnTo>
                  <a:lnTo>
                    <a:pt x="306238" y="259902"/>
                  </a:lnTo>
                  <a:lnTo>
                    <a:pt x="309112" y="255440"/>
                  </a:lnTo>
                  <a:lnTo>
                    <a:pt x="311842" y="250889"/>
                  </a:lnTo>
                  <a:lnTo>
                    <a:pt x="314427" y="246254"/>
                  </a:lnTo>
                  <a:lnTo>
                    <a:pt x="316863" y="241539"/>
                  </a:lnTo>
                  <a:lnTo>
                    <a:pt x="319149" y="236750"/>
                  </a:lnTo>
                  <a:lnTo>
                    <a:pt x="321281" y="231890"/>
                  </a:lnTo>
                  <a:lnTo>
                    <a:pt x="323257" y="226965"/>
                  </a:lnTo>
                  <a:lnTo>
                    <a:pt x="325077" y="221979"/>
                  </a:lnTo>
                  <a:lnTo>
                    <a:pt x="326737" y="216939"/>
                  </a:lnTo>
                  <a:lnTo>
                    <a:pt x="328237" y="211848"/>
                  </a:lnTo>
                  <a:lnTo>
                    <a:pt x="329574" y="206712"/>
                  </a:lnTo>
                  <a:lnTo>
                    <a:pt x="330747" y="201537"/>
                  </a:lnTo>
                  <a:lnTo>
                    <a:pt x="331756" y="196327"/>
                  </a:lnTo>
                  <a:lnTo>
                    <a:pt x="332598" y="191087"/>
                  </a:lnTo>
                  <a:lnTo>
                    <a:pt x="333274" y="185823"/>
                  </a:lnTo>
                  <a:lnTo>
                    <a:pt x="333783" y="180541"/>
                  </a:lnTo>
                  <a:lnTo>
                    <a:pt x="334123" y="175245"/>
                  </a:lnTo>
                  <a:lnTo>
                    <a:pt x="334296" y="169940"/>
                  </a:lnTo>
                  <a:lnTo>
                    <a:pt x="334299" y="164633"/>
                  </a:lnTo>
                  <a:lnTo>
                    <a:pt x="334135" y="159329"/>
                  </a:lnTo>
                  <a:lnTo>
                    <a:pt x="333802" y="154033"/>
                  </a:lnTo>
                  <a:lnTo>
                    <a:pt x="333301" y="148749"/>
                  </a:lnTo>
                  <a:lnTo>
                    <a:pt x="332633" y="143485"/>
                  </a:lnTo>
                  <a:lnTo>
                    <a:pt x="331797" y="138244"/>
                  </a:lnTo>
                  <a:lnTo>
                    <a:pt x="330796" y="133032"/>
                  </a:lnTo>
                  <a:lnTo>
                    <a:pt x="329630" y="127855"/>
                  </a:lnTo>
                  <a:lnTo>
                    <a:pt x="328301" y="122717"/>
                  </a:lnTo>
                  <a:lnTo>
                    <a:pt x="326809" y="117624"/>
                  </a:lnTo>
                  <a:lnTo>
                    <a:pt x="325155" y="112581"/>
                  </a:lnTo>
                  <a:lnTo>
                    <a:pt x="323343" y="107593"/>
                  </a:lnTo>
                  <a:lnTo>
                    <a:pt x="321373" y="102665"/>
                  </a:lnTo>
                  <a:lnTo>
                    <a:pt x="319248" y="97802"/>
                  </a:lnTo>
                  <a:lnTo>
                    <a:pt x="316970" y="93009"/>
                  </a:lnTo>
                  <a:lnTo>
                    <a:pt x="314540" y="88291"/>
                  </a:lnTo>
                  <a:lnTo>
                    <a:pt x="311962" y="83653"/>
                  </a:lnTo>
                  <a:lnTo>
                    <a:pt x="309239" y="79098"/>
                  </a:lnTo>
                  <a:lnTo>
                    <a:pt x="306371" y="74632"/>
                  </a:lnTo>
                  <a:lnTo>
                    <a:pt x="303364" y="70260"/>
                  </a:lnTo>
                  <a:lnTo>
                    <a:pt x="300219" y="65985"/>
                  </a:lnTo>
                  <a:lnTo>
                    <a:pt x="296940" y="61812"/>
                  </a:lnTo>
                  <a:lnTo>
                    <a:pt x="293531" y="57745"/>
                  </a:lnTo>
                  <a:lnTo>
                    <a:pt x="289994" y="53789"/>
                  </a:lnTo>
                  <a:lnTo>
                    <a:pt x="286333" y="49946"/>
                  </a:lnTo>
                  <a:lnTo>
                    <a:pt x="282552" y="46222"/>
                  </a:lnTo>
                  <a:lnTo>
                    <a:pt x="278655" y="42620"/>
                  </a:lnTo>
                  <a:lnTo>
                    <a:pt x="274645" y="39144"/>
                  </a:lnTo>
                  <a:lnTo>
                    <a:pt x="270527" y="35796"/>
                  </a:lnTo>
                  <a:lnTo>
                    <a:pt x="266305" y="32581"/>
                  </a:lnTo>
                  <a:lnTo>
                    <a:pt x="261983" y="29501"/>
                  </a:lnTo>
                  <a:lnTo>
                    <a:pt x="257565" y="26560"/>
                  </a:lnTo>
                  <a:lnTo>
                    <a:pt x="253057" y="23761"/>
                  </a:lnTo>
                  <a:lnTo>
                    <a:pt x="248461" y="21107"/>
                  </a:lnTo>
                  <a:lnTo>
                    <a:pt x="243784" y="18599"/>
                  </a:lnTo>
                  <a:lnTo>
                    <a:pt x="239030" y="16242"/>
                  </a:lnTo>
                  <a:lnTo>
                    <a:pt x="234203" y="14036"/>
                  </a:lnTo>
                  <a:lnTo>
                    <a:pt x="229308" y="11985"/>
                  </a:lnTo>
                  <a:lnTo>
                    <a:pt x="224351" y="10090"/>
                  </a:lnTo>
                  <a:lnTo>
                    <a:pt x="219336" y="8354"/>
                  </a:lnTo>
                  <a:lnTo>
                    <a:pt x="214269" y="6777"/>
                  </a:lnTo>
                  <a:lnTo>
                    <a:pt x="209154" y="5362"/>
                  </a:lnTo>
                  <a:lnTo>
                    <a:pt x="203997" y="4111"/>
                  </a:lnTo>
                  <a:lnTo>
                    <a:pt x="198802" y="3023"/>
                  </a:lnTo>
                  <a:lnTo>
                    <a:pt x="193576" y="2101"/>
                  </a:lnTo>
                  <a:lnTo>
                    <a:pt x="188323" y="1346"/>
                  </a:lnTo>
                  <a:lnTo>
                    <a:pt x="183049" y="757"/>
                  </a:lnTo>
                  <a:lnTo>
                    <a:pt x="177758" y="336"/>
                  </a:lnTo>
                  <a:lnTo>
                    <a:pt x="172458" y="84"/>
                  </a:lnTo>
                  <a:lnTo>
                    <a:pt x="167151" y="0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973963" y="5018213"/>
              <a:ext cx="47075" cy="167167"/>
            </a:xfrm>
            <a:custGeom>
              <a:avLst/>
              <a:pathLst>
                <a:path w="47075" h="167167">
                  <a:moveTo>
                    <a:pt x="47075" y="0"/>
                  </a:moveTo>
                  <a:lnTo>
                    <a:pt x="41111" y="106"/>
                  </a:lnTo>
                  <a:lnTo>
                    <a:pt x="35155" y="425"/>
                  </a:lnTo>
                  <a:lnTo>
                    <a:pt x="29214" y="956"/>
                  </a:lnTo>
                  <a:lnTo>
                    <a:pt x="23295" y="1699"/>
                  </a:lnTo>
                  <a:lnTo>
                    <a:pt x="17407" y="2653"/>
                  </a:lnTo>
                  <a:lnTo>
                    <a:pt x="11557" y="3816"/>
                  </a:lnTo>
                  <a:lnTo>
                    <a:pt x="5752" y="5187"/>
                  </a:lnTo>
                  <a:lnTo>
                    <a:pt x="0" y="6765"/>
                  </a:lnTo>
                  <a:lnTo>
                    <a:pt x="4707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973963" y="5024978"/>
              <a:ext cx="47075" cy="160402"/>
            </a:xfrm>
            <a:custGeom>
              <a:avLst/>
              <a:pathLst>
                <a:path w="47075" h="160402">
                  <a:moveTo>
                    <a:pt x="0" y="0"/>
                  </a:moveTo>
                  <a:lnTo>
                    <a:pt x="47075" y="1604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973963" y="5024978"/>
              <a:ext cx="47075" cy="160402"/>
            </a:xfrm>
            <a:custGeom>
              <a:avLst/>
              <a:pathLst>
                <a:path w="47075" h="160402">
                  <a:moveTo>
                    <a:pt x="0" y="0"/>
                  </a:moveTo>
                  <a:lnTo>
                    <a:pt x="47075" y="1604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73963" y="5024978"/>
              <a:ext cx="47075" cy="160402"/>
            </a:xfrm>
            <a:custGeom>
              <a:avLst/>
              <a:pathLst>
                <a:path w="47075" h="160402">
                  <a:moveTo>
                    <a:pt x="0" y="0"/>
                  </a:moveTo>
                  <a:lnTo>
                    <a:pt x="47075" y="1604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853880" y="5024978"/>
              <a:ext cx="167158" cy="215281"/>
            </a:xfrm>
            <a:custGeom>
              <a:avLst/>
              <a:pathLst>
                <a:path w="167158" h="215281">
                  <a:moveTo>
                    <a:pt x="120082" y="0"/>
                  </a:moveTo>
                  <a:lnTo>
                    <a:pt x="114911" y="1608"/>
                  </a:lnTo>
                  <a:lnTo>
                    <a:pt x="109795" y="3384"/>
                  </a:lnTo>
                  <a:lnTo>
                    <a:pt x="104740" y="5324"/>
                  </a:lnTo>
                  <a:lnTo>
                    <a:pt x="99749" y="7428"/>
                  </a:lnTo>
                  <a:lnTo>
                    <a:pt x="94830" y="9691"/>
                  </a:lnTo>
                  <a:lnTo>
                    <a:pt x="89986" y="12113"/>
                  </a:lnTo>
                  <a:lnTo>
                    <a:pt x="85223" y="14691"/>
                  </a:lnTo>
                  <a:lnTo>
                    <a:pt x="80547" y="17421"/>
                  </a:lnTo>
                  <a:lnTo>
                    <a:pt x="75961" y="20301"/>
                  </a:lnTo>
                  <a:lnTo>
                    <a:pt x="71471" y="23329"/>
                  </a:lnTo>
                  <a:lnTo>
                    <a:pt x="67081" y="26500"/>
                  </a:lnTo>
                  <a:lnTo>
                    <a:pt x="62796" y="29812"/>
                  </a:lnTo>
                  <a:lnTo>
                    <a:pt x="58621" y="33261"/>
                  </a:lnTo>
                  <a:lnTo>
                    <a:pt x="54560" y="36843"/>
                  </a:lnTo>
                  <a:lnTo>
                    <a:pt x="50617" y="40555"/>
                  </a:lnTo>
                  <a:lnTo>
                    <a:pt x="46796" y="44393"/>
                  </a:lnTo>
                  <a:lnTo>
                    <a:pt x="43102" y="48352"/>
                  </a:lnTo>
                  <a:lnTo>
                    <a:pt x="39537" y="52429"/>
                  </a:lnTo>
                  <a:lnTo>
                    <a:pt x="36107" y="56620"/>
                  </a:lnTo>
                  <a:lnTo>
                    <a:pt x="32814" y="60919"/>
                  </a:lnTo>
                  <a:lnTo>
                    <a:pt x="29662" y="65323"/>
                  </a:lnTo>
                  <a:lnTo>
                    <a:pt x="26655" y="69826"/>
                  </a:lnTo>
                  <a:lnTo>
                    <a:pt x="23795" y="74425"/>
                  </a:lnTo>
                  <a:lnTo>
                    <a:pt x="21085" y="79114"/>
                  </a:lnTo>
                  <a:lnTo>
                    <a:pt x="18529" y="83888"/>
                  </a:lnTo>
                  <a:lnTo>
                    <a:pt x="16128" y="88742"/>
                  </a:lnTo>
                  <a:lnTo>
                    <a:pt x="13887" y="93672"/>
                  </a:lnTo>
                  <a:lnTo>
                    <a:pt x="11806" y="98671"/>
                  </a:lnTo>
                  <a:lnTo>
                    <a:pt x="9888" y="103735"/>
                  </a:lnTo>
                  <a:lnTo>
                    <a:pt x="8135" y="108859"/>
                  </a:lnTo>
                  <a:lnTo>
                    <a:pt x="6549" y="114037"/>
                  </a:lnTo>
                  <a:lnTo>
                    <a:pt x="5131" y="119264"/>
                  </a:lnTo>
                  <a:lnTo>
                    <a:pt x="3884" y="124534"/>
                  </a:lnTo>
                  <a:lnTo>
                    <a:pt x="2807" y="129841"/>
                  </a:lnTo>
                  <a:lnTo>
                    <a:pt x="1904" y="135180"/>
                  </a:lnTo>
                  <a:lnTo>
                    <a:pt x="1174" y="140546"/>
                  </a:lnTo>
                  <a:lnTo>
                    <a:pt x="618" y="145933"/>
                  </a:lnTo>
                  <a:lnTo>
                    <a:pt x="236" y="151335"/>
                  </a:lnTo>
                  <a:lnTo>
                    <a:pt x="30" y="156747"/>
                  </a:lnTo>
                  <a:lnTo>
                    <a:pt x="0" y="162162"/>
                  </a:lnTo>
                  <a:lnTo>
                    <a:pt x="144" y="167575"/>
                  </a:lnTo>
                  <a:lnTo>
                    <a:pt x="464" y="172981"/>
                  </a:lnTo>
                  <a:lnTo>
                    <a:pt x="959" y="178374"/>
                  </a:lnTo>
                  <a:lnTo>
                    <a:pt x="1629" y="183748"/>
                  </a:lnTo>
                  <a:lnTo>
                    <a:pt x="2472" y="189097"/>
                  </a:lnTo>
                  <a:lnTo>
                    <a:pt x="3487" y="194417"/>
                  </a:lnTo>
                  <a:lnTo>
                    <a:pt x="4675" y="199700"/>
                  </a:lnTo>
                  <a:lnTo>
                    <a:pt x="6033" y="204942"/>
                  </a:lnTo>
                  <a:lnTo>
                    <a:pt x="7561" y="210138"/>
                  </a:lnTo>
                  <a:lnTo>
                    <a:pt x="9255" y="215281"/>
                  </a:lnTo>
                  <a:lnTo>
                    <a:pt x="167158" y="1604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863136" y="5018213"/>
              <a:ext cx="325050" cy="334334"/>
            </a:xfrm>
            <a:custGeom>
              <a:avLst/>
              <a:pathLst>
                <a:path w="325050" h="334334">
                  <a:moveTo>
                    <a:pt x="0" y="222047"/>
                  </a:moveTo>
                  <a:lnTo>
                    <a:pt x="1820" y="227027"/>
                  </a:lnTo>
                  <a:lnTo>
                    <a:pt x="3797" y="231948"/>
                  </a:lnTo>
                  <a:lnTo>
                    <a:pt x="5929" y="236803"/>
                  </a:lnTo>
                  <a:lnTo>
                    <a:pt x="8214" y="241589"/>
                  </a:lnTo>
                  <a:lnTo>
                    <a:pt x="10650" y="246299"/>
                  </a:lnTo>
                  <a:lnTo>
                    <a:pt x="13234" y="250930"/>
                  </a:lnTo>
                  <a:lnTo>
                    <a:pt x="15964" y="255476"/>
                  </a:lnTo>
                  <a:lnTo>
                    <a:pt x="18836" y="259934"/>
                  </a:lnTo>
                  <a:lnTo>
                    <a:pt x="21849" y="264298"/>
                  </a:lnTo>
                  <a:lnTo>
                    <a:pt x="24998" y="268565"/>
                  </a:lnTo>
                  <a:lnTo>
                    <a:pt x="28281" y="272729"/>
                  </a:lnTo>
                  <a:lnTo>
                    <a:pt x="31695" y="276788"/>
                  </a:lnTo>
                  <a:lnTo>
                    <a:pt x="35235" y="280736"/>
                  </a:lnTo>
                  <a:lnTo>
                    <a:pt x="38899" y="284569"/>
                  </a:lnTo>
                  <a:lnTo>
                    <a:pt x="42683" y="288285"/>
                  </a:lnTo>
                  <a:lnTo>
                    <a:pt x="46583" y="291878"/>
                  </a:lnTo>
                  <a:lnTo>
                    <a:pt x="50594" y="295347"/>
                  </a:lnTo>
                  <a:lnTo>
                    <a:pt x="54714" y="298686"/>
                  </a:lnTo>
                  <a:lnTo>
                    <a:pt x="58937" y="301893"/>
                  </a:lnTo>
                  <a:lnTo>
                    <a:pt x="63261" y="304964"/>
                  </a:lnTo>
                  <a:lnTo>
                    <a:pt x="67679" y="307896"/>
                  </a:lnTo>
                  <a:lnTo>
                    <a:pt x="72188" y="310687"/>
                  </a:lnTo>
                  <a:lnTo>
                    <a:pt x="76783" y="313334"/>
                  </a:lnTo>
                  <a:lnTo>
                    <a:pt x="81460" y="315833"/>
                  </a:lnTo>
                  <a:lnTo>
                    <a:pt x="86214" y="318183"/>
                  </a:lnTo>
                  <a:lnTo>
                    <a:pt x="91040" y="320381"/>
                  </a:lnTo>
                  <a:lnTo>
                    <a:pt x="95934" y="322424"/>
                  </a:lnTo>
                  <a:lnTo>
                    <a:pt x="100890" y="324312"/>
                  </a:lnTo>
                  <a:lnTo>
                    <a:pt x="105903" y="326041"/>
                  </a:lnTo>
                  <a:lnTo>
                    <a:pt x="110968" y="327611"/>
                  </a:lnTo>
                  <a:lnTo>
                    <a:pt x="116081" y="329019"/>
                  </a:lnTo>
                  <a:lnTo>
                    <a:pt x="121235" y="330264"/>
                  </a:lnTo>
                  <a:lnTo>
                    <a:pt x="126427" y="331345"/>
                  </a:lnTo>
                  <a:lnTo>
                    <a:pt x="131650" y="332260"/>
                  </a:lnTo>
                  <a:lnTo>
                    <a:pt x="136900" y="333010"/>
                  </a:lnTo>
                  <a:lnTo>
                    <a:pt x="142171" y="333593"/>
                  </a:lnTo>
                  <a:lnTo>
                    <a:pt x="147458" y="334008"/>
                  </a:lnTo>
                  <a:lnTo>
                    <a:pt x="152755" y="334255"/>
                  </a:lnTo>
                  <a:lnTo>
                    <a:pt x="158057" y="334334"/>
                  </a:lnTo>
                  <a:lnTo>
                    <a:pt x="163359" y="334245"/>
                  </a:lnTo>
                  <a:lnTo>
                    <a:pt x="168656" y="333988"/>
                  </a:lnTo>
                  <a:lnTo>
                    <a:pt x="173942" y="333563"/>
                  </a:lnTo>
                  <a:lnTo>
                    <a:pt x="179212" y="332971"/>
                  </a:lnTo>
                  <a:lnTo>
                    <a:pt x="184460" y="332211"/>
                  </a:lnTo>
                  <a:lnTo>
                    <a:pt x="189682" y="331286"/>
                  </a:lnTo>
                  <a:lnTo>
                    <a:pt x="194871" y="330195"/>
                  </a:lnTo>
                  <a:lnTo>
                    <a:pt x="200024" y="328941"/>
                  </a:lnTo>
                  <a:lnTo>
                    <a:pt x="205134" y="327523"/>
                  </a:lnTo>
                  <a:lnTo>
                    <a:pt x="210196" y="325944"/>
                  </a:lnTo>
                  <a:lnTo>
                    <a:pt x="215206" y="324206"/>
                  </a:lnTo>
                  <a:lnTo>
                    <a:pt x="220158" y="322309"/>
                  </a:lnTo>
                  <a:lnTo>
                    <a:pt x="225048" y="320256"/>
                  </a:lnTo>
                  <a:lnTo>
                    <a:pt x="229870" y="318049"/>
                  </a:lnTo>
                  <a:lnTo>
                    <a:pt x="234620" y="315691"/>
                  </a:lnTo>
                  <a:lnTo>
                    <a:pt x="239292" y="313183"/>
                  </a:lnTo>
                  <a:lnTo>
                    <a:pt x="243882" y="310528"/>
                  </a:lnTo>
                  <a:lnTo>
                    <a:pt x="248386" y="307728"/>
                  </a:lnTo>
                  <a:lnTo>
                    <a:pt x="252799" y="304788"/>
                  </a:lnTo>
                  <a:lnTo>
                    <a:pt x="257117" y="301708"/>
                  </a:lnTo>
                  <a:lnTo>
                    <a:pt x="261334" y="298494"/>
                  </a:lnTo>
                  <a:lnTo>
                    <a:pt x="265448" y="295147"/>
                  </a:lnTo>
                  <a:lnTo>
                    <a:pt x="269453" y="291671"/>
                  </a:lnTo>
                  <a:lnTo>
                    <a:pt x="273346" y="288070"/>
                  </a:lnTo>
                  <a:lnTo>
                    <a:pt x="277123" y="284348"/>
                  </a:lnTo>
                  <a:lnTo>
                    <a:pt x="280779" y="280507"/>
                  </a:lnTo>
                  <a:lnTo>
                    <a:pt x="284313" y="276553"/>
                  </a:lnTo>
                  <a:lnTo>
                    <a:pt x="287719" y="272488"/>
                  </a:lnTo>
                  <a:lnTo>
                    <a:pt x="290994" y="268318"/>
                  </a:lnTo>
                  <a:lnTo>
                    <a:pt x="294135" y="264045"/>
                  </a:lnTo>
                  <a:lnTo>
                    <a:pt x="297140" y="259675"/>
                  </a:lnTo>
                  <a:lnTo>
                    <a:pt x="300004" y="255213"/>
                  </a:lnTo>
                  <a:lnTo>
                    <a:pt x="302725" y="250661"/>
                  </a:lnTo>
                  <a:lnTo>
                    <a:pt x="305300" y="246025"/>
                  </a:lnTo>
                  <a:lnTo>
                    <a:pt x="307727" y="241310"/>
                  </a:lnTo>
                  <a:lnTo>
                    <a:pt x="310004" y="236521"/>
                  </a:lnTo>
                  <a:lnTo>
                    <a:pt x="312127" y="231662"/>
                  </a:lnTo>
                  <a:lnTo>
                    <a:pt x="314095" y="226737"/>
                  </a:lnTo>
                  <a:lnTo>
                    <a:pt x="315906" y="221753"/>
                  </a:lnTo>
                  <a:lnTo>
                    <a:pt x="317558" y="216714"/>
                  </a:lnTo>
                  <a:lnTo>
                    <a:pt x="319049" y="211625"/>
                  </a:lnTo>
                  <a:lnTo>
                    <a:pt x="320378" y="206491"/>
                  </a:lnTo>
                  <a:lnTo>
                    <a:pt x="321544" y="201318"/>
                  </a:lnTo>
                  <a:lnTo>
                    <a:pt x="322545" y="196110"/>
                  </a:lnTo>
                  <a:lnTo>
                    <a:pt x="323380" y="190873"/>
                  </a:lnTo>
                  <a:lnTo>
                    <a:pt x="324049" y="185613"/>
                  </a:lnTo>
                  <a:lnTo>
                    <a:pt x="324550" y="180334"/>
                  </a:lnTo>
                  <a:lnTo>
                    <a:pt x="324884" y="175041"/>
                  </a:lnTo>
                  <a:lnTo>
                    <a:pt x="325050" y="169741"/>
                  </a:lnTo>
                  <a:lnTo>
                    <a:pt x="325047" y="164438"/>
                  </a:lnTo>
                  <a:lnTo>
                    <a:pt x="324876" y="159138"/>
                  </a:lnTo>
                  <a:lnTo>
                    <a:pt x="324538" y="153845"/>
                  </a:lnTo>
                  <a:lnTo>
                    <a:pt x="324031" y="148567"/>
                  </a:lnTo>
                  <a:lnTo>
                    <a:pt x="323358" y="143307"/>
                  </a:lnTo>
                  <a:lnTo>
                    <a:pt x="322518" y="138071"/>
                  </a:lnTo>
                  <a:lnTo>
                    <a:pt x="321512" y="132864"/>
                  </a:lnTo>
                  <a:lnTo>
                    <a:pt x="320342" y="127692"/>
                  </a:lnTo>
                  <a:lnTo>
                    <a:pt x="319008" y="122559"/>
                  </a:lnTo>
                  <a:lnTo>
                    <a:pt x="317512" y="117472"/>
                  </a:lnTo>
                  <a:lnTo>
                    <a:pt x="315855" y="112434"/>
                  </a:lnTo>
                  <a:lnTo>
                    <a:pt x="314040" y="107451"/>
                  </a:lnTo>
                  <a:lnTo>
                    <a:pt x="312067" y="102529"/>
                  </a:lnTo>
                  <a:lnTo>
                    <a:pt x="309939" y="97672"/>
                  </a:lnTo>
                  <a:lnTo>
                    <a:pt x="307659" y="92884"/>
                  </a:lnTo>
                  <a:lnTo>
                    <a:pt x="305227" y="88172"/>
                  </a:lnTo>
                  <a:lnTo>
                    <a:pt x="302647" y="83538"/>
                  </a:lnTo>
                  <a:lnTo>
                    <a:pt x="299922" y="78989"/>
                  </a:lnTo>
                  <a:lnTo>
                    <a:pt x="297054" y="74529"/>
                  </a:lnTo>
                  <a:lnTo>
                    <a:pt x="294045" y="70162"/>
                  </a:lnTo>
                  <a:lnTo>
                    <a:pt x="290900" y="65893"/>
                  </a:lnTo>
                  <a:lnTo>
                    <a:pt x="287621" y="61725"/>
                  </a:lnTo>
                  <a:lnTo>
                    <a:pt x="284211" y="57664"/>
                  </a:lnTo>
                  <a:lnTo>
                    <a:pt x="280674" y="53712"/>
                  </a:lnTo>
                  <a:lnTo>
                    <a:pt x="277014" y="49875"/>
                  </a:lnTo>
                  <a:lnTo>
                    <a:pt x="273233" y="46156"/>
                  </a:lnTo>
                  <a:lnTo>
                    <a:pt x="269337" y="42559"/>
                  </a:lnTo>
                  <a:lnTo>
                    <a:pt x="265329" y="39087"/>
                  </a:lnTo>
                  <a:lnTo>
                    <a:pt x="261212" y="35744"/>
                  </a:lnTo>
                  <a:lnTo>
                    <a:pt x="256992" y="32533"/>
                  </a:lnTo>
                  <a:lnTo>
                    <a:pt x="252671" y="29458"/>
                  </a:lnTo>
                  <a:lnTo>
                    <a:pt x="248256" y="26521"/>
                  </a:lnTo>
                  <a:lnTo>
                    <a:pt x="243749" y="23726"/>
                  </a:lnTo>
                  <a:lnTo>
                    <a:pt x="239156" y="21076"/>
                  </a:lnTo>
                  <a:lnTo>
                    <a:pt x="234482" y="18572"/>
                  </a:lnTo>
                  <a:lnTo>
                    <a:pt x="229730" y="16218"/>
                  </a:lnTo>
                  <a:lnTo>
                    <a:pt x="224906" y="14015"/>
                  </a:lnTo>
                  <a:lnTo>
                    <a:pt x="220014" y="11967"/>
                  </a:lnTo>
                  <a:lnTo>
                    <a:pt x="215060" y="10075"/>
                  </a:lnTo>
                  <a:lnTo>
                    <a:pt x="210049" y="8341"/>
                  </a:lnTo>
                  <a:lnTo>
                    <a:pt x="204985" y="6767"/>
                  </a:lnTo>
                  <a:lnTo>
                    <a:pt x="199874" y="5354"/>
                  </a:lnTo>
                  <a:lnTo>
                    <a:pt x="194720" y="4104"/>
                  </a:lnTo>
                  <a:lnTo>
                    <a:pt x="189529" y="3019"/>
                  </a:lnTo>
                  <a:lnTo>
                    <a:pt x="184307" y="2098"/>
                  </a:lnTo>
                  <a:lnTo>
                    <a:pt x="179058" y="1344"/>
                  </a:lnTo>
                  <a:lnTo>
                    <a:pt x="173788" y="756"/>
                  </a:lnTo>
                  <a:lnTo>
                    <a:pt x="168501" y="336"/>
                  </a:lnTo>
                  <a:lnTo>
                    <a:pt x="163204" y="84"/>
                  </a:lnTo>
                  <a:lnTo>
                    <a:pt x="157902" y="0"/>
                  </a:lnTo>
                  <a:lnTo>
                    <a:pt x="15790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317920" y="4659281"/>
              <a:ext cx="105314" cy="167167"/>
            </a:xfrm>
            <a:custGeom>
              <a:avLst/>
              <a:pathLst>
                <a:path w="105314" h="167167">
                  <a:moveTo>
                    <a:pt x="105314" y="0"/>
                  </a:moveTo>
                  <a:lnTo>
                    <a:pt x="99619" y="97"/>
                  </a:lnTo>
                  <a:lnTo>
                    <a:pt x="93930" y="388"/>
                  </a:lnTo>
                  <a:lnTo>
                    <a:pt x="88254" y="872"/>
                  </a:lnTo>
                  <a:lnTo>
                    <a:pt x="82598" y="1550"/>
                  </a:lnTo>
                  <a:lnTo>
                    <a:pt x="76969" y="2420"/>
                  </a:lnTo>
                  <a:lnTo>
                    <a:pt x="71372" y="3482"/>
                  </a:lnTo>
                  <a:lnTo>
                    <a:pt x="65815" y="4733"/>
                  </a:lnTo>
                  <a:lnTo>
                    <a:pt x="60304" y="6173"/>
                  </a:lnTo>
                  <a:lnTo>
                    <a:pt x="54845" y="7800"/>
                  </a:lnTo>
                  <a:lnTo>
                    <a:pt x="49444" y="9612"/>
                  </a:lnTo>
                  <a:lnTo>
                    <a:pt x="44109" y="11607"/>
                  </a:lnTo>
                  <a:lnTo>
                    <a:pt x="38844" y="13783"/>
                  </a:lnTo>
                  <a:lnTo>
                    <a:pt x="33657" y="16137"/>
                  </a:lnTo>
                  <a:lnTo>
                    <a:pt x="28553" y="18666"/>
                  </a:lnTo>
                  <a:lnTo>
                    <a:pt x="23538" y="21367"/>
                  </a:lnTo>
                  <a:lnTo>
                    <a:pt x="18618" y="24238"/>
                  </a:lnTo>
                  <a:lnTo>
                    <a:pt x="13798" y="27275"/>
                  </a:lnTo>
                  <a:lnTo>
                    <a:pt x="9085" y="30474"/>
                  </a:lnTo>
                  <a:lnTo>
                    <a:pt x="4484" y="33832"/>
                  </a:lnTo>
                  <a:lnTo>
                    <a:pt x="0" y="37345"/>
                  </a:lnTo>
                  <a:lnTo>
                    <a:pt x="10531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317920" y="4696627"/>
              <a:ext cx="105314" cy="129821"/>
            </a:xfrm>
            <a:custGeom>
              <a:avLst/>
              <a:pathLst>
                <a:path w="105314" h="129821">
                  <a:moveTo>
                    <a:pt x="0" y="0"/>
                  </a:moveTo>
                  <a:lnTo>
                    <a:pt x="105314" y="1298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317920" y="4696627"/>
              <a:ext cx="105314" cy="129821"/>
            </a:xfrm>
            <a:custGeom>
              <a:avLst/>
              <a:pathLst>
                <a:path w="105314" h="129821">
                  <a:moveTo>
                    <a:pt x="0" y="0"/>
                  </a:moveTo>
                  <a:lnTo>
                    <a:pt x="105314" y="1298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256067" y="4696627"/>
              <a:ext cx="246946" cy="296978"/>
            </a:xfrm>
            <a:custGeom>
              <a:avLst/>
              <a:pathLst>
                <a:path w="246946" h="296978">
                  <a:moveTo>
                    <a:pt x="61852" y="0"/>
                  </a:moveTo>
                  <a:lnTo>
                    <a:pt x="57777" y="3414"/>
                  </a:lnTo>
                  <a:lnTo>
                    <a:pt x="53813" y="6956"/>
                  </a:lnTo>
                  <a:lnTo>
                    <a:pt x="49964" y="10622"/>
                  </a:lnTo>
                  <a:lnTo>
                    <a:pt x="46233" y="14409"/>
                  </a:lnTo>
                  <a:lnTo>
                    <a:pt x="42625" y="18313"/>
                  </a:lnTo>
                  <a:lnTo>
                    <a:pt x="39142" y="22329"/>
                  </a:lnTo>
                  <a:lnTo>
                    <a:pt x="35789" y="26454"/>
                  </a:lnTo>
                  <a:lnTo>
                    <a:pt x="32569" y="30684"/>
                  </a:lnTo>
                  <a:lnTo>
                    <a:pt x="29484" y="35014"/>
                  </a:lnTo>
                  <a:lnTo>
                    <a:pt x="26540" y="39439"/>
                  </a:lnTo>
                  <a:lnTo>
                    <a:pt x="23737" y="43956"/>
                  </a:lnTo>
                  <a:lnTo>
                    <a:pt x="21079" y="48560"/>
                  </a:lnTo>
                  <a:lnTo>
                    <a:pt x="18569" y="53247"/>
                  </a:lnTo>
                  <a:lnTo>
                    <a:pt x="16210" y="58010"/>
                  </a:lnTo>
                  <a:lnTo>
                    <a:pt x="14003" y="62846"/>
                  </a:lnTo>
                  <a:lnTo>
                    <a:pt x="11950" y="67750"/>
                  </a:lnTo>
                  <a:lnTo>
                    <a:pt x="10055" y="72717"/>
                  </a:lnTo>
                  <a:lnTo>
                    <a:pt x="8319" y="77741"/>
                  </a:lnTo>
                  <a:lnTo>
                    <a:pt x="6743" y="82819"/>
                  </a:lnTo>
                  <a:lnTo>
                    <a:pt x="5330" y="87943"/>
                  </a:lnTo>
                  <a:lnTo>
                    <a:pt x="4080" y="93110"/>
                  </a:lnTo>
                  <a:lnTo>
                    <a:pt x="2995" y="98314"/>
                  </a:lnTo>
                  <a:lnTo>
                    <a:pt x="2077" y="103550"/>
                  </a:lnTo>
                  <a:lnTo>
                    <a:pt x="1325" y="108813"/>
                  </a:lnTo>
                  <a:lnTo>
                    <a:pt x="741" y="114097"/>
                  </a:lnTo>
                  <a:lnTo>
                    <a:pt x="325" y="119396"/>
                  </a:lnTo>
                  <a:lnTo>
                    <a:pt x="78" y="124707"/>
                  </a:lnTo>
                  <a:lnTo>
                    <a:pt x="0" y="130022"/>
                  </a:lnTo>
                  <a:lnTo>
                    <a:pt x="90" y="135337"/>
                  </a:lnTo>
                  <a:lnTo>
                    <a:pt x="350" y="140647"/>
                  </a:lnTo>
                  <a:lnTo>
                    <a:pt x="779" y="145946"/>
                  </a:lnTo>
                  <a:lnTo>
                    <a:pt x="1376" y="151228"/>
                  </a:lnTo>
                  <a:lnTo>
                    <a:pt x="2140" y="156489"/>
                  </a:lnTo>
                  <a:lnTo>
                    <a:pt x="3071" y="161722"/>
                  </a:lnTo>
                  <a:lnTo>
                    <a:pt x="4169" y="166924"/>
                  </a:lnTo>
                  <a:lnTo>
                    <a:pt x="5431" y="172088"/>
                  </a:lnTo>
                  <a:lnTo>
                    <a:pt x="6857" y="177209"/>
                  </a:lnTo>
                  <a:lnTo>
                    <a:pt x="8444" y="182283"/>
                  </a:lnTo>
                  <a:lnTo>
                    <a:pt x="10193" y="187303"/>
                  </a:lnTo>
                  <a:lnTo>
                    <a:pt x="12100" y="192265"/>
                  </a:lnTo>
                  <a:lnTo>
                    <a:pt x="14164" y="197164"/>
                  </a:lnTo>
                  <a:lnTo>
                    <a:pt x="16382" y="201995"/>
                  </a:lnTo>
                  <a:lnTo>
                    <a:pt x="18753" y="206753"/>
                  </a:lnTo>
                  <a:lnTo>
                    <a:pt x="21275" y="211433"/>
                  </a:lnTo>
                  <a:lnTo>
                    <a:pt x="23943" y="216030"/>
                  </a:lnTo>
                  <a:lnTo>
                    <a:pt x="26757" y="220541"/>
                  </a:lnTo>
                  <a:lnTo>
                    <a:pt x="29712" y="224959"/>
                  </a:lnTo>
                  <a:lnTo>
                    <a:pt x="32807" y="229282"/>
                  </a:lnTo>
                  <a:lnTo>
                    <a:pt x="36037" y="233504"/>
                  </a:lnTo>
                  <a:lnTo>
                    <a:pt x="39400" y="237621"/>
                  </a:lnTo>
                  <a:lnTo>
                    <a:pt x="42893" y="241629"/>
                  </a:lnTo>
                  <a:lnTo>
                    <a:pt x="46510" y="245524"/>
                  </a:lnTo>
                  <a:lnTo>
                    <a:pt x="50250" y="249302"/>
                  </a:lnTo>
                  <a:lnTo>
                    <a:pt x="54109" y="252959"/>
                  </a:lnTo>
                  <a:lnTo>
                    <a:pt x="58081" y="256491"/>
                  </a:lnTo>
                  <a:lnTo>
                    <a:pt x="62164" y="259896"/>
                  </a:lnTo>
                  <a:lnTo>
                    <a:pt x="66353" y="263169"/>
                  </a:lnTo>
                  <a:lnTo>
                    <a:pt x="70644" y="266307"/>
                  </a:lnTo>
                  <a:lnTo>
                    <a:pt x="75032" y="269307"/>
                  </a:lnTo>
                  <a:lnTo>
                    <a:pt x="79514" y="272166"/>
                  </a:lnTo>
                  <a:lnTo>
                    <a:pt x="84084" y="274881"/>
                  </a:lnTo>
                  <a:lnTo>
                    <a:pt x="88739" y="277449"/>
                  </a:lnTo>
                  <a:lnTo>
                    <a:pt x="93472" y="279868"/>
                  </a:lnTo>
                  <a:lnTo>
                    <a:pt x="98281" y="282136"/>
                  </a:lnTo>
                  <a:lnTo>
                    <a:pt x="103159" y="284249"/>
                  </a:lnTo>
                  <a:lnTo>
                    <a:pt x="108101" y="286206"/>
                  </a:lnTo>
                  <a:lnTo>
                    <a:pt x="113103" y="288005"/>
                  </a:lnTo>
                  <a:lnTo>
                    <a:pt x="118160" y="289644"/>
                  </a:lnTo>
                  <a:lnTo>
                    <a:pt x="123267" y="291122"/>
                  </a:lnTo>
                  <a:lnTo>
                    <a:pt x="128418" y="292436"/>
                  </a:lnTo>
                  <a:lnTo>
                    <a:pt x="133608" y="293586"/>
                  </a:lnTo>
                  <a:lnTo>
                    <a:pt x="138832" y="294570"/>
                  </a:lnTo>
                  <a:lnTo>
                    <a:pt x="144085" y="295388"/>
                  </a:lnTo>
                  <a:lnTo>
                    <a:pt x="149361" y="296038"/>
                  </a:lnTo>
                  <a:lnTo>
                    <a:pt x="154655" y="296520"/>
                  </a:lnTo>
                  <a:lnTo>
                    <a:pt x="159962" y="296834"/>
                  </a:lnTo>
                  <a:lnTo>
                    <a:pt x="165276" y="296978"/>
                  </a:lnTo>
                  <a:lnTo>
                    <a:pt x="170592" y="296954"/>
                  </a:lnTo>
                  <a:lnTo>
                    <a:pt x="175904" y="296760"/>
                  </a:lnTo>
                  <a:lnTo>
                    <a:pt x="181208" y="296398"/>
                  </a:lnTo>
                  <a:lnTo>
                    <a:pt x="186497" y="295868"/>
                  </a:lnTo>
                  <a:lnTo>
                    <a:pt x="191767" y="295169"/>
                  </a:lnTo>
                  <a:lnTo>
                    <a:pt x="197012" y="294303"/>
                  </a:lnTo>
                  <a:lnTo>
                    <a:pt x="202227" y="293271"/>
                  </a:lnTo>
                  <a:lnTo>
                    <a:pt x="207406" y="292074"/>
                  </a:lnTo>
                  <a:lnTo>
                    <a:pt x="212545" y="290712"/>
                  </a:lnTo>
                  <a:lnTo>
                    <a:pt x="217638" y="289188"/>
                  </a:lnTo>
                  <a:lnTo>
                    <a:pt x="222680" y="287502"/>
                  </a:lnTo>
                  <a:lnTo>
                    <a:pt x="227665" y="285658"/>
                  </a:lnTo>
                  <a:lnTo>
                    <a:pt x="232590" y="283655"/>
                  </a:lnTo>
                  <a:lnTo>
                    <a:pt x="237448" y="281497"/>
                  </a:lnTo>
                  <a:lnTo>
                    <a:pt x="242235" y="279186"/>
                  </a:lnTo>
                  <a:lnTo>
                    <a:pt x="246946" y="276723"/>
                  </a:lnTo>
                  <a:lnTo>
                    <a:pt x="167167" y="1298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423235" y="4659281"/>
              <a:ext cx="167159" cy="314069"/>
            </a:xfrm>
            <a:custGeom>
              <a:avLst/>
              <a:pathLst>
                <a:path w="167159" h="314069">
                  <a:moveTo>
                    <a:pt x="79779" y="314069"/>
                  </a:moveTo>
                  <a:lnTo>
                    <a:pt x="84418" y="311453"/>
                  </a:lnTo>
                  <a:lnTo>
                    <a:pt x="88970" y="308691"/>
                  </a:lnTo>
                  <a:lnTo>
                    <a:pt x="93433" y="305786"/>
                  </a:lnTo>
                  <a:lnTo>
                    <a:pt x="97801" y="302739"/>
                  </a:lnTo>
                  <a:lnTo>
                    <a:pt x="102069" y="299556"/>
                  </a:lnTo>
                  <a:lnTo>
                    <a:pt x="106234" y="296237"/>
                  </a:lnTo>
                  <a:lnTo>
                    <a:pt x="110291" y="292788"/>
                  </a:lnTo>
                  <a:lnTo>
                    <a:pt x="114236" y="289212"/>
                  </a:lnTo>
                  <a:lnTo>
                    <a:pt x="118066" y="285511"/>
                  </a:lnTo>
                  <a:lnTo>
                    <a:pt x="121775" y="281690"/>
                  </a:lnTo>
                  <a:lnTo>
                    <a:pt x="125361" y="277754"/>
                  </a:lnTo>
                  <a:lnTo>
                    <a:pt x="128820" y="273705"/>
                  </a:lnTo>
                  <a:lnTo>
                    <a:pt x="132148" y="269548"/>
                  </a:lnTo>
                  <a:lnTo>
                    <a:pt x="135342" y="265287"/>
                  </a:lnTo>
                  <a:lnTo>
                    <a:pt x="138398" y="260926"/>
                  </a:lnTo>
                  <a:lnTo>
                    <a:pt x="141314" y="256470"/>
                  </a:lnTo>
                  <a:lnTo>
                    <a:pt x="144087" y="251924"/>
                  </a:lnTo>
                  <a:lnTo>
                    <a:pt x="146713" y="247292"/>
                  </a:lnTo>
                  <a:lnTo>
                    <a:pt x="149191" y="242578"/>
                  </a:lnTo>
                  <a:lnTo>
                    <a:pt x="151517" y="237788"/>
                  </a:lnTo>
                  <a:lnTo>
                    <a:pt x="153690" y="232926"/>
                  </a:lnTo>
                  <a:lnTo>
                    <a:pt x="155706" y="227998"/>
                  </a:lnTo>
                  <a:lnTo>
                    <a:pt x="157565" y="223007"/>
                  </a:lnTo>
                  <a:lnTo>
                    <a:pt x="159263" y="217960"/>
                  </a:lnTo>
                  <a:lnTo>
                    <a:pt x="160800" y="212862"/>
                  </a:lnTo>
                  <a:lnTo>
                    <a:pt x="162174" y="207717"/>
                  </a:lnTo>
                  <a:lnTo>
                    <a:pt x="163384" y="202531"/>
                  </a:lnTo>
                  <a:lnTo>
                    <a:pt x="164427" y="197309"/>
                  </a:lnTo>
                  <a:lnTo>
                    <a:pt x="165304" y="192057"/>
                  </a:lnTo>
                  <a:lnTo>
                    <a:pt x="166013" y="186779"/>
                  </a:lnTo>
                  <a:lnTo>
                    <a:pt x="166553" y="181481"/>
                  </a:lnTo>
                  <a:lnTo>
                    <a:pt x="166924" y="176169"/>
                  </a:lnTo>
                  <a:lnTo>
                    <a:pt x="167126" y="170848"/>
                  </a:lnTo>
                  <a:lnTo>
                    <a:pt x="167159" y="165523"/>
                  </a:lnTo>
                  <a:lnTo>
                    <a:pt x="167022" y="160200"/>
                  </a:lnTo>
                  <a:lnTo>
                    <a:pt x="166715" y="154883"/>
                  </a:lnTo>
                  <a:lnTo>
                    <a:pt x="166239" y="149579"/>
                  </a:lnTo>
                  <a:lnTo>
                    <a:pt x="165595" y="144293"/>
                  </a:lnTo>
                  <a:lnTo>
                    <a:pt x="164782" y="139031"/>
                  </a:lnTo>
                  <a:lnTo>
                    <a:pt x="163802" y="133796"/>
                  </a:lnTo>
                  <a:lnTo>
                    <a:pt x="162656" y="128596"/>
                  </a:lnTo>
                  <a:lnTo>
                    <a:pt x="161345" y="123435"/>
                  </a:lnTo>
                  <a:lnTo>
                    <a:pt x="159871" y="118318"/>
                  </a:lnTo>
                  <a:lnTo>
                    <a:pt x="158234" y="113251"/>
                  </a:lnTo>
                  <a:lnTo>
                    <a:pt x="156436" y="108238"/>
                  </a:lnTo>
                  <a:lnTo>
                    <a:pt x="154480" y="103286"/>
                  </a:lnTo>
                  <a:lnTo>
                    <a:pt x="152367" y="98398"/>
                  </a:lnTo>
                  <a:lnTo>
                    <a:pt x="150099" y="93579"/>
                  </a:lnTo>
                  <a:lnTo>
                    <a:pt x="147679" y="88836"/>
                  </a:lnTo>
                  <a:lnTo>
                    <a:pt x="145109" y="84172"/>
                  </a:lnTo>
                  <a:lnTo>
                    <a:pt x="142392" y="79592"/>
                  </a:lnTo>
                  <a:lnTo>
                    <a:pt x="139530" y="75101"/>
                  </a:lnTo>
                  <a:lnTo>
                    <a:pt x="136527" y="70704"/>
                  </a:lnTo>
                  <a:lnTo>
                    <a:pt x="133386" y="66404"/>
                  </a:lnTo>
                  <a:lnTo>
                    <a:pt x="130108" y="62207"/>
                  </a:lnTo>
                  <a:lnTo>
                    <a:pt x="126699" y="58116"/>
                  </a:lnTo>
                  <a:lnTo>
                    <a:pt x="123162" y="54136"/>
                  </a:lnTo>
                  <a:lnTo>
                    <a:pt x="119499" y="50270"/>
                  </a:lnTo>
                  <a:lnTo>
                    <a:pt x="115715" y="46523"/>
                  </a:lnTo>
                  <a:lnTo>
                    <a:pt x="111814" y="42899"/>
                  </a:lnTo>
                  <a:lnTo>
                    <a:pt x="107799" y="39401"/>
                  </a:lnTo>
                  <a:lnTo>
                    <a:pt x="103675" y="36032"/>
                  </a:lnTo>
                  <a:lnTo>
                    <a:pt x="99446" y="32796"/>
                  </a:lnTo>
                  <a:lnTo>
                    <a:pt x="95115" y="29697"/>
                  </a:lnTo>
                  <a:lnTo>
                    <a:pt x="90688" y="26737"/>
                  </a:lnTo>
                  <a:lnTo>
                    <a:pt x="86170" y="23920"/>
                  </a:lnTo>
                  <a:lnTo>
                    <a:pt x="81563" y="21248"/>
                  </a:lnTo>
                  <a:lnTo>
                    <a:pt x="76874" y="18724"/>
                  </a:lnTo>
                  <a:lnTo>
                    <a:pt x="72107" y="16351"/>
                  </a:lnTo>
                  <a:lnTo>
                    <a:pt x="67267" y="14131"/>
                  </a:lnTo>
                  <a:lnTo>
                    <a:pt x="62359" y="12066"/>
                  </a:lnTo>
                  <a:lnTo>
                    <a:pt x="57387" y="10158"/>
                  </a:lnTo>
                  <a:lnTo>
                    <a:pt x="52357" y="8410"/>
                  </a:lnTo>
                  <a:lnTo>
                    <a:pt x="47274" y="6823"/>
                  </a:lnTo>
                  <a:lnTo>
                    <a:pt x="42143" y="5399"/>
                  </a:lnTo>
                  <a:lnTo>
                    <a:pt x="36969" y="4139"/>
                  </a:lnTo>
                  <a:lnTo>
                    <a:pt x="31757" y="3044"/>
                  </a:lnTo>
                  <a:lnTo>
                    <a:pt x="26514" y="2116"/>
                  </a:lnTo>
                  <a:lnTo>
                    <a:pt x="21243" y="1355"/>
                  </a:lnTo>
                  <a:lnTo>
                    <a:pt x="15951" y="762"/>
                  </a:lnTo>
                  <a:lnTo>
                    <a:pt x="10643" y="339"/>
                  </a:lnTo>
                  <a:lnTo>
                    <a:pt x="5324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600449" y="4213821"/>
              <a:ext cx="128023" cy="167167"/>
            </a:xfrm>
            <a:custGeom>
              <a:avLst/>
              <a:pathLst>
                <a:path w="128023" h="167167">
                  <a:moveTo>
                    <a:pt x="128023" y="0"/>
                  </a:moveTo>
                  <a:lnTo>
                    <a:pt x="122415" y="94"/>
                  </a:lnTo>
                  <a:lnTo>
                    <a:pt x="116814" y="376"/>
                  </a:lnTo>
                  <a:lnTo>
                    <a:pt x="111225" y="846"/>
                  </a:lnTo>
                  <a:lnTo>
                    <a:pt x="105655" y="1503"/>
                  </a:lnTo>
                  <a:lnTo>
                    <a:pt x="100110" y="2346"/>
                  </a:lnTo>
                  <a:lnTo>
                    <a:pt x="94597" y="3375"/>
                  </a:lnTo>
                  <a:lnTo>
                    <a:pt x="89121" y="4589"/>
                  </a:lnTo>
                  <a:lnTo>
                    <a:pt x="83689" y="5985"/>
                  </a:lnTo>
                  <a:lnTo>
                    <a:pt x="78308" y="7563"/>
                  </a:lnTo>
                  <a:lnTo>
                    <a:pt x="72982" y="9321"/>
                  </a:lnTo>
                  <a:lnTo>
                    <a:pt x="67718" y="11256"/>
                  </a:lnTo>
                  <a:lnTo>
                    <a:pt x="62521" y="13367"/>
                  </a:lnTo>
                  <a:lnTo>
                    <a:pt x="57399" y="15650"/>
                  </a:lnTo>
                  <a:lnTo>
                    <a:pt x="52356" y="18105"/>
                  </a:lnTo>
                  <a:lnTo>
                    <a:pt x="47398" y="20727"/>
                  </a:lnTo>
                  <a:lnTo>
                    <a:pt x="42531" y="23514"/>
                  </a:lnTo>
                  <a:lnTo>
                    <a:pt x="37760" y="26463"/>
                  </a:lnTo>
                  <a:lnTo>
                    <a:pt x="33091" y="29570"/>
                  </a:lnTo>
                  <a:lnTo>
                    <a:pt x="28529" y="32832"/>
                  </a:lnTo>
                  <a:lnTo>
                    <a:pt x="24079" y="36245"/>
                  </a:lnTo>
                  <a:lnTo>
                    <a:pt x="19745" y="39805"/>
                  </a:lnTo>
                  <a:lnTo>
                    <a:pt x="15534" y="43509"/>
                  </a:lnTo>
                  <a:lnTo>
                    <a:pt x="11449" y="47352"/>
                  </a:lnTo>
                  <a:lnTo>
                    <a:pt x="7495" y="51330"/>
                  </a:lnTo>
                  <a:lnTo>
                    <a:pt x="3677" y="55438"/>
                  </a:lnTo>
                  <a:lnTo>
                    <a:pt x="0" y="59673"/>
                  </a:lnTo>
                  <a:lnTo>
                    <a:pt x="128023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600449" y="4273494"/>
              <a:ext cx="128023" cy="107494"/>
            </a:xfrm>
            <a:custGeom>
              <a:avLst/>
              <a:pathLst>
                <a:path w="128023" h="107494">
                  <a:moveTo>
                    <a:pt x="0" y="0"/>
                  </a:moveTo>
                  <a:lnTo>
                    <a:pt x="128023" y="1074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561305" y="4273494"/>
              <a:ext cx="333862" cy="274660"/>
            </a:xfrm>
            <a:custGeom>
              <a:avLst/>
              <a:pathLst>
                <a:path w="333862" h="274660">
                  <a:moveTo>
                    <a:pt x="39143" y="0"/>
                  </a:moveTo>
                  <a:lnTo>
                    <a:pt x="35779" y="4138"/>
                  </a:lnTo>
                  <a:lnTo>
                    <a:pt x="32549" y="8382"/>
                  </a:lnTo>
                  <a:lnTo>
                    <a:pt x="29455" y="12727"/>
                  </a:lnTo>
                  <a:lnTo>
                    <a:pt x="26502" y="17168"/>
                  </a:lnTo>
                  <a:lnTo>
                    <a:pt x="23692" y="21702"/>
                  </a:lnTo>
                  <a:lnTo>
                    <a:pt x="21029" y="26322"/>
                  </a:lnTo>
                  <a:lnTo>
                    <a:pt x="18514" y="31025"/>
                  </a:lnTo>
                  <a:lnTo>
                    <a:pt x="16150" y="35806"/>
                  </a:lnTo>
                  <a:lnTo>
                    <a:pt x="13940" y="40661"/>
                  </a:lnTo>
                  <a:lnTo>
                    <a:pt x="11886" y="45583"/>
                  </a:lnTo>
                  <a:lnTo>
                    <a:pt x="9990" y="50568"/>
                  </a:lnTo>
                  <a:lnTo>
                    <a:pt x="8254" y="55611"/>
                  </a:lnTo>
                  <a:lnTo>
                    <a:pt x="6679" y="60707"/>
                  </a:lnTo>
                  <a:lnTo>
                    <a:pt x="5269" y="65850"/>
                  </a:lnTo>
                  <a:lnTo>
                    <a:pt x="4023" y="71036"/>
                  </a:lnTo>
                  <a:lnTo>
                    <a:pt x="2943" y="76259"/>
                  </a:lnTo>
                  <a:lnTo>
                    <a:pt x="2030" y="81514"/>
                  </a:lnTo>
                  <a:lnTo>
                    <a:pt x="1285" y="86795"/>
                  </a:lnTo>
                  <a:lnTo>
                    <a:pt x="709" y="92097"/>
                  </a:lnTo>
                  <a:lnTo>
                    <a:pt x="303" y="97415"/>
                  </a:lnTo>
                  <a:lnTo>
                    <a:pt x="66" y="102743"/>
                  </a:lnTo>
                  <a:lnTo>
                    <a:pt x="0" y="108076"/>
                  </a:lnTo>
                  <a:lnTo>
                    <a:pt x="103" y="113409"/>
                  </a:lnTo>
                  <a:lnTo>
                    <a:pt x="377" y="118735"/>
                  </a:lnTo>
                  <a:lnTo>
                    <a:pt x="820" y="124050"/>
                  </a:lnTo>
                  <a:lnTo>
                    <a:pt x="1433" y="129348"/>
                  </a:lnTo>
                  <a:lnTo>
                    <a:pt x="2215" y="134624"/>
                  </a:lnTo>
                  <a:lnTo>
                    <a:pt x="3164" y="139872"/>
                  </a:lnTo>
                  <a:lnTo>
                    <a:pt x="4281" y="145088"/>
                  </a:lnTo>
                  <a:lnTo>
                    <a:pt x="5563" y="150265"/>
                  </a:lnTo>
                  <a:lnTo>
                    <a:pt x="7009" y="155398"/>
                  </a:lnTo>
                  <a:lnTo>
                    <a:pt x="8619" y="160483"/>
                  </a:lnTo>
                  <a:lnTo>
                    <a:pt x="10390" y="165514"/>
                  </a:lnTo>
                  <a:lnTo>
                    <a:pt x="12321" y="170486"/>
                  </a:lnTo>
                  <a:lnTo>
                    <a:pt x="14409" y="175393"/>
                  </a:lnTo>
                  <a:lnTo>
                    <a:pt x="16653" y="180232"/>
                  </a:lnTo>
                  <a:lnTo>
                    <a:pt x="19050" y="184996"/>
                  </a:lnTo>
                  <a:lnTo>
                    <a:pt x="21598" y="189682"/>
                  </a:lnTo>
                  <a:lnTo>
                    <a:pt x="24294" y="194284"/>
                  </a:lnTo>
                  <a:lnTo>
                    <a:pt x="27135" y="198797"/>
                  </a:lnTo>
                  <a:lnTo>
                    <a:pt x="30119" y="203218"/>
                  </a:lnTo>
                  <a:lnTo>
                    <a:pt x="33242" y="207541"/>
                  </a:lnTo>
                  <a:lnTo>
                    <a:pt x="36502" y="211762"/>
                  </a:lnTo>
                  <a:lnTo>
                    <a:pt x="39895" y="215878"/>
                  </a:lnTo>
                  <a:lnTo>
                    <a:pt x="43417" y="219882"/>
                  </a:lnTo>
                  <a:lnTo>
                    <a:pt x="47065" y="223773"/>
                  </a:lnTo>
                  <a:lnTo>
                    <a:pt x="50836" y="227545"/>
                  </a:lnTo>
                  <a:lnTo>
                    <a:pt x="54725" y="231195"/>
                  </a:lnTo>
                  <a:lnTo>
                    <a:pt x="58728" y="234719"/>
                  </a:lnTo>
                  <a:lnTo>
                    <a:pt x="62842" y="238114"/>
                  </a:lnTo>
                  <a:lnTo>
                    <a:pt x="67062" y="241375"/>
                  </a:lnTo>
                  <a:lnTo>
                    <a:pt x="71384" y="244500"/>
                  </a:lnTo>
                  <a:lnTo>
                    <a:pt x="75803" y="247486"/>
                  </a:lnTo>
                  <a:lnTo>
                    <a:pt x="80316" y="250329"/>
                  </a:lnTo>
                  <a:lnTo>
                    <a:pt x="84916" y="253027"/>
                  </a:lnTo>
                  <a:lnTo>
                    <a:pt x="89601" y="255577"/>
                  </a:lnTo>
                  <a:lnTo>
                    <a:pt x="94364" y="257976"/>
                  </a:lnTo>
                  <a:lnTo>
                    <a:pt x="99202" y="260222"/>
                  </a:lnTo>
                  <a:lnTo>
                    <a:pt x="104109" y="262312"/>
                  </a:lnTo>
                  <a:lnTo>
                    <a:pt x="109080" y="264245"/>
                  </a:lnTo>
                  <a:lnTo>
                    <a:pt x="114110" y="266018"/>
                  </a:lnTo>
                  <a:lnTo>
                    <a:pt x="119194" y="267630"/>
                  </a:lnTo>
                  <a:lnTo>
                    <a:pt x="124327" y="269079"/>
                  </a:lnTo>
                  <a:lnTo>
                    <a:pt x="129503" y="270363"/>
                  </a:lnTo>
                  <a:lnTo>
                    <a:pt x="134718" y="271482"/>
                  </a:lnTo>
                  <a:lnTo>
                    <a:pt x="139966" y="272434"/>
                  </a:lnTo>
                  <a:lnTo>
                    <a:pt x="145241" y="273217"/>
                  </a:lnTo>
                  <a:lnTo>
                    <a:pt x="150539" y="273832"/>
                  </a:lnTo>
                  <a:lnTo>
                    <a:pt x="155854" y="274278"/>
                  </a:lnTo>
                  <a:lnTo>
                    <a:pt x="161180" y="274554"/>
                  </a:lnTo>
                  <a:lnTo>
                    <a:pt x="166513" y="274660"/>
                  </a:lnTo>
                  <a:lnTo>
                    <a:pt x="171846" y="274596"/>
                  </a:lnTo>
                  <a:lnTo>
                    <a:pt x="177174" y="274361"/>
                  </a:lnTo>
                  <a:lnTo>
                    <a:pt x="182492" y="273957"/>
                  </a:lnTo>
                  <a:lnTo>
                    <a:pt x="187795" y="273384"/>
                  </a:lnTo>
                  <a:lnTo>
                    <a:pt x="193076" y="272641"/>
                  </a:lnTo>
                  <a:lnTo>
                    <a:pt x="198331" y="271730"/>
                  </a:lnTo>
                  <a:lnTo>
                    <a:pt x="203555" y="270653"/>
                  </a:lnTo>
                  <a:lnTo>
                    <a:pt x="208741" y="269409"/>
                  </a:lnTo>
                  <a:lnTo>
                    <a:pt x="213885" y="268000"/>
                  </a:lnTo>
                  <a:lnTo>
                    <a:pt x="218982" y="266428"/>
                  </a:lnTo>
                  <a:lnTo>
                    <a:pt x="224026" y="264694"/>
                  </a:lnTo>
                  <a:lnTo>
                    <a:pt x="229011" y="262800"/>
                  </a:lnTo>
                  <a:lnTo>
                    <a:pt x="233934" y="260748"/>
                  </a:lnTo>
                  <a:lnTo>
                    <a:pt x="238789" y="258540"/>
                  </a:lnTo>
                  <a:lnTo>
                    <a:pt x="243571" y="256179"/>
                  </a:lnTo>
                  <a:lnTo>
                    <a:pt x="248276" y="253666"/>
                  </a:lnTo>
                  <a:lnTo>
                    <a:pt x="252897" y="251004"/>
                  </a:lnTo>
                  <a:lnTo>
                    <a:pt x="257432" y="248196"/>
                  </a:lnTo>
                  <a:lnTo>
                    <a:pt x="261874" y="245245"/>
                  </a:lnTo>
                  <a:lnTo>
                    <a:pt x="266221" y="242153"/>
                  </a:lnTo>
                  <a:lnTo>
                    <a:pt x="270466" y="238925"/>
                  </a:lnTo>
                  <a:lnTo>
                    <a:pt x="274606" y="235563"/>
                  </a:lnTo>
                  <a:lnTo>
                    <a:pt x="278637" y="232070"/>
                  </a:lnTo>
                  <a:lnTo>
                    <a:pt x="282554" y="228450"/>
                  </a:lnTo>
                  <a:lnTo>
                    <a:pt x="286354" y="224708"/>
                  </a:lnTo>
                  <a:lnTo>
                    <a:pt x="290033" y="220846"/>
                  </a:lnTo>
                  <a:lnTo>
                    <a:pt x="293586" y="216869"/>
                  </a:lnTo>
                  <a:lnTo>
                    <a:pt x="297011" y="212780"/>
                  </a:lnTo>
                  <a:lnTo>
                    <a:pt x="300304" y="208585"/>
                  </a:lnTo>
                  <a:lnTo>
                    <a:pt x="303461" y="204286"/>
                  </a:lnTo>
                  <a:lnTo>
                    <a:pt x="306479" y="199889"/>
                  </a:lnTo>
                  <a:lnTo>
                    <a:pt x="309356" y="195397"/>
                  </a:lnTo>
                  <a:lnTo>
                    <a:pt x="312087" y="190817"/>
                  </a:lnTo>
                  <a:lnTo>
                    <a:pt x="314672" y="186151"/>
                  </a:lnTo>
                  <a:lnTo>
                    <a:pt x="317106" y="181406"/>
                  </a:lnTo>
                  <a:lnTo>
                    <a:pt x="319387" y="176585"/>
                  </a:lnTo>
                  <a:lnTo>
                    <a:pt x="321514" y="171694"/>
                  </a:lnTo>
                  <a:lnTo>
                    <a:pt x="323484" y="166737"/>
                  </a:lnTo>
                  <a:lnTo>
                    <a:pt x="325294" y="161720"/>
                  </a:lnTo>
                  <a:lnTo>
                    <a:pt x="326943" y="156648"/>
                  </a:lnTo>
                  <a:lnTo>
                    <a:pt x="328430" y="151526"/>
                  </a:lnTo>
                  <a:lnTo>
                    <a:pt x="329753" y="146359"/>
                  </a:lnTo>
                  <a:lnTo>
                    <a:pt x="330910" y="141153"/>
                  </a:lnTo>
                  <a:lnTo>
                    <a:pt x="331900" y="135912"/>
                  </a:lnTo>
                  <a:lnTo>
                    <a:pt x="332723" y="130643"/>
                  </a:lnTo>
                  <a:lnTo>
                    <a:pt x="333377" y="125349"/>
                  </a:lnTo>
                  <a:lnTo>
                    <a:pt x="333862" y="120038"/>
                  </a:lnTo>
                  <a:lnTo>
                    <a:pt x="167166" y="1074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728472" y="4213821"/>
              <a:ext cx="167158" cy="179711"/>
            </a:xfrm>
            <a:custGeom>
              <a:avLst/>
              <a:pathLst>
                <a:path w="167158" h="179711">
                  <a:moveTo>
                    <a:pt x="166696" y="179711"/>
                  </a:moveTo>
                  <a:lnTo>
                    <a:pt x="167014" y="174326"/>
                  </a:lnTo>
                  <a:lnTo>
                    <a:pt x="167158" y="168933"/>
                  </a:lnTo>
                  <a:lnTo>
                    <a:pt x="167128" y="163538"/>
                  </a:lnTo>
                  <a:lnTo>
                    <a:pt x="166923" y="158148"/>
                  </a:lnTo>
                  <a:lnTo>
                    <a:pt x="166545" y="152766"/>
                  </a:lnTo>
                  <a:lnTo>
                    <a:pt x="165994" y="147400"/>
                  </a:lnTo>
                  <a:lnTo>
                    <a:pt x="165270" y="142054"/>
                  </a:lnTo>
                  <a:lnTo>
                    <a:pt x="164373" y="136734"/>
                  </a:lnTo>
                  <a:lnTo>
                    <a:pt x="163306" y="131446"/>
                  </a:lnTo>
                  <a:lnTo>
                    <a:pt x="162068" y="126195"/>
                  </a:lnTo>
                  <a:lnTo>
                    <a:pt x="160662" y="120987"/>
                  </a:lnTo>
                  <a:lnTo>
                    <a:pt x="159088" y="115827"/>
                  </a:lnTo>
                  <a:lnTo>
                    <a:pt x="157349" y="110720"/>
                  </a:lnTo>
                  <a:lnTo>
                    <a:pt x="155445" y="105673"/>
                  </a:lnTo>
                  <a:lnTo>
                    <a:pt x="153380" y="100689"/>
                  </a:lnTo>
                  <a:lnTo>
                    <a:pt x="151155" y="95774"/>
                  </a:lnTo>
                  <a:lnTo>
                    <a:pt x="148773" y="90934"/>
                  </a:lnTo>
                  <a:lnTo>
                    <a:pt x="146236" y="86173"/>
                  </a:lnTo>
                  <a:lnTo>
                    <a:pt x="143546" y="81497"/>
                  </a:lnTo>
                  <a:lnTo>
                    <a:pt x="140707" y="76910"/>
                  </a:lnTo>
                  <a:lnTo>
                    <a:pt x="137721" y="72417"/>
                  </a:lnTo>
                  <a:lnTo>
                    <a:pt x="134592" y="68022"/>
                  </a:lnTo>
                  <a:lnTo>
                    <a:pt x="131323" y="63731"/>
                  </a:lnTo>
                  <a:lnTo>
                    <a:pt x="127917" y="59547"/>
                  </a:lnTo>
                  <a:lnTo>
                    <a:pt x="124378" y="55476"/>
                  </a:lnTo>
                  <a:lnTo>
                    <a:pt x="120709" y="51520"/>
                  </a:lnTo>
                  <a:lnTo>
                    <a:pt x="116915" y="47686"/>
                  </a:lnTo>
                  <a:lnTo>
                    <a:pt x="112999" y="43975"/>
                  </a:lnTo>
                  <a:lnTo>
                    <a:pt x="108965" y="40393"/>
                  </a:lnTo>
                  <a:lnTo>
                    <a:pt x="104817" y="36943"/>
                  </a:lnTo>
                  <a:lnTo>
                    <a:pt x="100561" y="33629"/>
                  </a:lnTo>
                  <a:lnTo>
                    <a:pt x="96200" y="30454"/>
                  </a:lnTo>
                  <a:lnTo>
                    <a:pt x="91738" y="27421"/>
                  </a:lnTo>
                  <a:lnTo>
                    <a:pt x="87181" y="24534"/>
                  </a:lnTo>
                  <a:lnTo>
                    <a:pt x="82533" y="21795"/>
                  </a:lnTo>
                  <a:lnTo>
                    <a:pt x="77800" y="19207"/>
                  </a:lnTo>
                  <a:lnTo>
                    <a:pt x="72985" y="16774"/>
                  </a:lnTo>
                  <a:lnTo>
                    <a:pt x="68094" y="14497"/>
                  </a:lnTo>
                  <a:lnTo>
                    <a:pt x="63133" y="12379"/>
                  </a:lnTo>
                  <a:lnTo>
                    <a:pt x="58105" y="10423"/>
                  </a:lnTo>
                  <a:lnTo>
                    <a:pt x="53017" y="8630"/>
                  </a:lnTo>
                  <a:lnTo>
                    <a:pt x="47874" y="7001"/>
                  </a:lnTo>
                  <a:lnTo>
                    <a:pt x="42681" y="5540"/>
                  </a:lnTo>
                  <a:lnTo>
                    <a:pt x="37444" y="4247"/>
                  </a:lnTo>
                  <a:lnTo>
                    <a:pt x="32167" y="3124"/>
                  </a:lnTo>
                  <a:lnTo>
                    <a:pt x="26857" y="2171"/>
                  </a:lnTo>
                  <a:lnTo>
                    <a:pt x="21519" y="1390"/>
                  </a:lnTo>
                  <a:lnTo>
                    <a:pt x="16159" y="782"/>
                  </a:lnTo>
                  <a:lnTo>
                    <a:pt x="10782" y="348"/>
                  </a:lnTo>
                  <a:lnTo>
                    <a:pt x="5394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51863" y="3707720"/>
              <a:ext cx="167148" cy="167167"/>
            </a:xfrm>
            <a:custGeom>
              <a:avLst/>
              <a:pathLst>
                <a:path w="167148" h="167167">
                  <a:moveTo>
                    <a:pt x="167148" y="0"/>
                  </a:moveTo>
                  <a:lnTo>
                    <a:pt x="161731" y="87"/>
                  </a:lnTo>
                  <a:lnTo>
                    <a:pt x="156320" y="351"/>
                  </a:lnTo>
                  <a:lnTo>
                    <a:pt x="150921" y="789"/>
                  </a:lnTo>
                  <a:lnTo>
                    <a:pt x="145538" y="1402"/>
                  </a:lnTo>
                  <a:lnTo>
                    <a:pt x="140178" y="2189"/>
                  </a:lnTo>
                  <a:lnTo>
                    <a:pt x="134847" y="3150"/>
                  </a:lnTo>
                  <a:lnTo>
                    <a:pt x="129549" y="4283"/>
                  </a:lnTo>
                  <a:lnTo>
                    <a:pt x="124291" y="5586"/>
                  </a:lnTo>
                  <a:lnTo>
                    <a:pt x="119078" y="7060"/>
                  </a:lnTo>
                  <a:lnTo>
                    <a:pt x="113915" y="8702"/>
                  </a:lnTo>
                  <a:lnTo>
                    <a:pt x="108809" y="10510"/>
                  </a:lnTo>
                  <a:lnTo>
                    <a:pt x="103763" y="12482"/>
                  </a:lnTo>
                  <a:lnTo>
                    <a:pt x="98784" y="14617"/>
                  </a:lnTo>
                  <a:lnTo>
                    <a:pt x="93877" y="16912"/>
                  </a:lnTo>
                  <a:lnTo>
                    <a:pt x="89047" y="19365"/>
                  </a:lnTo>
                  <a:lnTo>
                    <a:pt x="84299" y="21974"/>
                  </a:lnTo>
                  <a:lnTo>
                    <a:pt x="79638" y="24734"/>
                  </a:lnTo>
                  <a:lnTo>
                    <a:pt x="75069" y="27645"/>
                  </a:lnTo>
                  <a:lnTo>
                    <a:pt x="70596" y="30701"/>
                  </a:lnTo>
                  <a:lnTo>
                    <a:pt x="66225" y="33902"/>
                  </a:lnTo>
                  <a:lnTo>
                    <a:pt x="61960" y="37242"/>
                  </a:lnTo>
                  <a:lnTo>
                    <a:pt x="57806" y="40718"/>
                  </a:lnTo>
                  <a:lnTo>
                    <a:pt x="53766" y="44328"/>
                  </a:lnTo>
                  <a:lnTo>
                    <a:pt x="49845" y="48066"/>
                  </a:lnTo>
                  <a:lnTo>
                    <a:pt x="46047" y="51929"/>
                  </a:lnTo>
                  <a:lnTo>
                    <a:pt x="42377" y="55914"/>
                  </a:lnTo>
                  <a:lnTo>
                    <a:pt x="38838" y="60015"/>
                  </a:lnTo>
                  <a:lnTo>
                    <a:pt x="35433" y="64229"/>
                  </a:lnTo>
                  <a:lnTo>
                    <a:pt x="32167" y="68551"/>
                  </a:lnTo>
                  <a:lnTo>
                    <a:pt x="29042" y="72976"/>
                  </a:lnTo>
                  <a:lnTo>
                    <a:pt x="26063" y="77501"/>
                  </a:lnTo>
                  <a:lnTo>
                    <a:pt x="23232" y="82119"/>
                  </a:lnTo>
                  <a:lnTo>
                    <a:pt x="20551" y="86827"/>
                  </a:lnTo>
                  <a:lnTo>
                    <a:pt x="18025" y="91619"/>
                  </a:lnTo>
                  <a:lnTo>
                    <a:pt x="15656" y="96491"/>
                  </a:lnTo>
                  <a:lnTo>
                    <a:pt x="13445" y="101437"/>
                  </a:lnTo>
                  <a:lnTo>
                    <a:pt x="11396" y="106451"/>
                  </a:lnTo>
                  <a:lnTo>
                    <a:pt x="9510" y="111530"/>
                  </a:lnTo>
                  <a:lnTo>
                    <a:pt x="7790" y="116667"/>
                  </a:lnTo>
                  <a:lnTo>
                    <a:pt x="6238" y="121857"/>
                  </a:lnTo>
                  <a:lnTo>
                    <a:pt x="4854" y="127095"/>
                  </a:lnTo>
                  <a:lnTo>
                    <a:pt x="3641" y="132374"/>
                  </a:lnTo>
                  <a:lnTo>
                    <a:pt x="2599" y="137691"/>
                  </a:lnTo>
                  <a:lnTo>
                    <a:pt x="1731" y="143038"/>
                  </a:lnTo>
                  <a:lnTo>
                    <a:pt x="1036" y="148410"/>
                  </a:lnTo>
                  <a:lnTo>
                    <a:pt x="515" y="153803"/>
                  </a:lnTo>
                  <a:lnTo>
                    <a:pt x="170" y="159209"/>
                  </a:lnTo>
                  <a:lnTo>
                    <a:pt x="0" y="164624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51863" y="3707737"/>
              <a:ext cx="334311" cy="334316"/>
            </a:xfrm>
            <a:custGeom>
              <a:avLst/>
              <a:pathLst>
                <a:path w="334311" h="334316">
                  <a:moveTo>
                    <a:pt x="0" y="164607"/>
                  </a:moveTo>
                  <a:lnTo>
                    <a:pt x="3" y="169894"/>
                  </a:lnTo>
                  <a:lnTo>
                    <a:pt x="173" y="175179"/>
                  </a:lnTo>
                  <a:lnTo>
                    <a:pt x="511" y="180457"/>
                  </a:lnTo>
                  <a:lnTo>
                    <a:pt x="1015" y="185720"/>
                  </a:lnTo>
                  <a:lnTo>
                    <a:pt x="1685" y="190965"/>
                  </a:lnTo>
                  <a:lnTo>
                    <a:pt x="2521" y="196187"/>
                  </a:lnTo>
                  <a:lnTo>
                    <a:pt x="3522" y="201379"/>
                  </a:lnTo>
                  <a:lnTo>
                    <a:pt x="4686" y="206537"/>
                  </a:lnTo>
                  <a:lnTo>
                    <a:pt x="6013" y="211656"/>
                  </a:lnTo>
                  <a:lnTo>
                    <a:pt x="7502" y="216730"/>
                  </a:lnTo>
                  <a:lnTo>
                    <a:pt x="9150" y="221754"/>
                  </a:lnTo>
                  <a:lnTo>
                    <a:pt x="10956" y="226724"/>
                  </a:lnTo>
                  <a:lnTo>
                    <a:pt x="12918" y="231634"/>
                  </a:lnTo>
                  <a:lnTo>
                    <a:pt x="15035" y="236480"/>
                  </a:lnTo>
                  <a:lnTo>
                    <a:pt x="17304" y="241256"/>
                  </a:lnTo>
                  <a:lnTo>
                    <a:pt x="19722" y="245958"/>
                  </a:lnTo>
                  <a:lnTo>
                    <a:pt x="22289" y="250582"/>
                  </a:lnTo>
                  <a:lnTo>
                    <a:pt x="25000" y="255122"/>
                  </a:lnTo>
                  <a:lnTo>
                    <a:pt x="27853" y="259574"/>
                  </a:lnTo>
                  <a:lnTo>
                    <a:pt x="30846" y="263933"/>
                  </a:lnTo>
                  <a:lnTo>
                    <a:pt x="33976" y="268195"/>
                  </a:lnTo>
                  <a:lnTo>
                    <a:pt x="37238" y="272357"/>
                  </a:lnTo>
                  <a:lnTo>
                    <a:pt x="40631" y="276413"/>
                  </a:lnTo>
                  <a:lnTo>
                    <a:pt x="44150" y="280360"/>
                  </a:lnTo>
                  <a:lnTo>
                    <a:pt x="47792" y="284193"/>
                  </a:lnTo>
                  <a:lnTo>
                    <a:pt x="51553" y="287910"/>
                  </a:lnTo>
                  <a:lnTo>
                    <a:pt x="55431" y="291505"/>
                  </a:lnTo>
                  <a:lnTo>
                    <a:pt x="59420" y="294976"/>
                  </a:lnTo>
                  <a:lnTo>
                    <a:pt x="63516" y="298320"/>
                  </a:lnTo>
                  <a:lnTo>
                    <a:pt x="67717" y="301532"/>
                  </a:lnTo>
                  <a:lnTo>
                    <a:pt x="72017" y="304609"/>
                  </a:lnTo>
                  <a:lnTo>
                    <a:pt x="76412" y="307549"/>
                  </a:lnTo>
                  <a:lnTo>
                    <a:pt x="80898" y="310349"/>
                  </a:lnTo>
                  <a:lnTo>
                    <a:pt x="85470" y="313005"/>
                  </a:lnTo>
                  <a:lnTo>
                    <a:pt x="90124" y="315515"/>
                  </a:lnTo>
                  <a:lnTo>
                    <a:pt x="94855" y="317877"/>
                  </a:lnTo>
                  <a:lnTo>
                    <a:pt x="99658" y="320088"/>
                  </a:lnTo>
                  <a:lnTo>
                    <a:pt x="104529" y="322146"/>
                  </a:lnTo>
                  <a:lnTo>
                    <a:pt x="109463" y="324049"/>
                  </a:lnTo>
                  <a:lnTo>
                    <a:pt x="114454" y="325795"/>
                  </a:lnTo>
                  <a:lnTo>
                    <a:pt x="119498" y="327383"/>
                  </a:lnTo>
                  <a:lnTo>
                    <a:pt x="124590" y="328809"/>
                  </a:lnTo>
                  <a:lnTo>
                    <a:pt x="129724" y="330075"/>
                  </a:lnTo>
                  <a:lnTo>
                    <a:pt x="134896" y="331177"/>
                  </a:lnTo>
                  <a:lnTo>
                    <a:pt x="140100" y="332115"/>
                  </a:lnTo>
                  <a:lnTo>
                    <a:pt x="145331" y="332888"/>
                  </a:lnTo>
                  <a:lnTo>
                    <a:pt x="150584" y="333495"/>
                  </a:lnTo>
                  <a:lnTo>
                    <a:pt x="155853" y="333935"/>
                  </a:lnTo>
                  <a:lnTo>
                    <a:pt x="161134" y="334209"/>
                  </a:lnTo>
                  <a:lnTo>
                    <a:pt x="166421" y="334316"/>
                  </a:lnTo>
                  <a:lnTo>
                    <a:pt x="171708" y="334255"/>
                  </a:lnTo>
                  <a:lnTo>
                    <a:pt x="176991" y="334027"/>
                  </a:lnTo>
                  <a:lnTo>
                    <a:pt x="182264" y="333633"/>
                  </a:lnTo>
                  <a:lnTo>
                    <a:pt x="187522" y="333071"/>
                  </a:lnTo>
                  <a:lnTo>
                    <a:pt x="192760" y="332344"/>
                  </a:lnTo>
                  <a:lnTo>
                    <a:pt x="197972" y="331451"/>
                  </a:lnTo>
                  <a:lnTo>
                    <a:pt x="203153" y="330394"/>
                  </a:lnTo>
                  <a:lnTo>
                    <a:pt x="208298" y="329174"/>
                  </a:lnTo>
                  <a:lnTo>
                    <a:pt x="213402" y="327791"/>
                  </a:lnTo>
                  <a:lnTo>
                    <a:pt x="218459" y="326248"/>
                  </a:lnTo>
                  <a:lnTo>
                    <a:pt x="223465" y="324545"/>
                  </a:lnTo>
                  <a:lnTo>
                    <a:pt x="228415" y="322685"/>
                  </a:lnTo>
                  <a:lnTo>
                    <a:pt x="233304" y="320670"/>
                  </a:lnTo>
                  <a:lnTo>
                    <a:pt x="238126" y="318500"/>
                  </a:lnTo>
                  <a:lnTo>
                    <a:pt x="242878" y="316180"/>
                  </a:lnTo>
                  <a:lnTo>
                    <a:pt x="247553" y="313710"/>
                  </a:lnTo>
                  <a:lnTo>
                    <a:pt x="252149" y="311094"/>
                  </a:lnTo>
                  <a:lnTo>
                    <a:pt x="256659" y="308333"/>
                  </a:lnTo>
                  <a:lnTo>
                    <a:pt x="261079" y="305432"/>
                  </a:lnTo>
                  <a:lnTo>
                    <a:pt x="265406" y="302391"/>
                  </a:lnTo>
                  <a:lnTo>
                    <a:pt x="269634" y="299216"/>
                  </a:lnTo>
                  <a:lnTo>
                    <a:pt x="273760" y="295909"/>
                  </a:lnTo>
                  <a:lnTo>
                    <a:pt x="277779" y="292472"/>
                  </a:lnTo>
                  <a:lnTo>
                    <a:pt x="281687" y="288911"/>
                  </a:lnTo>
                  <a:lnTo>
                    <a:pt x="285481" y="285227"/>
                  </a:lnTo>
                  <a:lnTo>
                    <a:pt x="289156" y="281425"/>
                  </a:lnTo>
                  <a:lnTo>
                    <a:pt x="292710" y="277509"/>
                  </a:lnTo>
                  <a:lnTo>
                    <a:pt x="296137" y="273483"/>
                  </a:lnTo>
                  <a:lnTo>
                    <a:pt x="299436" y="269350"/>
                  </a:lnTo>
                  <a:lnTo>
                    <a:pt x="302602" y="265115"/>
                  </a:lnTo>
                  <a:lnTo>
                    <a:pt x="305633" y="260782"/>
                  </a:lnTo>
                  <a:lnTo>
                    <a:pt x="308525" y="256355"/>
                  </a:lnTo>
                  <a:lnTo>
                    <a:pt x="311275" y="251839"/>
                  </a:lnTo>
                  <a:lnTo>
                    <a:pt x="313882" y="247238"/>
                  </a:lnTo>
                  <a:lnTo>
                    <a:pt x="316341" y="242557"/>
                  </a:lnTo>
                  <a:lnTo>
                    <a:pt x="318652" y="237800"/>
                  </a:lnTo>
                  <a:lnTo>
                    <a:pt x="320810" y="232973"/>
                  </a:lnTo>
                  <a:lnTo>
                    <a:pt x="322815" y="228080"/>
                  </a:lnTo>
                  <a:lnTo>
                    <a:pt x="324665" y="223126"/>
                  </a:lnTo>
                  <a:lnTo>
                    <a:pt x="326356" y="218116"/>
                  </a:lnTo>
                  <a:lnTo>
                    <a:pt x="327889" y="213055"/>
                  </a:lnTo>
                  <a:lnTo>
                    <a:pt x="329260" y="207949"/>
                  </a:lnTo>
                  <a:lnTo>
                    <a:pt x="330469" y="202801"/>
                  </a:lnTo>
                  <a:lnTo>
                    <a:pt x="331515" y="197617"/>
                  </a:lnTo>
                  <a:lnTo>
                    <a:pt x="332397" y="192404"/>
                  </a:lnTo>
                  <a:lnTo>
                    <a:pt x="333113" y="187165"/>
                  </a:lnTo>
                  <a:lnTo>
                    <a:pt x="333663" y="181905"/>
                  </a:lnTo>
                  <a:lnTo>
                    <a:pt x="334046" y="176631"/>
                  </a:lnTo>
                  <a:lnTo>
                    <a:pt x="334262" y="171348"/>
                  </a:lnTo>
                  <a:lnTo>
                    <a:pt x="334311" y="166060"/>
                  </a:lnTo>
                  <a:lnTo>
                    <a:pt x="334193" y="160774"/>
                  </a:lnTo>
                  <a:lnTo>
                    <a:pt x="333908" y="155494"/>
                  </a:lnTo>
                  <a:lnTo>
                    <a:pt x="333456" y="150225"/>
                  </a:lnTo>
                  <a:lnTo>
                    <a:pt x="332838" y="144974"/>
                  </a:lnTo>
                  <a:lnTo>
                    <a:pt x="332053" y="139744"/>
                  </a:lnTo>
                  <a:lnTo>
                    <a:pt x="331104" y="134543"/>
                  </a:lnTo>
                  <a:lnTo>
                    <a:pt x="329991" y="129373"/>
                  </a:lnTo>
                  <a:lnTo>
                    <a:pt x="328714" y="124242"/>
                  </a:lnTo>
                  <a:lnTo>
                    <a:pt x="327276" y="119153"/>
                  </a:lnTo>
                  <a:lnTo>
                    <a:pt x="325678" y="114113"/>
                  </a:lnTo>
                  <a:lnTo>
                    <a:pt x="323922" y="109125"/>
                  </a:lnTo>
                  <a:lnTo>
                    <a:pt x="322008" y="104196"/>
                  </a:lnTo>
                  <a:lnTo>
                    <a:pt x="319939" y="99329"/>
                  </a:lnTo>
                  <a:lnTo>
                    <a:pt x="317718" y="94531"/>
                  </a:lnTo>
                  <a:lnTo>
                    <a:pt x="315346" y="89805"/>
                  </a:lnTo>
                  <a:lnTo>
                    <a:pt x="312825" y="85156"/>
                  </a:lnTo>
                  <a:lnTo>
                    <a:pt x="310159" y="80590"/>
                  </a:lnTo>
                  <a:lnTo>
                    <a:pt x="307350" y="76110"/>
                  </a:lnTo>
                  <a:lnTo>
                    <a:pt x="304400" y="71721"/>
                  </a:lnTo>
                  <a:lnTo>
                    <a:pt x="301313" y="67428"/>
                  </a:lnTo>
                  <a:lnTo>
                    <a:pt x="298092" y="63234"/>
                  </a:lnTo>
                  <a:lnTo>
                    <a:pt x="294740" y="59145"/>
                  </a:lnTo>
                  <a:lnTo>
                    <a:pt x="291260" y="55163"/>
                  </a:lnTo>
                  <a:lnTo>
                    <a:pt x="287656" y="51294"/>
                  </a:lnTo>
                  <a:lnTo>
                    <a:pt x="283932" y="47541"/>
                  </a:lnTo>
                  <a:lnTo>
                    <a:pt x="280090" y="43907"/>
                  </a:lnTo>
                  <a:lnTo>
                    <a:pt x="276136" y="40396"/>
                  </a:lnTo>
                  <a:lnTo>
                    <a:pt x="272072" y="37013"/>
                  </a:lnTo>
                  <a:lnTo>
                    <a:pt x="267904" y="33759"/>
                  </a:lnTo>
                  <a:lnTo>
                    <a:pt x="263635" y="30639"/>
                  </a:lnTo>
                  <a:lnTo>
                    <a:pt x="259269" y="27656"/>
                  </a:lnTo>
                  <a:lnTo>
                    <a:pt x="254811" y="24812"/>
                  </a:lnTo>
                  <a:lnTo>
                    <a:pt x="250265" y="22111"/>
                  </a:lnTo>
                  <a:lnTo>
                    <a:pt x="245636" y="19554"/>
                  </a:lnTo>
                  <a:lnTo>
                    <a:pt x="240929" y="17146"/>
                  </a:lnTo>
                  <a:lnTo>
                    <a:pt x="236148" y="14887"/>
                  </a:lnTo>
                  <a:lnTo>
                    <a:pt x="231297" y="12781"/>
                  </a:lnTo>
                  <a:lnTo>
                    <a:pt x="226383" y="10829"/>
                  </a:lnTo>
                  <a:lnTo>
                    <a:pt x="221409" y="9034"/>
                  </a:lnTo>
                  <a:lnTo>
                    <a:pt x="216381" y="7397"/>
                  </a:lnTo>
                  <a:lnTo>
                    <a:pt x="211304" y="5920"/>
                  </a:lnTo>
                  <a:lnTo>
                    <a:pt x="206182" y="4604"/>
                  </a:lnTo>
                  <a:lnTo>
                    <a:pt x="201022" y="3451"/>
                  </a:lnTo>
                  <a:lnTo>
                    <a:pt x="195827" y="2461"/>
                  </a:lnTo>
                  <a:lnTo>
                    <a:pt x="190604" y="1636"/>
                  </a:lnTo>
                  <a:lnTo>
                    <a:pt x="185358" y="977"/>
                  </a:lnTo>
                  <a:lnTo>
                    <a:pt x="180093" y="485"/>
                  </a:lnTo>
                  <a:lnTo>
                    <a:pt x="174815" y="158"/>
                  </a:lnTo>
                  <a:lnTo>
                    <a:pt x="169530" y="0"/>
                  </a:lnTo>
                  <a:lnTo>
                    <a:pt x="167148" y="1671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919011" y="3707720"/>
              <a:ext cx="2381" cy="167167"/>
            </a:xfrm>
            <a:custGeom>
              <a:avLst/>
              <a:pathLst>
                <a:path w="2381" h="167167">
                  <a:moveTo>
                    <a:pt x="2381" y="1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tx766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2025-06-05T21:53:03Z</dcterms:modified>
  <cp:category/>
</cp:coreProperties>
</file>