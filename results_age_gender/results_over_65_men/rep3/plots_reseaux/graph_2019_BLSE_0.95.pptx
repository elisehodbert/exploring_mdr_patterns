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

<Relationships  xmlns="http://schemas.openxmlformats.org/package/2006/relationships">
<Relationship Id="rId3" Type="http://schemas.openxmlformats.org/package/2006/relationships/metadata/core-properties" Target="docProps/core.xml"/>
<Relationship Id="rId4" Type="http://schemas.openxmlformats.org/officeDocument/2006/relationships/extended-properties" Target="docProps/app.xml"/>
<Relationship Id="rId1" Type="http://schemas.openxmlformats.org/officeDocument/2006/relationships/officeDocument" Target="ppt/presentation.xml"/>
<Relationship Id="rId2" Type="http://schemas.openxmlformats.org/package/2006/relationships/metadata/thumbnail" Target="docProps/thumbnail.jpeg"/>
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
<Relationships  xmlns="http://schemas.openxmlformats.org/package/2006/relationships">
<Relationship Id="rId3" Type="http://schemas.openxmlformats.org/officeDocument/2006/relationships/tags" Target="tags/tag1.xml"/>
<Relationship Id="rId4" Type="http://schemas.openxmlformats.org/officeDocument/2006/relationships/presProps" Target="presProps.xml"/>
<Relationship Id="rId5" Type="http://schemas.openxmlformats.org/officeDocument/2006/relationships/viewProps" Target="viewProps.xml"/>
<Relationship Id="rId6" Type="http://schemas.openxmlformats.org/officeDocument/2006/relationships/theme" Target="theme/theme1.xml"/>
<Relationship Id="rId7" Type="http://schemas.openxmlformats.org/officeDocument/2006/relationships/tableStyles" Target="tableStyles.xml"/>
<Relationship Id="rId1" Type="http://schemas.openxmlformats.org/officeDocument/2006/relationships/slideMaster" Target="slideMasters/slideMaster1.xml"/>
<Relationship Id="rId2" Type="http://schemas.openxmlformats.org/officeDocument/2006/relationships/printerSettings" Target="printerSettings/printerSettings1.bin"/>
<Relationship Id="rId8" Type="http://schemas.openxmlformats.org/officeDocument/2006/relationships/slide" Target="slides/slide1.xml"/>
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7.xml"/>
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 rot="0">
            <a:off x="0" y="0"/>
            <a:ext cx="9144000" cy="6858000"/>
            <a:chOff x="0" y="0"/>
            <a:chExt cx="9144000" cy="6858000"/>
          </a:xfrm>
        </p:grpSpPr>
        <p:sp>
          <p:nvSpPr>
            <p:cNvPr id="3" name="rc3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tx4"/>
            <p:cNvSpPr/>
            <p:nvPr/>
          </p:nvSpPr>
          <p:spPr>
            <a:xfrm>
              <a:off x="4256737" y="271051"/>
              <a:ext cx="996285" cy="16930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3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39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2019_BLSE</a:t>
              </a:r>
            </a:p>
          </p:txBody>
        </p:sp>
        <p:sp>
          <p:nvSpPr>
            <p:cNvPr id="5" name="pl5"/>
            <p:cNvSpPr/>
            <p:nvPr/>
          </p:nvSpPr>
          <p:spPr>
            <a:xfrm>
              <a:off x="2701146" y="1363724"/>
              <a:ext cx="1152957" cy="1310978"/>
            </a:xfrm>
            <a:custGeom>
              <a:avLst/>
              <a:pathLst>
                <a:path w="1152957" h="1310978">
                  <a:moveTo>
                    <a:pt x="1152957" y="0"/>
                  </a:moveTo>
                  <a:lnTo>
                    <a:pt x="0" y="1310978"/>
                  </a:lnTo>
                </a:path>
              </a:pathLst>
            </a:custGeom>
            <a:ln w="30792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2620472" y="1376096"/>
              <a:ext cx="1249538" cy="1823564"/>
            </a:xfrm>
            <a:custGeom>
              <a:avLst/>
              <a:pathLst>
                <a:path w="1249538" h="1823564">
                  <a:moveTo>
                    <a:pt x="1249538" y="0"/>
                  </a:moveTo>
                  <a:lnTo>
                    <a:pt x="0" y="1823564"/>
                  </a:lnTo>
                </a:path>
              </a:pathLst>
            </a:custGeom>
            <a:ln w="17176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2667989" y="1386448"/>
              <a:ext cx="1219270" cy="2340187"/>
            </a:xfrm>
            <a:custGeom>
              <a:avLst/>
              <a:pathLst>
                <a:path w="1219270" h="2340187">
                  <a:moveTo>
                    <a:pt x="1219270" y="0"/>
                  </a:moveTo>
                  <a:lnTo>
                    <a:pt x="0" y="2340187"/>
                  </a:lnTo>
                </a:path>
              </a:pathLst>
            </a:custGeom>
            <a:ln w="21136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2840187" y="1394643"/>
              <a:ext cx="1065413" cy="2829898"/>
            </a:xfrm>
            <a:custGeom>
              <a:avLst/>
              <a:pathLst>
                <a:path w="1065413" h="2829898">
                  <a:moveTo>
                    <a:pt x="1065413" y="0"/>
                  </a:moveTo>
                  <a:lnTo>
                    <a:pt x="0" y="2829898"/>
                  </a:lnTo>
                </a:path>
              </a:pathLst>
            </a:custGeom>
            <a:ln w="17801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4074898" y="1363724"/>
              <a:ext cx="2543175" cy="2891736"/>
            </a:xfrm>
            <a:custGeom>
              <a:avLst/>
              <a:pathLst>
                <a:path w="2543175" h="2891736">
                  <a:moveTo>
                    <a:pt x="0" y="0"/>
                  </a:moveTo>
                  <a:lnTo>
                    <a:pt x="2543175" y="2891736"/>
                  </a:lnTo>
                </a:path>
              </a:pathLst>
            </a:custGeom>
            <a:ln w="17176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4058992" y="1376096"/>
              <a:ext cx="2269750" cy="3312453"/>
            </a:xfrm>
            <a:custGeom>
              <a:avLst/>
              <a:pathLst>
                <a:path w="2269750" h="3312453">
                  <a:moveTo>
                    <a:pt x="0" y="0"/>
                  </a:moveTo>
                  <a:lnTo>
                    <a:pt x="2269750" y="3312453"/>
                  </a:lnTo>
                </a:path>
              </a:pathLst>
            </a:custGeom>
            <a:ln w="34003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4130432" y="1258491"/>
              <a:ext cx="1724675" cy="210951"/>
            </a:xfrm>
            <a:custGeom>
              <a:avLst/>
              <a:pathLst>
                <a:path w="1724675" h="210951">
                  <a:moveTo>
                    <a:pt x="1724675" y="210951"/>
                  </a:moveTo>
                  <a:lnTo>
                    <a:pt x="0" y="0"/>
                  </a:lnTo>
                </a:path>
              </a:pathLst>
            </a:custGeom>
            <a:ln w="27191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2746908" y="1549397"/>
              <a:ext cx="3117971" cy="1191175"/>
            </a:xfrm>
            <a:custGeom>
              <a:avLst/>
              <a:pathLst>
                <a:path w="3117971" h="1191175">
                  <a:moveTo>
                    <a:pt x="3117971" y="0"/>
                  </a:moveTo>
                  <a:lnTo>
                    <a:pt x="0" y="1191175"/>
                  </a:lnTo>
                </a:path>
              </a:pathLst>
            </a:custGeom>
            <a:ln w="34003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2673765" y="1567872"/>
              <a:ext cx="3199489" cy="1691555"/>
            </a:xfrm>
            <a:custGeom>
              <a:avLst/>
              <a:pathLst>
                <a:path w="3199489" h="1691555">
                  <a:moveTo>
                    <a:pt x="3199489" y="0"/>
                  </a:moveTo>
                  <a:lnTo>
                    <a:pt x="0" y="1691555"/>
                  </a:lnTo>
                </a:path>
              </a:pathLst>
            </a:custGeom>
            <a:ln w="21136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5063274" y="1652116"/>
              <a:ext cx="918033" cy="3751965"/>
            </a:xfrm>
            <a:custGeom>
              <a:avLst/>
              <a:pathLst>
                <a:path w="918033" h="3751965">
                  <a:moveTo>
                    <a:pt x="918033" y="0"/>
                  </a:moveTo>
                  <a:lnTo>
                    <a:pt x="0" y="3751965"/>
                  </a:lnTo>
                </a:path>
              </a:pathLst>
            </a:custGeom>
            <a:ln w="21136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2727998" y="1585171"/>
              <a:ext cx="3155790" cy="2194283"/>
            </a:xfrm>
            <a:custGeom>
              <a:avLst/>
              <a:pathLst>
                <a:path w="3155790" h="2194283">
                  <a:moveTo>
                    <a:pt x="3155790" y="0"/>
                  </a:moveTo>
                  <a:lnTo>
                    <a:pt x="0" y="2194283"/>
                  </a:lnTo>
                </a:path>
              </a:pathLst>
            </a:custGeom>
            <a:ln w="25934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2906010" y="1601045"/>
              <a:ext cx="2990305" cy="2668636"/>
            </a:xfrm>
            <a:custGeom>
              <a:avLst/>
              <a:pathLst>
                <a:path w="2990305" h="2668636">
                  <a:moveTo>
                    <a:pt x="2990305" y="0"/>
                  </a:moveTo>
                  <a:lnTo>
                    <a:pt x="0" y="2668636"/>
                  </a:lnTo>
                </a:path>
              </a:pathLst>
            </a:custGeom>
            <a:ln w="2047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3252455" y="1510034"/>
              <a:ext cx="2602652" cy="318340"/>
            </a:xfrm>
            <a:custGeom>
              <a:avLst/>
              <a:pathLst>
                <a:path w="2602652" h="318340">
                  <a:moveTo>
                    <a:pt x="2602652" y="0"/>
                  </a:moveTo>
                  <a:lnTo>
                    <a:pt x="0" y="318340"/>
                  </a:lnTo>
                </a:path>
              </a:pathLst>
            </a:custGeom>
            <a:ln w="22177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3196922" y="1615267"/>
              <a:ext cx="2713719" cy="3085653"/>
            </a:xfrm>
            <a:custGeom>
              <a:avLst/>
              <a:pathLst>
                <a:path w="2713719" h="3085653">
                  <a:moveTo>
                    <a:pt x="2713719" y="0"/>
                  </a:moveTo>
                  <a:lnTo>
                    <a:pt x="0" y="3085653"/>
                  </a:lnTo>
                </a:path>
              </a:pathLst>
            </a:custGeom>
            <a:ln w="27038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5565263" y="1655705"/>
              <a:ext cx="435770" cy="3615252"/>
            </a:xfrm>
            <a:custGeom>
              <a:avLst/>
              <a:pathLst>
                <a:path w="435770" h="3615252">
                  <a:moveTo>
                    <a:pt x="435770" y="0"/>
                  </a:moveTo>
                  <a:lnTo>
                    <a:pt x="0" y="3615252"/>
                  </a:lnTo>
                </a:path>
              </a:pathLst>
            </a:custGeom>
            <a:ln w="21136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6060769" y="1652116"/>
              <a:ext cx="627971" cy="2566494"/>
            </a:xfrm>
            <a:custGeom>
              <a:avLst/>
              <a:pathLst>
                <a:path w="627971" h="2566494">
                  <a:moveTo>
                    <a:pt x="0" y="0"/>
                  </a:moveTo>
                  <a:lnTo>
                    <a:pt x="627971" y="2566494"/>
                  </a:lnTo>
                </a:path>
              </a:pathLst>
            </a:custGeom>
            <a:ln w="27191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6021039" y="1656906"/>
              <a:ext cx="0" cy="3361306"/>
            </a:xfrm>
            <a:custGeom>
              <a:avLst/>
              <a:pathLst>
                <a:path w="0" h="3361306">
                  <a:moveTo>
                    <a:pt x="0" y="0"/>
                  </a:moveTo>
                  <a:lnTo>
                    <a:pt x="0" y="3361306"/>
                  </a:lnTo>
                </a:path>
              </a:pathLst>
            </a:custGeom>
            <a:ln w="21693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6041044" y="1655705"/>
              <a:ext cx="362185" cy="3004777"/>
            </a:xfrm>
            <a:custGeom>
              <a:avLst/>
              <a:pathLst>
                <a:path w="362185" h="3004777">
                  <a:moveTo>
                    <a:pt x="0" y="0"/>
                  </a:moveTo>
                  <a:lnTo>
                    <a:pt x="362185" y="3004777"/>
                  </a:lnTo>
                </a:path>
              </a:pathLst>
            </a:custGeom>
            <a:ln w="18916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5693042" y="1316329"/>
              <a:ext cx="180211" cy="95277"/>
            </a:xfrm>
            <a:custGeom>
              <a:avLst/>
              <a:pathLst>
                <a:path w="180211" h="95277">
                  <a:moveTo>
                    <a:pt x="180211" y="95277"/>
                  </a:moveTo>
                  <a:lnTo>
                    <a:pt x="0" y="0"/>
                  </a:lnTo>
                </a:path>
              </a:pathLst>
            </a:custGeom>
            <a:ln w="18916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6079939" y="1646186"/>
              <a:ext cx="780172" cy="2072254"/>
            </a:xfrm>
            <a:custGeom>
              <a:avLst/>
              <a:pathLst>
                <a:path w="780172" h="2072254">
                  <a:moveTo>
                    <a:pt x="0" y="0"/>
                  </a:moveTo>
                  <a:lnTo>
                    <a:pt x="780172" y="2072254"/>
                  </a:lnTo>
                </a:path>
              </a:pathLst>
            </a:custGeom>
            <a:ln w="25934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2545985" y="2966197"/>
              <a:ext cx="24757" cy="205395"/>
            </a:xfrm>
            <a:custGeom>
              <a:avLst/>
              <a:pathLst>
                <a:path w="24757" h="205395">
                  <a:moveTo>
                    <a:pt x="24757" y="0"/>
                  </a:moveTo>
                  <a:lnTo>
                    <a:pt x="0" y="205395"/>
                  </a:lnTo>
                </a:path>
              </a:pathLst>
            </a:custGeom>
            <a:ln w="37813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2701146" y="2925760"/>
              <a:ext cx="2212000" cy="2515170"/>
            </a:xfrm>
            <a:custGeom>
              <a:avLst/>
              <a:pathLst>
                <a:path w="2212000" h="2515170">
                  <a:moveTo>
                    <a:pt x="0" y="0"/>
                  </a:moveTo>
                  <a:lnTo>
                    <a:pt x="2212000" y="2515170"/>
                  </a:lnTo>
                </a:path>
              </a:pathLst>
            </a:custGeom>
            <a:ln w="27191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2590748" y="2967399"/>
              <a:ext cx="0" cy="740321"/>
            </a:xfrm>
            <a:custGeom>
              <a:avLst/>
              <a:pathLst>
                <a:path w="0" h="740321">
                  <a:moveTo>
                    <a:pt x="0" y="0"/>
                  </a:moveTo>
                  <a:lnTo>
                    <a:pt x="0" y="740321"/>
                  </a:lnTo>
                </a:path>
              </a:pathLst>
            </a:custGeom>
            <a:ln w="28721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2610753" y="2966197"/>
              <a:ext cx="150529" cy="1248824"/>
            </a:xfrm>
            <a:custGeom>
              <a:avLst/>
              <a:pathLst>
                <a:path w="150529" h="1248824">
                  <a:moveTo>
                    <a:pt x="0" y="0"/>
                  </a:moveTo>
                  <a:lnTo>
                    <a:pt x="150529" y="1248824"/>
                  </a:lnTo>
                </a:path>
              </a:pathLst>
            </a:custGeom>
            <a:ln w="25934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2630479" y="2962609"/>
              <a:ext cx="416315" cy="1701462"/>
            </a:xfrm>
            <a:custGeom>
              <a:avLst/>
              <a:pathLst>
                <a:path w="416315" h="1701462">
                  <a:moveTo>
                    <a:pt x="0" y="0"/>
                  </a:moveTo>
                  <a:lnTo>
                    <a:pt x="416315" y="1701462"/>
                  </a:lnTo>
                </a:path>
              </a:pathLst>
            </a:custGeom>
            <a:ln w="32338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l30"/>
            <p:cNvSpPr/>
            <p:nvPr/>
          </p:nvSpPr>
          <p:spPr>
            <a:xfrm>
              <a:off x="2715471" y="2911538"/>
              <a:ext cx="2705064" cy="2414078"/>
            </a:xfrm>
            <a:custGeom>
              <a:avLst/>
              <a:pathLst>
                <a:path w="2705064" h="2414078">
                  <a:moveTo>
                    <a:pt x="0" y="0"/>
                  </a:moveTo>
                  <a:lnTo>
                    <a:pt x="2705064" y="2414078"/>
                  </a:lnTo>
                </a:path>
              </a:pathLst>
            </a:custGeom>
            <a:ln w="22177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l31"/>
            <p:cNvSpPr/>
            <p:nvPr/>
          </p:nvSpPr>
          <p:spPr>
            <a:xfrm>
              <a:off x="2746908" y="2859890"/>
              <a:ext cx="3825404" cy="1461440"/>
            </a:xfrm>
            <a:custGeom>
              <a:avLst/>
              <a:pathLst>
                <a:path w="3825404" h="1461440">
                  <a:moveTo>
                    <a:pt x="0" y="0"/>
                  </a:moveTo>
                  <a:lnTo>
                    <a:pt x="3825404" y="1461440"/>
                  </a:lnTo>
                </a:path>
              </a:pathLst>
            </a:custGeom>
            <a:ln w="27191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l32"/>
            <p:cNvSpPr/>
            <p:nvPr/>
          </p:nvSpPr>
          <p:spPr>
            <a:xfrm>
              <a:off x="2727998" y="2895664"/>
              <a:ext cx="3155790" cy="2194283"/>
            </a:xfrm>
            <a:custGeom>
              <a:avLst/>
              <a:pathLst>
                <a:path w="3155790" h="2194283">
                  <a:moveTo>
                    <a:pt x="0" y="0"/>
                  </a:moveTo>
                  <a:lnTo>
                    <a:pt x="3155790" y="2194283"/>
                  </a:lnTo>
                </a:path>
              </a:pathLst>
            </a:custGeom>
            <a:ln w="34003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l33"/>
            <p:cNvSpPr/>
            <p:nvPr/>
          </p:nvSpPr>
          <p:spPr>
            <a:xfrm>
              <a:off x="2738532" y="2878364"/>
              <a:ext cx="3536917" cy="1869951"/>
            </a:xfrm>
            <a:custGeom>
              <a:avLst/>
              <a:pathLst>
                <a:path w="3536917" h="1869951">
                  <a:moveTo>
                    <a:pt x="0" y="0"/>
                  </a:moveTo>
                  <a:lnTo>
                    <a:pt x="3536917" y="1869951"/>
                  </a:lnTo>
                </a:path>
              </a:pathLst>
            </a:custGeom>
            <a:ln w="28721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l34"/>
            <p:cNvSpPr/>
            <p:nvPr/>
          </p:nvSpPr>
          <p:spPr>
            <a:xfrm>
              <a:off x="2752989" y="2840514"/>
              <a:ext cx="4003780" cy="994091"/>
            </a:xfrm>
            <a:custGeom>
              <a:avLst/>
              <a:pathLst>
                <a:path w="4003780" h="994091">
                  <a:moveTo>
                    <a:pt x="0" y="0"/>
                  </a:moveTo>
                  <a:lnTo>
                    <a:pt x="4003780" y="994091"/>
                  </a:lnTo>
                </a:path>
              </a:pathLst>
            </a:custGeom>
            <a:ln w="20475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l35"/>
            <p:cNvSpPr/>
            <p:nvPr/>
          </p:nvSpPr>
          <p:spPr>
            <a:xfrm>
              <a:off x="2650703" y="3448866"/>
              <a:ext cx="2248117" cy="2006286"/>
            </a:xfrm>
            <a:custGeom>
              <a:avLst/>
              <a:pathLst>
                <a:path w="2248117" h="2006286">
                  <a:moveTo>
                    <a:pt x="0" y="0"/>
                  </a:moveTo>
                  <a:lnTo>
                    <a:pt x="2248117" y="2006286"/>
                  </a:lnTo>
                </a:path>
              </a:pathLst>
            </a:custGeom>
            <a:ln w="17801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l36"/>
            <p:cNvSpPr/>
            <p:nvPr/>
          </p:nvSpPr>
          <p:spPr>
            <a:xfrm>
              <a:off x="2545985" y="3503526"/>
              <a:ext cx="24757" cy="205395"/>
            </a:xfrm>
            <a:custGeom>
              <a:avLst/>
              <a:pathLst>
                <a:path w="24757" h="205395">
                  <a:moveTo>
                    <a:pt x="0" y="0"/>
                  </a:moveTo>
                  <a:lnTo>
                    <a:pt x="24757" y="205395"/>
                  </a:lnTo>
                </a:path>
              </a:pathLst>
            </a:custGeom>
            <a:ln w="30792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l37"/>
            <p:cNvSpPr/>
            <p:nvPr/>
          </p:nvSpPr>
          <p:spPr>
            <a:xfrm>
              <a:off x="2565711" y="3499937"/>
              <a:ext cx="175845" cy="718674"/>
            </a:xfrm>
            <a:custGeom>
              <a:avLst/>
              <a:pathLst>
                <a:path w="175845" h="718674">
                  <a:moveTo>
                    <a:pt x="0" y="0"/>
                  </a:moveTo>
                  <a:lnTo>
                    <a:pt x="175845" y="718674"/>
                  </a:lnTo>
                </a:path>
              </a:pathLst>
            </a:custGeom>
            <a:ln w="17176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l38"/>
            <p:cNvSpPr/>
            <p:nvPr/>
          </p:nvSpPr>
          <p:spPr>
            <a:xfrm>
              <a:off x="2584880" y="3494007"/>
              <a:ext cx="442744" cy="1175994"/>
            </a:xfrm>
            <a:custGeom>
              <a:avLst/>
              <a:pathLst>
                <a:path w="442744" h="1175994">
                  <a:moveTo>
                    <a:pt x="0" y="0"/>
                  </a:moveTo>
                  <a:lnTo>
                    <a:pt x="442744" y="1175994"/>
                  </a:lnTo>
                </a:path>
              </a:pathLst>
            </a:custGeom>
            <a:ln w="27191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pl39"/>
            <p:cNvSpPr/>
            <p:nvPr/>
          </p:nvSpPr>
          <p:spPr>
            <a:xfrm>
              <a:off x="2663230" y="3432992"/>
              <a:ext cx="2744777" cy="1908498"/>
            </a:xfrm>
            <a:custGeom>
              <a:avLst/>
              <a:pathLst>
                <a:path w="2744777" h="1908498">
                  <a:moveTo>
                    <a:pt x="0" y="0"/>
                  </a:moveTo>
                  <a:lnTo>
                    <a:pt x="2744777" y="1908498"/>
                  </a:lnTo>
                </a:path>
              </a:pathLst>
            </a:custGeom>
            <a:ln w="34003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pl40"/>
            <p:cNvSpPr/>
            <p:nvPr/>
          </p:nvSpPr>
          <p:spPr>
            <a:xfrm>
              <a:off x="2688222" y="3377842"/>
              <a:ext cx="3878008" cy="962863"/>
            </a:xfrm>
            <a:custGeom>
              <a:avLst/>
              <a:pathLst>
                <a:path w="3878008" h="962863">
                  <a:moveTo>
                    <a:pt x="0" y="0"/>
                  </a:moveTo>
                  <a:lnTo>
                    <a:pt x="3878008" y="962863"/>
                  </a:lnTo>
                </a:path>
              </a:pathLst>
            </a:custGeom>
            <a:ln w="21136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" name="pl41"/>
            <p:cNvSpPr/>
            <p:nvPr/>
          </p:nvSpPr>
          <p:spPr>
            <a:xfrm>
              <a:off x="2673765" y="3415692"/>
              <a:ext cx="3199489" cy="1691555"/>
            </a:xfrm>
            <a:custGeom>
              <a:avLst/>
              <a:pathLst>
                <a:path w="3199489" h="1691555">
                  <a:moveTo>
                    <a:pt x="0" y="0"/>
                  </a:moveTo>
                  <a:lnTo>
                    <a:pt x="3199489" y="1691555"/>
                  </a:lnTo>
                </a:path>
              </a:pathLst>
            </a:custGeom>
            <a:ln w="38100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" name="pl42"/>
            <p:cNvSpPr/>
            <p:nvPr/>
          </p:nvSpPr>
          <p:spPr>
            <a:xfrm>
              <a:off x="2682140" y="3397218"/>
              <a:ext cx="3584935" cy="1369572"/>
            </a:xfrm>
            <a:custGeom>
              <a:avLst/>
              <a:pathLst>
                <a:path w="3584935" h="1369572">
                  <a:moveTo>
                    <a:pt x="0" y="0"/>
                  </a:moveTo>
                  <a:lnTo>
                    <a:pt x="3584935" y="1369572"/>
                  </a:lnTo>
                </a:path>
              </a:pathLst>
            </a:custGeom>
            <a:ln w="38100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" name="pl43"/>
            <p:cNvSpPr/>
            <p:nvPr/>
          </p:nvSpPr>
          <p:spPr>
            <a:xfrm>
              <a:off x="2691911" y="3357855"/>
              <a:ext cx="4061169" cy="496736"/>
            </a:xfrm>
            <a:custGeom>
              <a:avLst/>
              <a:pathLst>
                <a:path w="4061169" h="496736">
                  <a:moveTo>
                    <a:pt x="0" y="0"/>
                  </a:moveTo>
                  <a:lnTo>
                    <a:pt x="4061169" y="496736"/>
                  </a:lnTo>
                </a:path>
              </a:pathLst>
            </a:custGeom>
            <a:ln w="38100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" name="pl44"/>
            <p:cNvSpPr/>
            <p:nvPr/>
          </p:nvSpPr>
          <p:spPr>
            <a:xfrm>
              <a:off x="5185785" y="5477206"/>
              <a:ext cx="197231" cy="48970"/>
            </a:xfrm>
            <a:custGeom>
              <a:avLst/>
              <a:pathLst>
                <a:path w="197231" h="48970">
                  <a:moveTo>
                    <a:pt x="0" y="48970"/>
                  </a:moveTo>
                  <a:lnTo>
                    <a:pt x="197231" y="0"/>
                  </a:lnTo>
                </a:path>
              </a:pathLst>
            </a:custGeom>
            <a:ln w="30792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" name="pl45"/>
            <p:cNvSpPr/>
            <p:nvPr/>
          </p:nvSpPr>
          <p:spPr>
            <a:xfrm>
              <a:off x="5160794" y="4476421"/>
              <a:ext cx="1430428" cy="994605"/>
            </a:xfrm>
            <a:custGeom>
              <a:avLst/>
              <a:pathLst>
                <a:path w="1430428" h="994605">
                  <a:moveTo>
                    <a:pt x="0" y="994605"/>
                  </a:moveTo>
                  <a:lnTo>
                    <a:pt x="1430428" y="0"/>
                  </a:lnTo>
                </a:path>
              </a:pathLst>
            </a:custGeom>
            <a:ln w="17176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" name="pl46"/>
            <p:cNvSpPr/>
            <p:nvPr/>
          </p:nvSpPr>
          <p:spPr>
            <a:xfrm>
              <a:off x="5179703" y="5245039"/>
              <a:ext cx="685175" cy="261761"/>
            </a:xfrm>
            <a:custGeom>
              <a:avLst/>
              <a:pathLst>
                <a:path w="685175" h="261761">
                  <a:moveTo>
                    <a:pt x="0" y="261761"/>
                  </a:moveTo>
                  <a:lnTo>
                    <a:pt x="685175" y="0"/>
                  </a:lnTo>
                </a:path>
              </a:pathLst>
            </a:custGeom>
            <a:ln w="21136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" name="pl47"/>
            <p:cNvSpPr/>
            <p:nvPr/>
          </p:nvSpPr>
          <p:spPr>
            <a:xfrm>
              <a:off x="5171328" y="4904582"/>
              <a:ext cx="1104122" cy="583744"/>
            </a:xfrm>
            <a:custGeom>
              <a:avLst/>
              <a:pathLst>
                <a:path w="1104122" h="583744">
                  <a:moveTo>
                    <a:pt x="0" y="583744"/>
                  </a:moveTo>
                  <a:lnTo>
                    <a:pt x="1104122" y="0"/>
                  </a:lnTo>
                </a:path>
              </a:pathLst>
            </a:custGeom>
            <a:ln w="38100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" name="pl48"/>
            <p:cNvSpPr/>
            <p:nvPr/>
          </p:nvSpPr>
          <p:spPr>
            <a:xfrm>
              <a:off x="2727998" y="3970320"/>
              <a:ext cx="2158295" cy="1500705"/>
            </a:xfrm>
            <a:custGeom>
              <a:avLst/>
              <a:pathLst>
                <a:path w="2158295" h="1500705">
                  <a:moveTo>
                    <a:pt x="0" y="0"/>
                  </a:moveTo>
                  <a:lnTo>
                    <a:pt x="2158295" y="1500705"/>
                  </a:lnTo>
                </a:path>
              </a:pathLst>
            </a:custGeom>
            <a:ln w="30792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pl49"/>
            <p:cNvSpPr/>
            <p:nvPr/>
          </p:nvSpPr>
          <p:spPr>
            <a:xfrm>
              <a:off x="2649648" y="4031335"/>
              <a:ext cx="72739" cy="193206"/>
            </a:xfrm>
            <a:custGeom>
              <a:avLst/>
              <a:pathLst>
                <a:path w="72739" h="193206">
                  <a:moveTo>
                    <a:pt x="0" y="0"/>
                  </a:moveTo>
                  <a:lnTo>
                    <a:pt x="72739" y="193206"/>
                  </a:lnTo>
                </a:path>
              </a:pathLst>
            </a:custGeom>
            <a:ln w="17176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" name="pl50"/>
            <p:cNvSpPr/>
            <p:nvPr/>
          </p:nvSpPr>
          <p:spPr>
            <a:xfrm>
              <a:off x="2667989" y="4023140"/>
              <a:ext cx="341293" cy="655056"/>
            </a:xfrm>
            <a:custGeom>
              <a:avLst/>
              <a:pathLst>
                <a:path w="341293" h="655056">
                  <a:moveTo>
                    <a:pt x="0" y="0"/>
                  </a:moveTo>
                  <a:lnTo>
                    <a:pt x="341293" y="655056"/>
                  </a:lnTo>
                </a:path>
              </a:pathLst>
            </a:custGeom>
            <a:ln w="38100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" name="pl51"/>
            <p:cNvSpPr/>
            <p:nvPr/>
          </p:nvSpPr>
          <p:spPr>
            <a:xfrm>
              <a:off x="2738532" y="3953021"/>
              <a:ext cx="2658941" cy="1405769"/>
            </a:xfrm>
            <a:custGeom>
              <a:avLst/>
              <a:pathLst>
                <a:path w="2658941" h="1405769">
                  <a:moveTo>
                    <a:pt x="0" y="0"/>
                  </a:moveTo>
                  <a:lnTo>
                    <a:pt x="2658941" y="1405769"/>
                  </a:lnTo>
                </a:path>
              </a:pathLst>
            </a:custGeom>
            <a:ln w="38100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" name="pl52"/>
            <p:cNvSpPr/>
            <p:nvPr/>
          </p:nvSpPr>
          <p:spPr>
            <a:xfrm>
              <a:off x="2756679" y="3895183"/>
              <a:ext cx="3805862" cy="465509"/>
            </a:xfrm>
            <a:custGeom>
              <a:avLst/>
              <a:pathLst>
                <a:path w="3805862" h="465509">
                  <a:moveTo>
                    <a:pt x="0" y="0"/>
                  </a:moveTo>
                  <a:lnTo>
                    <a:pt x="3805862" y="465509"/>
                  </a:lnTo>
                </a:path>
              </a:pathLst>
            </a:custGeom>
            <a:ln w="21136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" name="pl53"/>
            <p:cNvSpPr/>
            <p:nvPr/>
          </p:nvSpPr>
          <p:spPr>
            <a:xfrm>
              <a:off x="2746908" y="3934546"/>
              <a:ext cx="3117971" cy="1191175"/>
            </a:xfrm>
            <a:custGeom>
              <a:avLst/>
              <a:pathLst>
                <a:path w="3117971" h="1191175">
                  <a:moveTo>
                    <a:pt x="0" y="0"/>
                  </a:moveTo>
                  <a:lnTo>
                    <a:pt x="3117971" y="1191175"/>
                  </a:lnTo>
                </a:path>
              </a:pathLst>
            </a:custGeom>
            <a:ln w="38100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" name="pl54"/>
            <p:cNvSpPr/>
            <p:nvPr/>
          </p:nvSpPr>
          <p:spPr>
            <a:xfrm>
              <a:off x="2752989" y="3915170"/>
              <a:ext cx="3508003" cy="870995"/>
            </a:xfrm>
            <a:custGeom>
              <a:avLst/>
              <a:pathLst>
                <a:path w="3508003" h="870995">
                  <a:moveTo>
                    <a:pt x="0" y="0"/>
                  </a:moveTo>
                  <a:lnTo>
                    <a:pt x="3508003" y="870995"/>
                  </a:lnTo>
                </a:path>
              </a:pathLst>
            </a:custGeom>
            <a:ln w="30792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" name="pl55"/>
            <p:cNvSpPr/>
            <p:nvPr/>
          </p:nvSpPr>
          <p:spPr>
            <a:xfrm>
              <a:off x="2757915" y="3874888"/>
              <a:ext cx="3993928" cy="0"/>
            </a:xfrm>
            <a:custGeom>
              <a:avLst/>
              <a:pathLst>
                <a:path w="3993928" h="0">
                  <a:moveTo>
                    <a:pt x="0" y="0"/>
                  </a:moveTo>
                  <a:lnTo>
                    <a:pt x="3993928" y="0"/>
                  </a:lnTo>
                </a:path>
              </a:pathLst>
            </a:custGeom>
            <a:ln w="17176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" name="pl56"/>
            <p:cNvSpPr/>
            <p:nvPr/>
          </p:nvSpPr>
          <p:spPr>
            <a:xfrm>
              <a:off x="2929072" y="4459121"/>
              <a:ext cx="1946687" cy="1029204"/>
            </a:xfrm>
            <a:custGeom>
              <a:avLst/>
              <a:pathLst>
                <a:path w="1946687" h="1029204">
                  <a:moveTo>
                    <a:pt x="0" y="0"/>
                  </a:moveTo>
                  <a:lnTo>
                    <a:pt x="1946687" y="1029204"/>
                  </a:lnTo>
                </a:path>
              </a:pathLst>
            </a:custGeom>
            <a:ln w="38100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" name="pl57"/>
            <p:cNvSpPr/>
            <p:nvPr/>
          </p:nvSpPr>
          <p:spPr>
            <a:xfrm>
              <a:off x="2875779" y="4518888"/>
              <a:ext cx="116254" cy="169660"/>
            </a:xfrm>
            <a:custGeom>
              <a:avLst/>
              <a:pathLst>
                <a:path w="116254" h="169660">
                  <a:moveTo>
                    <a:pt x="0" y="0"/>
                  </a:moveTo>
                  <a:lnTo>
                    <a:pt x="116254" y="169660"/>
                  </a:lnTo>
                </a:path>
              </a:pathLst>
            </a:custGeom>
            <a:ln w="38100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" name="pl58"/>
            <p:cNvSpPr/>
            <p:nvPr/>
          </p:nvSpPr>
          <p:spPr>
            <a:xfrm>
              <a:off x="2937447" y="4440647"/>
              <a:ext cx="2451651" cy="936617"/>
            </a:xfrm>
            <a:custGeom>
              <a:avLst/>
              <a:pathLst>
                <a:path w="2451651" h="936617">
                  <a:moveTo>
                    <a:pt x="0" y="0"/>
                  </a:moveTo>
                  <a:lnTo>
                    <a:pt x="2451651" y="936617"/>
                  </a:lnTo>
                </a:path>
              </a:pathLst>
            </a:custGeom>
            <a:ln w="21136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" name="pl59"/>
            <p:cNvSpPr/>
            <p:nvPr/>
          </p:nvSpPr>
          <p:spPr>
            <a:xfrm>
              <a:off x="2948455" y="4380988"/>
              <a:ext cx="3612849" cy="0"/>
            </a:xfrm>
            <a:custGeom>
              <a:avLst/>
              <a:pathLst>
                <a:path w="3612849" h="0">
                  <a:moveTo>
                    <a:pt x="0" y="0"/>
                  </a:moveTo>
                  <a:lnTo>
                    <a:pt x="3612849" y="0"/>
                  </a:lnTo>
                </a:path>
              </a:pathLst>
            </a:custGeom>
            <a:ln w="31874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" name="pl60"/>
            <p:cNvSpPr/>
            <p:nvPr/>
          </p:nvSpPr>
          <p:spPr>
            <a:xfrm>
              <a:off x="2943529" y="4421271"/>
              <a:ext cx="2915268" cy="723826"/>
            </a:xfrm>
            <a:custGeom>
              <a:avLst/>
              <a:pathLst>
                <a:path w="2915268" h="723826">
                  <a:moveTo>
                    <a:pt x="0" y="0"/>
                  </a:moveTo>
                  <a:lnTo>
                    <a:pt x="2915268" y="723826"/>
                  </a:lnTo>
                </a:path>
              </a:pathLst>
            </a:custGeom>
            <a:ln w="17801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" name="pl61"/>
            <p:cNvSpPr/>
            <p:nvPr/>
          </p:nvSpPr>
          <p:spPr>
            <a:xfrm>
              <a:off x="2947218" y="4401284"/>
              <a:ext cx="3310085" cy="404869"/>
            </a:xfrm>
            <a:custGeom>
              <a:avLst/>
              <a:pathLst>
                <a:path w="3310085" h="404869">
                  <a:moveTo>
                    <a:pt x="0" y="0"/>
                  </a:moveTo>
                  <a:lnTo>
                    <a:pt x="3310085" y="404869"/>
                  </a:lnTo>
                </a:path>
              </a:pathLst>
            </a:custGeom>
            <a:ln w="30792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" name="pl62"/>
            <p:cNvSpPr/>
            <p:nvPr/>
          </p:nvSpPr>
          <p:spPr>
            <a:xfrm>
              <a:off x="2947218" y="3895183"/>
              <a:ext cx="3805862" cy="465509"/>
            </a:xfrm>
            <a:custGeom>
              <a:avLst/>
              <a:pathLst>
                <a:path w="3805862" h="465509">
                  <a:moveTo>
                    <a:pt x="0" y="465509"/>
                  </a:moveTo>
                  <a:lnTo>
                    <a:pt x="3805862" y="0"/>
                  </a:lnTo>
                </a:path>
              </a:pathLst>
            </a:custGeom>
            <a:ln w="29395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" name="pl63"/>
            <p:cNvSpPr/>
            <p:nvPr/>
          </p:nvSpPr>
          <p:spPr>
            <a:xfrm>
              <a:off x="3163766" y="1996922"/>
              <a:ext cx="1782536" cy="3421284"/>
            </a:xfrm>
            <a:custGeom>
              <a:avLst/>
              <a:pathLst>
                <a:path w="1782536" h="3421284">
                  <a:moveTo>
                    <a:pt x="0" y="0"/>
                  </a:moveTo>
                  <a:lnTo>
                    <a:pt x="1782536" y="3421284"/>
                  </a:lnTo>
                </a:path>
              </a:pathLst>
            </a:custGeom>
            <a:ln w="31749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" name="pl64"/>
            <p:cNvSpPr/>
            <p:nvPr/>
          </p:nvSpPr>
          <p:spPr>
            <a:xfrm>
              <a:off x="2630479" y="2011048"/>
              <a:ext cx="416315" cy="1701462"/>
            </a:xfrm>
            <a:custGeom>
              <a:avLst/>
              <a:pathLst>
                <a:path w="416315" h="1701462">
                  <a:moveTo>
                    <a:pt x="416315" y="0"/>
                  </a:moveTo>
                  <a:lnTo>
                    <a:pt x="0" y="1701462"/>
                  </a:lnTo>
                </a:path>
              </a:pathLst>
            </a:custGeom>
            <a:ln w="27191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" name="pl65"/>
            <p:cNvSpPr/>
            <p:nvPr/>
          </p:nvSpPr>
          <p:spPr>
            <a:xfrm>
              <a:off x="2801292" y="2014636"/>
              <a:ext cx="265227" cy="2200385"/>
            </a:xfrm>
            <a:custGeom>
              <a:avLst/>
              <a:pathLst>
                <a:path w="265227" h="2200385">
                  <a:moveTo>
                    <a:pt x="265227" y="0"/>
                  </a:moveTo>
                  <a:lnTo>
                    <a:pt x="0" y="2200385"/>
                  </a:lnTo>
                </a:path>
              </a:pathLst>
            </a:custGeom>
            <a:ln w="17801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" name="pl66"/>
            <p:cNvSpPr/>
            <p:nvPr/>
          </p:nvSpPr>
          <p:spPr>
            <a:xfrm>
              <a:off x="3086524" y="2015838"/>
              <a:ext cx="0" cy="2643443"/>
            </a:xfrm>
            <a:custGeom>
              <a:avLst/>
              <a:pathLst>
                <a:path w="0" h="2643443">
                  <a:moveTo>
                    <a:pt x="0" y="0"/>
                  </a:moveTo>
                  <a:lnTo>
                    <a:pt x="0" y="2643443"/>
                  </a:lnTo>
                </a:path>
              </a:pathLst>
            </a:custGeom>
            <a:ln w="30792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" name="pl67"/>
            <p:cNvSpPr/>
            <p:nvPr/>
          </p:nvSpPr>
          <p:spPr>
            <a:xfrm>
              <a:off x="3181016" y="1986570"/>
              <a:ext cx="2269750" cy="3312453"/>
            </a:xfrm>
            <a:custGeom>
              <a:avLst/>
              <a:pathLst>
                <a:path w="2269750" h="3312453">
                  <a:moveTo>
                    <a:pt x="0" y="0"/>
                  </a:moveTo>
                  <a:lnTo>
                    <a:pt x="2269750" y="3312453"/>
                  </a:lnTo>
                </a:path>
              </a:pathLst>
            </a:custGeom>
            <a:ln w="18768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" name="pl68"/>
            <p:cNvSpPr/>
            <p:nvPr/>
          </p:nvSpPr>
          <p:spPr>
            <a:xfrm>
              <a:off x="3223774" y="1944103"/>
              <a:ext cx="3367447" cy="2341452"/>
            </a:xfrm>
            <a:custGeom>
              <a:avLst/>
              <a:pathLst>
                <a:path w="3367447" h="2341452">
                  <a:moveTo>
                    <a:pt x="0" y="0"/>
                  </a:moveTo>
                  <a:lnTo>
                    <a:pt x="3367447" y="2341452"/>
                  </a:lnTo>
                </a:path>
              </a:pathLst>
            </a:custGeom>
            <a:ln w="27191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" name="pl69"/>
            <p:cNvSpPr/>
            <p:nvPr/>
          </p:nvSpPr>
          <p:spPr>
            <a:xfrm>
              <a:off x="3196922" y="1974199"/>
              <a:ext cx="2713719" cy="3085653"/>
            </a:xfrm>
            <a:custGeom>
              <a:avLst/>
              <a:pathLst>
                <a:path w="2713719" h="3085653">
                  <a:moveTo>
                    <a:pt x="0" y="0"/>
                  </a:moveTo>
                  <a:lnTo>
                    <a:pt x="2713719" y="3085653"/>
                  </a:lnTo>
                </a:path>
              </a:pathLst>
            </a:custGeom>
            <a:ln w="28721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" name="pl70"/>
            <p:cNvSpPr/>
            <p:nvPr/>
          </p:nvSpPr>
          <p:spPr>
            <a:xfrm>
              <a:off x="3242684" y="4886107"/>
              <a:ext cx="1624699" cy="620692"/>
            </a:xfrm>
            <a:custGeom>
              <a:avLst/>
              <a:pathLst>
                <a:path w="1624699" h="620692">
                  <a:moveTo>
                    <a:pt x="0" y="0"/>
                  </a:moveTo>
                  <a:lnTo>
                    <a:pt x="1624699" y="620692"/>
                  </a:lnTo>
                </a:path>
              </a:pathLst>
            </a:custGeom>
            <a:ln w="25934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" name="pl71"/>
            <p:cNvSpPr/>
            <p:nvPr/>
          </p:nvSpPr>
          <p:spPr>
            <a:xfrm>
              <a:off x="3248766" y="4866731"/>
              <a:ext cx="2134250" cy="529909"/>
            </a:xfrm>
            <a:custGeom>
              <a:avLst/>
              <a:pathLst>
                <a:path w="2134250" h="529909">
                  <a:moveTo>
                    <a:pt x="0" y="0"/>
                  </a:moveTo>
                  <a:lnTo>
                    <a:pt x="2134250" y="529909"/>
                  </a:lnTo>
                </a:path>
              </a:pathLst>
            </a:custGeom>
            <a:ln w="38100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" name="pl72"/>
            <p:cNvSpPr/>
            <p:nvPr/>
          </p:nvSpPr>
          <p:spPr>
            <a:xfrm>
              <a:off x="3252455" y="4401284"/>
              <a:ext cx="3310085" cy="404869"/>
            </a:xfrm>
            <a:custGeom>
              <a:avLst/>
              <a:pathLst>
                <a:path w="3310085" h="404869">
                  <a:moveTo>
                    <a:pt x="0" y="404869"/>
                  </a:moveTo>
                  <a:lnTo>
                    <a:pt x="3310085" y="0"/>
                  </a:lnTo>
                </a:path>
              </a:pathLst>
            </a:custGeom>
            <a:ln w="38100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" name="pl73"/>
            <p:cNvSpPr/>
            <p:nvPr/>
          </p:nvSpPr>
          <p:spPr>
            <a:xfrm>
              <a:off x="3252455" y="4846744"/>
              <a:ext cx="2602652" cy="318340"/>
            </a:xfrm>
            <a:custGeom>
              <a:avLst/>
              <a:pathLst>
                <a:path w="2602652" h="318340">
                  <a:moveTo>
                    <a:pt x="0" y="0"/>
                  </a:moveTo>
                  <a:lnTo>
                    <a:pt x="2602652" y="318340"/>
                  </a:lnTo>
                </a:path>
              </a:pathLst>
            </a:custGeom>
            <a:ln w="38100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" name="pl74"/>
            <p:cNvSpPr/>
            <p:nvPr/>
          </p:nvSpPr>
          <p:spPr>
            <a:xfrm>
              <a:off x="3253692" y="4826449"/>
              <a:ext cx="3002375" cy="0"/>
            </a:xfrm>
            <a:custGeom>
              <a:avLst/>
              <a:pathLst>
                <a:path w="3002375" h="0">
                  <a:moveTo>
                    <a:pt x="0" y="0"/>
                  </a:moveTo>
                  <a:lnTo>
                    <a:pt x="3002375" y="0"/>
                  </a:lnTo>
                </a:path>
              </a:pathLst>
            </a:custGeom>
            <a:ln w="17801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" name="pl75"/>
            <p:cNvSpPr/>
            <p:nvPr/>
          </p:nvSpPr>
          <p:spPr>
            <a:xfrm>
              <a:off x="5669981" y="4492295"/>
              <a:ext cx="933767" cy="833321"/>
            </a:xfrm>
            <a:custGeom>
              <a:avLst/>
              <a:pathLst>
                <a:path w="933767" h="833321">
                  <a:moveTo>
                    <a:pt x="0" y="833321"/>
                  </a:moveTo>
                  <a:lnTo>
                    <a:pt x="933767" y="0"/>
                  </a:lnTo>
                </a:path>
              </a:pathLst>
            </a:custGeom>
            <a:ln w="17176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" name="pl76"/>
            <p:cNvSpPr/>
            <p:nvPr/>
          </p:nvSpPr>
          <p:spPr>
            <a:xfrm>
              <a:off x="5693042" y="5263513"/>
              <a:ext cx="180211" cy="95277"/>
            </a:xfrm>
            <a:custGeom>
              <a:avLst/>
              <a:pathLst>
                <a:path w="180211" h="95277">
                  <a:moveTo>
                    <a:pt x="0" y="95277"/>
                  </a:moveTo>
                  <a:lnTo>
                    <a:pt x="180211" y="0"/>
                  </a:lnTo>
                </a:path>
              </a:pathLst>
            </a:custGeom>
            <a:ln w="34003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" name="pl77"/>
            <p:cNvSpPr/>
            <p:nvPr/>
          </p:nvSpPr>
          <p:spPr>
            <a:xfrm>
              <a:off x="5682508" y="4921881"/>
              <a:ext cx="603476" cy="419609"/>
            </a:xfrm>
            <a:custGeom>
              <a:avLst/>
              <a:pathLst>
                <a:path w="603476" h="419609">
                  <a:moveTo>
                    <a:pt x="0" y="419609"/>
                  </a:moveTo>
                  <a:lnTo>
                    <a:pt x="603476" y="0"/>
                  </a:lnTo>
                </a:path>
              </a:pathLst>
            </a:custGeom>
            <a:ln w="38100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" name="pl78"/>
            <p:cNvSpPr/>
            <p:nvPr/>
          </p:nvSpPr>
          <p:spPr>
            <a:xfrm>
              <a:off x="6787372" y="4031335"/>
              <a:ext cx="72739" cy="193206"/>
            </a:xfrm>
            <a:custGeom>
              <a:avLst/>
              <a:pathLst>
                <a:path w="72739" h="193206">
                  <a:moveTo>
                    <a:pt x="0" y="193206"/>
                  </a:moveTo>
                  <a:lnTo>
                    <a:pt x="72739" y="0"/>
                  </a:lnTo>
                </a:path>
              </a:pathLst>
            </a:custGeom>
            <a:ln w="17801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" name="pl79"/>
            <p:cNvSpPr/>
            <p:nvPr/>
          </p:nvSpPr>
          <p:spPr>
            <a:xfrm>
              <a:off x="6131436" y="4506517"/>
              <a:ext cx="486638" cy="553335"/>
            </a:xfrm>
            <a:custGeom>
              <a:avLst/>
              <a:pathLst>
                <a:path w="486638" h="553335">
                  <a:moveTo>
                    <a:pt x="0" y="553335"/>
                  </a:moveTo>
                  <a:lnTo>
                    <a:pt x="486638" y="0"/>
                  </a:lnTo>
                </a:path>
              </a:pathLst>
            </a:custGeom>
            <a:ln w="17176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" name="pl80"/>
            <p:cNvSpPr/>
            <p:nvPr/>
          </p:nvSpPr>
          <p:spPr>
            <a:xfrm>
              <a:off x="6517726" y="4518888"/>
              <a:ext cx="116254" cy="169660"/>
            </a:xfrm>
            <a:custGeom>
              <a:avLst/>
              <a:pathLst>
                <a:path w="116254" h="169660">
                  <a:moveTo>
                    <a:pt x="0" y="169660"/>
                  </a:moveTo>
                  <a:lnTo>
                    <a:pt x="116254" y="0"/>
                  </a:lnTo>
                </a:path>
              </a:pathLst>
            </a:custGeom>
            <a:ln w="38100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" name="pl81"/>
            <p:cNvSpPr/>
            <p:nvPr/>
          </p:nvSpPr>
          <p:spPr>
            <a:xfrm>
              <a:off x="6500476" y="4023140"/>
              <a:ext cx="341293" cy="655056"/>
            </a:xfrm>
            <a:custGeom>
              <a:avLst/>
              <a:pathLst>
                <a:path w="341293" h="655056">
                  <a:moveTo>
                    <a:pt x="0" y="655056"/>
                  </a:moveTo>
                  <a:lnTo>
                    <a:pt x="341293" y="0"/>
                  </a:lnTo>
                </a:path>
              </a:pathLst>
            </a:custGeom>
            <a:ln w="38100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" name="pl82"/>
            <p:cNvSpPr/>
            <p:nvPr/>
          </p:nvSpPr>
          <p:spPr>
            <a:xfrm>
              <a:off x="4131668" y="1238196"/>
              <a:ext cx="1246422" cy="0"/>
            </a:xfrm>
            <a:custGeom>
              <a:avLst/>
              <a:pathLst>
                <a:path w="1246422" h="0">
                  <a:moveTo>
                    <a:pt x="1246422" y="0"/>
                  </a:moveTo>
                  <a:lnTo>
                    <a:pt x="0" y="0"/>
                  </a:lnTo>
                </a:path>
              </a:pathLst>
            </a:custGeom>
            <a:ln w="34003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" name="pl83"/>
            <p:cNvSpPr/>
            <p:nvPr/>
          </p:nvSpPr>
          <p:spPr>
            <a:xfrm>
              <a:off x="2738532" y="1316329"/>
              <a:ext cx="2658941" cy="1405769"/>
            </a:xfrm>
            <a:custGeom>
              <a:avLst/>
              <a:pathLst>
                <a:path w="2658941" h="1405769">
                  <a:moveTo>
                    <a:pt x="2658941" y="0"/>
                  </a:moveTo>
                  <a:lnTo>
                    <a:pt x="0" y="1405769"/>
                  </a:lnTo>
                </a:path>
              </a:pathLst>
            </a:custGeom>
            <a:ln w="38100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" name="pl84"/>
            <p:cNvSpPr/>
            <p:nvPr/>
          </p:nvSpPr>
          <p:spPr>
            <a:xfrm>
              <a:off x="2663230" y="1333628"/>
              <a:ext cx="2744777" cy="1908498"/>
            </a:xfrm>
            <a:custGeom>
              <a:avLst/>
              <a:pathLst>
                <a:path w="2744777" h="1908498">
                  <a:moveTo>
                    <a:pt x="2744777" y="0"/>
                  </a:moveTo>
                  <a:lnTo>
                    <a:pt x="0" y="1908498"/>
                  </a:lnTo>
                </a:path>
              </a:pathLst>
            </a:custGeom>
            <a:ln w="17801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" name="pl85"/>
            <p:cNvSpPr/>
            <p:nvPr/>
          </p:nvSpPr>
          <p:spPr>
            <a:xfrm>
              <a:off x="5043549" y="1404162"/>
              <a:ext cx="481704" cy="3996330"/>
            </a:xfrm>
            <a:custGeom>
              <a:avLst/>
              <a:pathLst>
                <a:path w="481704" h="3996330">
                  <a:moveTo>
                    <a:pt x="481704" y="0"/>
                  </a:moveTo>
                  <a:lnTo>
                    <a:pt x="0" y="3996330"/>
                  </a:lnTo>
                </a:path>
              </a:pathLst>
            </a:custGeom>
            <a:ln w="17176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" name="pl86"/>
            <p:cNvSpPr/>
            <p:nvPr/>
          </p:nvSpPr>
          <p:spPr>
            <a:xfrm>
              <a:off x="2715471" y="1349502"/>
              <a:ext cx="2705064" cy="2414078"/>
            </a:xfrm>
            <a:custGeom>
              <a:avLst/>
              <a:pathLst>
                <a:path w="2705064" h="2414078">
                  <a:moveTo>
                    <a:pt x="2705064" y="0"/>
                  </a:moveTo>
                  <a:lnTo>
                    <a:pt x="0" y="2414078"/>
                  </a:lnTo>
                </a:path>
              </a:pathLst>
            </a:custGeom>
            <a:ln w="38100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" name="pl87"/>
            <p:cNvSpPr/>
            <p:nvPr/>
          </p:nvSpPr>
          <p:spPr>
            <a:xfrm>
              <a:off x="2891685" y="1363724"/>
              <a:ext cx="2543175" cy="2891736"/>
            </a:xfrm>
            <a:custGeom>
              <a:avLst/>
              <a:pathLst>
                <a:path w="2543175" h="2891736">
                  <a:moveTo>
                    <a:pt x="2543175" y="0"/>
                  </a:moveTo>
                  <a:lnTo>
                    <a:pt x="0" y="2891736"/>
                  </a:lnTo>
                </a:path>
              </a:pathLst>
            </a:custGeom>
            <a:ln w="38100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" name="pl88"/>
            <p:cNvSpPr/>
            <p:nvPr/>
          </p:nvSpPr>
          <p:spPr>
            <a:xfrm>
              <a:off x="3181016" y="1376096"/>
              <a:ext cx="2269750" cy="3312453"/>
            </a:xfrm>
            <a:custGeom>
              <a:avLst/>
              <a:pathLst>
                <a:path w="2269750" h="3312453">
                  <a:moveTo>
                    <a:pt x="2269750" y="0"/>
                  </a:moveTo>
                  <a:lnTo>
                    <a:pt x="0" y="3312453"/>
                  </a:lnTo>
                </a:path>
              </a:pathLst>
            </a:custGeom>
            <a:ln w="34003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" name="pl89"/>
            <p:cNvSpPr/>
            <p:nvPr/>
          </p:nvSpPr>
          <p:spPr>
            <a:xfrm>
              <a:off x="5545258" y="1405363"/>
              <a:ext cx="0" cy="3864392"/>
            </a:xfrm>
            <a:custGeom>
              <a:avLst/>
              <a:pathLst>
                <a:path w="0" h="3864392">
                  <a:moveTo>
                    <a:pt x="0" y="0"/>
                  </a:moveTo>
                  <a:lnTo>
                    <a:pt x="0" y="3864392"/>
                  </a:lnTo>
                </a:path>
              </a:pathLst>
            </a:custGeom>
            <a:ln w="2939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" name="pl90"/>
            <p:cNvSpPr/>
            <p:nvPr/>
          </p:nvSpPr>
          <p:spPr>
            <a:xfrm>
              <a:off x="5604158" y="1394643"/>
              <a:ext cx="1065413" cy="2829898"/>
            </a:xfrm>
            <a:custGeom>
              <a:avLst/>
              <a:pathLst>
                <a:path w="1065413" h="2829898">
                  <a:moveTo>
                    <a:pt x="0" y="0"/>
                  </a:moveTo>
                  <a:lnTo>
                    <a:pt x="1065413" y="2829898"/>
                  </a:lnTo>
                </a:path>
              </a:pathLst>
            </a:custGeom>
            <a:ln w="31749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" name="pl91"/>
            <p:cNvSpPr/>
            <p:nvPr/>
          </p:nvSpPr>
          <p:spPr>
            <a:xfrm>
              <a:off x="5565263" y="1404162"/>
              <a:ext cx="435770" cy="3615252"/>
            </a:xfrm>
            <a:custGeom>
              <a:avLst/>
              <a:pathLst>
                <a:path w="435770" h="3615252">
                  <a:moveTo>
                    <a:pt x="0" y="0"/>
                  </a:moveTo>
                  <a:lnTo>
                    <a:pt x="435770" y="3615252"/>
                  </a:lnTo>
                </a:path>
              </a:pathLst>
            </a:custGeom>
            <a:ln w="29406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" name="pl92"/>
            <p:cNvSpPr/>
            <p:nvPr/>
          </p:nvSpPr>
          <p:spPr>
            <a:xfrm>
              <a:off x="5584989" y="1400573"/>
              <a:ext cx="798515" cy="3263498"/>
            </a:xfrm>
            <a:custGeom>
              <a:avLst/>
              <a:pathLst>
                <a:path w="798515" h="3263498">
                  <a:moveTo>
                    <a:pt x="0" y="0"/>
                  </a:moveTo>
                  <a:lnTo>
                    <a:pt x="798515" y="3263498"/>
                  </a:lnTo>
                </a:path>
              </a:pathLst>
            </a:custGeom>
            <a:ln w="27191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" name="pl93"/>
            <p:cNvSpPr/>
            <p:nvPr/>
          </p:nvSpPr>
          <p:spPr>
            <a:xfrm>
              <a:off x="5622499" y="1386448"/>
              <a:ext cx="1219270" cy="2340187"/>
            </a:xfrm>
            <a:custGeom>
              <a:avLst/>
              <a:pathLst>
                <a:path w="1219270" h="2340187">
                  <a:moveTo>
                    <a:pt x="0" y="0"/>
                  </a:moveTo>
                  <a:lnTo>
                    <a:pt x="1219270" y="2340187"/>
                  </a:lnTo>
                </a:path>
              </a:pathLst>
            </a:custGeom>
            <a:ln w="34003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" name="pg94"/>
            <p:cNvSpPr/>
            <p:nvPr/>
          </p:nvSpPr>
          <p:spPr>
            <a:xfrm>
              <a:off x="6929765" y="3170392"/>
              <a:ext cx="54014" cy="167167"/>
            </a:xfrm>
            <a:custGeom>
              <a:avLst/>
              <a:pathLst>
                <a:path w="54014" h="167167">
                  <a:moveTo>
                    <a:pt x="54014" y="0"/>
                  </a:moveTo>
                  <a:lnTo>
                    <a:pt x="47904" y="111"/>
                  </a:lnTo>
                  <a:lnTo>
                    <a:pt x="41802" y="446"/>
                  </a:lnTo>
                  <a:lnTo>
                    <a:pt x="35717" y="1004"/>
                  </a:lnTo>
                  <a:lnTo>
                    <a:pt x="29656" y="1784"/>
                  </a:lnTo>
                  <a:lnTo>
                    <a:pt x="23627" y="2784"/>
                  </a:lnTo>
                  <a:lnTo>
                    <a:pt x="17640" y="4005"/>
                  </a:lnTo>
                  <a:lnTo>
                    <a:pt x="11700" y="5443"/>
                  </a:lnTo>
                  <a:lnTo>
                    <a:pt x="5818" y="7098"/>
                  </a:lnTo>
                  <a:lnTo>
                    <a:pt x="0" y="8966"/>
                  </a:lnTo>
                  <a:lnTo>
                    <a:pt x="54014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" name="pg95"/>
            <p:cNvSpPr/>
            <p:nvPr/>
          </p:nvSpPr>
          <p:spPr>
            <a:xfrm>
              <a:off x="6929765" y="3179359"/>
              <a:ext cx="54014" cy="158200"/>
            </a:xfrm>
            <a:custGeom>
              <a:avLst/>
              <a:pathLst>
                <a:path w="54014" h="158200">
                  <a:moveTo>
                    <a:pt x="0" y="0"/>
                  </a:moveTo>
                  <a:lnTo>
                    <a:pt x="54014" y="158200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" name="pg96"/>
            <p:cNvSpPr/>
            <p:nvPr/>
          </p:nvSpPr>
          <p:spPr>
            <a:xfrm>
              <a:off x="6929765" y="3179359"/>
              <a:ext cx="54014" cy="158200"/>
            </a:xfrm>
            <a:custGeom>
              <a:avLst/>
              <a:pathLst>
                <a:path w="54014" h="158200">
                  <a:moveTo>
                    <a:pt x="0" y="0"/>
                  </a:moveTo>
                  <a:lnTo>
                    <a:pt x="54014" y="158200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" name="pg97"/>
            <p:cNvSpPr/>
            <p:nvPr/>
          </p:nvSpPr>
          <p:spPr>
            <a:xfrm>
              <a:off x="6929765" y="3179359"/>
              <a:ext cx="54014" cy="158200"/>
            </a:xfrm>
            <a:custGeom>
              <a:avLst/>
              <a:pathLst>
                <a:path w="54014" h="158200">
                  <a:moveTo>
                    <a:pt x="0" y="0"/>
                  </a:moveTo>
                  <a:lnTo>
                    <a:pt x="54014" y="158200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" name="pg98"/>
            <p:cNvSpPr/>
            <p:nvPr/>
          </p:nvSpPr>
          <p:spPr>
            <a:xfrm>
              <a:off x="6929765" y="3179359"/>
              <a:ext cx="54014" cy="158200"/>
            </a:xfrm>
            <a:custGeom>
              <a:avLst/>
              <a:pathLst>
                <a:path w="54014" h="158200">
                  <a:moveTo>
                    <a:pt x="0" y="0"/>
                  </a:moveTo>
                  <a:lnTo>
                    <a:pt x="54014" y="15820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" name="pg99"/>
            <p:cNvSpPr/>
            <p:nvPr/>
          </p:nvSpPr>
          <p:spPr>
            <a:xfrm>
              <a:off x="6929765" y="3179359"/>
              <a:ext cx="54014" cy="158200"/>
            </a:xfrm>
            <a:custGeom>
              <a:avLst/>
              <a:pathLst>
                <a:path w="54014" h="158200">
                  <a:moveTo>
                    <a:pt x="0" y="0"/>
                  </a:moveTo>
                  <a:lnTo>
                    <a:pt x="54014" y="15820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" name="pg100"/>
            <p:cNvSpPr/>
            <p:nvPr/>
          </p:nvSpPr>
          <p:spPr>
            <a:xfrm>
              <a:off x="6929765" y="3179359"/>
              <a:ext cx="54014" cy="158200"/>
            </a:xfrm>
            <a:custGeom>
              <a:avLst/>
              <a:pathLst>
                <a:path w="54014" h="158200">
                  <a:moveTo>
                    <a:pt x="0" y="0"/>
                  </a:moveTo>
                  <a:lnTo>
                    <a:pt x="54014" y="15820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" name="pg101"/>
            <p:cNvSpPr/>
            <p:nvPr/>
          </p:nvSpPr>
          <p:spPr>
            <a:xfrm>
              <a:off x="6929765" y="3179359"/>
              <a:ext cx="54014" cy="158200"/>
            </a:xfrm>
            <a:custGeom>
              <a:avLst/>
              <a:pathLst>
                <a:path w="54014" h="158200">
                  <a:moveTo>
                    <a:pt x="0" y="0"/>
                  </a:moveTo>
                  <a:lnTo>
                    <a:pt x="54014" y="15820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" name="pg102"/>
            <p:cNvSpPr/>
            <p:nvPr/>
          </p:nvSpPr>
          <p:spPr>
            <a:xfrm>
              <a:off x="6929765" y="3179359"/>
              <a:ext cx="54014" cy="158200"/>
            </a:xfrm>
            <a:custGeom>
              <a:avLst/>
              <a:pathLst>
                <a:path w="54014" h="158200">
                  <a:moveTo>
                    <a:pt x="0" y="0"/>
                  </a:moveTo>
                  <a:lnTo>
                    <a:pt x="54014" y="15820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" name="pg103"/>
            <p:cNvSpPr/>
            <p:nvPr/>
          </p:nvSpPr>
          <p:spPr>
            <a:xfrm>
              <a:off x="6929765" y="3179359"/>
              <a:ext cx="54014" cy="158200"/>
            </a:xfrm>
            <a:custGeom>
              <a:avLst/>
              <a:pathLst>
                <a:path w="54014" h="158200">
                  <a:moveTo>
                    <a:pt x="0" y="0"/>
                  </a:moveTo>
                  <a:lnTo>
                    <a:pt x="54014" y="15820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" name="pg104"/>
            <p:cNvSpPr/>
            <p:nvPr/>
          </p:nvSpPr>
          <p:spPr>
            <a:xfrm>
              <a:off x="6929765" y="3179359"/>
              <a:ext cx="54014" cy="158200"/>
            </a:xfrm>
            <a:custGeom>
              <a:avLst/>
              <a:pathLst>
                <a:path w="54014" h="158200">
                  <a:moveTo>
                    <a:pt x="0" y="0"/>
                  </a:moveTo>
                  <a:lnTo>
                    <a:pt x="54014" y="15820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" name="pg105"/>
            <p:cNvSpPr/>
            <p:nvPr/>
          </p:nvSpPr>
          <p:spPr>
            <a:xfrm>
              <a:off x="6929765" y="3179359"/>
              <a:ext cx="54014" cy="158200"/>
            </a:xfrm>
            <a:custGeom>
              <a:avLst/>
              <a:pathLst>
                <a:path w="54014" h="158200">
                  <a:moveTo>
                    <a:pt x="0" y="0"/>
                  </a:moveTo>
                  <a:lnTo>
                    <a:pt x="54014" y="15820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" name="pg106"/>
            <p:cNvSpPr/>
            <p:nvPr/>
          </p:nvSpPr>
          <p:spPr>
            <a:xfrm>
              <a:off x="6929765" y="3179359"/>
              <a:ext cx="54014" cy="158200"/>
            </a:xfrm>
            <a:custGeom>
              <a:avLst/>
              <a:pathLst>
                <a:path w="54014" h="158200">
                  <a:moveTo>
                    <a:pt x="0" y="0"/>
                  </a:moveTo>
                  <a:lnTo>
                    <a:pt x="54014" y="15820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" name="pg107"/>
            <p:cNvSpPr/>
            <p:nvPr/>
          </p:nvSpPr>
          <p:spPr>
            <a:xfrm>
              <a:off x="6929765" y="3179359"/>
              <a:ext cx="54014" cy="158200"/>
            </a:xfrm>
            <a:custGeom>
              <a:avLst/>
              <a:pathLst>
                <a:path w="54014" h="158200">
                  <a:moveTo>
                    <a:pt x="0" y="0"/>
                  </a:moveTo>
                  <a:lnTo>
                    <a:pt x="54014" y="15820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" name="pg108"/>
            <p:cNvSpPr/>
            <p:nvPr/>
          </p:nvSpPr>
          <p:spPr>
            <a:xfrm>
              <a:off x="6929765" y="3179359"/>
              <a:ext cx="54014" cy="158200"/>
            </a:xfrm>
            <a:custGeom>
              <a:avLst/>
              <a:pathLst>
                <a:path w="54014" h="158200">
                  <a:moveTo>
                    <a:pt x="0" y="0"/>
                  </a:moveTo>
                  <a:lnTo>
                    <a:pt x="54014" y="15820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" name="pg109"/>
            <p:cNvSpPr/>
            <p:nvPr/>
          </p:nvSpPr>
          <p:spPr>
            <a:xfrm>
              <a:off x="6929765" y="3179359"/>
              <a:ext cx="54014" cy="158200"/>
            </a:xfrm>
            <a:custGeom>
              <a:avLst/>
              <a:pathLst>
                <a:path w="54014" h="158200">
                  <a:moveTo>
                    <a:pt x="0" y="0"/>
                  </a:moveTo>
                  <a:lnTo>
                    <a:pt x="54014" y="15820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" name="pg110"/>
            <p:cNvSpPr/>
            <p:nvPr/>
          </p:nvSpPr>
          <p:spPr>
            <a:xfrm>
              <a:off x="6929765" y="3179359"/>
              <a:ext cx="54014" cy="158200"/>
            </a:xfrm>
            <a:custGeom>
              <a:avLst/>
              <a:pathLst>
                <a:path w="54014" h="158200">
                  <a:moveTo>
                    <a:pt x="0" y="0"/>
                  </a:moveTo>
                  <a:lnTo>
                    <a:pt x="54014" y="15820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" name="pg111"/>
            <p:cNvSpPr/>
            <p:nvPr/>
          </p:nvSpPr>
          <p:spPr>
            <a:xfrm>
              <a:off x="6929765" y="3179359"/>
              <a:ext cx="54014" cy="158200"/>
            </a:xfrm>
            <a:custGeom>
              <a:avLst/>
              <a:pathLst>
                <a:path w="54014" h="158200">
                  <a:moveTo>
                    <a:pt x="0" y="0"/>
                  </a:moveTo>
                  <a:lnTo>
                    <a:pt x="54014" y="15820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" name="pg112"/>
            <p:cNvSpPr/>
            <p:nvPr/>
          </p:nvSpPr>
          <p:spPr>
            <a:xfrm>
              <a:off x="6929765" y="3179359"/>
              <a:ext cx="54014" cy="158200"/>
            </a:xfrm>
            <a:custGeom>
              <a:avLst/>
              <a:pathLst>
                <a:path w="54014" h="158200">
                  <a:moveTo>
                    <a:pt x="0" y="0"/>
                  </a:moveTo>
                  <a:lnTo>
                    <a:pt x="54014" y="15820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" name="pg113"/>
            <p:cNvSpPr/>
            <p:nvPr/>
          </p:nvSpPr>
          <p:spPr>
            <a:xfrm>
              <a:off x="6929765" y="3179359"/>
              <a:ext cx="54014" cy="158200"/>
            </a:xfrm>
            <a:custGeom>
              <a:avLst/>
              <a:pathLst>
                <a:path w="54014" h="158200">
                  <a:moveTo>
                    <a:pt x="0" y="0"/>
                  </a:moveTo>
                  <a:lnTo>
                    <a:pt x="54014" y="15820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" name="pg114"/>
            <p:cNvSpPr/>
            <p:nvPr/>
          </p:nvSpPr>
          <p:spPr>
            <a:xfrm>
              <a:off x="6929765" y="3179359"/>
              <a:ext cx="54014" cy="158200"/>
            </a:xfrm>
            <a:custGeom>
              <a:avLst/>
              <a:pathLst>
                <a:path w="54014" h="158200">
                  <a:moveTo>
                    <a:pt x="0" y="0"/>
                  </a:moveTo>
                  <a:lnTo>
                    <a:pt x="54014" y="15820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" name="pg115"/>
            <p:cNvSpPr/>
            <p:nvPr/>
          </p:nvSpPr>
          <p:spPr>
            <a:xfrm>
              <a:off x="6929765" y="3179359"/>
              <a:ext cx="54014" cy="158200"/>
            </a:xfrm>
            <a:custGeom>
              <a:avLst/>
              <a:pathLst>
                <a:path w="54014" h="158200">
                  <a:moveTo>
                    <a:pt x="0" y="0"/>
                  </a:moveTo>
                  <a:lnTo>
                    <a:pt x="54014" y="15820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" name="pg116"/>
            <p:cNvSpPr/>
            <p:nvPr/>
          </p:nvSpPr>
          <p:spPr>
            <a:xfrm>
              <a:off x="6929765" y="3179359"/>
              <a:ext cx="54014" cy="158200"/>
            </a:xfrm>
            <a:custGeom>
              <a:avLst/>
              <a:pathLst>
                <a:path w="54014" h="158200">
                  <a:moveTo>
                    <a:pt x="0" y="0"/>
                  </a:moveTo>
                  <a:lnTo>
                    <a:pt x="54014" y="15820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" name="pg117"/>
            <p:cNvSpPr/>
            <p:nvPr/>
          </p:nvSpPr>
          <p:spPr>
            <a:xfrm>
              <a:off x="6929765" y="3179359"/>
              <a:ext cx="54014" cy="158200"/>
            </a:xfrm>
            <a:custGeom>
              <a:avLst/>
              <a:pathLst>
                <a:path w="54014" h="158200">
                  <a:moveTo>
                    <a:pt x="0" y="0"/>
                  </a:moveTo>
                  <a:lnTo>
                    <a:pt x="54014" y="15820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" name="pg118"/>
            <p:cNvSpPr/>
            <p:nvPr/>
          </p:nvSpPr>
          <p:spPr>
            <a:xfrm>
              <a:off x="6929765" y="3179359"/>
              <a:ext cx="54014" cy="158200"/>
            </a:xfrm>
            <a:custGeom>
              <a:avLst/>
              <a:pathLst>
                <a:path w="54014" h="158200">
                  <a:moveTo>
                    <a:pt x="0" y="0"/>
                  </a:moveTo>
                  <a:lnTo>
                    <a:pt x="54014" y="15820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" name="pg119"/>
            <p:cNvSpPr/>
            <p:nvPr/>
          </p:nvSpPr>
          <p:spPr>
            <a:xfrm>
              <a:off x="6929765" y="3179359"/>
              <a:ext cx="54014" cy="158200"/>
            </a:xfrm>
            <a:custGeom>
              <a:avLst/>
              <a:pathLst>
                <a:path w="54014" h="158200">
                  <a:moveTo>
                    <a:pt x="0" y="0"/>
                  </a:moveTo>
                  <a:lnTo>
                    <a:pt x="54014" y="15820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" name="pg120"/>
            <p:cNvSpPr/>
            <p:nvPr/>
          </p:nvSpPr>
          <p:spPr>
            <a:xfrm>
              <a:off x="6816614" y="3171072"/>
              <a:ext cx="334325" cy="333649"/>
            </a:xfrm>
            <a:custGeom>
              <a:avLst/>
              <a:pathLst>
                <a:path w="334325" h="333649">
                  <a:moveTo>
                    <a:pt x="113150" y="8287"/>
                  </a:moveTo>
                  <a:lnTo>
                    <a:pt x="108164" y="10078"/>
                  </a:lnTo>
                  <a:lnTo>
                    <a:pt x="103236" y="12026"/>
                  </a:lnTo>
                  <a:lnTo>
                    <a:pt x="98373" y="14130"/>
                  </a:lnTo>
                  <a:lnTo>
                    <a:pt x="93579" y="16386"/>
                  </a:lnTo>
                  <a:lnTo>
                    <a:pt x="88859" y="18794"/>
                  </a:lnTo>
                  <a:lnTo>
                    <a:pt x="84218" y="21350"/>
                  </a:lnTo>
                  <a:lnTo>
                    <a:pt x="79660" y="24051"/>
                  </a:lnTo>
                  <a:lnTo>
                    <a:pt x="75190" y="26896"/>
                  </a:lnTo>
                  <a:lnTo>
                    <a:pt x="70812" y="29881"/>
                  </a:lnTo>
                  <a:lnTo>
                    <a:pt x="66532" y="33003"/>
                  </a:lnTo>
                  <a:lnTo>
                    <a:pt x="62352" y="36259"/>
                  </a:lnTo>
                  <a:lnTo>
                    <a:pt x="58277" y="39646"/>
                  </a:lnTo>
                  <a:lnTo>
                    <a:pt x="54312" y="43161"/>
                  </a:lnTo>
                  <a:lnTo>
                    <a:pt x="50460" y="46799"/>
                  </a:lnTo>
                  <a:lnTo>
                    <a:pt x="46726" y="50558"/>
                  </a:lnTo>
                  <a:lnTo>
                    <a:pt x="43112" y="54433"/>
                  </a:lnTo>
                  <a:lnTo>
                    <a:pt x="39624" y="58421"/>
                  </a:lnTo>
                  <a:lnTo>
                    <a:pt x="36263" y="62517"/>
                  </a:lnTo>
                  <a:lnTo>
                    <a:pt x="33034" y="66718"/>
                  </a:lnTo>
                  <a:lnTo>
                    <a:pt x="29939" y="71019"/>
                  </a:lnTo>
                  <a:lnTo>
                    <a:pt x="26982" y="75416"/>
                  </a:lnTo>
                  <a:lnTo>
                    <a:pt x="24167" y="79904"/>
                  </a:lnTo>
                  <a:lnTo>
                    <a:pt x="21495" y="84479"/>
                  </a:lnTo>
                  <a:lnTo>
                    <a:pt x="18969" y="89137"/>
                  </a:lnTo>
                  <a:lnTo>
                    <a:pt x="16592" y="93873"/>
                  </a:lnTo>
                  <a:lnTo>
                    <a:pt x="14366" y="98681"/>
                  </a:lnTo>
                  <a:lnTo>
                    <a:pt x="12294" y="103557"/>
                  </a:lnTo>
                  <a:lnTo>
                    <a:pt x="10377" y="108497"/>
                  </a:lnTo>
                  <a:lnTo>
                    <a:pt x="8618" y="113495"/>
                  </a:lnTo>
                  <a:lnTo>
                    <a:pt x="7019" y="118546"/>
                  </a:lnTo>
                  <a:lnTo>
                    <a:pt x="5580" y="123646"/>
                  </a:lnTo>
                  <a:lnTo>
                    <a:pt x="4303" y="128788"/>
                  </a:lnTo>
                  <a:lnTo>
                    <a:pt x="3190" y="133968"/>
                  </a:lnTo>
                  <a:lnTo>
                    <a:pt x="2242" y="139181"/>
                  </a:lnTo>
                  <a:lnTo>
                    <a:pt x="1460" y="144422"/>
                  </a:lnTo>
                  <a:lnTo>
                    <a:pt x="843" y="149684"/>
                  </a:lnTo>
                  <a:lnTo>
                    <a:pt x="395" y="154964"/>
                  </a:lnTo>
                  <a:lnTo>
                    <a:pt x="113" y="160255"/>
                  </a:lnTo>
                  <a:lnTo>
                    <a:pt x="0" y="165552"/>
                  </a:lnTo>
                  <a:lnTo>
                    <a:pt x="54" y="170850"/>
                  </a:lnTo>
                  <a:lnTo>
                    <a:pt x="276" y="176144"/>
                  </a:lnTo>
                  <a:lnTo>
                    <a:pt x="666" y="181428"/>
                  </a:lnTo>
                  <a:lnTo>
                    <a:pt x="1223" y="186697"/>
                  </a:lnTo>
                  <a:lnTo>
                    <a:pt x="1947" y="191946"/>
                  </a:lnTo>
                  <a:lnTo>
                    <a:pt x="2837" y="197169"/>
                  </a:lnTo>
                  <a:lnTo>
                    <a:pt x="3892" y="202362"/>
                  </a:lnTo>
                  <a:lnTo>
                    <a:pt x="5111" y="207518"/>
                  </a:lnTo>
                  <a:lnTo>
                    <a:pt x="6492" y="212633"/>
                  </a:lnTo>
                  <a:lnTo>
                    <a:pt x="8036" y="217702"/>
                  </a:lnTo>
                  <a:lnTo>
                    <a:pt x="9739" y="222719"/>
                  </a:lnTo>
                  <a:lnTo>
                    <a:pt x="11600" y="227680"/>
                  </a:lnTo>
                  <a:lnTo>
                    <a:pt x="13617" y="232580"/>
                  </a:lnTo>
                  <a:lnTo>
                    <a:pt x="15789" y="237413"/>
                  </a:lnTo>
                  <a:lnTo>
                    <a:pt x="18113" y="242174"/>
                  </a:lnTo>
                  <a:lnTo>
                    <a:pt x="20586" y="246860"/>
                  </a:lnTo>
                  <a:lnTo>
                    <a:pt x="23207" y="251465"/>
                  </a:lnTo>
                  <a:lnTo>
                    <a:pt x="25972" y="255985"/>
                  </a:lnTo>
                  <a:lnTo>
                    <a:pt x="28880" y="260414"/>
                  </a:lnTo>
                  <a:lnTo>
                    <a:pt x="31926" y="264750"/>
                  </a:lnTo>
                  <a:lnTo>
                    <a:pt x="35108" y="268986"/>
                  </a:lnTo>
                  <a:lnTo>
                    <a:pt x="38423" y="273120"/>
                  </a:lnTo>
                  <a:lnTo>
                    <a:pt x="41867" y="277146"/>
                  </a:lnTo>
                  <a:lnTo>
                    <a:pt x="45437" y="281062"/>
                  </a:lnTo>
                  <a:lnTo>
                    <a:pt x="49129" y="284862"/>
                  </a:lnTo>
                  <a:lnTo>
                    <a:pt x="52940" y="288543"/>
                  </a:lnTo>
                  <a:lnTo>
                    <a:pt x="56865" y="292102"/>
                  </a:lnTo>
                  <a:lnTo>
                    <a:pt x="60901" y="295534"/>
                  </a:lnTo>
                  <a:lnTo>
                    <a:pt x="65045" y="298837"/>
                  </a:lnTo>
                  <a:lnTo>
                    <a:pt x="69290" y="302007"/>
                  </a:lnTo>
                  <a:lnTo>
                    <a:pt x="73634" y="305041"/>
                  </a:lnTo>
                  <a:lnTo>
                    <a:pt x="78072" y="307935"/>
                  </a:lnTo>
                  <a:lnTo>
                    <a:pt x="82600" y="310688"/>
                  </a:lnTo>
                  <a:lnTo>
                    <a:pt x="87212" y="313295"/>
                  </a:lnTo>
                  <a:lnTo>
                    <a:pt x="91905" y="315755"/>
                  </a:lnTo>
                  <a:lnTo>
                    <a:pt x="96673" y="318065"/>
                  </a:lnTo>
                  <a:lnTo>
                    <a:pt x="101512" y="320223"/>
                  </a:lnTo>
                  <a:lnTo>
                    <a:pt x="106418" y="322227"/>
                  </a:lnTo>
                  <a:lnTo>
                    <a:pt x="111384" y="324074"/>
                  </a:lnTo>
                  <a:lnTo>
                    <a:pt x="116406" y="325762"/>
                  </a:lnTo>
                  <a:lnTo>
                    <a:pt x="121479" y="327291"/>
                  </a:lnTo>
                  <a:lnTo>
                    <a:pt x="126598" y="328658"/>
                  </a:lnTo>
                  <a:lnTo>
                    <a:pt x="131758" y="329862"/>
                  </a:lnTo>
                  <a:lnTo>
                    <a:pt x="136954" y="330902"/>
                  </a:lnTo>
                  <a:lnTo>
                    <a:pt x="142179" y="331777"/>
                  </a:lnTo>
                  <a:lnTo>
                    <a:pt x="147430" y="332486"/>
                  </a:lnTo>
                  <a:lnTo>
                    <a:pt x="152701" y="333028"/>
                  </a:lnTo>
                  <a:lnTo>
                    <a:pt x="157986" y="333402"/>
                  </a:lnTo>
                  <a:lnTo>
                    <a:pt x="163281" y="333609"/>
                  </a:lnTo>
                  <a:lnTo>
                    <a:pt x="168579" y="333649"/>
                  </a:lnTo>
                  <a:lnTo>
                    <a:pt x="173876" y="333520"/>
                  </a:lnTo>
                  <a:lnTo>
                    <a:pt x="179166" y="333223"/>
                  </a:lnTo>
                  <a:lnTo>
                    <a:pt x="184444" y="332759"/>
                  </a:lnTo>
                  <a:lnTo>
                    <a:pt x="189705" y="332128"/>
                  </a:lnTo>
                  <a:lnTo>
                    <a:pt x="194943" y="331330"/>
                  </a:lnTo>
                  <a:lnTo>
                    <a:pt x="200153" y="330367"/>
                  </a:lnTo>
                  <a:lnTo>
                    <a:pt x="205330" y="329239"/>
                  </a:lnTo>
                  <a:lnTo>
                    <a:pt x="210469" y="327948"/>
                  </a:lnTo>
                  <a:lnTo>
                    <a:pt x="215564" y="326495"/>
                  </a:lnTo>
                  <a:lnTo>
                    <a:pt x="220611" y="324880"/>
                  </a:lnTo>
                  <a:lnTo>
                    <a:pt x="225604" y="323107"/>
                  </a:lnTo>
                  <a:lnTo>
                    <a:pt x="230538" y="321176"/>
                  </a:lnTo>
                  <a:lnTo>
                    <a:pt x="235409" y="319090"/>
                  </a:lnTo>
                  <a:lnTo>
                    <a:pt x="240210" y="316851"/>
                  </a:lnTo>
                  <a:lnTo>
                    <a:pt x="244939" y="314460"/>
                  </a:lnTo>
                  <a:lnTo>
                    <a:pt x="249590" y="311921"/>
                  </a:lnTo>
                  <a:lnTo>
                    <a:pt x="254157" y="309236"/>
                  </a:lnTo>
                  <a:lnTo>
                    <a:pt x="258637" y="306407"/>
                  </a:lnTo>
                  <a:lnTo>
                    <a:pt x="263026" y="303438"/>
                  </a:lnTo>
                  <a:lnTo>
                    <a:pt x="267318" y="300331"/>
                  </a:lnTo>
                  <a:lnTo>
                    <a:pt x="271509" y="297090"/>
                  </a:lnTo>
                  <a:lnTo>
                    <a:pt x="275596" y="293717"/>
                  </a:lnTo>
                  <a:lnTo>
                    <a:pt x="279574" y="290217"/>
                  </a:lnTo>
                  <a:lnTo>
                    <a:pt x="283438" y="286593"/>
                  </a:lnTo>
                  <a:lnTo>
                    <a:pt x="287186" y="282847"/>
                  </a:lnTo>
                  <a:lnTo>
                    <a:pt x="290814" y="278985"/>
                  </a:lnTo>
                  <a:lnTo>
                    <a:pt x="294317" y="275010"/>
                  </a:lnTo>
                  <a:lnTo>
                    <a:pt x="297692" y="270926"/>
                  </a:lnTo>
                  <a:lnTo>
                    <a:pt x="300936" y="266737"/>
                  </a:lnTo>
                  <a:lnTo>
                    <a:pt x="304046" y="262447"/>
                  </a:lnTo>
                  <a:lnTo>
                    <a:pt x="307019" y="258061"/>
                  </a:lnTo>
                  <a:lnTo>
                    <a:pt x="309851" y="253582"/>
                  </a:lnTo>
                  <a:lnTo>
                    <a:pt x="312539" y="249017"/>
                  </a:lnTo>
                  <a:lnTo>
                    <a:pt x="315082" y="244368"/>
                  </a:lnTo>
                  <a:lnTo>
                    <a:pt x="317476" y="239641"/>
                  </a:lnTo>
                  <a:lnTo>
                    <a:pt x="319718" y="234841"/>
                  </a:lnTo>
                  <a:lnTo>
                    <a:pt x="321808" y="229972"/>
                  </a:lnTo>
                  <a:lnTo>
                    <a:pt x="323742" y="225039"/>
                  </a:lnTo>
                  <a:lnTo>
                    <a:pt x="325519" y="220047"/>
                  </a:lnTo>
                  <a:lnTo>
                    <a:pt x="327137" y="215002"/>
                  </a:lnTo>
                  <a:lnTo>
                    <a:pt x="328594" y="209908"/>
                  </a:lnTo>
                  <a:lnTo>
                    <a:pt x="329889" y="204770"/>
                  </a:lnTo>
                  <a:lnTo>
                    <a:pt x="331021" y="199594"/>
                  </a:lnTo>
                  <a:lnTo>
                    <a:pt x="331988" y="194384"/>
                  </a:lnTo>
                  <a:lnTo>
                    <a:pt x="332789" y="189146"/>
                  </a:lnTo>
                  <a:lnTo>
                    <a:pt x="333424" y="183886"/>
                  </a:lnTo>
                  <a:lnTo>
                    <a:pt x="333892" y="178608"/>
                  </a:lnTo>
                  <a:lnTo>
                    <a:pt x="334192" y="173318"/>
                  </a:lnTo>
                  <a:lnTo>
                    <a:pt x="334325" y="168022"/>
                  </a:lnTo>
                  <a:lnTo>
                    <a:pt x="334289" y="162723"/>
                  </a:lnTo>
                  <a:lnTo>
                    <a:pt x="334086" y="157429"/>
                  </a:lnTo>
                  <a:lnTo>
                    <a:pt x="333715" y="152143"/>
                  </a:lnTo>
                  <a:lnTo>
                    <a:pt x="333177" y="146872"/>
                  </a:lnTo>
                  <a:lnTo>
                    <a:pt x="332472" y="141621"/>
                  </a:lnTo>
                  <a:lnTo>
                    <a:pt x="331601" y="136394"/>
                  </a:lnTo>
                  <a:lnTo>
                    <a:pt x="330565" y="131198"/>
                  </a:lnTo>
                  <a:lnTo>
                    <a:pt x="329364" y="126037"/>
                  </a:lnTo>
                  <a:lnTo>
                    <a:pt x="328001" y="120917"/>
                  </a:lnTo>
                  <a:lnTo>
                    <a:pt x="326476" y="115843"/>
                  </a:lnTo>
                  <a:lnTo>
                    <a:pt x="324791" y="110820"/>
                  </a:lnTo>
                  <a:lnTo>
                    <a:pt x="322947" y="105852"/>
                  </a:lnTo>
                  <a:lnTo>
                    <a:pt x="320947" y="100946"/>
                  </a:lnTo>
                  <a:lnTo>
                    <a:pt x="318793" y="96105"/>
                  </a:lnTo>
                  <a:lnTo>
                    <a:pt x="316486" y="91335"/>
                  </a:lnTo>
                  <a:lnTo>
                    <a:pt x="314030" y="86640"/>
                  </a:lnTo>
                  <a:lnTo>
                    <a:pt x="311425" y="82026"/>
                  </a:lnTo>
                  <a:lnTo>
                    <a:pt x="308676" y="77497"/>
                  </a:lnTo>
                  <a:lnTo>
                    <a:pt x="305785" y="73056"/>
                  </a:lnTo>
                  <a:lnTo>
                    <a:pt x="302754" y="68710"/>
                  </a:lnTo>
                  <a:lnTo>
                    <a:pt x="299587" y="64462"/>
                  </a:lnTo>
                  <a:lnTo>
                    <a:pt x="296288" y="60317"/>
                  </a:lnTo>
                  <a:lnTo>
                    <a:pt x="292858" y="56278"/>
                  </a:lnTo>
                  <a:lnTo>
                    <a:pt x="289302" y="52350"/>
                  </a:lnTo>
                  <a:lnTo>
                    <a:pt x="285624" y="48536"/>
                  </a:lnTo>
                  <a:lnTo>
                    <a:pt x="281826" y="44842"/>
                  </a:lnTo>
                  <a:lnTo>
                    <a:pt x="277913" y="41269"/>
                  </a:lnTo>
                  <a:lnTo>
                    <a:pt x="273889" y="37822"/>
                  </a:lnTo>
                  <a:lnTo>
                    <a:pt x="269758" y="34504"/>
                  </a:lnTo>
                  <a:lnTo>
                    <a:pt x="265524" y="31319"/>
                  </a:lnTo>
                  <a:lnTo>
                    <a:pt x="261191" y="28270"/>
                  </a:lnTo>
                  <a:lnTo>
                    <a:pt x="256763" y="25359"/>
                  </a:lnTo>
                  <a:lnTo>
                    <a:pt x="252245" y="22591"/>
                  </a:lnTo>
                  <a:lnTo>
                    <a:pt x="247642" y="19967"/>
                  </a:lnTo>
                  <a:lnTo>
                    <a:pt x="242958" y="17490"/>
                  </a:lnTo>
                  <a:lnTo>
                    <a:pt x="238198" y="15163"/>
                  </a:lnTo>
                  <a:lnTo>
                    <a:pt x="233367" y="12987"/>
                  </a:lnTo>
                  <a:lnTo>
                    <a:pt x="228469" y="10966"/>
                  </a:lnTo>
                  <a:lnTo>
                    <a:pt x="223510" y="9102"/>
                  </a:lnTo>
                  <a:lnTo>
                    <a:pt x="218493" y="7395"/>
                  </a:lnTo>
                  <a:lnTo>
                    <a:pt x="213426" y="5848"/>
                  </a:lnTo>
                  <a:lnTo>
                    <a:pt x="208312" y="4463"/>
                  </a:lnTo>
                  <a:lnTo>
                    <a:pt x="203156" y="3240"/>
                  </a:lnTo>
                  <a:lnTo>
                    <a:pt x="197964" y="2182"/>
                  </a:lnTo>
                  <a:lnTo>
                    <a:pt x="192742" y="1288"/>
                  </a:lnTo>
                  <a:lnTo>
                    <a:pt x="187494" y="560"/>
                  </a:lnTo>
                  <a:lnTo>
                    <a:pt x="182225" y="0"/>
                  </a:lnTo>
                  <a:lnTo>
                    <a:pt x="167164" y="16648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" name="pg121"/>
            <p:cNvSpPr/>
            <p:nvPr/>
          </p:nvSpPr>
          <p:spPr>
            <a:xfrm>
              <a:off x="6983779" y="3170392"/>
              <a:ext cx="15060" cy="167167"/>
            </a:xfrm>
            <a:custGeom>
              <a:avLst/>
              <a:pathLst>
                <a:path w="15060" h="167167">
                  <a:moveTo>
                    <a:pt x="15060" y="679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" name="pg122"/>
            <p:cNvSpPr/>
            <p:nvPr/>
          </p:nvSpPr>
          <p:spPr>
            <a:xfrm>
              <a:off x="6919011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" name="pg123"/>
            <p:cNvSpPr/>
            <p:nvPr/>
          </p:nvSpPr>
          <p:spPr>
            <a:xfrm>
              <a:off x="6751862" y="2633064"/>
              <a:ext cx="167148" cy="180460"/>
            </a:xfrm>
            <a:custGeom>
              <a:avLst/>
              <a:pathLst>
                <a:path w="167148" h="180460">
                  <a:moveTo>
                    <a:pt x="167148" y="0"/>
                  </a:moveTo>
                  <a:lnTo>
                    <a:pt x="161740" y="87"/>
                  </a:lnTo>
                  <a:lnTo>
                    <a:pt x="156337" y="349"/>
                  </a:lnTo>
                  <a:lnTo>
                    <a:pt x="150945" y="787"/>
                  </a:lnTo>
                  <a:lnTo>
                    <a:pt x="145570" y="1398"/>
                  </a:lnTo>
                  <a:lnTo>
                    <a:pt x="140218" y="2183"/>
                  </a:lnTo>
                  <a:lnTo>
                    <a:pt x="134894" y="3141"/>
                  </a:lnTo>
                  <a:lnTo>
                    <a:pt x="129604" y="4270"/>
                  </a:lnTo>
                  <a:lnTo>
                    <a:pt x="124353" y="5570"/>
                  </a:lnTo>
                  <a:lnTo>
                    <a:pt x="119147" y="7039"/>
                  </a:lnTo>
                  <a:lnTo>
                    <a:pt x="113991" y="8676"/>
                  </a:lnTo>
                  <a:lnTo>
                    <a:pt x="108891" y="10479"/>
                  </a:lnTo>
                  <a:lnTo>
                    <a:pt x="103852" y="12446"/>
                  </a:lnTo>
                  <a:lnTo>
                    <a:pt x="98879" y="14575"/>
                  </a:lnTo>
                  <a:lnTo>
                    <a:pt x="93978" y="16864"/>
                  </a:lnTo>
                  <a:lnTo>
                    <a:pt x="89153" y="19310"/>
                  </a:lnTo>
                  <a:lnTo>
                    <a:pt x="84410" y="21911"/>
                  </a:lnTo>
                  <a:lnTo>
                    <a:pt x="79753" y="24664"/>
                  </a:lnTo>
                  <a:lnTo>
                    <a:pt x="75188" y="27566"/>
                  </a:lnTo>
                  <a:lnTo>
                    <a:pt x="70720" y="30615"/>
                  </a:lnTo>
                  <a:lnTo>
                    <a:pt x="66352" y="33806"/>
                  </a:lnTo>
                  <a:lnTo>
                    <a:pt x="62090" y="37137"/>
                  </a:lnTo>
                  <a:lnTo>
                    <a:pt x="57938" y="40605"/>
                  </a:lnTo>
                  <a:lnTo>
                    <a:pt x="53900" y="44205"/>
                  </a:lnTo>
                  <a:lnTo>
                    <a:pt x="49981" y="47933"/>
                  </a:lnTo>
                  <a:lnTo>
                    <a:pt x="46184" y="51786"/>
                  </a:lnTo>
                  <a:lnTo>
                    <a:pt x="42515" y="55761"/>
                  </a:lnTo>
                  <a:lnTo>
                    <a:pt x="38975" y="59852"/>
                  </a:lnTo>
                  <a:lnTo>
                    <a:pt x="35570" y="64055"/>
                  </a:lnTo>
                  <a:lnTo>
                    <a:pt x="32303" y="68366"/>
                  </a:lnTo>
                  <a:lnTo>
                    <a:pt x="29177" y="72781"/>
                  </a:lnTo>
                  <a:lnTo>
                    <a:pt x="26195" y="77294"/>
                  </a:lnTo>
                  <a:lnTo>
                    <a:pt x="23361" y="81902"/>
                  </a:lnTo>
                  <a:lnTo>
                    <a:pt x="20678" y="86599"/>
                  </a:lnTo>
                  <a:lnTo>
                    <a:pt x="18147" y="91380"/>
                  </a:lnTo>
                  <a:lnTo>
                    <a:pt x="15773" y="96241"/>
                  </a:lnTo>
                  <a:lnTo>
                    <a:pt x="13558" y="101175"/>
                  </a:lnTo>
                  <a:lnTo>
                    <a:pt x="11503" y="106179"/>
                  </a:lnTo>
                  <a:lnTo>
                    <a:pt x="9611" y="111247"/>
                  </a:lnTo>
                  <a:lnTo>
                    <a:pt x="7885" y="116374"/>
                  </a:lnTo>
                  <a:lnTo>
                    <a:pt x="6324" y="121553"/>
                  </a:lnTo>
                  <a:lnTo>
                    <a:pt x="4933" y="126781"/>
                  </a:lnTo>
                  <a:lnTo>
                    <a:pt x="3711" y="132050"/>
                  </a:lnTo>
                  <a:lnTo>
                    <a:pt x="2660" y="137357"/>
                  </a:lnTo>
                  <a:lnTo>
                    <a:pt x="1782" y="142694"/>
                  </a:lnTo>
                  <a:lnTo>
                    <a:pt x="1077" y="148058"/>
                  </a:lnTo>
                  <a:lnTo>
                    <a:pt x="545" y="153441"/>
                  </a:lnTo>
                  <a:lnTo>
                    <a:pt x="189" y="158838"/>
                  </a:lnTo>
                  <a:lnTo>
                    <a:pt x="7" y="164245"/>
                  </a:lnTo>
                  <a:lnTo>
                    <a:pt x="0" y="169654"/>
                  </a:lnTo>
                  <a:lnTo>
                    <a:pt x="167" y="175061"/>
                  </a:lnTo>
                  <a:lnTo>
                    <a:pt x="510" y="180460"/>
                  </a:lnTo>
                  <a:lnTo>
                    <a:pt x="167148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" name="pg124"/>
            <p:cNvSpPr/>
            <p:nvPr/>
          </p:nvSpPr>
          <p:spPr>
            <a:xfrm>
              <a:off x="6752373" y="2800231"/>
              <a:ext cx="166638" cy="13292"/>
            </a:xfrm>
            <a:custGeom>
              <a:avLst/>
              <a:pathLst>
                <a:path w="166638" h="13292">
                  <a:moveTo>
                    <a:pt x="0" y="13292"/>
                  </a:moveTo>
                  <a:lnTo>
                    <a:pt x="166638" y="0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" name="pg125"/>
            <p:cNvSpPr/>
            <p:nvPr/>
          </p:nvSpPr>
          <p:spPr>
            <a:xfrm>
              <a:off x="6752373" y="2800231"/>
              <a:ext cx="166638" cy="13292"/>
            </a:xfrm>
            <a:custGeom>
              <a:avLst/>
              <a:pathLst>
                <a:path w="166638" h="13292">
                  <a:moveTo>
                    <a:pt x="0" y="13292"/>
                  </a:moveTo>
                  <a:lnTo>
                    <a:pt x="166638" y="0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" name="pg126"/>
            <p:cNvSpPr/>
            <p:nvPr/>
          </p:nvSpPr>
          <p:spPr>
            <a:xfrm>
              <a:off x="6752373" y="2800231"/>
              <a:ext cx="166638" cy="13292"/>
            </a:xfrm>
            <a:custGeom>
              <a:avLst/>
              <a:pathLst>
                <a:path w="166638" h="13292">
                  <a:moveTo>
                    <a:pt x="0" y="13292"/>
                  </a:moveTo>
                  <a:lnTo>
                    <a:pt x="166638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" name="pg127"/>
            <p:cNvSpPr/>
            <p:nvPr/>
          </p:nvSpPr>
          <p:spPr>
            <a:xfrm>
              <a:off x="6752373" y="2800231"/>
              <a:ext cx="166638" cy="13292"/>
            </a:xfrm>
            <a:custGeom>
              <a:avLst/>
              <a:pathLst>
                <a:path w="166638" h="13292">
                  <a:moveTo>
                    <a:pt x="0" y="13292"/>
                  </a:moveTo>
                  <a:lnTo>
                    <a:pt x="166638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" name="pg128"/>
            <p:cNvSpPr/>
            <p:nvPr/>
          </p:nvSpPr>
          <p:spPr>
            <a:xfrm>
              <a:off x="6752373" y="2800231"/>
              <a:ext cx="166638" cy="13292"/>
            </a:xfrm>
            <a:custGeom>
              <a:avLst/>
              <a:pathLst>
                <a:path w="166638" h="13292">
                  <a:moveTo>
                    <a:pt x="0" y="13292"/>
                  </a:moveTo>
                  <a:lnTo>
                    <a:pt x="166638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" name="pg129"/>
            <p:cNvSpPr/>
            <p:nvPr/>
          </p:nvSpPr>
          <p:spPr>
            <a:xfrm>
              <a:off x="6752373" y="2800231"/>
              <a:ext cx="166638" cy="13292"/>
            </a:xfrm>
            <a:custGeom>
              <a:avLst/>
              <a:pathLst>
                <a:path w="166638" h="13292">
                  <a:moveTo>
                    <a:pt x="0" y="13292"/>
                  </a:moveTo>
                  <a:lnTo>
                    <a:pt x="166638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" name="pg130"/>
            <p:cNvSpPr/>
            <p:nvPr/>
          </p:nvSpPr>
          <p:spPr>
            <a:xfrm>
              <a:off x="6752373" y="2800231"/>
              <a:ext cx="166638" cy="13292"/>
            </a:xfrm>
            <a:custGeom>
              <a:avLst/>
              <a:pathLst>
                <a:path w="166638" h="13292">
                  <a:moveTo>
                    <a:pt x="0" y="13292"/>
                  </a:moveTo>
                  <a:lnTo>
                    <a:pt x="166638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" name="pg131"/>
            <p:cNvSpPr/>
            <p:nvPr/>
          </p:nvSpPr>
          <p:spPr>
            <a:xfrm>
              <a:off x="6752373" y="2800231"/>
              <a:ext cx="166638" cy="13292"/>
            </a:xfrm>
            <a:custGeom>
              <a:avLst/>
              <a:pathLst>
                <a:path w="166638" h="13292">
                  <a:moveTo>
                    <a:pt x="0" y="13292"/>
                  </a:moveTo>
                  <a:lnTo>
                    <a:pt x="166638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" name="pg132"/>
            <p:cNvSpPr/>
            <p:nvPr/>
          </p:nvSpPr>
          <p:spPr>
            <a:xfrm>
              <a:off x="6752373" y="2800231"/>
              <a:ext cx="166638" cy="13292"/>
            </a:xfrm>
            <a:custGeom>
              <a:avLst/>
              <a:pathLst>
                <a:path w="166638" h="13292">
                  <a:moveTo>
                    <a:pt x="0" y="13292"/>
                  </a:moveTo>
                  <a:lnTo>
                    <a:pt x="166638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" name="pg133"/>
            <p:cNvSpPr/>
            <p:nvPr/>
          </p:nvSpPr>
          <p:spPr>
            <a:xfrm>
              <a:off x="6752373" y="2800231"/>
              <a:ext cx="166638" cy="13292"/>
            </a:xfrm>
            <a:custGeom>
              <a:avLst/>
              <a:pathLst>
                <a:path w="166638" h="13292">
                  <a:moveTo>
                    <a:pt x="0" y="13292"/>
                  </a:moveTo>
                  <a:lnTo>
                    <a:pt x="166638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" name="pg134"/>
            <p:cNvSpPr/>
            <p:nvPr/>
          </p:nvSpPr>
          <p:spPr>
            <a:xfrm>
              <a:off x="6752373" y="2800231"/>
              <a:ext cx="166638" cy="13292"/>
            </a:xfrm>
            <a:custGeom>
              <a:avLst/>
              <a:pathLst>
                <a:path w="166638" h="13292">
                  <a:moveTo>
                    <a:pt x="0" y="13292"/>
                  </a:moveTo>
                  <a:lnTo>
                    <a:pt x="166638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" name="pg135"/>
            <p:cNvSpPr/>
            <p:nvPr/>
          </p:nvSpPr>
          <p:spPr>
            <a:xfrm>
              <a:off x="6752373" y="2800231"/>
              <a:ext cx="166638" cy="13292"/>
            </a:xfrm>
            <a:custGeom>
              <a:avLst/>
              <a:pathLst>
                <a:path w="166638" h="13292">
                  <a:moveTo>
                    <a:pt x="0" y="13292"/>
                  </a:moveTo>
                  <a:lnTo>
                    <a:pt x="166638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" name="pg136"/>
            <p:cNvSpPr/>
            <p:nvPr/>
          </p:nvSpPr>
          <p:spPr>
            <a:xfrm>
              <a:off x="6752373" y="2800231"/>
              <a:ext cx="166638" cy="13292"/>
            </a:xfrm>
            <a:custGeom>
              <a:avLst/>
              <a:pathLst>
                <a:path w="166638" h="13292">
                  <a:moveTo>
                    <a:pt x="0" y="13292"/>
                  </a:moveTo>
                  <a:lnTo>
                    <a:pt x="166638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" name="pg137"/>
            <p:cNvSpPr/>
            <p:nvPr/>
          </p:nvSpPr>
          <p:spPr>
            <a:xfrm>
              <a:off x="6752373" y="2800231"/>
              <a:ext cx="166638" cy="13292"/>
            </a:xfrm>
            <a:custGeom>
              <a:avLst/>
              <a:pathLst>
                <a:path w="166638" h="13292">
                  <a:moveTo>
                    <a:pt x="0" y="13292"/>
                  </a:moveTo>
                  <a:lnTo>
                    <a:pt x="166638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" name="pg138"/>
            <p:cNvSpPr/>
            <p:nvPr/>
          </p:nvSpPr>
          <p:spPr>
            <a:xfrm>
              <a:off x="6752373" y="2800231"/>
              <a:ext cx="166638" cy="13292"/>
            </a:xfrm>
            <a:custGeom>
              <a:avLst/>
              <a:pathLst>
                <a:path w="166638" h="13292">
                  <a:moveTo>
                    <a:pt x="0" y="13292"/>
                  </a:moveTo>
                  <a:lnTo>
                    <a:pt x="166638" y="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" name="pg139"/>
            <p:cNvSpPr/>
            <p:nvPr/>
          </p:nvSpPr>
          <p:spPr>
            <a:xfrm>
              <a:off x="6752373" y="2800231"/>
              <a:ext cx="166638" cy="13292"/>
            </a:xfrm>
            <a:custGeom>
              <a:avLst/>
              <a:pathLst>
                <a:path w="166638" h="13292">
                  <a:moveTo>
                    <a:pt x="0" y="13292"/>
                  </a:moveTo>
                  <a:lnTo>
                    <a:pt x="166638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" name="pg140"/>
            <p:cNvSpPr/>
            <p:nvPr/>
          </p:nvSpPr>
          <p:spPr>
            <a:xfrm>
              <a:off x="6752373" y="2800231"/>
              <a:ext cx="166638" cy="13292"/>
            </a:xfrm>
            <a:custGeom>
              <a:avLst/>
              <a:pathLst>
                <a:path w="166638" h="13292">
                  <a:moveTo>
                    <a:pt x="0" y="13292"/>
                  </a:moveTo>
                  <a:lnTo>
                    <a:pt x="166638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" name="pg141"/>
            <p:cNvSpPr/>
            <p:nvPr/>
          </p:nvSpPr>
          <p:spPr>
            <a:xfrm>
              <a:off x="6752373" y="2800231"/>
              <a:ext cx="166638" cy="13292"/>
            </a:xfrm>
            <a:custGeom>
              <a:avLst/>
              <a:pathLst>
                <a:path w="166638" h="13292">
                  <a:moveTo>
                    <a:pt x="0" y="13292"/>
                  </a:moveTo>
                  <a:lnTo>
                    <a:pt x="166638" y="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" name="pg142"/>
            <p:cNvSpPr/>
            <p:nvPr/>
          </p:nvSpPr>
          <p:spPr>
            <a:xfrm>
              <a:off x="6752373" y="2800231"/>
              <a:ext cx="166638" cy="13292"/>
            </a:xfrm>
            <a:custGeom>
              <a:avLst/>
              <a:pathLst>
                <a:path w="166638" h="13292">
                  <a:moveTo>
                    <a:pt x="0" y="13292"/>
                  </a:moveTo>
                  <a:lnTo>
                    <a:pt x="166638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" name="pg143"/>
            <p:cNvSpPr/>
            <p:nvPr/>
          </p:nvSpPr>
          <p:spPr>
            <a:xfrm>
              <a:off x="6752373" y="2800231"/>
              <a:ext cx="166638" cy="13292"/>
            </a:xfrm>
            <a:custGeom>
              <a:avLst/>
              <a:pathLst>
                <a:path w="166638" h="13292">
                  <a:moveTo>
                    <a:pt x="0" y="13292"/>
                  </a:moveTo>
                  <a:lnTo>
                    <a:pt x="166638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" name="pg144"/>
            <p:cNvSpPr/>
            <p:nvPr/>
          </p:nvSpPr>
          <p:spPr>
            <a:xfrm>
              <a:off x="6752373" y="2800231"/>
              <a:ext cx="166638" cy="13292"/>
            </a:xfrm>
            <a:custGeom>
              <a:avLst/>
              <a:pathLst>
                <a:path w="166638" h="13292">
                  <a:moveTo>
                    <a:pt x="0" y="13292"/>
                  </a:moveTo>
                  <a:lnTo>
                    <a:pt x="166638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" name="pg145"/>
            <p:cNvSpPr/>
            <p:nvPr/>
          </p:nvSpPr>
          <p:spPr>
            <a:xfrm>
              <a:off x="6752373" y="2800231"/>
              <a:ext cx="166638" cy="13292"/>
            </a:xfrm>
            <a:custGeom>
              <a:avLst/>
              <a:pathLst>
                <a:path w="166638" h="13292">
                  <a:moveTo>
                    <a:pt x="0" y="13292"/>
                  </a:moveTo>
                  <a:lnTo>
                    <a:pt x="166638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" name="pg146"/>
            <p:cNvSpPr/>
            <p:nvPr/>
          </p:nvSpPr>
          <p:spPr>
            <a:xfrm>
              <a:off x="6752373" y="2800231"/>
              <a:ext cx="166638" cy="13292"/>
            </a:xfrm>
            <a:custGeom>
              <a:avLst/>
              <a:pathLst>
                <a:path w="166638" h="13292">
                  <a:moveTo>
                    <a:pt x="0" y="13292"/>
                  </a:moveTo>
                  <a:lnTo>
                    <a:pt x="166638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" name="pg147"/>
            <p:cNvSpPr/>
            <p:nvPr/>
          </p:nvSpPr>
          <p:spPr>
            <a:xfrm>
              <a:off x="6752373" y="2800231"/>
              <a:ext cx="166638" cy="13292"/>
            </a:xfrm>
            <a:custGeom>
              <a:avLst/>
              <a:pathLst>
                <a:path w="166638" h="13292">
                  <a:moveTo>
                    <a:pt x="0" y="13292"/>
                  </a:moveTo>
                  <a:lnTo>
                    <a:pt x="166638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" name="pg148"/>
            <p:cNvSpPr/>
            <p:nvPr/>
          </p:nvSpPr>
          <p:spPr>
            <a:xfrm>
              <a:off x="6752373" y="2732184"/>
              <a:ext cx="333804" cy="235206"/>
            </a:xfrm>
            <a:custGeom>
              <a:avLst/>
              <a:pathLst>
                <a:path w="333804" h="235206">
                  <a:moveTo>
                    <a:pt x="0" y="81339"/>
                  </a:moveTo>
                  <a:lnTo>
                    <a:pt x="509" y="86654"/>
                  </a:lnTo>
                  <a:lnTo>
                    <a:pt x="1188" y="91949"/>
                  </a:lnTo>
                  <a:lnTo>
                    <a:pt x="2035" y="97220"/>
                  </a:lnTo>
                  <a:lnTo>
                    <a:pt x="3051" y="102461"/>
                  </a:lnTo>
                  <a:lnTo>
                    <a:pt x="4233" y="107668"/>
                  </a:lnTo>
                  <a:lnTo>
                    <a:pt x="5581" y="112833"/>
                  </a:lnTo>
                  <a:lnTo>
                    <a:pt x="7094" y="117953"/>
                  </a:lnTo>
                  <a:lnTo>
                    <a:pt x="8769" y="123023"/>
                  </a:lnTo>
                  <a:lnTo>
                    <a:pt x="10605" y="128036"/>
                  </a:lnTo>
                  <a:lnTo>
                    <a:pt x="12600" y="132988"/>
                  </a:lnTo>
                  <a:lnTo>
                    <a:pt x="14752" y="137873"/>
                  </a:lnTo>
                  <a:lnTo>
                    <a:pt x="17059" y="142688"/>
                  </a:lnTo>
                  <a:lnTo>
                    <a:pt x="19519" y="147426"/>
                  </a:lnTo>
                  <a:lnTo>
                    <a:pt x="22129" y="152083"/>
                  </a:lnTo>
                  <a:lnTo>
                    <a:pt x="24886" y="156655"/>
                  </a:lnTo>
                  <a:lnTo>
                    <a:pt x="27788" y="161136"/>
                  </a:lnTo>
                  <a:lnTo>
                    <a:pt x="30831" y="165523"/>
                  </a:lnTo>
                  <a:lnTo>
                    <a:pt x="34013" y="169810"/>
                  </a:lnTo>
                  <a:lnTo>
                    <a:pt x="37330" y="173993"/>
                  </a:lnTo>
                  <a:lnTo>
                    <a:pt x="40779" y="178068"/>
                  </a:lnTo>
                  <a:lnTo>
                    <a:pt x="44357" y="182031"/>
                  </a:lnTo>
                  <a:lnTo>
                    <a:pt x="48059" y="185877"/>
                  </a:lnTo>
                  <a:lnTo>
                    <a:pt x="51882" y="189604"/>
                  </a:lnTo>
                  <a:lnTo>
                    <a:pt x="55822" y="193206"/>
                  </a:lnTo>
                  <a:lnTo>
                    <a:pt x="59875" y="196681"/>
                  </a:lnTo>
                  <a:lnTo>
                    <a:pt x="64037" y="200024"/>
                  </a:lnTo>
                  <a:lnTo>
                    <a:pt x="68304" y="203233"/>
                  </a:lnTo>
                  <a:lnTo>
                    <a:pt x="72671" y="206304"/>
                  </a:lnTo>
                  <a:lnTo>
                    <a:pt x="77134" y="209235"/>
                  </a:lnTo>
                  <a:lnTo>
                    <a:pt x="81688" y="212021"/>
                  </a:lnTo>
                  <a:lnTo>
                    <a:pt x="86329" y="214660"/>
                  </a:lnTo>
                  <a:lnTo>
                    <a:pt x="91051" y="217150"/>
                  </a:lnTo>
                  <a:lnTo>
                    <a:pt x="95851" y="219487"/>
                  </a:lnTo>
                  <a:lnTo>
                    <a:pt x="100723" y="221670"/>
                  </a:lnTo>
                  <a:lnTo>
                    <a:pt x="105662" y="223697"/>
                  </a:lnTo>
                  <a:lnTo>
                    <a:pt x="110664" y="225564"/>
                  </a:lnTo>
                  <a:lnTo>
                    <a:pt x="115722" y="227272"/>
                  </a:lnTo>
                  <a:lnTo>
                    <a:pt x="120833" y="228816"/>
                  </a:lnTo>
                  <a:lnTo>
                    <a:pt x="125990" y="230197"/>
                  </a:lnTo>
                  <a:lnTo>
                    <a:pt x="131188" y="231412"/>
                  </a:lnTo>
                  <a:lnTo>
                    <a:pt x="136423" y="232461"/>
                  </a:lnTo>
                  <a:lnTo>
                    <a:pt x="141688" y="233342"/>
                  </a:lnTo>
                  <a:lnTo>
                    <a:pt x="146979" y="234054"/>
                  </a:lnTo>
                  <a:lnTo>
                    <a:pt x="152291" y="234597"/>
                  </a:lnTo>
                  <a:lnTo>
                    <a:pt x="157616" y="234970"/>
                  </a:lnTo>
                  <a:lnTo>
                    <a:pt x="162951" y="235173"/>
                  </a:lnTo>
                  <a:lnTo>
                    <a:pt x="168290" y="235206"/>
                  </a:lnTo>
                  <a:lnTo>
                    <a:pt x="173627" y="235068"/>
                  </a:lnTo>
                  <a:lnTo>
                    <a:pt x="178957" y="234760"/>
                  </a:lnTo>
                  <a:lnTo>
                    <a:pt x="184274" y="234281"/>
                  </a:lnTo>
                  <a:lnTo>
                    <a:pt x="189573" y="233633"/>
                  </a:lnTo>
                  <a:lnTo>
                    <a:pt x="194849" y="232816"/>
                  </a:lnTo>
                  <a:lnTo>
                    <a:pt x="200096" y="231832"/>
                  </a:lnTo>
                  <a:lnTo>
                    <a:pt x="205309" y="230680"/>
                  </a:lnTo>
                  <a:lnTo>
                    <a:pt x="210483" y="229362"/>
                  </a:lnTo>
                  <a:lnTo>
                    <a:pt x="215611" y="227879"/>
                  </a:lnTo>
                  <a:lnTo>
                    <a:pt x="220690" y="226234"/>
                  </a:lnTo>
                  <a:lnTo>
                    <a:pt x="225714" y="224427"/>
                  </a:lnTo>
                  <a:lnTo>
                    <a:pt x="230677" y="222461"/>
                  </a:lnTo>
                  <a:lnTo>
                    <a:pt x="235576" y="220337"/>
                  </a:lnTo>
                  <a:lnTo>
                    <a:pt x="240404" y="218058"/>
                  </a:lnTo>
                  <a:lnTo>
                    <a:pt x="245156" y="215626"/>
                  </a:lnTo>
                  <a:lnTo>
                    <a:pt x="249829" y="213044"/>
                  </a:lnTo>
                  <a:lnTo>
                    <a:pt x="254416" y="210313"/>
                  </a:lnTo>
                  <a:lnTo>
                    <a:pt x="258915" y="207438"/>
                  </a:lnTo>
                  <a:lnTo>
                    <a:pt x="263319" y="204420"/>
                  </a:lnTo>
                  <a:lnTo>
                    <a:pt x="267624" y="201263"/>
                  </a:lnTo>
                  <a:lnTo>
                    <a:pt x="271826" y="197971"/>
                  </a:lnTo>
                  <a:lnTo>
                    <a:pt x="275922" y="194546"/>
                  </a:lnTo>
                  <a:lnTo>
                    <a:pt x="279905" y="190991"/>
                  </a:lnTo>
                  <a:lnTo>
                    <a:pt x="283773" y="187312"/>
                  </a:lnTo>
                  <a:lnTo>
                    <a:pt x="287522" y="183510"/>
                  </a:lnTo>
                  <a:lnTo>
                    <a:pt x="291147" y="179591"/>
                  </a:lnTo>
                  <a:lnTo>
                    <a:pt x="294646" y="175559"/>
                  </a:lnTo>
                  <a:lnTo>
                    <a:pt x="298014" y="171416"/>
                  </a:lnTo>
                  <a:lnTo>
                    <a:pt x="301248" y="167168"/>
                  </a:lnTo>
                  <a:lnTo>
                    <a:pt x="304344" y="162819"/>
                  </a:lnTo>
                  <a:lnTo>
                    <a:pt x="307300" y="158374"/>
                  </a:lnTo>
                  <a:lnTo>
                    <a:pt x="310113" y="153836"/>
                  </a:lnTo>
                  <a:lnTo>
                    <a:pt x="312779" y="149211"/>
                  </a:lnTo>
                  <a:lnTo>
                    <a:pt x="315296" y="144503"/>
                  </a:lnTo>
                  <a:lnTo>
                    <a:pt x="317662" y="139717"/>
                  </a:lnTo>
                  <a:lnTo>
                    <a:pt x="319874" y="134858"/>
                  </a:lnTo>
                  <a:lnTo>
                    <a:pt x="321929" y="129930"/>
                  </a:lnTo>
                  <a:lnTo>
                    <a:pt x="323826" y="124940"/>
                  </a:lnTo>
                  <a:lnTo>
                    <a:pt x="325562" y="119892"/>
                  </a:lnTo>
                  <a:lnTo>
                    <a:pt x="327137" y="114790"/>
                  </a:lnTo>
                  <a:lnTo>
                    <a:pt x="328548" y="109641"/>
                  </a:lnTo>
                  <a:lnTo>
                    <a:pt x="329793" y="104450"/>
                  </a:lnTo>
                  <a:lnTo>
                    <a:pt x="330872" y="99221"/>
                  </a:lnTo>
                  <a:lnTo>
                    <a:pt x="331784" y="93961"/>
                  </a:lnTo>
                  <a:lnTo>
                    <a:pt x="332527" y="88674"/>
                  </a:lnTo>
                  <a:lnTo>
                    <a:pt x="333102" y="83367"/>
                  </a:lnTo>
                  <a:lnTo>
                    <a:pt x="333506" y="78043"/>
                  </a:lnTo>
                  <a:lnTo>
                    <a:pt x="333740" y="72710"/>
                  </a:lnTo>
                  <a:lnTo>
                    <a:pt x="333804" y="67371"/>
                  </a:lnTo>
                  <a:lnTo>
                    <a:pt x="333697" y="62033"/>
                  </a:lnTo>
                  <a:lnTo>
                    <a:pt x="333420" y="56702"/>
                  </a:lnTo>
                  <a:lnTo>
                    <a:pt x="332972" y="51382"/>
                  </a:lnTo>
                  <a:lnTo>
                    <a:pt x="332355" y="46079"/>
                  </a:lnTo>
                  <a:lnTo>
                    <a:pt x="331569" y="40798"/>
                  </a:lnTo>
                  <a:lnTo>
                    <a:pt x="330615" y="35546"/>
                  </a:lnTo>
                  <a:lnTo>
                    <a:pt x="329494" y="30326"/>
                  </a:lnTo>
                  <a:lnTo>
                    <a:pt x="328206" y="25145"/>
                  </a:lnTo>
                  <a:lnTo>
                    <a:pt x="326754" y="20007"/>
                  </a:lnTo>
                  <a:lnTo>
                    <a:pt x="325138" y="14919"/>
                  </a:lnTo>
                  <a:lnTo>
                    <a:pt x="323361" y="9885"/>
                  </a:lnTo>
                  <a:lnTo>
                    <a:pt x="321424" y="4910"/>
                  </a:lnTo>
                  <a:lnTo>
                    <a:pt x="319329" y="0"/>
                  </a:lnTo>
                  <a:lnTo>
                    <a:pt x="166638" y="6804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" name="pg149"/>
            <p:cNvSpPr/>
            <p:nvPr/>
          </p:nvSpPr>
          <p:spPr>
            <a:xfrm>
              <a:off x="6919011" y="2633064"/>
              <a:ext cx="152690" cy="167167"/>
            </a:xfrm>
            <a:custGeom>
              <a:avLst/>
              <a:pathLst>
                <a:path w="152690" h="167167">
                  <a:moveTo>
                    <a:pt x="152690" y="99120"/>
                  </a:moveTo>
                  <a:lnTo>
                    <a:pt x="150369" y="94134"/>
                  </a:lnTo>
                  <a:lnTo>
                    <a:pt x="147886" y="89227"/>
                  </a:lnTo>
                  <a:lnTo>
                    <a:pt x="145242" y="84404"/>
                  </a:lnTo>
                  <a:lnTo>
                    <a:pt x="142440" y="79671"/>
                  </a:lnTo>
                  <a:lnTo>
                    <a:pt x="139485" y="75033"/>
                  </a:lnTo>
                  <a:lnTo>
                    <a:pt x="136379" y="70494"/>
                  </a:lnTo>
                  <a:lnTo>
                    <a:pt x="133125" y="66060"/>
                  </a:lnTo>
                  <a:lnTo>
                    <a:pt x="129727" y="61735"/>
                  </a:lnTo>
                  <a:lnTo>
                    <a:pt x="126188" y="57525"/>
                  </a:lnTo>
                  <a:lnTo>
                    <a:pt x="122513" y="53433"/>
                  </a:lnTo>
                  <a:lnTo>
                    <a:pt x="118705" y="49465"/>
                  </a:lnTo>
                  <a:lnTo>
                    <a:pt x="114769" y="45623"/>
                  </a:lnTo>
                  <a:lnTo>
                    <a:pt x="110709" y="41914"/>
                  </a:lnTo>
                  <a:lnTo>
                    <a:pt x="106529" y="38340"/>
                  </a:lnTo>
                  <a:lnTo>
                    <a:pt x="102233" y="34905"/>
                  </a:lnTo>
                  <a:lnTo>
                    <a:pt x="97827" y="31613"/>
                  </a:lnTo>
                  <a:lnTo>
                    <a:pt x="93315" y="28469"/>
                  </a:lnTo>
                  <a:lnTo>
                    <a:pt x="88702" y="25474"/>
                  </a:lnTo>
                  <a:lnTo>
                    <a:pt x="83993" y="22633"/>
                  </a:lnTo>
                  <a:lnTo>
                    <a:pt x="79193" y="19948"/>
                  </a:lnTo>
                  <a:lnTo>
                    <a:pt x="74307" y="17423"/>
                  </a:lnTo>
                  <a:lnTo>
                    <a:pt x="69341" y="15059"/>
                  </a:lnTo>
                  <a:lnTo>
                    <a:pt x="64299" y="12861"/>
                  </a:lnTo>
                  <a:lnTo>
                    <a:pt x="59189" y="10829"/>
                  </a:lnTo>
                  <a:lnTo>
                    <a:pt x="54014" y="8966"/>
                  </a:lnTo>
                  <a:lnTo>
                    <a:pt x="48780" y="7275"/>
                  </a:lnTo>
                  <a:lnTo>
                    <a:pt x="43494" y="5757"/>
                  </a:lnTo>
                  <a:lnTo>
                    <a:pt x="38161" y="4414"/>
                  </a:lnTo>
                  <a:lnTo>
                    <a:pt x="32786" y="3246"/>
                  </a:lnTo>
                  <a:lnTo>
                    <a:pt x="27376" y="2256"/>
                  </a:lnTo>
                  <a:lnTo>
                    <a:pt x="21936" y="1445"/>
                  </a:lnTo>
                  <a:lnTo>
                    <a:pt x="16473" y="813"/>
                  </a:lnTo>
                  <a:lnTo>
                    <a:pt x="10992" y="361"/>
                  </a:lnTo>
                  <a:lnTo>
                    <a:pt x="5499" y="90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" name="pg150"/>
            <p:cNvSpPr/>
            <p:nvPr/>
          </p:nvSpPr>
          <p:spPr>
            <a:xfrm>
              <a:off x="6728472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" name="pg151"/>
            <p:cNvSpPr/>
            <p:nvPr/>
          </p:nvSpPr>
          <p:spPr>
            <a:xfrm>
              <a:off x="6728472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" name="pg152"/>
            <p:cNvSpPr/>
            <p:nvPr/>
          </p:nvSpPr>
          <p:spPr>
            <a:xfrm>
              <a:off x="6636337" y="2126963"/>
              <a:ext cx="92134" cy="167167"/>
            </a:xfrm>
            <a:custGeom>
              <a:avLst/>
              <a:pathLst>
                <a:path w="92134" h="167167">
                  <a:moveTo>
                    <a:pt x="92134" y="0"/>
                  </a:moveTo>
                  <a:lnTo>
                    <a:pt x="86395" y="98"/>
                  </a:lnTo>
                  <a:lnTo>
                    <a:pt x="80663" y="394"/>
                  </a:lnTo>
                  <a:lnTo>
                    <a:pt x="74944" y="886"/>
                  </a:lnTo>
                  <a:lnTo>
                    <a:pt x="69245" y="1574"/>
                  </a:lnTo>
                  <a:lnTo>
                    <a:pt x="63574" y="2457"/>
                  </a:lnTo>
                  <a:lnTo>
                    <a:pt x="57936" y="3535"/>
                  </a:lnTo>
                  <a:lnTo>
                    <a:pt x="52339" y="4805"/>
                  </a:lnTo>
                  <a:lnTo>
                    <a:pt x="46788" y="6267"/>
                  </a:lnTo>
                  <a:lnTo>
                    <a:pt x="41291" y="7919"/>
                  </a:lnTo>
                  <a:lnTo>
                    <a:pt x="35854" y="9758"/>
                  </a:lnTo>
                  <a:lnTo>
                    <a:pt x="30483" y="11783"/>
                  </a:lnTo>
                  <a:lnTo>
                    <a:pt x="25185" y="13991"/>
                  </a:lnTo>
                  <a:lnTo>
                    <a:pt x="19966" y="16380"/>
                  </a:lnTo>
                  <a:lnTo>
                    <a:pt x="14831" y="18947"/>
                  </a:lnTo>
                  <a:lnTo>
                    <a:pt x="9788" y="21688"/>
                  </a:lnTo>
                  <a:lnTo>
                    <a:pt x="4842" y="24601"/>
                  </a:lnTo>
                  <a:lnTo>
                    <a:pt x="0" y="27681"/>
                  </a:lnTo>
                  <a:lnTo>
                    <a:pt x="92134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" name="pg153"/>
            <p:cNvSpPr/>
            <p:nvPr/>
          </p:nvSpPr>
          <p:spPr>
            <a:xfrm>
              <a:off x="6636337" y="2154645"/>
              <a:ext cx="92134" cy="139485"/>
            </a:xfrm>
            <a:custGeom>
              <a:avLst/>
              <a:pathLst>
                <a:path w="92134" h="139485">
                  <a:moveTo>
                    <a:pt x="0" y="0"/>
                  </a:moveTo>
                  <a:lnTo>
                    <a:pt x="92134" y="139485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" name="pg154"/>
            <p:cNvSpPr/>
            <p:nvPr/>
          </p:nvSpPr>
          <p:spPr>
            <a:xfrm>
              <a:off x="6636337" y="2154645"/>
              <a:ext cx="92134" cy="139485"/>
            </a:xfrm>
            <a:custGeom>
              <a:avLst/>
              <a:pathLst>
                <a:path w="92134" h="139485">
                  <a:moveTo>
                    <a:pt x="0" y="0"/>
                  </a:moveTo>
                  <a:lnTo>
                    <a:pt x="92134" y="139485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" name="pg155"/>
            <p:cNvSpPr/>
            <p:nvPr/>
          </p:nvSpPr>
          <p:spPr>
            <a:xfrm>
              <a:off x="6636337" y="2154645"/>
              <a:ext cx="92134" cy="139485"/>
            </a:xfrm>
            <a:custGeom>
              <a:avLst/>
              <a:pathLst>
                <a:path w="92134" h="139485">
                  <a:moveTo>
                    <a:pt x="0" y="0"/>
                  </a:moveTo>
                  <a:lnTo>
                    <a:pt x="92134" y="139485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" name="pg156"/>
            <p:cNvSpPr/>
            <p:nvPr/>
          </p:nvSpPr>
          <p:spPr>
            <a:xfrm>
              <a:off x="6636337" y="2154645"/>
              <a:ext cx="92134" cy="139485"/>
            </a:xfrm>
            <a:custGeom>
              <a:avLst/>
              <a:pathLst>
                <a:path w="92134" h="139485">
                  <a:moveTo>
                    <a:pt x="0" y="0"/>
                  </a:moveTo>
                  <a:lnTo>
                    <a:pt x="92134" y="139485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" name="pg157"/>
            <p:cNvSpPr/>
            <p:nvPr/>
          </p:nvSpPr>
          <p:spPr>
            <a:xfrm>
              <a:off x="6636337" y="2154645"/>
              <a:ext cx="92134" cy="139485"/>
            </a:xfrm>
            <a:custGeom>
              <a:avLst/>
              <a:pathLst>
                <a:path w="92134" h="139485">
                  <a:moveTo>
                    <a:pt x="0" y="0"/>
                  </a:moveTo>
                  <a:lnTo>
                    <a:pt x="92134" y="139485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" name="pg158"/>
            <p:cNvSpPr/>
            <p:nvPr/>
          </p:nvSpPr>
          <p:spPr>
            <a:xfrm>
              <a:off x="6636337" y="2154645"/>
              <a:ext cx="92134" cy="139485"/>
            </a:xfrm>
            <a:custGeom>
              <a:avLst/>
              <a:pathLst>
                <a:path w="92134" h="139485">
                  <a:moveTo>
                    <a:pt x="0" y="0"/>
                  </a:moveTo>
                  <a:lnTo>
                    <a:pt x="92134" y="139485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" name="pg159"/>
            <p:cNvSpPr/>
            <p:nvPr/>
          </p:nvSpPr>
          <p:spPr>
            <a:xfrm>
              <a:off x="6636337" y="2154645"/>
              <a:ext cx="92134" cy="139485"/>
            </a:xfrm>
            <a:custGeom>
              <a:avLst/>
              <a:pathLst>
                <a:path w="92134" h="139485">
                  <a:moveTo>
                    <a:pt x="0" y="0"/>
                  </a:moveTo>
                  <a:lnTo>
                    <a:pt x="92134" y="139485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" name="pg160"/>
            <p:cNvSpPr/>
            <p:nvPr/>
          </p:nvSpPr>
          <p:spPr>
            <a:xfrm>
              <a:off x="6636337" y="2154645"/>
              <a:ext cx="92134" cy="139485"/>
            </a:xfrm>
            <a:custGeom>
              <a:avLst/>
              <a:pathLst>
                <a:path w="92134" h="139485">
                  <a:moveTo>
                    <a:pt x="0" y="0"/>
                  </a:moveTo>
                  <a:lnTo>
                    <a:pt x="92134" y="139485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" name="pg161"/>
            <p:cNvSpPr/>
            <p:nvPr/>
          </p:nvSpPr>
          <p:spPr>
            <a:xfrm>
              <a:off x="6636337" y="2154645"/>
              <a:ext cx="92134" cy="139485"/>
            </a:xfrm>
            <a:custGeom>
              <a:avLst/>
              <a:pathLst>
                <a:path w="92134" h="139485">
                  <a:moveTo>
                    <a:pt x="0" y="0"/>
                  </a:moveTo>
                  <a:lnTo>
                    <a:pt x="92134" y="139485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" name="pg162"/>
            <p:cNvSpPr/>
            <p:nvPr/>
          </p:nvSpPr>
          <p:spPr>
            <a:xfrm>
              <a:off x="6636337" y="2154645"/>
              <a:ext cx="92134" cy="139485"/>
            </a:xfrm>
            <a:custGeom>
              <a:avLst/>
              <a:pathLst>
                <a:path w="92134" h="139485">
                  <a:moveTo>
                    <a:pt x="0" y="0"/>
                  </a:moveTo>
                  <a:lnTo>
                    <a:pt x="92134" y="13948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" name="pg163"/>
            <p:cNvSpPr/>
            <p:nvPr/>
          </p:nvSpPr>
          <p:spPr>
            <a:xfrm>
              <a:off x="6636337" y="2154645"/>
              <a:ext cx="92134" cy="139485"/>
            </a:xfrm>
            <a:custGeom>
              <a:avLst/>
              <a:pathLst>
                <a:path w="92134" h="139485">
                  <a:moveTo>
                    <a:pt x="0" y="0"/>
                  </a:moveTo>
                  <a:lnTo>
                    <a:pt x="92134" y="13948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" name="pg164"/>
            <p:cNvSpPr/>
            <p:nvPr/>
          </p:nvSpPr>
          <p:spPr>
            <a:xfrm>
              <a:off x="6636337" y="2154645"/>
              <a:ext cx="92134" cy="139485"/>
            </a:xfrm>
            <a:custGeom>
              <a:avLst/>
              <a:pathLst>
                <a:path w="92134" h="139485">
                  <a:moveTo>
                    <a:pt x="0" y="0"/>
                  </a:moveTo>
                  <a:lnTo>
                    <a:pt x="92134" y="13948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" name="pg165"/>
            <p:cNvSpPr/>
            <p:nvPr/>
          </p:nvSpPr>
          <p:spPr>
            <a:xfrm>
              <a:off x="6636337" y="2154645"/>
              <a:ext cx="92134" cy="139485"/>
            </a:xfrm>
            <a:custGeom>
              <a:avLst/>
              <a:pathLst>
                <a:path w="92134" h="139485">
                  <a:moveTo>
                    <a:pt x="0" y="0"/>
                  </a:moveTo>
                  <a:lnTo>
                    <a:pt x="92134" y="13948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" name="pg166"/>
            <p:cNvSpPr/>
            <p:nvPr/>
          </p:nvSpPr>
          <p:spPr>
            <a:xfrm>
              <a:off x="6636337" y="2154645"/>
              <a:ext cx="92134" cy="139485"/>
            </a:xfrm>
            <a:custGeom>
              <a:avLst/>
              <a:pathLst>
                <a:path w="92134" h="139485">
                  <a:moveTo>
                    <a:pt x="0" y="0"/>
                  </a:moveTo>
                  <a:lnTo>
                    <a:pt x="92134" y="139485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" name="pg167"/>
            <p:cNvSpPr/>
            <p:nvPr/>
          </p:nvSpPr>
          <p:spPr>
            <a:xfrm>
              <a:off x="6636337" y="2154645"/>
              <a:ext cx="92134" cy="139485"/>
            </a:xfrm>
            <a:custGeom>
              <a:avLst/>
              <a:pathLst>
                <a:path w="92134" h="139485">
                  <a:moveTo>
                    <a:pt x="0" y="0"/>
                  </a:moveTo>
                  <a:lnTo>
                    <a:pt x="92134" y="13948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" name="pg168"/>
            <p:cNvSpPr/>
            <p:nvPr/>
          </p:nvSpPr>
          <p:spPr>
            <a:xfrm>
              <a:off x="6636337" y="2154645"/>
              <a:ext cx="92134" cy="139485"/>
            </a:xfrm>
            <a:custGeom>
              <a:avLst/>
              <a:pathLst>
                <a:path w="92134" h="139485">
                  <a:moveTo>
                    <a:pt x="0" y="0"/>
                  </a:moveTo>
                  <a:lnTo>
                    <a:pt x="92134" y="13948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" name="pg169"/>
            <p:cNvSpPr/>
            <p:nvPr/>
          </p:nvSpPr>
          <p:spPr>
            <a:xfrm>
              <a:off x="6636337" y="2154645"/>
              <a:ext cx="92134" cy="139485"/>
            </a:xfrm>
            <a:custGeom>
              <a:avLst/>
              <a:pathLst>
                <a:path w="92134" h="139485">
                  <a:moveTo>
                    <a:pt x="0" y="0"/>
                  </a:moveTo>
                  <a:lnTo>
                    <a:pt x="92134" y="139485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" name="pg170"/>
            <p:cNvSpPr/>
            <p:nvPr/>
          </p:nvSpPr>
          <p:spPr>
            <a:xfrm>
              <a:off x="6636337" y="2154645"/>
              <a:ext cx="92134" cy="139485"/>
            </a:xfrm>
            <a:custGeom>
              <a:avLst/>
              <a:pathLst>
                <a:path w="92134" h="139485">
                  <a:moveTo>
                    <a:pt x="0" y="0"/>
                  </a:moveTo>
                  <a:lnTo>
                    <a:pt x="92134" y="13948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" name="pg171"/>
            <p:cNvSpPr/>
            <p:nvPr/>
          </p:nvSpPr>
          <p:spPr>
            <a:xfrm>
              <a:off x="6636337" y="2154645"/>
              <a:ext cx="92134" cy="139485"/>
            </a:xfrm>
            <a:custGeom>
              <a:avLst/>
              <a:pathLst>
                <a:path w="92134" h="139485">
                  <a:moveTo>
                    <a:pt x="0" y="0"/>
                  </a:moveTo>
                  <a:lnTo>
                    <a:pt x="92134" y="13948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" name="pg172"/>
            <p:cNvSpPr/>
            <p:nvPr/>
          </p:nvSpPr>
          <p:spPr>
            <a:xfrm>
              <a:off x="6636337" y="2154645"/>
              <a:ext cx="92134" cy="139485"/>
            </a:xfrm>
            <a:custGeom>
              <a:avLst/>
              <a:pathLst>
                <a:path w="92134" h="139485">
                  <a:moveTo>
                    <a:pt x="0" y="0"/>
                  </a:moveTo>
                  <a:lnTo>
                    <a:pt x="92134" y="13948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" name="pg173"/>
            <p:cNvSpPr/>
            <p:nvPr/>
          </p:nvSpPr>
          <p:spPr>
            <a:xfrm>
              <a:off x="6636337" y="2154645"/>
              <a:ext cx="92134" cy="139485"/>
            </a:xfrm>
            <a:custGeom>
              <a:avLst/>
              <a:pathLst>
                <a:path w="92134" h="139485">
                  <a:moveTo>
                    <a:pt x="0" y="0"/>
                  </a:moveTo>
                  <a:lnTo>
                    <a:pt x="92134" y="13948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" name="pg174"/>
            <p:cNvSpPr/>
            <p:nvPr/>
          </p:nvSpPr>
          <p:spPr>
            <a:xfrm>
              <a:off x="6636337" y="2154645"/>
              <a:ext cx="92134" cy="139485"/>
            </a:xfrm>
            <a:custGeom>
              <a:avLst/>
              <a:pathLst>
                <a:path w="92134" h="139485">
                  <a:moveTo>
                    <a:pt x="0" y="0"/>
                  </a:moveTo>
                  <a:lnTo>
                    <a:pt x="92134" y="139485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" name="pg175"/>
            <p:cNvSpPr/>
            <p:nvPr/>
          </p:nvSpPr>
          <p:spPr>
            <a:xfrm>
              <a:off x="6636337" y="2154645"/>
              <a:ext cx="92134" cy="139485"/>
            </a:xfrm>
            <a:custGeom>
              <a:avLst/>
              <a:pathLst>
                <a:path w="92134" h="139485">
                  <a:moveTo>
                    <a:pt x="0" y="0"/>
                  </a:moveTo>
                  <a:lnTo>
                    <a:pt x="92134" y="139485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" name="pg176"/>
            <p:cNvSpPr/>
            <p:nvPr/>
          </p:nvSpPr>
          <p:spPr>
            <a:xfrm>
              <a:off x="6561307" y="2154645"/>
              <a:ext cx="204980" cy="306651"/>
            </a:xfrm>
            <a:custGeom>
              <a:avLst/>
              <a:pathLst>
                <a:path w="204980" h="306651">
                  <a:moveTo>
                    <a:pt x="75030" y="0"/>
                  </a:moveTo>
                  <a:lnTo>
                    <a:pt x="70611" y="3021"/>
                  </a:lnTo>
                  <a:lnTo>
                    <a:pt x="66291" y="6182"/>
                  </a:lnTo>
                  <a:lnTo>
                    <a:pt x="62075" y="9480"/>
                  </a:lnTo>
                  <a:lnTo>
                    <a:pt x="57966" y="12912"/>
                  </a:lnTo>
                  <a:lnTo>
                    <a:pt x="53970" y="16473"/>
                  </a:lnTo>
                  <a:lnTo>
                    <a:pt x="50089" y="20160"/>
                  </a:lnTo>
                  <a:lnTo>
                    <a:pt x="46329" y="23970"/>
                  </a:lnTo>
                  <a:lnTo>
                    <a:pt x="42692" y="27898"/>
                  </a:lnTo>
                  <a:lnTo>
                    <a:pt x="39183" y="31941"/>
                  </a:lnTo>
                  <a:lnTo>
                    <a:pt x="35805" y="36094"/>
                  </a:lnTo>
                  <a:lnTo>
                    <a:pt x="32562" y="40352"/>
                  </a:lnTo>
                  <a:lnTo>
                    <a:pt x="29457" y="44713"/>
                  </a:lnTo>
                  <a:lnTo>
                    <a:pt x="26493" y="49171"/>
                  </a:lnTo>
                  <a:lnTo>
                    <a:pt x="23674" y="53721"/>
                  </a:lnTo>
                  <a:lnTo>
                    <a:pt x="21001" y="58359"/>
                  </a:lnTo>
                  <a:lnTo>
                    <a:pt x="18479" y="63081"/>
                  </a:lnTo>
                  <a:lnTo>
                    <a:pt x="16109" y="67880"/>
                  </a:lnTo>
                  <a:lnTo>
                    <a:pt x="13894" y="72754"/>
                  </a:lnTo>
                  <a:lnTo>
                    <a:pt x="11836" y="77695"/>
                  </a:lnTo>
                  <a:lnTo>
                    <a:pt x="9937" y="82700"/>
                  </a:lnTo>
                  <a:lnTo>
                    <a:pt x="8199" y="87763"/>
                  </a:lnTo>
                  <a:lnTo>
                    <a:pt x="6625" y="92880"/>
                  </a:lnTo>
                  <a:lnTo>
                    <a:pt x="5215" y="98044"/>
                  </a:lnTo>
                  <a:lnTo>
                    <a:pt x="3971" y="103250"/>
                  </a:lnTo>
                  <a:lnTo>
                    <a:pt x="2895" y="108494"/>
                  </a:lnTo>
                  <a:lnTo>
                    <a:pt x="1987" y="113769"/>
                  </a:lnTo>
                  <a:lnTo>
                    <a:pt x="1248" y="119071"/>
                  </a:lnTo>
                  <a:lnTo>
                    <a:pt x="679" y="124394"/>
                  </a:lnTo>
                  <a:lnTo>
                    <a:pt x="282" y="129732"/>
                  </a:lnTo>
                  <a:lnTo>
                    <a:pt x="55" y="135081"/>
                  </a:lnTo>
                  <a:lnTo>
                    <a:pt x="0" y="140433"/>
                  </a:lnTo>
                  <a:lnTo>
                    <a:pt x="116" y="145785"/>
                  </a:lnTo>
                  <a:lnTo>
                    <a:pt x="403" y="151130"/>
                  </a:lnTo>
                  <a:lnTo>
                    <a:pt x="861" y="156464"/>
                  </a:lnTo>
                  <a:lnTo>
                    <a:pt x="1490" y="161780"/>
                  </a:lnTo>
                  <a:lnTo>
                    <a:pt x="2289" y="167073"/>
                  </a:lnTo>
                  <a:lnTo>
                    <a:pt x="3257" y="172338"/>
                  </a:lnTo>
                  <a:lnTo>
                    <a:pt x="4393" y="177569"/>
                  </a:lnTo>
                  <a:lnTo>
                    <a:pt x="5696" y="182761"/>
                  </a:lnTo>
                  <a:lnTo>
                    <a:pt x="7164" y="187909"/>
                  </a:lnTo>
                  <a:lnTo>
                    <a:pt x="8796" y="193007"/>
                  </a:lnTo>
                  <a:lnTo>
                    <a:pt x="10591" y="198050"/>
                  </a:lnTo>
                  <a:lnTo>
                    <a:pt x="12547" y="203033"/>
                  </a:lnTo>
                  <a:lnTo>
                    <a:pt x="14661" y="207951"/>
                  </a:lnTo>
                  <a:lnTo>
                    <a:pt x="16931" y="212799"/>
                  </a:lnTo>
                  <a:lnTo>
                    <a:pt x="19355" y="217571"/>
                  </a:lnTo>
                  <a:lnTo>
                    <a:pt x="21931" y="222264"/>
                  </a:lnTo>
                  <a:lnTo>
                    <a:pt x="24656" y="226872"/>
                  </a:lnTo>
                  <a:lnTo>
                    <a:pt x="27527" y="231390"/>
                  </a:lnTo>
                  <a:lnTo>
                    <a:pt x="30541" y="235813"/>
                  </a:lnTo>
                  <a:lnTo>
                    <a:pt x="33696" y="240138"/>
                  </a:lnTo>
                  <a:lnTo>
                    <a:pt x="36987" y="244360"/>
                  </a:lnTo>
                  <a:lnTo>
                    <a:pt x="40411" y="248474"/>
                  </a:lnTo>
                  <a:lnTo>
                    <a:pt x="43966" y="252477"/>
                  </a:lnTo>
                  <a:lnTo>
                    <a:pt x="47647" y="256363"/>
                  </a:lnTo>
                  <a:lnTo>
                    <a:pt x="51450" y="260130"/>
                  </a:lnTo>
                  <a:lnTo>
                    <a:pt x="55373" y="263773"/>
                  </a:lnTo>
                  <a:lnTo>
                    <a:pt x="59409" y="267289"/>
                  </a:lnTo>
                  <a:lnTo>
                    <a:pt x="63557" y="270674"/>
                  </a:lnTo>
                  <a:lnTo>
                    <a:pt x="67810" y="273924"/>
                  </a:lnTo>
                  <a:lnTo>
                    <a:pt x="72166" y="277036"/>
                  </a:lnTo>
                  <a:lnTo>
                    <a:pt x="76618" y="280007"/>
                  </a:lnTo>
                  <a:lnTo>
                    <a:pt x="81164" y="282834"/>
                  </a:lnTo>
                  <a:lnTo>
                    <a:pt x="85798" y="285514"/>
                  </a:lnTo>
                  <a:lnTo>
                    <a:pt x="90515" y="288044"/>
                  </a:lnTo>
                  <a:lnTo>
                    <a:pt x="95311" y="290422"/>
                  </a:lnTo>
                  <a:lnTo>
                    <a:pt x="100181" y="292646"/>
                  </a:lnTo>
                  <a:lnTo>
                    <a:pt x="105119" y="294712"/>
                  </a:lnTo>
                  <a:lnTo>
                    <a:pt x="110121" y="296619"/>
                  </a:lnTo>
                  <a:lnTo>
                    <a:pt x="115181" y="298365"/>
                  </a:lnTo>
                  <a:lnTo>
                    <a:pt x="120295" y="299947"/>
                  </a:lnTo>
                  <a:lnTo>
                    <a:pt x="125456" y="301366"/>
                  </a:lnTo>
                  <a:lnTo>
                    <a:pt x="130661" y="302618"/>
                  </a:lnTo>
                  <a:lnTo>
                    <a:pt x="135903" y="303703"/>
                  </a:lnTo>
                  <a:lnTo>
                    <a:pt x="141177" y="304620"/>
                  </a:lnTo>
                  <a:lnTo>
                    <a:pt x="146477" y="305368"/>
                  </a:lnTo>
                  <a:lnTo>
                    <a:pt x="151799" y="305945"/>
                  </a:lnTo>
                  <a:lnTo>
                    <a:pt x="157137" y="306351"/>
                  </a:lnTo>
                  <a:lnTo>
                    <a:pt x="162485" y="306587"/>
                  </a:lnTo>
                  <a:lnTo>
                    <a:pt x="167837" y="306651"/>
                  </a:lnTo>
                  <a:lnTo>
                    <a:pt x="173189" y="306544"/>
                  </a:lnTo>
                  <a:lnTo>
                    <a:pt x="178535" y="306265"/>
                  </a:lnTo>
                  <a:lnTo>
                    <a:pt x="183869" y="305816"/>
                  </a:lnTo>
                  <a:lnTo>
                    <a:pt x="189186" y="305196"/>
                  </a:lnTo>
                  <a:lnTo>
                    <a:pt x="194481" y="304406"/>
                  </a:lnTo>
                  <a:lnTo>
                    <a:pt x="199747" y="303446"/>
                  </a:lnTo>
                  <a:lnTo>
                    <a:pt x="204980" y="302319"/>
                  </a:lnTo>
                  <a:lnTo>
                    <a:pt x="167164" y="139485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" name="pg177"/>
            <p:cNvSpPr/>
            <p:nvPr/>
          </p:nvSpPr>
          <p:spPr>
            <a:xfrm>
              <a:off x="6728472" y="2126963"/>
              <a:ext cx="167167" cy="330001"/>
            </a:xfrm>
            <a:custGeom>
              <a:avLst/>
              <a:pathLst>
                <a:path w="167167" h="330001">
                  <a:moveTo>
                    <a:pt x="37815" y="330001"/>
                  </a:moveTo>
                  <a:lnTo>
                    <a:pt x="43008" y="328707"/>
                  </a:lnTo>
                  <a:lnTo>
                    <a:pt x="48157" y="327248"/>
                  </a:lnTo>
                  <a:lnTo>
                    <a:pt x="53257" y="325624"/>
                  </a:lnTo>
                  <a:lnTo>
                    <a:pt x="58301" y="323838"/>
                  </a:lnTo>
                  <a:lnTo>
                    <a:pt x="63287" y="321892"/>
                  </a:lnTo>
                  <a:lnTo>
                    <a:pt x="68207" y="319786"/>
                  </a:lnTo>
                  <a:lnTo>
                    <a:pt x="73057" y="317525"/>
                  </a:lnTo>
                  <a:lnTo>
                    <a:pt x="77833" y="315109"/>
                  </a:lnTo>
                  <a:lnTo>
                    <a:pt x="82529" y="312542"/>
                  </a:lnTo>
                  <a:lnTo>
                    <a:pt x="87140" y="309826"/>
                  </a:lnTo>
                  <a:lnTo>
                    <a:pt x="91662" y="306963"/>
                  </a:lnTo>
                  <a:lnTo>
                    <a:pt x="96089" y="303958"/>
                  </a:lnTo>
                  <a:lnTo>
                    <a:pt x="100419" y="300812"/>
                  </a:lnTo>
                  <a:lnTo>
                    <a:pt x="104645" y="297529"/>
                  </a:lnTo>
                  <a:lnTo>
                    <a:pt x="108765" y="294112"/>
                  </a:lnTo>
                  <a:lnTo>
                    <a:pt x="112772" y="290566"/>
                  </a:lnTo>
                  <a:lnTo>
                    <a:pt x="116665" y="286893"/>
                  </a:lnTo>
                  <a:lnTo>
                    <a:pt x="120437" y="283097"/>
                  </a:lnTo>
                  <a:lnTo>
                    <a:pt x="124086" y="279182"/>
                  </a:lnTo>
                  <a:lnTo>
                    <a:pt x="127608" y="275153"/>
                  </a:lnTo>
                  <a:lnTo>
                    <a:pt x="131000" y="271013"/>
                  </a:lnTo>
                  <a:lnTo>
                    <a:pt x="134257" y="266766"/>
                  </a:lnTo>
                  <a:lnTo>
                    <a:pt x="137376" y="262417"/>
                  </a:lnTo>
                  <a:lnTo>
                    <a:pt x="140355" y="257971"/>
                  </a:lnTo>
                  <a:lnTo>
                    <a:pt x="143189" y="253432"/>
                  </a:lnTo>
                  <a:lnTo>
                    <a:pt x="145877" y="248804"/>
                  </a:lnTo>
                  <a:lnTo>
                    <a:pt x="148416" y="244093"/>
                  </a:lnTo>
                  <a:lnTo>
                    <a:pt x="150802" y="239303"/>
                  </a:lnTo>
                  <a:lnTo>
                    <a:pt x="153034" y="234439"/>
                  </a:lnTo>
                  <a:lnTo>
                    <a:pt x="155109" y="229505"/>
                  </a:lnTo>
                  <a:lnTo>
                    <a:pt x="157025" y="224508"/>
                  </a:lnTo>
                  <a:lnTo>
                    <a:pt x="158780" y="219453"/>
                  </a:lnTo>
                  <a:lnTo>
                    <a:pt x="160372" y="214343"/>
                  </a:lnTo>
                  <a:lnTo>
                    <a:pt x="161800" y="209186"/>
                  </a:lnTo>
                  <a:lnTo>
                    <a:pt x="163062" y="203985"/>
                  </a:lnTo>
                  <a:lnTo>
                    <a:pt x="164157" y="198746"/>
                  </a:lnTo>
                  <a:lnTo>
                    <a:pt x="165084" y="193476"/>
                  </a:lnTo>
                  <a:lnTo>
                    <a:pt x="165841" y="188178"/>
                  </a:lnTo>
                  <a:lnTo>
                    <a:pt x="166429" y="182858"/>
                  </a:lnTo>
                  <a:lnTo>
                    <a:pt x="166846" y="177523"/>
                  </a:lnTo>
                  <a:lnTo>
                    <a:pt x="167092" y="172177"/>
                  </a:lnTo>
                  <a:lnTo>
                    <a:pt x="167167" y="166826"/>
                  </a:lnTo>
                  <a:lnTo>
                    <a:pt x="167070" y="161475"/>
                  </a:lnTo>
                  <a:lnTo>
                    <a:pt x="166802" y="156130"/>
                  </a:lnTo>
                  <a:lnTo>
                    <a:pt x="166363" y="150796"/>
                  </a:lnTo>
                  <a:lnTo>
                    <a:pt x="165754" y="145479"/>
                  </a:lnTo>
                  <a:lnTo>
                    <a:pt x="164975" y="140185"/>
                  </a:lnTo>
                  <a:lnTo>
                    <a:pt x="164027" y="134918"/>
                  </a:lnTo>
                  <a:lnTo>
                    <a:pt x="162910" y="129684"/>
                  </a:lnTo>
                  <a:lnTo>
                    <a:pt x="161627" y="124488"/>
                  </a:lnTo>
                  <a:lnTo>
                    <a:pt x="160178" y="119336"/>
                  </a:lnTo>
                  <a:lnTo>
                    <a:pt x="158565" y="114233"/>
                  </a:lnTo>
                  <a:lnTo>
                    <a:pt x="156789" y="109185"/>
                  </a:lnTo>
                  <a:lnTo>
                    <a:pt x="154853" y="104196"/>
                  </a:lnTo>
                  <a:lnTo>
                    <a:pt x="152758" y="99271"/>
                  </a:lnTo>
                  <a:lnTo>
                    <a:pt x="150506" y="94416"/>
                  </a:lnTo>
                  <a:lnTo>
                    <a:pt x="148100" y="89636"/>
                  </a:lnTo>
                  <a:lnTo>
                    <a:pt x="145543" y="84935"/>
                  </a:lnTo>
                  <a:lnTo>
                    <a:pt x="142836" y="80318"/>
                  </a:lnTo>
                  <a:lnTo>
                    <a:pt x="139983" y="75790"/>
                  </a:lnTo>
                  <a:lnTo>
                    <a:pt x="136986" y="71356"/>
                  </a:lnTo>
                  <a:lnTo>
                    <a:pt x="133849" y="67021"/>
                  </a:lnTo>
                  <a:lnTo>
                    <a:pt x="130575" y="62787"/>
                  </a:lnTo>
                  <a:lnTo>
                    <a:pt x="127167" y="58661"/>
                  </a:lnTo>
                  <a:lnTo>
                    <a:pt x="123628" y="54646"/>
                  </a:lnTo>
                  <a:lnTo>
                    <a:pt x="119963" y="50746"/>
                  </a:lnTo>
                  <a:lnTo>
                    <a:pt x="116175" y="46966"/>
                  </a:lnTo>
                  <a:lnTo>
                    <a:pt x="112268" y="43309"/>
                  </a:lnTo>
                  <a:lnTo>
                    <a:pt x="108245" y="39779"/>
                  </a:lnTo>
                  <a:lnTo>
                    <a:pt x="104112" y="36379"/>
                  </a:lnTo>
                  <a:lnTo>
                    <a:pt x="99872" y="33113"/>
                  </a:lnTo>
                  <a:lnTo>
                    <a:pt x="95530" y="29985"/>
                  </a:lnTo>
                  <a:lnTo>
                    <a:pt x="91090" y="26998"/>
                  </a:lnTo>
                  <a:lnTo>
                    <a:pt x="86557" y="24154"/>
                  </a:lnTo>
                  <a:lnTo>
                    <a:pt x="81934" y="21456"/>
                  </a:lnTo>
                  <a:lnTo>
                    <a:pt x="77228" y="18908"/>
                  </a:lnTo>
                  <a:lnTo>
                    <a:pt x="72443" y="16512"/>
                  </a:lnTo>
                  <a:lnTo>
                    <a:pt x="67583" y="14270"/>
                  </a:lnTo>
                  <a:lnTo>
                    <a:pt x="62654" y="12185"/>
                  </a:lnTo>
                  <a:lnTo>
                    <a:pt x="57661" y="10259"/>
                  </a:lnTo>
                  <a:lnTo>
                    <a:pt x="52609" y="8494"/>
                  </a:lnTo>
                  <a:lnTo>
                    <a:pt x="47503" y="6891"/>
                  </a:lnTo>
                  <a:lnTo>
                    <a:pt x="42348" y="5453"/>
                  </a:lnTo>
                  <a:lnTo>
                    <a:pt x="37150" y="4180"/>
                  </a:lnTo>
                  <a:lnTo>
                    <a:pt x="31914" y="3074"/>
                  </a:lnTo>
                  <a:lnTo>
                    <a:pt x="26645" y="2137"/>
                  </a:lnTo>
                  <a:lnTo>
                    <a:pt x="21349" y="1368"/>
                  </a:lnTo>
                  <a:lnTo>
                    <a:pt x="16031" y="770"/>
                  </a:lnTo>
                  <a:lnTo>
                    <a:pt x="10696" y="342"/>
                  </a:lnTo>
                  <a:lnTo>
                    <a:pt x="5351" y="85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" name="pg178"/>
            <p:cNvSpPr/>
            <p:nvPr/>
          </p:nvSpPr>
          <p:spPr>
            <a:xfrm>
              <a:off x="6423235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" name="pg179"/>
            <p:cNvSpPr/>
            <p:nvPr/>
          </p:nvSpPr>
          <p:spPr>
            <a:xfrm>
              <a:off x="6423235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" name="pg180"/>
            <p:cNvSpPr/>
            <p:nvPr/>
          </p:nvSpPr>
          <p:spPr>
            <a:xfrm>
              <a:off x="6423235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" name="pg181"/>
            <p:cNvSpPr/>
            <p:nvPr/>
          </p:nvSpPr>
          <p:spPr>
            <a:xfrm>
              <a:off x="6370902" y="1681503"/>
              <a:ext cx="52332" cy="167167"/>
            </a:xfrm>
            <a:custGeom>
              <a:avLst/>
              <a:pathLst>
                <a:path w="52332" h="167167">
                  <a:moveTo>
                    <a:pt x="52332" y="0"/>
                  </a:moveTo>
                  <a:lnTo>
                    <a:pt x="46419" y="104"/>
                  </a:lnTo>
                  <a:lnTo>
                    <a:pt x="40513" y="418"/>
                  </a:lnTo>
                  <a:lnTo>
                    <a:pt x="34623" y="940"/>
                  </a:lnTo>
                  <a:lnTo>
                    <a:pt x="28754" y="1671"/>
                  </a:lnTo>
                  <a:lnTo>
                    <a:pt x="22915" y="2608"/>
                  </a:lnTo>
                  <a:lnTo>
                    <a:pt x="17113" y="3752"/>
                  </a:lnTo>
                  <a:lnTo>
                    <a:pt x="11355" y="5100"/>
                  </a:lnTo>
                  <a:lnTo>
                    <a:pt x="5648" y="6650"/>
                  </a:lnTo>
                  <a:lnTo>
                    <a:pt x="0" y="8402"/>
                  </a:lnTo>
                  <a:lnTo>
                    <a:pt x="52332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" name="pg182"/>
            <p:cNvSpPr/>
            <p:nvPr/>
          </p:nvSpPr>
          <p:spPr>
            <a:xfrm>
              <a:off x="6370902" y="1689905"/>
              <a:ext cx="52332" cy="158764"/>
            </a:xfrm>
            <a:custGeom>
              <a:avLst/>
              <a:pathLst>
                <a:path w="52332" h="158764">
                  <a:moveTo>
                    <a:pt x="0" y="0"/>
                  </a:moveTo>
                  <a:lnTo>
                    <a:pt x="52332" y="158764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" name="pg183"/>
            <p:cNvSpPr/>
            <p:nvPr/>
          </p:nvSpPr>
          <p:spPr>
            <a:xfrm>
              <a:off x="6370902" y="1689905"/>
              <a:ext cx="52332" cy="158764"/>
            </a:xfrm>
            <a:custGeom>
              <a:avLst/>
              <a:pathLst>
                <a:path w="52332" h="158764">
                  <a:moveTo>
                    <a:pt x="0" y="0"/>
                  </a:moveTo>
                  <a:lnTo>
                    <a:pt x="52332" y="158764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" name="pg184"/>
            <p:cNvSpPr/>
            <p:nvPr/>
          </p:nvSpPr>
          <p:spPr>
            <a:xfrm>
              <a:off x="6370902" y="1689905"/>
              <a:ext cx="52332" cy="158764"/>
            </a:xfrm>
            <a:custGeom>
              <a:avLst/>
              <a:pathLst>
                <a:path w="52332" h="158764">
                  <a:moveTo>
                    <a:pt x="0" y="0"/>
                  </a:moveTo>
                  <a:lnTo>
                    <a:pt x="52332" y="158764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" name="pg185"/>
            <p:cNvSpPr/>
            <p:nvPr/>
          </p:nvSpPr>
          <p:spPr>
            <a:xfrm>
              <a:off x="6370902" y="1689905"/>
              <a:ext cx="52332" cy="158764"/>
            </a:xfrm>
            <a:custGeom>
              <a:avLst/>
              <a:pathLst>
                <a:path w="52332" h="158764">
                  <a:moveTo>
                    <a:pt x="0" y="0"/>
                  </a:moveTo>
                  <a:lnTo>
                    <a:pt x="52332" y="158764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" name="pg186"/>
            <p:cNvSpPr/>
            <p:nvPr/>
          </p:nvSpPr>
          <p:spPr>
            <a:xfrm>
              <a:off x="6370902" y="1689905"/>
              <a:ext cx="52332" cy="158764"/>
            </a:xfrm>
            <a:custGeom>
              <a:avLst/>
              <a:pathLst>
                <a:path w="52332" h="158764">
                  <a:moveTo>
                    <a:pt x="0" y="0"/>
                  </a:moveTo>
                  <a:lnTo>
                    <a:pt x="52332" y="158764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" name="pg187"/>
            <p:cNvSpPr/>
            <p:nvPr/>
          </p:nvSpPr>
          <p:spPr>
            <a:xfrm>
              <a:off x="6370902" y="1689905"/>
              <a:ext cx="52332" cy="158764"/>
            </a:xfrm>
            <a:custGeom>
              <a:avLst/>
              <a:pathLst>
                <a:path w="52332" h="158764">
                  <a:moveTo>
                    <a:pt x="0" y="0"/>
                  </a:moveTo>
                  <a:lnTo>
                    <a:pt x="52332" y="158764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" name="pg188"/>
            <p:cNvSpPr/>
            <p:nvPr/>
          </p:nvSpPr>
          <p:spPr>
            <a:xfrm>
              <a:off x="6370902" y="1689905"/>
              <a:ext cx="52332" cy="158764"/>
            </a:xfrm>
            <a:custGeom>
              <a:avLst/>
              <a:pathLst>
                <a:path w="52332" h="158764">
                  <a:moveTo>
                    <a:pt x="0" y="0"/>
                  </a:moveTo>
                  <a:lnTo>
                    <a:pt x="52332" y="158764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" name="pg189"/>
            <p:cNvSpPr/>
            <p:nvPr/>
          </p:nvSpPr>
          <p:spPr>
            <a:xfrm>
              <a:off x="6370902" y="1689905"/>
              <a:ext cx="52332" cy="158764"/>
            </a:xfrm>
            <a:custGeom>
              <a:avLst/>
              <a:pathLst>
                <a:path w="52332" h="158764">
                  <a:moveTo>
                    <a:pt x="0" y="0"/>
                  </a:moveTo>
                  <a:lnTo>
                    <a:pt x="52332" y="158764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" name="pg190"/>
            <p:cNvSpPr/>
            <p:nvPr/>
          </p:nvSpPr>
          <p:spPr>
            <a:xfrm>
              <a:off x="6370902" y="1689905"/>
              <a:ext cx="52332" cy="158764"/>
            </a:xfrm>
            <a:custGeom>
              <a:avLst/>
              <a:pathLst>
                <a:path w="52332" h="158764">
                  <a:moveTo>
                    <a:pt x="0" y="0"/>
                  </a:moveTo>
                  <a:lnTo>
                    <a:pt x="52332" y="15876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" name="pg191"/>
            <p:cNvSpPr/>
            <p:nvPr/>
          </p:nvSpPr>
          <p:spPr>
            <a:xfrm>
              <a:off x="6370902" y="1689905"/>
              <a:ext cx="52332" cy="158764"/>
            </a:xfrm>
            <a:custGeom>
              <a:avLst/>
              <a:pathLst>
                <a:path w="52332" h="158764">
                  <a:moveTo>
                    <a:pt x="0" y="0"/>
                  </a:moveTo>
                  <a:lnTo>
                    <a:pt x="52332" y="15876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" name="pg192"/>
            <p:cNvSpPr/>
            <p:nvPr/>
          </p:nvSpPr>
          <p:spPr>
            <a:xfrm>
              <a:off x="6370902" y="1689905"/>
              <a:ext cx="52332" cy="158764"/>
            </a:xfrm>
            <a:custGeom>
              <a:avLst/>
              <a:pathLst>
                <a:path w="52332" h="158764">
                  <a:moveTo>
                    <a:pt x="0" y="0"/>
                  </a:moveTo>
                  <a:lnTo>
                    <a:pt x="52332" y="15876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" name="pg193"/>
            <p:cNvSpPr/>
            <p:nvPr/>
          </p:nvSpPr>
          <p:spPr>
            <a:xfrm>
              <a:off x="6370902" y="1689905"/>
              <a:ext cx="52332" cy="158764"/>
            </a:xfrm>
            <a:custGeom>
              <a:avLst/>
              <a:pathLst>
                <a:path w="52332" h="158764">
                  <a:moveTo>
                    <a:pt x="0" y="0"/>
                  </a:moveTo>
                  <a:lnTo>
                    <a:pt x="52332" y="15876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" name="pg194"/>
            <p:cNvSpPr/>
            <p:nvPr/>
          </p:nvSpPr>
          <p:spPr>
            <a:xfrm>
              <a:off x="6370902" y="1689905"/>
              <a:ext cx="52332" cy="158764"/>
            </a:xfrm>
            <a:custGeom>
              <a:avLst/>
              <a:pathLst>
                <a:path w="52332" h="158764">
                  <a:moveTo>
                    <a:pt x="0" y="0"/>
                  </a:moveTo>
                  <a:lnTo>
                    <a:pt x="52332" y="158764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5" name="pg195"/>
            <p:cNvSpPr/>
            <p:nvPr/>
          </p:nvSpPr>
          <p:spPr>
            <a:xfrm>
              <a:off x="6370902" y="1689905"/>
              <a:ext cx="52332" cy="158764"/>
            </a:xfrm>
            <a:custGeom>
              <a:avLst/>
              <a:pathLst>
                <a:path w="52332" h="158764">
                  <a:moveTo>
                    <a:pt x="0" y="0"/>
                  </a:moveTo>
                  <a:lnTo>
                    <a:pt x="52332" y="158764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6" name="pg196"/>
            <p:cNvSpPr/>
            <p:nvPr/>
          </p:nvSpPr>
          <p:spPr>
            <a:xfrm>
              <a:off x="6370902" y="1689905"/>
              <a:ext cx="52332" cy="158764"/>
            </a:xfrm>
            <a:custGeom>
              <a:avLst/>
              <a:pathLst>
                <a:path w="52332" h="158764">
                  <a:moveTo>
                    <a:pt x="0" y="0"/>
                  </a:moveTo>
                  <a:lnTo>
                    <a:pt x="52332" y="158764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7" name="pg197"/>
            <p:cNvSpPr/>
            <p:nvPr/>
          </p:nvSpPr>
          <p:spPr>
            <a:xfrm>
              <a:off x="6370902" y="1689905"/>
              <a:ext cx="52332" cy="158764"/>
            </a:xfrm>
            <a:custGeom>
              <a:avLst/>
              <a:pathLst>
                <a:path w="52332" h="158764">
                  <a:moveTo>
                    <a:pt x="0" y="0"/>
                  </a:moveTo>
                  <a:lnTo>
                    <a:pt x="52332" y="158764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" name="pg198"/>
            <p:cNvSpPr/>
            <p:nvPr/>
          </p:nvSpPr>
          <p:spPr>
            <a:xfrm>
              <a:off x="6370902" y="1689905"/>
              <a:ext cx="52332" cy="158764"/>
            </a:xfrm>
            <a:custGeom>
              <a:avLst/>
              <a:pathLst>
                <a:path w="52332" h="158764">
                  <a:moveTo>
                    <a:pt x="0" y="0"/>
                  </a:moveTo>
                  <a:lnTo>
                    <a:pt x="52332" y="15876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9" name="pg199"/>
            <p:cNvSpPr/>
            <p:nvPr/>
          </p:nvSpPr>
          <p:spPr>
            <a:xfrm>
              <a:off x="6370902" y="1689905"/>
              <a:ext cx="52332" cy="158764"/>
            </a:xfrm>
            <a:custGeom>
              <a:avLst/>
              <a:pathLst>
                <a:path w="52332" h="158764">
                  <a:moveTo>
                    <a:pt x="0" y="0"/>
                  </a:moveTo>
                  <a:lnTo>
                    <a:pt x="52332" y="15876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0" name="pg200"/>
            <p:cNvSpPr/>
            <p:nvPr/>
          </p:nvSpPr>
          <p:spPr>
            <a:xfrm>
              <a:off x="6370902" y="1689905"/>
              <a:ext cx="52332" cy="158764"/>
            </a:xfrm>
            <a:custGeom>
              <a:avLst/>
              <a:pathLst>
                <a:path w="52332" h="158764">
                  <a:moveTo>
                    <a:pt x="0" y="0"/>
                  </a:moveTo>
                  <a:lnTo>
                    <a:pt x="52332" y="15876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1" name="pg201"/>
            <p:cNvSpPr/>
            <p:nvPr/>
          </p:nvSpPr>
          <p:spPr>
            <a:xfrm>
              <a:off x="6370902" y="1689905"/>
              <a:ext cx="52332" cy="158764"/>
            </a:xfrm>
            <a:custGeom>
              <a:avLst/>
              <a:pathLst>
                <a:path w="52332" h="158764">
                  <a:moveTo>
                    <a:pt x="0" y="0"/>
                  </a:moveTo>
                  <a:lnTo>
                    <a:pt x="52332" y="15876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2" name="pg202"/>
            <p:cNvSpPr/>
            <p:nvPr/>
          </p:nvSpPr>
          <p:spPr>
            <a:xfrm>
              <a:off x="6370902" y="1689905"/>
              <a:ext cx="52332" cy="158764"/>
            </a:xfrm>
            <a:custGeom>
              <a:avLst/>
              <a:pathLst>
                <a:path w="52332" h="158764">
                  <a:moveTo>
                    <a:pt x="0" y="0"/>
                  </a:moveTo>
                  <a:lnTo>
                    <a:pt x="52332" y="158764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3" name="pg203"/>
            <p:cNvSpPr/>
            <p:nvPr/>
          </p:nvSpPr>
          <p:spPr>
            <a:xfrm>
              <a:off x="6370902" y="1689905"/>
              <a:ext cx="52332" cy="158764"/>
            </a:xfrm>
            <a:custGeom>
              <a:avLst/>
              <a:pathLst>
                <a:path w="52332" h="158764">
                  <a:moveTo>
                    <a:pt x="0" y="0"/>
                  </a:moveTo>
                  <a:lnTo>
                    <a:pt x="52332" y="158764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4" name="pg204"/>
            <p:cNvSpPr/>
            <p:nvPr/>
          </p:nvSpPr>
          <p:spPr>
            <a:xfrm>
              <a:off x="6256081" y="1689905"/>
              <a:ext cx="334314" cy="325930"/>
            </a:xfrm>
            <a:custGeom>
              <a:avLst/>
              <a:pathLst>
                <a:path w="334314" h="325930">
                  <a:moveTo>
                    <a:pt x="114821" y="0"/>
                  </a:moveTo>
                  <a:lnTo>
                    <a:pt x="109803" y="1742"/>
                  </a:lnTo>
                  <a:lnTo>
                    <a:pt x="104843" y="3644"/>
                  </a:lnTo>
                  <a:lnTo>
                    <a:pt x="99945" y="5702"/>
                  </a:lnTo>
                  <a:lnTo>
                    <a:pt x="95116" y="7915"/>
                  </a:lnTo>
                  <a:lnTo>
                    <a:pt x="90360" y="10279"/>
                  </a:lnTo>
                  <a:lnTo>
                    <a:pt x="85681" y="12794"/>
                  </a:lnTo>
                  <a:lnTo>
                    <a:pt x="81084" y="15457"/>
                  </a:lnTo>
                  <a:lnTo>
                    <a:pt x="76574" y="18264"/>
                  </a:lnTo>
                  <a:lnTo>
                    <a:pt x="72156" y="21213"/>
                  </a:lnTo>
                  <a:lnTo>
                    <a:pt x="67833" y="24300"/>
                  </a:lnTo>
                  <a:lnTo>
                    <a:pt x="63611" y="27524"/>
                  </a:lnTo>
                  <a:lnTo>
                    <a:pt x="59494" y="30880"/>
                  </a:lnTo>
                  <a:lnTo>
                    <a:pt x="55485" y="34365"/>
                  </a:lnTo>
                  <a:lnTo>
                    <a:pt x="51589" y="37976"/>
                  </a:lnTo>
                  <a:lnTo>
                    <a:pt x="47809" y="41709"/>
                  </a:lnTo>
                  <a:lnTo>
                    <a:pt x="44150" y="45560"/>
                  </a:lnTo>
                  <a:lnTo>
                    <a:pt x="40616" y="49525"/>
                  </a:lnTo>
                  <a:lnTo>
                    <a:pt x="37209" y="53600"/>
                  </a:lnTo>
                  <a:lnTo>
                    <a:pt x="33933" y="57782"/>
                  </a:lnTo>
                  <a:lnTo>
                    <a:pt x="30792" y="62066"/>
                  </a:lnTo>
                  <a:lnTo>
                    <a:pt x="27788" y="66447"/>
                  </a:lnTo>
                  <a:lnTo>
                    <a:pt x="24925" y="70922"/>
                  </a:lnTo>
                  <a:lnTo>
                    <a:pt x="22206" y="75485"/>
                  </a:lnTo>
                  <a:lnTo>
                    <a:pt x="19633" y="80133"/>
                  </a:lnTo>
                  <a:lnTo>
                    <a:pt x="17209" y="84859"/>
                  </a:lnTo>
                  <a:lnTo>
                    <a:pt x="14937" y="89661"/>
                  </a:lnTo>
                  <a:lnTo>
                    <a:pt x="12818" y="94532"/>
                  </a:lnTo>
                  <a:lnTo>
                    <a:pt x="10855" y="99468"/>
                  </a:lnTo>
                  <a:lnTo>
                    <a:pt x="9050" y="104464"/>
                  </a:lnTo>
                  <a:lnTo>
                    <a:pt x="7405" y="109515"/>
                  </a:lnTo>
                  <a:lnTo>
                    <a:pt x="5921" y="114615"/>
                  </a:lnTo>
                  <a:lnTo>
                    <a:pt x="4599" y="119760"/>
                  </a:lnTo>
                  <a:lnTo>
                    <a:pt x="3442" y="124945"/>
                  </a:lnTo>
                  <a:lnTo>
                    <a:pt x="2450" y="130163"/>
                  </a:lnTo>
                  <a:lnTo>
                    <a:pt x="1625" y="135411"/>
                  </a:lnTo>
                  <a:lnTo>
                    <a:pt x="966" y="140682"/>
                  </a:lnTo>
                  <a:lnTo>
                    <a:pt x="476" y="145971"/>
                  </a:lnTo>
                  <a:lnTo>
                    <a:pt x="153" y="151273"/>
                  </a:lnTo>
                  <a:lnTo>
                    <a:pt x="0" y="156583"/>
                  </a:lnTo>
                  <a:lnTo>
                    <a:pt x="15" y="161895"/>
                  </a:lnTo>
                  <a:lnTo>
                    <a:pt x="198" y="167204"/>
                  </a:lnTo>
                  <a:lnTo>
                    <a:pt x="551" y="172504"/>
                  </a:lnTo>
                  <a:lnTo>
                    <a:pt x="1072" y="177791"/>
                  </a:lnTo>
                  <a:lnTo>
                    <a:pt x="1760" y="183058"/>
                  </a:lnTo>
                  <a:lnTo>
                    <a:pt x="2615" y="188301"/>
                  </a:lnTo>
                  <a:lnTo>
                    <a:pt x="3637" y="193514"/>
                  </a:lnTo>
                  <a:lnTo>
                    <a:pt x="4823" y="198692"/>
                  </a:lnTo>
                  <a:lnTo>
                    <a:pt x="6174" y="203829"/>
                  </a:lnTo>
                  <a:lnTo>
                    <a:pt x="7687" y="208921"/>
                  </a:lnTo>
                  <a:lnTo>
                    <a:pt x="9361" y="213962"/>
                  </a:lnTo>
                  <a:lnTo>
                    <a:pt x="11195" y="218948"/>
                  </a:lnTo>
                  <a:lnTo>
                    <a:pt x="13186" y="223873"/>
                  </a:lnTo>
                  <a:lnTo>
                    <a:pt x="15332" y="228732"/>
                  </a:lnTo>
                  <a:lnTo>
                    <a:pt x="17632" y="233520"/>
                  </a:lnTo>
                  <a:lnTo>
                    <a:pt x="20082" y="238233"/>
                  </a:lnTo>
                  <a:lnTo>
                    <a:pt x="22682" y="242866"/>
                  </a:lnTo>
                  <a:lnTo>
                    <a:pt x="25427" y="247414"/>
                  </a:lnTo>
                  <a:lnTo>
                    <a:pt x="28315" y="251872"/>
                  </a:lnTo>
                  <a:lnTo>
                    <a:pt x="31343" y="256236"/>
                  </a:lnTo>
                  <a:lnTo>
                    <a:pt x="34509" y="260502"/>
                  </a:lnTo>
                  <a:lnTo>
                    <a:pt x="37808" y="264665"/>
                  </a:lnTo>
                  <a:lnTo>
                    <a:pt x="41238" y="268721"/>
                  </a:lnTo>
                  <a:lnTo>
                    <a:pt x="44795" y="272666"/>
                  </a:lnTo>
                  <a:lnTo>
                    <a:pt x="48476" y="276496"/>
                  </a:lnTo>
                  <a:lnTo>
                    <a:pt x="52277" y="280208"/>
                  </a:lnTo>
                  <a:lnTo>
                    <a:pt x="56193" y="283796"/>
                  </a:lnTo>
                  <a:lnTo>
                    <a:pt x="60222" y="287259"/>
                  </a:lnTo>
                  <a:lnTo>
                    <a:pt x="64358" y="290591"/>
                  </a:lnTo>
                  <a:lnTo>
                    <a:pt x="68599" y="293791"/>
                  </a:lnTo>
                  <a:lnTo>
                    <a:pt x="72939" y="296854"/>
                  </a:lnTo>
                  <a:lnTo>
                    <a:pt x="77374" y="299778"/>
                  </a:lnTo>
                  <a:lnTo>
                    <a:pt x="81900" y="302559"/>
                  </a:lnTo>
                  <a:lnTo>
                    <a:pt x="86511" y="305195"/>
                  </a:lnTo>
                  <a:lnTo>
                    <a:pt x="91204" y="307683"/>
                  </a:lnTo>
                  <a:lnTo>
                    <a:pt x="95974" y="310021"/>
                  </a:lnTo>
                  <a:lnTo>
                    <a:pt x="100816" y="312206"/>
                  </a:lnTo>
                  <a:lnTo>
                    <a:pt x="105725" y="314237"/>
                  </a:lnTo>
                  <a:lnTo>
                    <a:pt x="110696" y="316110"/>
                  </a:lnTo>
                  <a:lnTo>
                    <a:pt x="115723" y="317824"/>
                  </a:lnTo>
                  <a:lnTo>
                    <a:pt x="120803" y="319378"/>
                  </a:lnTo>
                  <a:lnTo>
                    <a:pt x="125930" y="320769"/>
                  </a:lnTo>
                  <a:lnTo>
                    <a:pt x="131098" y="321997"/>
                  </a:lnTo>
                  <a:lnTo>
                    <a:pt x="136302" y="323061"/>
                  </a:lnTo>
                  <a:lnTo>
                    <a:pt x="141538" y="323958"/>
                  </a:lnTo>
                  <a:lnTo>
                    <a:pt x="146800" y="324688"/>
                  </a:lnTo>
                  <a:lnTo>
                    <a:pt x="152082" y="325251"/>
                  </a:lnTo>
                  <a:lnTo>
                    <a:pt x="157379" y="325646"/>
                  </a:lnTo>
                  <a:lnTo>
                    <a:pt x="162686" y="325872"/>
                  </a:lnTo>
                  <a:lnTo>
                    <a:pt x="167998" y="325930"/>
                  </a:lnTo>
                  <a:lnTo>
                    <a:pt x="173309" y="325818"/>
                  </a:lnTo>
                  <a:lnTo>
                    <a:pt x="178614" y="325539"/>
                  </a:lnTo>
                  <a:lnTo>
                    <a:pt x="183907" y="325090"/>
                  </a:lnTo>
                  <a:lnTo>
                    <a:pt x="189183" y="324474"/>
                  </a:lnTo>
                  <a:lnTo>
                    <a:pt x="194437" y="323690"/>
                  </a:lnTo>
                  <a:lnTo>
                    <a:pt x="199663" y="322740"/>
                  </a:lnTo>
                  <a:lnTo>
                    <a:pt x="204857" y="321624"/>
                  </a:lnTo>
                  <a:lnTo>
                    <a:pt x="210012" y="320344"/>
                  </a:lnTo>
                  <a:lnTo>
                    <a:pt x="215124" y="318901"/>
                  </a:lnTo>
                  <a:lnTo>
                    <a:pt x="220188" y="317296"/>
                  </a:lnTo>
                  <a:lnTo>
                    <a:pt x="225198" y="315531"/>
                  </a:lnTo>
                  <a:lnTo>
                    <a:pt x="230150" y="313607"/>
                  </a:lnTo>
                  <a:lnTo>
                    <a:pt x="235038" y="311528"/>
                  </a:lnTo>
                  <a:lnTo>
                    <a:pt x="239857" y="309294"/>
                  </a:lnTo>
                  <a:lnTo>
                    <a:pt x="244603" y="306908"/>
                  </a:lnTo>
                  <a:lnTo>
                    <a:pt x="249271" y="304372"/>
                  </a:lnTo>
                  <a:lnTo>
                    <a:pt x="253856" y="301689"/>
                  </a:lnTo>
                  <a:lnTo>
                    <a:pt x="258353" y="298862"/>
                  </a:lnTo>
                  <a:lnTo>
                    <a:pt x="262758" y="295894"/>
                  </a:lnTo>
                  <a:lnTo>
                    <a:pt x="267067" y="292787"/>
                  </a:lnTo>
                  <a:lnTo>
                    <a:pt x="271275" y="289545"/>
                  </a:lnTo>
                  <a:lnTo>
                    <a:pt x="275378" y="286171"/>
                  </a:lnTo>
                  <a:lnTo>
                    <a:pt x="279371" y="282668"/>
                  </a:lnTo>
                  <a:lnTo>
                    <a:pt x="283251" y="279040"/>
                  </a:lnTo>
                  <a:lnTo>
                    <a:pt x="287014" y="275290"/>
                  </a:lnTo>
                  <a:lnTo>
                    <a:pt x="290656" y="271423"/>
                  </a:lnTo>
                  <a:lnTo>
                    <a:pt x="294173" y="267442"/>
                  </a:lnTo>
                  <a:lnTo>
                    <a:pt x="297562" y="263351"/>
                  </a:lnTo>
                  <a:lnTo>
                    <a:pt x="300819" y="259155"/>
                  </a:lnTo>
                  <a:lnTo>
                    <a:pt x="303941" y="254858"/>
                  </a:lnTo>
                  <a:lnTo>
                    <a:pt x="306925" y="250463"/>
                  </a:lnTo>
                  <a:lnTo>
                    <a:pt x="309768" y="245976"/>
                  </a:lnTo>
                  <a:lnTo>
                    <a:pt x="312467" y="241400"/>
                  </a:lnTo>
                  <a:lnTo>
                    <a:pt x="315019" y="236742"/>
                  </a:lnTo>
                  <a:lnTo>
                    <a:pt x="317422" y="232004"/>
                  </a:lnTo>
                  <a:lnTo>
                    <a:pt x="319673" y="227193"/>
                  </a:lnTo>
                  <a:lnTo>
                    <a:pt x="321770" y="222312"/>
                  </a:lnTo>
                  <a:lnTo>
                    <a:pt x="323711" y="217367"/>
                  </a:lnTo>
                  <a:lnTo>
                    <a:pt x="325494" y="212364"/>
                  </a:lnTo>
                  <a:lnTo>
                    <a:pt x="327117" y="207306"/>
                  </a:lnTo>
                  <a:lnTo>
                    <a:pt x="328579" y="202199"/>
                  </a:lnTo>
                  <a:lnTo>
                    <a:pt x="329877" y="197048"/>
                  </a:lnTo>
                  <a:lnTo>
                    <a:pt x="331012" y="191858"/>
                  </a:lnTo>
                  <a:lnTo>
                    <a:pt x="331980" y="186635"/>
                  </a:lnTo>
                  <a:lnTo>
                    <a:pt x="332783" y="181384"/>
                  </a:lnTo>
                  <a:lnTo>
                    <a:pt x="333418" y="176110"/>
                  </a:lnTo>
                  <a:lnTo>
                    <a:pt x="333885" y="170819"/>
                  </a:lnTo>
                  <a:lnTo>
                    <a:pt x="334184" y="165515"/>
                  </a:lnTo>
                  <a:lnTo>
                    <a:pt x="334314" y="160205"/>
                  </a:lnTo>
                  <a:lnTo>
                    <a:pt x="334275" y="154893"/>
                  </a:lnTo>
                  <a:lnTo>
                    <a:pt x="334068" y="149585"/>
                  </a:lnTo>
                  <a:lnTo>
                    <a:pt x="333692" y="144286"/>
                  </a:lnTo>
                  <a:lnTo>
                    <a:pt x="333148" y="139002"/>
                  </a:lnTo>
                  <a:lnTo>
                    <a:pt x="332436" y="133738"/>
                  </a:lnTo>
                  <a:lnTo>
                    <a:pt x="331558" y="128499"/>
                  </a:lnTo>
                  <a:lnTo>
                    <a:pt x="330513" y="123291"/>
                  </a:lnTo>
                  <a:lnTo>
                    <a:pt x="329303" y="118118"/>
                  </a:lnTo>
                  <a:lnTo>
                    <a:pt x="327930" y="112987"/>
                  </a:lnTo>
                  <a:lnTo>
                    <a:pt x="326394" y="107902"/>
                  </a:lnTo>
                  <a:lnTo>
                    <a:pt x="324698" y="102868"/>
                  </a:lnTo>
                  <a:lnTo>
                    <a:pt x="322842" y="97890"/>
                  </a:lnTo>
                  <a:lnTo>
                    <a:pt x="320830" y="92974"/>
                  </a:lnTo>
                  <a:lnTo>
                    <a:pt x="318662" y="88125"/>
                  </a:lnTo>
                  <a:lnTo>
                    <a:pt x="316341" y="83347"/>
                  </a:lnTo>
                  <a:lnTo>
                    <a:pt x="313869" y="78645"/>
                  </a:lnTo>
                  <a:lnTo>
                    <a:pt x="311250" y="74023"/>
                  </a:lnTo>
                  <a:lnTo>
                    <a:pt x="308484" y="69488"/>
                  </a:lnTo>
                  <a:lnTo>
                    <a:pt x="305577" y="65043"/>
                  </a:lnTo>
                  <a:lnTo>
                    <a:pt x="302529" y="60692"/>
                  </a:lnTo>
                  <a:lnTo>
                    <a:pt x="299344" y="56440"/>
                  </a:lnTo>
                  <a:lnTo>
                    <a:pt x="296027" y="52292"/>
                  </a:lnTo>
                  <a:lnTo>
                    <a:pt x="292579" y="48251"/>
                  </a:lnTo>
                  <a:lnTo>
                    <a:pt x="289004" y="44321"/>
                  </a:lnTo>
                  <a:lnTo>
                    <a:pt x="285306" y="40508"/>
                  </a:lnTo>
                  <a:lnTo>
                    <a:pt x="281489" y="36813"/>
                  </a:lnTo>
                  <a:lnTo>
                    <a:pt x="277557" y="33242"/>
                  </a:lnTo>
                  <a:lnTo>
                    <a:pt x="273513" y="29798"/>
                  </a:lnTo>
                  <a:lnTo>
                    <a:pt x="269362" y="26483"/>
                  </a:lnTo>
                  <a:lnTo>
                    <a:pt x="265107" y="23303"/>
                  </a:lnTo>
                  <a:lnTo>
                    <a:pt x="260754" y="20259"/>
                  </a:lnTo>
                  <a:lnTo>
                    <a:pt x="256306" y="17355"/>
                  </a:lnTo>
                  <a:lnTo>
                    <a:pt x="167153" y="158764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5" name="pg205"/>
            <p:cNvSpPr/>
            <p:nvPr/>
          </p:nvSpPr>
          <p:spPr>
            <a:xfrm>
              <a:off x="6423235" y="1681503"/>
              <a:ext cx="89152" cy="167167"/>
            </a:xfrm>
            <a:custGeom>
              <a:avLst/>
              <a:pathLst>
                <a:path w="89152" h="167167">
                  <a:moveTo>
                    <a:pt x="89152" y="25757"/>
                  </a:moveTo>
                  <a:lnTo>
                    <a:pt x="84127" y="22711"/>
                  </a:lnTo>
                  <a:lnTo>
                    <a:pt x="78997" y="19843"/>
                  </a:lnTo>
                  <a:lnTo>
                    <a:pt x="73770" y="17157"/>
                  </a:lnTo>
                  <a:lnTo>
                    <a:pt x="68452" y="14657"/>
                  </a:lnTo>
                  <a:lnTo>
                    <a:pt x="63049" y="12345"/>
                  </a:lnTo>
                  <a:lnTo>
                    <a:pt x="57568" y="10225"/>
                  </a:lnTo>
                  <a:lnTo>
                    <a:pt x="52016" y="8298"/>
                  </a:lnTo>
                  <a:lnTo>
                    <a:pt x="46399" y="6568"/>
                  </a:lnTo>
                  <a:lnTo>
                    <a:pt x="40725" y="5036"/>
                  </a:lnTo>
                  <a:lnTo>
                    <a:pt x="35001" y="3705"/>
                  </a:lnTo>
                  <a:lnTo>
                    <a:pt x="29234" y="2576"/>
                  </a:lnTo>
                  <a:lnTo>
                    <a:pt x="23431" y="1650"/>
                  </a:lnTo>
                  <a:lnTo>
                    <a:pt x="17598" y="928"/>
                  </a:lnTo>
                  <a:lnTo>
                    <a:pt x="11744" y="413"/>
                  </a:lnTo>
                  <a:lnTo>
                    <a:pt x="5875" y="103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6" name="pg206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7" name="pg207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8" name="pg208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9" name="pg209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0" name="pg210"/>
            <p:cNvSpPr/>
            <p:nvPr/>
          </p:nvSpPr>
          <p:spPr>
            <a:xfrm>
              <a:off x="5853891" y="1322571"/>
              <a:ext cx="334297" cy="334334"/>
            </a:xfrm>
            <a:custGeom>
              <a:avLst/>
              <a:pathLst>
                <a:path w="334297" h="334334">
                  <a:moveTo>
                    <a:pt x="167147" y="0"/>
                  </a:moveTo>
                  <a:lnTo>
                    <a:pt x="161845" y="84"/>
                  </a:lnTo>
                  <a:lnTo>
                    <a:pt x="156548" y="336"/>
                  </a:lnTo>
                  <a:lnTo>
                    <a:pt x="151261" y="756"/>
                  </a:lnTo>
                  <a:lnTo>
                    <a:pt x="145991" y="1344"/>
                  </a:lnTo>
                  <a:lnTo>
                    <a:pt x="140742" y="2098"/>
                  </a:lnTo>
                  <a:lnTo>
                    <a:pt x="135519" y="3019"/>
                  </a:lnTo>
                  <a:lnTo>
                    <a:pt x="130328" y="4105"/>
                  </a:lnTo>
                  <a:lnTo>
                    <a:pt x="125175" y="5354"/>
                  </a:lnTo>
                  <a:lnTo>
                    <a:pt x="120063" y="6767"/>
                  </a:lnTo>
                  <a:lnTo>
                    <a:pt x="114999" y="8341"/>
                  </a:lnTo>
                  <a:lnTo>
                    <a:pt x="109988" y="10075"/>
                  </a:lnTo>
                  <a:lnTo>
                    <a:pt x="105034" y="11967"/>
                  </a:lnTo>
                  <a:lnTo>
                    <a:pt x="100142" y="14016"/>
                  </a:lnTo>
                  <a:lnTo>
                    <a:pt x="95318" y="16218"/>
                  </a:lnTo>
                  <a:lnTo>
                    <a:pt x="90566" y="18572"/>
                  </a:lnTo>
                  <a:lnTo>
                    <a:pt x="85891" y="21076"/>
                  </a:lnTo>
                  <a:lnTo>
                    <a:pt x="81298" y="23727"/>
                  </a:lnTo>
                  <a:lnTo>
                    <a:pt x="76792" y="26522"/>
                  </a:lnTo>
                  <a:lnTo>
                    <a:pt x="72376" y="29459"/>
                  </a:lnTo>
                  <a:lnTo>
                    <a:pt x="68056" y="32535"/>
                  </a:lnTo>
                  <a:lnTo>
                    <a:pt x="63835" y="35745"/>
                  </a:lnTo>
                  <a:lnTo>
                    <a:pt x="59719" y="39088"/>
                  </a:lnTo>
                  <a:lnTo>
                    <a:pt x="55710" y="42560"/>
                  </a:lnTo>
                  <a:lnTo>
                    <a:pt x="51814" y="46158"/>
                  </a:lnTo>
                  <a:lnTo>
                    <a:pt x="48034" y="49877"/>
                  </a:lnTo>
                  <a:lnTo>
                    <a:pt x="44373" y="53714"/>
                  </a:lnTo>
                  <a:lnTo>
                    <a:pt x="40836" y="57666"/>
                  </a:lnTo>
                  <a:lnTo>
                    <a:pt x="37427" y="61727"/>
                  </a:lnTo>
                  <a:lnTo>
                    <a:pt x="34147" y="65895"/>
                  </a:lnTo>
                  <a:lnTo>
                    <a:pt x="31002" y="70164"/>
                  </a:lnTo>
                  <a:lnTo>
                    <a:pt x="27994" y="74532"/>
                  </a:lnTo>
                  <a:lnTo>
                    <a:pt x="25125" y="78992"/>
                  </a:lnTo>
                  <a:lnTo>
                    <a:pt x="22400" y="83541"/>
                  </a:lnTo>
                  <a:lnTo>
                    <a:pt x="19820" y="88175"/>
                  </a:lnTo>
                  <a:lnTo>
                    <a:pt x="17389" y="92887"/>
                  </a:lnTo>
                  <a:lnTo>
                    <a:pt x="15108" y="97675"/>
                  </a:lnTo>
                  <a:lnTo>
                    <a:pt x="12980" y="102532"/>
                  </a:lnTo>
                  <a:lnTo>
                    <a:pt x="11008" y="107455"/>
                  </a:lnTo>
                  <a:lnTo>
                    <a:pt x="9192" y="112438"/>
                  </a:lnTo>
                  <a:lnTo>
                    <a:pt x="7536" y="117475"/>
                  </a:lnTo>
                  <a:lnTo>
                    <a:pt x="6040" y="122563"/>
                  </a:lnTo>
                  <a:lnTo>
                    <a:pt x="4706" y="127696"/>
                  </a:lnTo>
                  <a:lnTo>
                    <a:pt x="3536" y="132868"/>
                  </a:lnTo>
                  <a:lnTo>
                    <a:pt x="2530" y="138075"/>
                  </a:lnTo>
                  <a:lnTo>
                    <a:pt x="1691" y="143311"/>
                  </a:lnTo>
                  <a:lnTo>
                    <a:pt x="1017" y="148571"/>
                  </a:lnTo>
                  <a:lnTo>
                    <a:pt x="511" y="153850"/>
                  </a:lnTo>
                  <a:lnTo>
                    <a:pt x="172" y="159142"/>
                  </a:lnTo>
                  <a:lnTo>
                    <a:pt x="2" y="164443"/>
                  </a:lnTo>
                  <a:lnTo>
                    <a:pt x="0" y="169746"/>
                  </a:lnTo>
                  <a:lnTo>
                    <a:pt x="165" y="175046"/>
                  </a:lnTo>
                  <a:lnTo>
                    <a:pt x="499" y="180339"/>
                  </a:lnTo>
                  <a:lnTo>
                    <a:pt x="1001" y="185618"/>
                  </a:lnTo>
                  <a:lnTo>
                    <a:pt x="1670" y="190879"/>
                  </a:lnTo>
                  <a:lnTo>
                    <a:pt x="2505" y="196116"/>
                  </a:lnTo>
                  <a:lnTo>
                    <a:pt x="3506" y="201323"/>
                  </a:lnTo>
                  <a:lnTo>
                    <a:pt x="4672" y="206497"/>
                  </a:lnTo>
                  <a:lnTo>
                    <a:pt x="6001" y="211631"/>
                  </a:lnTo>
                  <a:lnTo>
                    <a:pt x="7493" y="216720"/>
                  </a:lnTo>
                  <a:lnTo>
                    <a:pt x="9145" y="221759"/>
                  </a:lnTo>
                  <a:lnTo>
                    <a:pt x="10956" y="226743"/>
                  </a:lnTo>
                  <a:lnTo>
                    <a:pt x="12924" y="231667"/>
                  </a:lnTo>
                  <a:lnTo>
                    <a:pt x="15048" y="236527"/>
                  </a:lnTo>
                  <a:lnTo>
                    <a:pt x="17324" y="241316"/>
                  </a:lnTo>
                  <a:lnTo>
                    <a:pt x="19752" y="246031"/>
                  </a:lnTo>
                  <a:lnTo>
                    <a:pt x="22327" y="250667"/>
                  </a:lnTo>
                  <a:lnTo>
                    <a:pt x="25049" y="255218"/>
                  </a:lnTo>
                  <a:lnTo>
                    <a:pt x="27913" y="259681"/>
                  </a:lnTo>
                  <a:lnTo>
                    <a:pt x="30918" y="264051"/>
                  </a:lnTo>
                  <a:lnTo>
                    <a:pt x="34059" y="268323"/>
                  </a:lnTo>
                  <a:lnTo>
                    <a:pt x="37335" y="272494"/>
                  </a:lnTo>
                  <a:lnTo>
                    <a:pt x="40741" y="276558"/>
                  </a:lnTo>
                  <a:lnTo>
                    <a:pt x="44274" y="280513"/>
                  </a:lnTo>
                  <a:lnTo>
                    <a:pt x="47932" y="284353"/>
                  </a:lnTo>
                  <a:lnTo>
                    <a:pt x="51709" y="288076"/>
                  </a:lnTo>
                  <a:lnTo>
                    <a:pt x="55602" y="291676"/>
                  </a:lnTo>
                  <a:lnTo>
                    <a:pt x="59607" y="295152"/>
                  </a:lnTo>
                  <a:lnTo>
                    <a:pt x="63721" y="298499"/>
                  </a:lnTo>
                  <a:lnTo>
                    <a:pt x="67939" y="301713"/>
                  </a:lnTo>
                  <a:lnTo>
                    <a:pt x="72256" y="304792"/>
                  </a:lnTo>
                  <a:lnTo>
                    <a:pt x="76669" y="307733"/>
                  </a:lnTo>
                  <a:lnTo>
                    <a:pt x="81174" y="310532"/>
                  </a:lnTo>
                  <a:lnTo>
                    <a:pt x="85764" y="313187"/>
                  </a:lnTo>
                  <a:lnTo>
                    <a:pt x="90437" y="315695"/>
                  </a:lnTo>
                  <a:lnTo>
                    <a:pt x="95187" y="318053"/>
                  </a:lnTo>
                  <a:lnTo>
                    <a:pt x="100009" y="320260"/>
                  </a:lnTo>
                  <a:lnTo>
                    <a:pt x="104899" y="322312"/>
                  </a:lnTo>
                  <a:lnTo>
                    <a:pt x="109851" y="324209"/>
                  </a:lnTo>
                  <a:lnTo>
                    <a:pt x="114861" y="325947"/>
                  </a:lnTo>
                  <a:lnTo>
                    <a:pt x="119924" y="327526"/>
                  </a:lnTo>
                  <a:lnTo>
                    <a:pt x="125034" y="328943"/>
                  </a:lnTo>
                  <a:lnTo>
                    <a:pt x="130186" y="330197"/>
                  </a:lnTo>
                  <a:lnTo>
                    <a:pt x="135376" y="331288"/>
                  </a:lnTo>
                  <a:lnTo>
                    <a:pt x="140598" y="332213"/>
                  </a:lnTo>
                  <a:lnTo>
                    <a:pt x="145846" y="332972"/>
                  </a:lnTo>
                  <a:lnTo>
                    <a:pt x="151116" y="333564"/>
                  </a:lnTo>
                  <a:lnTo>
                    <a:pt x="156402" y="333989"/>
                  </a:lnTo>
                  <a:lnTo>
                    <a:pt x="161699" y="334246"/>
                  </a:lnTo>
                  <a:lnTo>
                    <a:pt x="167002" y="334334"/>
                  </a:lnTo>
                  <a:lnTo>
                    <a:pt x="172304" y="334255"/>
                  </a:lnTo>
                  <a:lnTo>
                    <a:pt x="177601" y="334007"/>
                  </a:lnTo>
                  <a:lnTo>
                    <a:pt x="182888" y="333592"/>
                  </a:lnTo>
                  <a:lnTo>
                    <a:pt x="188159" y="333009"/>
                  </a:lnTo>
                  <a:lnTo>
                    <a:pt x="193409" y="332259"/>
                  </a:lnTo>
                  <a:lnTo>
                    <a:pt x="198632" y="331343"/>
                  </a:lnTo>
                  <a:lnTo>
                    <a:pt x="203824" y="330261"/>
                  </a:lnTo>
                  <a:lnTo>
                    <a:pt x="208979" y="329016"/>
                  </a:lnTo>
                  <a:lnTo>
                    <a:pt x="214091" y="327608"/>
                  </a:lnTo>
                  <a:lnTo>
                    <a:pt x="219157" y="326038"/>
                  </a:lnTo>
                  <a:lnTo>
                    <a:pt x="224170" y="324308"/>
                  </a:lnTo>
                  <a:lnTo>
                    <a:pt x="229126" y="322420"/>
                  </a:lnTo>
                  <a:lnTo>
                    <a:pt x="234019" y="320376"/>
                  </a:lnTo>
                  <a:lnTo>
                    <a:pt x="238845" y="318178"/>
                  </a:lnTo>
                  <a:lnTo>
                    <a:pt x="243599" y="315828"/>
                  </a:lnTo>
                  <a:lnTo>
                    <a:pt x="248276" y="313328"/>
                  </a:lnTo>
                  <a:lnTo>
                    <a:pt x="252871" y="310681"/>
                  </a:lnTo>
                  <a:lnTo>
                    <a:pt x="257380" y="307890"/>
                  </a:lnTo>
                  <a:lnTo>
                    <a:pt x="261798" y="304957"/>
                  </a:lnTo>
                  <a:lnTo>
                    <a:pt x="266121" y="301885"/>
                  </a:lnTo>
                  <a:lnTo>
                    <a:pt x="270344" y="298678"/>
                  </a:lnTo>
                  <a:lnTo>
                    <a:pt x="274464" y="295339"/>
                  </a:lnTo>
                  <a:lnTo>
                    <a:pt x="278475" y="291870"/>
                  </a:lnTo>
                  <a:lnTo>
                    <a:pt x="282375" y="288276"/>
                  </a:lnTo>
                  <a:lnTo>
                    <a:pt x="286158" y="284560"/>
                  </a:lnTo>
                  <a:lnTo>
                    <a:pt x="289822" y="280726"/>
                  </a:lnTo>
                  <a:lnTo>
                    <a:pt x="293362" y="276778"/>
                  </a:lnTo>
                  <a:lnTo>
                    <a:pt x="296776" y="272720"/>
                  </a:lnTo>
                  <a:lnTo>
                    <a:pt x="300059" y="268555"/>
                  </a:lnTo>
                  <a:lnTo>
                    <a:pt x="303208" y="264288"/>
                  </a:lnTo>
                  <a:lnTo>
                    <a:pt x="306220" y="259923"/>
                  </a:lnTo>
                  <a:lnTo>
                    <a:pt x="309092" y="255465"/>
                  </a:lnTo>
                  <a:lnTo>
                    <a:pt x="311821" y="250919"/>
                  </a:lnTo>
                  <a:lnTo>
                    <a:pt x="314405" y="246287"/>
                  </a:lnTo>
                  <a:lnTo>
                    <a:pt x="316841" y="241577"/>
                  </a:lnTo>
                  <a:lnTo>
                    <a:pt x="319125" y="236791"/>
                  </a:lnTo>
                  <a:lnTo>
                    <a:pt x="321257" y="231935"/>
                  </a:lnTo>
                  <a:lnTo>
                    <a:pt x="323234" y="227015"/>
                  </a:lnTo>
                  <a:lnTo>
                    <a:pt x="325054" y="222034"/>
                  </a:lnTo>
                  <a:lnTo>
                    <a:pt x="326715" y="216997"/>
                  </a:lnTo>
                  <a:lnTo>
                    <a:pt x="328215" y="211911"/>
                  </a:lnTo>
                  <a:lnTo>
                    <a:pt x="329553" y="206779"/>
                  </a:lnTo>
                  <a:lnTo>
                    <a:pt x="330728" y="201608"/>
                  </a:lnTo>
                  <a:lnTo>
                    <a:pt x="331738" y="196402"/>
                  </a:lnTo>
                  <a:lnTo>
                    <a:pt x="332583" y="191167"/>
                  </a:lnTo>
                  <a:lnTo>
                    <a:pt x="333261" y="185907"/>
                  </a:lnTo>
                  <a:lnTo>
                    <a:pt x="333772" y="180629"/>
                  </a:lnTo>
                  <a:lnTo>
                    <a:pt x="334115" y="175337"/>
                  </a:lnTo>
                  <a:lnTo>
                    <a:pt x="334290" y="170037"/>
                  </a:lnTo>
                  <a:lnTo>
                    <a:pt x="334297" y="164734"/>
                  </a:lnTo>
                  <a:lnTo>
                    <a:pt x="334135" y="159433"/>
                  </a:lnTo>
                  <a:lnTo>
                    <a:pt x="333806" y="154140"/>
                  </a:lnTo>
                  <a:lnTo>
                    <a:pt x="333309" y="148860"/>
                  </a:lnTo>
                  <a:lnTo>
                    <a:pt x="332645" y="143599"/>
                  </a:lnTo>
                  <a:lnTo>
                    <a:pt x="331814" y="138361"/>
                  </a:lnTo>
                  <a:lnTo>
                    <a:pt x="330817" y="133153"/>
                  </a:lnTo>
                  <a:lnTo>
                    <a:pt x="329656" y="127978"/>
                  </a:lnTo>
                  <a:lnTo>
                    <a:pt x="328331" y="122844"/>
                  </a:lnTo>
                  <a:lnTo>
                    <a:pt x="326844" y="117753"/>
                  </a:lnTo>
                  <a:lnTo>
                    <a:pt x="325197" y="112713"/>
                  </a:lnTo>
                  <a:lnTo>
                    <a:pt x="323390" y="107727"/>
                  </a:lnTo>
                  <a:lnTo>
                    <a:pt x="321426" y="102801"/>
                  </a:lnTo>
                  <a:lnTo>
                    <a:pt x="319307" y="97940"/>
                  </a:lnTo>
                  <a:lnTo>
                    <a:pt x="317034" y="93148"/>
                  </a:lnTo>
                  <a:lnTo>
                    <a:pt x="314611" y="88431"/>
                  </a:lnTo>
                  <a:lnTo>
                    <a:pt x="312039" y="83793"/>
                  </a:lnTo>
                  <a:lnTo>
                    <a:pt x="309322" y="79239"/>
                  </a:lnTo>
                  <a:lnTo>
                    <a:pt x="306461" y="74774"/>
                  </a:lnTo>
                  <a:lnTo>
                    <a:pt x="303461" y="70401"/>
                  </a:lnTo>
                  <a:lnTo>
                    <a:pt x="300323" y="66126"/>
                  </a:lnTo>
                  <a:lnTo>
                    <a:pt x="297051" y="61953"/>
                  </a:lnTo>
                  <a:lnTo>
                    <a:pt x="293648" y="57886"/>
                  </a:lnTo>
                  <a:lnTo>
                    <a:pt x="290118" y="53928"/>
                  </a:lnTo>
                  <a:lnTo>
                    <a:pt x="286464" y="50084"/>
                  </a:lnTo>
                  <a:lnTo>
                    <a:pt x="282691" y="46359"/>
                  </a:lnTo>
                  <a:lnTo>
                    <a:pt x="278801" y="42755"/>
                  </a:lnTo>
                  <a:lnTo>
                    <a:pt x="274798" y="39276"/>
                  </a:lnTo>
                  <a:lnTo>
                    <a:pt x="270687" y="35925"/>
                  </a:lnTo>
                  <a:lnTo>
                    <a:pt x="266472" y="32707"/>
                  </a:lnTo>
                  <a:lnTo>
                    <a:pt x="262157" y="29624"/>
                  </a:lnTo>
                  <a:lnTo>
                    <a:pt x="257747" y="26680"/>
                  </a:lnTo>
                  <a:lnTo>
                    <a:pt x="253245" y="23877"/>
                  </a:lnTo>
                  <a:lnTo>
                    <a:pt x="248657" y="21218"/>
                  </a:lnTo>
                  <a:lnTo>
                    <a:pt x="243986" y="18706"/>
                  </a:lnTo>
                  <a:lnTo>
                    <a:pt x="167147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1" name="pg211"/>
            <p:cNvSpPr/>
            <p:nvPr/>
          </p:nvSpPr>
          <p:spPr>
            <a:xfrm>
              <a:off x="6021039" y="1341278"/>
              <a:ext cx="76839" cy="148460"/>
            </a:xfrm>
            <a:custGeom>
              <a:avLst/>
              <a:pathLst>
                <a:path w="76839" h="148460">
                  <a:moveTo>
                    <a:pt x="76839" y="0"/>
                  </a:moveTo>
                  <a:lnTo>
                    <a:pt x="0" y="14846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2" name="pg212"/>
            <p:cNvSpPr/>
            <p:nvPr/>
          </p:nvSpPr>
          <p:spPr>
            <a:xfrm>
              <a:off x="6021039" y="1341278"/>
              <a:ext cx="76839" cy="148460"/>
            </a:xfrm>
            <a:custGeom>
              <a:avLst/>
              <a:pathLst>
                <a:path w="76839" h="148460">
                  <a:moveTo>
                    <a:pt x="76839" y="0"/>
                  </a:moveTo>
                  <a:lnTo>
                    <a:pt x="0" y="14846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3" name="pg213"/>
            <p:cNvSpPr/>
            <p:nvPr/>
          </p:nvSpPr>
          <p:spPr>
            <a:xfrm>
              <a:off x="6021039" y="1341278"/>
              <a:ext cx="76839" cy="148460"/>
            </a:xfrm>
            <a:custGeom>
              <a:avLst/>
              <a:pathLst>
                <a:path w="76839" h="148460">
                  <a:moveTo>
                    <a:pt x="76839" y="0"/>
                  </a:moveTo>
                  <a:lnTo>
                    <a:pt x="0" y="14846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4" name="pg214"/>
            <p:cNvSpPr/>
            <p:nvPr/>
          </p:nvSpPr>
          <p:spPr>
            <a:xfrm>
              <a:off x="6021039" y="1341278"/>
              <a:ext cx="76839" cy="148460"/>
            </a:xfrm>
            <a:custGeom>
              <a:avLst/>
              <a:pathLst>
                <a:path w="76839" h="148460">
                  <a:moveTo>
                    <a:pt x="76839" y="0"/>
                  </a:moveTo>
                  <a:lnTo>
                    <a:pt x="0" y="14846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5" name="pg215"/>
            <p:cNvSpPr/>
            <p:nvPr/>
          </p:nvSpPr>
          <p:spPr>
            <a:xfrm>
              <a:off x="6021039" y="1341278"/>
              <a:ext cx="76839" cy="148460"/>
            </a:xfrm>
            <a:custGeom>
              <a:avLst/>
              <a:pathLst>
                <a:path w="76839" h="148460">
                  <a:moveTo>
                    <a:pt x="76839" y="0"/>
                  </a:moveTo>
                  <a:lnTo>
                    <a:pt x="0" y="14846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6" name="pg216"/>
            <p:cNvSpPr/>
            <p:nvPr/>
          </p:nvSpPr>
          <p:spPr>
            <a:xfrm>
              <a:off x="6021039" y="1341278"/>
              <a:ext cx="76839" cy="148460"/>
            </a:xfrm>
            <a:custGeom>
              <a:avLst/>
              <a:pathLst>
                <a:path w="76839" h="148460">
                  <a:moveTo>
                    <a:pt x="76839" y="0"/>
                  </a:moveTo>
                  <a:lnTo>
                    <a:pt x="0" y="14846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7" name="pg217"/>
            <p:cNvSpPr/>
            <p:nvPr/>
          </p:nvSpPr>
          <p:spPr>
            <a:xfrm>
              <a:off x="6021039" y="1341278"/>
              <a:ext cx="76839" cy="148460"/>
            </a:xfrm>
            <a:custGeom>
              <a:avLst/>
              <a:pathLst>
                <a:path w="76839" h="148460">
                  <a:moveTo>
                    <a:pt x="76839" y="0"/>
                  </a:moveTo>
                  <a:lnTo>
                    <a:pt x="0" y="14846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8" name="pg218"/>
            <p:cNvSpPr/>
            <p:nvPr/>
          </p:nvSpPr>
          <p:spPr>
            <a:xfrm>
              <a:off x="6021039" y="1341278"/>
              <a:ext cx="76839" cy="148460"/>
            </a:xfrm>
            <a:custGeom>
              <a:avLst/>
              <a:pathLst>
                <a:path w="76839" h="148460">
                  <a:moveTo>
                    <a:pt x="76839" y="0"/>
                  </a:moveTo>
                  <a:lnTo>
                    <a:pt x="0" y="14846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9" name="pg219"/>
            <p:cNvSpPr/>
            <p:nvPr/>
          </p:nvSpPr>
          <p:spPr>
            <a:xfrm>
              <a:off x="6021039" y="1341278"/>
              <a:ext cx="76839" cy="148460"/>
            </a:xfrm>
            <a:custGeom>
              <a:avLst/>
              <a:pathLst>
                <a:path w="76839" h="148460">
                  <a:moveTo>
                    <a:pt x="76839" y="0"/>
                  </a:moveTo>
                  <a:lnTo>
                    <a:pt x="0" y="14846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0" name="pg220"/>
            <p:cNvSpPr/>
            <p:nvPr/>
          </p:nvSpPr>
          <p:spPr>
            <a:xfrm>
              <a:off x="6021039" y="1341278"/>
              <a:ext cx="76839" cy="148460"/>
            </a:xfrm>
            <a:custGeom>
              <a:avLst/>
              <a:pathLst>
                <a:path w="76839" h="148460">
                  <a:moveTo>
                    <a:pt x="76839" y="0"/>
                  </a:moveTo>
                  <a:lnTo>
                    <a:pt x="0" y="14846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1" name="pg221"/>
            <p:cNvSpPr/>
            <p:nvPr/>
          </p:nvSpPr>
          <p:spPr>
            <a:xfrm>
              <a:off x="6021039" y="1341278"/>
              <a:ext cx="76839" cy="148460"/>
            </a:xfrm>
            <a:custGeom>
              <a:avLst/>
              <a:pathLst>
                <a:path w="76839" h="148460">
                  <a:moveTo>
                    <a:pt x="76839" y="0"/>
                  </a:moveTo>
                  <a:lnTo>
                    <a:pt x="0" y="14846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2" name="pg222"/>
            <p:cNvSpPr/>
            <p:nvPr/>
          </p:nvSpPr>
          <p:spPr>
            <a:xfrm>
              <a:off x="6021039" y="1341278"/>
              <a:ext cx="76839" cy="148460"/>
            </a:xfrm>
            <a:custGeom>
              <a:avLst/>
              <a:pathLst>
                <a:path w="76839" h="148460">
                  <a:moveTo>
                    <a:pt x="76839" y="0"/>
                  </a:moveTo>
                  <a:lnTo>
                    <a:pt x="0" y="14846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3" name="pg223"/>
            <p:cNvSpPr/>
            <p:nvPr/>
          </p:nvSpPr>
          <p:spPr>
            <a:xfrm>
              <a:off x="6021039" y="1341278"/>
              <a:ext cx="76839" cy="148460"/>
            </a:xfrm>
            <a:custGeom>
              <a:avLst/>
              <a:pathLst>
                <a:path w="76839" h="148460">
                  <a:moveTo>
                    <a:pt x="76839" y="0"/>
                  </a:moveTo>
                  <a:lnTo>
                    <a:pt x="0" y="14846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4" name="pg224"/>
            <p:cNvSpPr/>
            <p:nvPr/>
          </p:nvSpPr>
          <p:spPr>
            <a:xfrm>
              <a:off x="6021039" y="1341278"/>
              <a:ext cx="76839" cy="148460"/>
            </a:xfrm>
            <a:custGeom>
              <a:avLst/>
              <a:pathLst>
                <a:path w="76839" h="148460">
                  <a:moveTo>
                    <a:pt x="76839" y="0"/>
                  </a:moveTo>
                  <a:lnTo>
                    <a:pt x="0" y="14846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5" name="pg225"/>
            <p:cNvSpPr/>
            <p:nvPr/>
          </p:nvSpPr>
          <p:spPr>
            <a:xfrm>
              <a:off x="6021039" y="1341278"/>
              <a:ext cx="76839" cy="148460"/>
            </a:xfrm>
            <a:custGeom>
              <a:avLst/>
              <a:pathLst>
                <a:path w="76839" h="148460">
                  <a:moveTo>
                    <a:pt x="76839" y="0"/>
                  </a:moveTo>
                  <a:lnTo>
                    <a:pt x="0" y="14846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6" name="pg226"/>
            <p:cNvSpPr/>
            <p:nvPr/>
          </p:nvSpPr>
          <p:spPr>
            <a:xfrm>
              <a:off x="6021039" y="1341278"/>
              <a:ext cx="76839" cy="148460"/>
            </a:xfrm>
            <a:custGeom>
              <a:avLst/>
              <a:pathLst>
                <a:path w="76839" h="148460">
                  <a:moveTo>
                    <a:pt x="76839" y="0"/>
                  </a:moveTo>
                  <a:lnTo>
                    <a:pt x="0" y="14846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7" name="pg227"/>
            <p:cNvSpPr/>
            <p:nvPr/>
          </p:nvSpPr>
          <p:spPr>
            <a:xfrm>
              <a:off x="6021039" y="1341278"/>
              <a:ext cx="76839" cy="148460"/>
            </a:xfrm>
            <a:custGeom>
              <a:avLst/>
              <a:pathLst>
                <a:path w="76839" h="148460">
                  <a:moveTo>
                    <a:pt x="76839" y="0"/>
                  </a:moveTo>
                  <a:lnTo>
                    <a:pt x="0" y="14846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8" name="pg228"/>
            <p:cNvSpPr/>
            <p:nvPr/>
          </p:nvSpPr>
          <p:spPr>
            <a:xfrm>
              <a:off x="6021039" y="1341278"/>
              <a:ext cx="76839" cy="148460"/>
            </a:xfrm>
            <a:custGeom>
              <a:avLst/>
              <a:pathLst>
                <a:path w="76839" h="148460">
                  <a:moveTo>
                    <a:pt x="76839" y="0"/>
                  </a:moveTo>
                  <a:lnTo>
                    <a:pt x="0" y="14846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9" name="pg229"/>
            <p:cNvSpPr/>
            <p:nvPr/>
          </p:nvSpPr>
          <p:spPr>
            <a:xfrm>
              <a:off x="6021039" y="1341278"/>
              <a:ext cx="76839" cy="148460"/>
            </a:xfrm>
            <a:custGeom>
              <a:avLst/>
              <a:pathLst>
                <a:path w="76839" h="148460">
                  <a:moveTo>
                    <a:pt x="76839" y="0"/>
                  </a:moveTo>
                  <a:lnTo>
                    <a:pt x="0" y="14846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0" name="pg230"/>
            <p:cNvSpPr/>
            <p:nvPr/>
          </p:nvSpPr>
          <p:spPr>
            <a:xfrm>
              <a:off x="6021039" y="1341278"/>
              <a:ext cx="76839" cy="148460"/>
            </a:xfrm>
            <a:custGeom>
              <a:avLst/>
              <a:pathLst>
                <a:path w="76839" h="148460">
                  <a:moveTo>
                    <a:pt x="76839" y="0"/>
                  </a:moveTo>
                  <a:lnTo>
                    <a:pt x="0" y="14846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1" name="pg231"/>
            <p:cNvSpPr/>
            <p:nvPr/>
          </p:nvSpPr>
          <p:spPr>
            <a:xfrm>
              <a:off x="6021039" y="1341278"/>
              <a:ext cx="76839" cy="148460"/>
            </a:xfrm>
            <a:custGeom>
              <a:avLst/>
              <a:pathLst>
                <a:path w="76839" h="148460">
                  <a:moveTo>
                    <a:pt x="76839" y="0"/>
                  </a:moveTo>
                  <a:lnTo>
                    <a:pt x="0" y="14846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2" name="pg232"/>
            <p:cNvSpPr/>
            <p:nvPr/>
          </p:nvSpPr>
          <p:spPr>
            <a:xfrm>
              <a:off x="6021039" y="1341278"/>
              <a:ext cx="76839" cy="148460"/>
            </a:xfrm>
            <a:custGeom>
              <a:avLst/>
              <a:pathLst>
                <a:path w="76839" h="148460">
                  <a:moveTo>
                    <a:pt x="76839" y="0"/>
                  </a:moveTo>
                  <a:lnTo>
                    <a:pt x="0" y="14846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3" name="pg233"/>
            <p:cNvSpPr/>
            <p:nvPr/>
          </p:nvSpPr>
          <p:spPr>
            <a:xfrm>
              <a:off x="6021039" y="1322571"/>
              <a:ext cx="76839" cy="167167"/>
            </a:xfrm>
            <a:custGeom>
              <a:avLst/>
              <a:pathLst>
                <a:path w="76839" h="167167">
                  <a:moveTo>
                    <a:pt x="76839" y="18706"/>
                  </a:moveTo>
                  <a:lnTo>
                    <a:pt x="71730" y="16171"/>
                  </a:lnTo>
                  <a:lnTo>
                    <a:pt x="66539" y="13813"/>
                  </a:lnTo>
                  <a:lnTo>
                    <a:pt x="61269" y="11632"/>
                  </a:lnTo>
                  <a:lnTo>
                    <a:pt x="55929" y="9633"/>
                  </a:lnTo>
                  <a:lnTo>
                    <a:pt x="50523" y="7817"/>
                  </a:lnTo>
                  <a:lnTo>
                    <a:pt x="45058" y="6187"/>
                  </a:lnTo>
                  <a:lnTo>
                    <a:pt x="39541" y="4743"/>
                  </a:lnTo>
                  <a:lnTo>
                    <a:pt x="33978" y="3489"/>
                  </a:lnTo>
                  <a:lnTo>
                    <a:pt x="28376" y="2426"/>
                  </a:lnTo>
                  <a:lnTo>
                    <a:pt x="22740" y="1554"/>
                  </a:lnTo>
                  <a:lnTo>
                    <a:pt x="17078" y="874"/>
                  </a:lnTo>
                  <a:lnTo>
                    <a:pt x="11396" y="388"/>
                  </a:lnTo>
                  <a:lnTo>
                    <a:pt x="5701" y="97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4" name="pg234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5" name="pg235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6" name="pg236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7" name="pg237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8" name="pg238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9" name="pg239"/>
            <p:cNvSpPr/>
            <p:nvPr/>
          </p:nvSpPr>
          <p:spPr>
            <a:xfrm>
              <a:off x="5378107" y="1071028"/>
              <a:ext cx="334309" cy="334333"/>
            </a:xfrm>
            <a:custGeom>
              <a:avLst/>
              <a:pathLst>
                <a:path w="334309" h="334333">
                  <a:moveTo>
                    <a:pt x="167151" y="0"/>
                  </a:moveTo>
                  <a:lnTo>
                    <a:pt x="161840" y="84"/>
                  </a:lnTo>
                  <a:lnTo>
                    <a:pt x="156535" y="337"/>
                  </a:lnTo>
                  <a:lnTo>
                    <a:pt x="151241" y="758"/>
                  </a:lnTo>
                  <a:lnTo>
                    <a:pt x="145963" y="1348"/>
                  </a:lnTo>
                  <a:lnTo>
                    <a:pt x="140707" y="2104"/>
                  </a:lnTo>
                  <a:lnTo>
                    <a:pt x="135477" y="3028"/>
                  </a:lnTo>
                  <a:lnTo>
                    <a:pt x="130279" y="4117"/>
                  </a:lnTo>
                  <a:lnTo>
                    <a:pt x="125118" y="5370"/>
                  </a:lnTo>
                  <a:lnTo>
                    <a:pt x="119999" y="6787"/>
                  </a:lnTo>
                  <a:lnTo>
                    <a:pt x="114929" y="8366"/>
                  </a:lnTo>
                  <a:lnTo>
                    <a:pt x="109911" y="10105"/>
                  </a:lnTo>
                  <a:lnTo>
                    <a:pt x="104950" y="12002"/>
                  </a:lnTo>
                  <a:lnTo>
                    <a:pt x="100053" y="14056"/>
                  </a:lnTo>
                  <a:lnTo>
                    <a:pt x="95223" y="16265"/>
                  </a:lnTo>
                  <a:lnTo>
                    <a:pt x="90466" y="18626"/>
                  </a:lnTo>
                  <a:lnTo>
                    <a:pt x="85786" y="21137"/>
                  </a:lnTo>
                  <a:lnTo>
                    <a:pt x="81188" y="23795"/>
                  </a:lnTo>
                  <a:lnTo>
                    <a:pt x="76677" y="26598"/>
                  </a:lnTo>
                  <a:lnTo>
                    <a:pt x="72258" y="29543"/>
                  </a:lnTo>
                  <a:lnTo>
                    <a:pt x="67934" y="32627"/>
                  </a:lnTo>
                  <a:lnTo>
                    <a:pt x="63710" y="35847"/>
                  </a:lnTo>
                  <a:lnTo>
                    <a:pt x="59591" y="39199"/>
                  </a:lnTo>
                  <a:lnTo>
                    <a:pt x="55580" y="42680"/>
                  </a:lnTo>
                  <a:lnTo>
                    <a:pt x="51682" y="46287"/>
                  </a:lnTo>
                  <a:lnTo>
                    <a:pt x="47900" y="50016"/>
                  </a:lnTo>
                  <a:lnTo>
                    <a:pt x="44239" y="53863"/>
                  </a:lnTo>
                  <a:lnTo>
                    <a:pt x="40702" y="57825"/>
                  </a:lnTo>
                  <a:lnTo>
                    <a:pt x="37293" y="61897"/>
                  </a:lnTo>
                  <a:lnTo>
                    <a:pt x="34014" y="66075"/>
                  </a:lnTo>
                  <a:lnTo>
                    <a:pt x="30870" y="70355"/>
                  </a:lnTo>
                  <a:lnTo>
                    <a:pt x="27863" y="74733"/>
                  </a:lnTo>
                  <a:lnTo>
                    <a:pt x="24997" y="79204"/>
                  </a:lnTo>
                  <a:lnTo>
                    <a:pt x="22275" y="83764"/>
                  </a:lnTo>
                  <a:lnTo>
                    <a:pt x="19699" y="88408"/>
                  </a:lnTo>
                  <a:lnTo>
                    <a:pt x="17271" y="93132"/>
                  </a:lnTo>
                  <a:lnTo>
                    <a:pt x="14995" y="97930"/>
                  </a:lnTo>
                  <a:lnTo>
                    <a:pt x="12873" y="102799"/>
                  </a:lnTo>
                  <a:lnTo>
                    <a:pt x="10906" y="107732"/>
                  </a:lnTo>
                  <a:lnTo>
                    <a:pt x="9097" y="112725"/>
                  </a:lnTo>
                  <a:lnTo>
                    <a:pt x="7447" y="117773"/>
                  </a:lnTo>
                  <a:lnTo>
                    <a:pt x="5959" y="122871"/>
                  </a:lnTo>
                  <a:lnTo>
                    <a:pt x="4633" y="128014"/>
                  </a:lnTo>
                  <a:lnTo>
                    <a:pt x="3471" y="133196"/>
                  </a:lnTo>
                  <a:lnTo>
                    <a:pt x="2475" y="138413"/>
                  </a:lnTo>
                  <a:lnTo>
                    <a:pt x="1644" y="143658"/>
                  </a:lnTo>
                  <a:lnTo>
                    <a:pt x="981" y="148928"/>
                  </a:lnTo>
                  <a:lnTo>
                    <a:pt x="486" y="154215"/>
                  </a:lnTo>
                  <a:lnTo>
                    <a:pt x="158" y="159516"/>
                  </a:lnTo>
                  <a:lnTo>
                    <a:pt x="0" y="164825"/>
                  </a:lnTo>
                  <a:lnTo>
                    <a:pt x="9" y="170135"/>
                  </a:lnTo>
                  <a:lnTo>
                    <a:pt x="188" y="175443"/>
                  </a:lnTo>
                  <a:lnTo>
                    <a:pt x="535" y="180743"/>
                  </a:lnTo>
                  <a:lnTo>
                    <a:pt x="1051" y="186029"/>
                  </a:lnTo>
                  <a:lnTo>
                    <a:pt x="1734" y="191295"/>
                  </a:lnTo>
                  <a:lnTo>
                    <a:pt x="2584" y="196538"/>
                  </a:lnTo>
                  <a:lnTo>
                    <a:pt x="3600" y="201751"/>
                  </a:lnTo>
                  <a:lnTo>
                    <a:pt x="4781" y="206928"/>
                  </a:lnTo>
                  <a:lnTo>
                    <a:pt x="6126" y="212066"/>
                  </a:lnTo>
                  <a:lnTo>
                    <a:pt x="7633" y="217159"/>
                  </a:lnTo>
                  <a:lnTo>
                    <a:pt x="9302" y="222201"/>
                  </a:lnTo>
                  <a:lnTo>
                    <a:pt x="11130" y="227187"/>
                  </a:lnTo>
                  <a:lnTo>
                    <a:pt x="13115" y="232113"/>
                  </a:lnTo>
                  <a:lnTo>
                    <a:pt x="15256" y="236973"/>
                  </a:lnTo>
                  <a:lnTo>
                    <a:pt x="17550" y="241763"/>
                  </a:lnTo>
                  <a:lnTo>
                    <a:pt x="19995" y="246477"/>
                  </a:lnTo>
                  <a:lnTo>
                    <a:pt x="22588" y="251112"/>
                  </a:lnTo>
                  <a:lnTo>
                    <a:pt x="25328" y="255662"/>
                  </a:lnTo>
                  <a:lnTo>
                    <a:pt x="28211" y="260122"/>
                  </a:lnTo>
                  <a:lnTo>
                    <a:pt x="31234" y="264489"/>
                  </a:lnTo>
                  <a:lnTo>
                    <a:pt x="34394" y="268757"/>
                  </a:lnTo>
                  <a:lnTo>
                    <a:pt x="37688" y="272923"/>
                  </a:lnTo>
                  <a:lnTo>
                    <a:pt x="41113" y="276982"/>
                  </a:lnTo>
                  <a:lnTo>
                    <a:pt x="44664" y="280930"/>
                  </a:lnTo>
                  <a:lnTo>
                    <a:pt x="48340" y="284764"/>
                  </a:lnTo>
                  <a:lnTo>
                    <a:pt x="52136" y="288479"/>
                  </a:lnTo>
                  <a:lnTo>
                    <a:pt x="56047" y="292071"/>
                  </a:lnTo>
                  <a:lnTo>
                    <a:pt x="60071" y="295537"/>
                  </a:lnTo>
                  <a:lnTo>
                    <a:pt x="64203" y="298874"/>
                  </a:lnTo>
                  <a:lnTo>
                    <a:pt x="68438" y="302078"/>
                  </a:lnTo>
                  <a:lnTo>
                    <a:pt x="72774" y="305145"/>
                  </a:lnTo>
                  <a:lnTo>
                    <a:pt x="77204" y="308073"/>
                  </a:lnTo>
                  <a:lnTo>
                    <a:pt x="81726" y="310860"/>
                  </a:lnTo>
                  <a:lnTo>
                    <a:pt x="86333" y="313501"/>
                  </a:lnTo>
                  <a:lnTo>
                    <a:pt x="91023" y="315994"/>
                  </a:lnTo>
                  <a:lnTo>
                    <a:pt x="95789" y="318337"/>
                  </a:lnTo>
                  <a:lnTo>
                    <a:pt x="100627" y="320528"/>
                  </a:lnTo>
                  <a:lnTo>
                    <a:pt x="105532" y="322564"/>
                  </a:lnTo>
                  <a:lnTo>
                    <a:pt x="110499" y="324442"/>
                  </a:lnTo>
                  <a:lnTo>
                    <a:pt x="115524" y="326163"/>
                  </a:lnTo>
                  <a:lnTo>
                    <a:pt x="120601" y="327722"/>
                  </a:lnTo>
                  <a:lnTo>
                    <a:pt x="125724" y="329120"/>
                  </a:lnTo>
                  <a:lnTo>
                    <a:pt x="130890" y="330354"/>
                  </a:lnTo>
                  <a:lnTo>
                    <a:pt x="136092" y="331424"/>
                  </a:lnTo>
                  <a:lnTo>
                    <a:pt x="141325" y="332327"/>
                  </a:lnTo>
                  <a:lnTo>
                    <a:pt x="146585" y="333064"/>
                  </a:lnTo>
                  <a:lnTo>
                    <a:pt x="151865" y="333634"/>
                  </a:lnTo>
                  <a:lnTo>
                    <a:pt x="157160" y="334036"/>
                  </a:lnTo>
                  <a:lnTo>
                    <a:pt x="162466" y="334269"/>
                  </a:lnTo>
                  <a:lnTo>
                    <a:pt x="167777" y="334333"/>
                  </a:lnTo>
                  <a:lnTo>
                    <a:pt x="173087" y="334229"/>
                  </a:lnTo>
                  <a:lnTo>
                    <a:pt x="178390" y="333956"/>
                  </a:lnTo>
                  <a:lnTo>
                    <a:pt x="183683" y="333515"/>
                  </a:lnTo>
                  <a:lnTo>
                    <a:pt x="188959" y="332906"/>
                  </a:lnTo>
                  <a:lnTo>
                    <a:pt x="194213" y="332129"/>
                  </a:lnTo>
                  <a:lnTo>
                    <a:pt x="199439" y="331186"/>
                  </a:lnTo>
                  <a:lnTo>
                    <a:pt x="204633" y="330078"/>
                  </a:lnTo>
                  <a:lnTo>
                    <a:pt x="209789" y="328805"/>
                  </a:lnTo>
                  <a:lnTo>
                    <a:pt x="214902" y="327369"/>
                  </a:lnTo>
                  <a:lnTo>
                    <a:pt x="219967" y="325771"/>
                  </a:lnTo>
                  <a:lnTo>
                    <a:pt x="224978" y="324014"/>
                  </a:lnTo>
                  <a:lnTo>
                    <a:pt x="229932" y="322098"/>
                  </a:lnTo>
                  <a:lnTo>
                    <a:pt x="234821" y="320025"/>
                  </a:lnTo>
                  <a:lnTo>
                    <a:pt x="239643" y="317798"/>
                  </a:lnTo>
                  <a:lnTo>
                    <a:pt x="244391" y="315419"/>
                  </a:lnTo>
                  <a:lnTo>
                    <a:pt x="249062" y="312891"/>
                  </a:lnTo>
                  <a:lnTo>
                    <a:pt x="253649" y="310216"/>
                  </a:lnTo>
                  <a:lnTo>
                    <a:pt x="258150" y="307396"/>
                  </a:lnTo>
                  <a:lnTo>
                    <a:pt x="262558" y="304434"/>
                  </a:lnTo>
                  <a:lnTo>
                    <a:pt x="266871" y="301334"/>
                  </a:lnTo>
                  <a:lnTo>
                    <a:pt x="271082" y="298099"/>
                  </a:lnTo>
                  <a:lnTo>
                    <a:pt x="275189" y="294731"/>
                  </a:lnTo>
                  <a:lnTo>
                    <a:pt x="279187" y="291235"/>
                  </a:lnTo>
                  <a:lnTo>
                    <a:pt x="283071" y="287614"/>
                  </a:lnTo>
                  <a:lnTo>
                    <a:pt x="286839" y="283870"/>
                  </a:lnTo>
                  <a:lnTo>
                    <a:pt x="290485" y="280010"/>
                  </a:lnTo>
                  <a:lnTo>
                    <a:pt x="294008" y="276035"/>
                  </a:lnTo>
                  <a:lnTo>
                    <a:pt x="297402" y="271950"/>
                  </a:lnTo>
                  <a:lnTo>
                    <a:pt x="300665" y="267760"/>
                  </a:lnTo>
                  <a:lnTo>
                    <a:pt x="303793" y="263468"/>
                  </a:lnTo>
                  <a:lnTo>
                    <a:pt x="306783" y="259079"/>
                  </a:lnTo>
                  <a:lnTo>
                    <a:pt x="309632" y="254597"/>
                  </a:lnTo>
                  <a:lnTo>
                    <a:pt x="312337" y="250027"/>
                  </a:lnTo>
                  <a:lnTo>
                    <a:pt x="314896" y="245373"/>
                  </a:lnTo>
                  <a:lnTo>
                    <a:pt x="317306" y="240640"/>
                  </a:lnTo>
                  <a:lnTo>
                    <a:pt x="319564" y="235833"/>
                  </a:lnTo>
                  <a:lnTo>
                    <a:pt x="321668" y="230957"/>
                  </a:lnTo>
                  <a:lnTo>
                    <a:pt x="323617" y="226016"/>
                  </a:lnTo>
                  <a:lnTo>
                    <a:pt x="325407" y="221016"/>
                  </a:lnTo>
                  <a:lnTo>
                    <a:pt x="327038" y="215962"/>
                  </a:lnTo>
                  <a:lnTo>
                    <a:pt x="328507" y="210859"/>
                  </a:lnTo>
                  <a:lnTo>
                    <a:pt x="329814" y="205711"/>
                  </a:lnTo>
                  <a:lnTo>
                    <a:pt x="330956" y="200524"/>
                  </a:lnTo>
                  <a:lnTo>
                    <a:pt x="331933" y="195304"/>
                  </a:lnTo>
                  <a:lnTo>
                    <a:pt x="332744" y="190055"/>
                  </a:lnTo>
                  <a:lnTo>
                    <a:pt x="333387" y="184784"/>
                  </a:lnTo>
                  <a:lnTo>
                    <a:pt x="333863" y="179494"/>
                  </a:lnTo>
                  <a:lnTo>
                    <a:pt x="334170" y="174192"/>
                  </a:lnTo>
                  <a:lnTo>
                    <a:pt x="334309" y="168883"/>
                  </a:lnTo>
                  <a:lnTo>
                    <a:pt x="334279" y="163572"/>
                  </a:lnTo>
                  <a:lnTo>
                    <a:pt x="334081" y="158265"/>
                  </a:lnTo>
                  <a:lnTo>
                    <a:pt x="333714" y="152967"/>
                  </a:lnTo>
                  <a:lnTo>
                    <a:pt x="333179" y="147683"/>
                  </a:lnTo>
                  <a:lnTo>
                    <a:pt x="332476" y="142419"/>
                  </a:lnTo>
                  <a:lnTo>
                    <a:pt x="167151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0" name="pg240"/>
            <p:cNvSpPr/>
            <p:nvPr/>
          </p:nvSpPr>
          <p:spPr>
            <a:xfrm>
              <a:off x="5545258" y="1213448"/>
              <a:ext cx="165325" cy="24747"/>
            </a:xfrm>
            <a:custGeom>
              <a:avLst/>
              <a:pathLst>
                <a:path w="165325" h="24747">
                  <a:moveTo>
                    <a:pt x="165325" y="0"/>
                  </a:moveTo>
                  <a:lnTo>
                    <a:pt x="0" y="2474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1" name="pg241"/>
            <p:cNvSpPr/>
            <p:nvPr/>
          </p:nvSpPr>
          <p:spPr>
            <a:xfrm>
              <a:off x="5545258" y="1213448"/>
              <a:ext cx="165325" cy="24747"/>
            </a:xfrm>
            <a:custGeom>
              <a:avLst/>
              <a:pathLst>
                <a:path w="165325" h="24747">
                  <a:moveTo>
                    <a:pt x="165325" y="0"/>
                  </a:moveTo>
                  <a:lnTo>
                    <a:pt x="0" y="2474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2" name="pg242"/>
            <p:cNvSpPr/>
            <p:nvPr/>
          </p:nvSpPr>
          <p:spPr>
            <a:xfrm>
              <a:off x="5545258" y="1213448"/>
              <a:ext cx="165325" cy="24747"/>
            </a:xfrm>
            <a:custGeom>
              <a:avLst/>
              <a:pathLst>
                <a:path w="165325" h="24747">
                  <a:moveTo>
                    <a:pt x="165325" y="0"/>
                  </a:moveTo>
                  <a:lnTo>
                    <a:pt x="0" y="2474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3" name="pg243"/>
            <p:cNvSpPr/>
            <p:nvPr/>
          </p:nvSpPr>
          <p:spPr>
            <a:xfrm>
              <a:off x="5545258" y="1213448"/>
              <a:ext cx="165325" cy="24747"/>
            </a:xfrm>
            <a:custGeom>
              <a:avLst/>
              <a:pathLst>
                <a:path w="165325" h="24747">
                  <a:moveTo>
                    <a:pt x="165325" y="0"/>
                  </a:moveTo>
                  <a:lnTo>
                    <a:pt x="0" y="2474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4" name="pg244"/>
            <p:cNvSpPr/>
            <p:nvPr/>
          </p:nvSpPr>
          <p:spPr>
            <a:xfrm>
              <a:off x="5545258" y="1213448"/>
              <a:ext cx="165325" cy="24747"/>
            </a:xfrm>
            <a:custGeom>
              <a:avLst/>
              <a:pathLst>
                <a:path w="165325" h="24747">
                  <a:moveTo>
                    <a:pt x="165325" y="0"/>
                  </a:moveTo>
                  <a:lnTo>
                    <a:pt x="0" y="2474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5" name="pg245"/>
            <p:cNvSpPr/>
            <p:nvPr/>
          </p:nvSpPr>
          <p:spPr>
            <a:xfrm>
              <a:off x="5545258" y="1213448"/>
              <a:ext cx="165325" cy="24747"/>
            </a:xfrm>
            <a:custGeom>
              <a:avLst/>
              <a:pathLst>
                <a:path w="165325" h="24747">
                  <a:moveTo>
                    <a:pt x="165325" y="0"/>
                  </a:moveTo>
                  <a:lnTo>
                    <a:pt x="0" y="2474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6" name="pg246"/>
            <p:cNvSpPr/>
            <p:nvPr/>
          </p:nvSpPr>
          <p:spPr>
            <a:xfrm>
              <a:off x="5545258" y="1213448"/>
              <a:ext cx="165325" cy="24747"/>
            </a:xfrm>
            <a:custGeom>
              <a:avLst/>
              <a:pathLst>
                <a:path w="165325" h="24747">
                  <a:moveTo>
                    <a:pt x="165325" y="0"/>
                  </a:moveTo>
                  <a:lnTo>
                    <a:pt x="0" y="2474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7" name="pg247"/>
            <p:cNvSpPr/>
            <p:nvPr/>
          </p:nvSpPr>
          <p:spPr>
            <a:xfrm>
              <a:off x="5545258" y="1213448"/>
              <a:ext cx="165325" cy="24747"/>
            </a:xfrm>
            <a:custGeom>
              <a:avLst/>
              <a:pathLst>
                <a:path w="165325" h="24747">
                  <a:moveTo>
                    <a:pt x="165325" y="0"/>
                  </a:moveTo>
                  <a:lnTo>
                    <a:pt x="0" y="2474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8" name="pg248"/>
            <p:cNvSpPr/>
            <p:nvPr/>
          </p:nvSpPr>
          <p:spPr>
            <a:xfrm>
              <a:off x="5545258" y="1213448"/>
              <a:ext cx="165325" cy="24747"/>
            </a:xfrm>
            <a:custGeom>
              <a:avLst/>
              <a:pathLst>
                <a:path w="165325" h="24747">
                  <a:moveTo>
                    <a:pt x="165325" y="0"/>
                  </a:moveTo>
                  <a:lnTo>
                    <a:pt x="0" y="2474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9" name="pg249"/>
            <p:cNvSpPr/>
            <p:nvPr/>
          </p:nvSpPr>
          <p:spPr>
            <a:xfrm>
              <a:off x="5545258" y="1213448"/>
              <a:ext cx="165325" cy="24747"/>
            </a:xfrm>
            <a:custGeom>
              <a:avLst/>
              <a:pathLst>
                <a:path w="165325" h="24747">
                  <a:moveTo>
                    <a:pt x="165325" y="0"/>
                  </a:moveTo>
                  <a:lnTo>
                    <a:pt x="0" y="2474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0" name="pg250"/>
            <p:cNvSpPr/>
            <p:nvPr/>
          </p:nvSpPr>
          <p:spPr>
            <a:xfrm>
              <a:off x="5545258" y="1213448"/>
              <a:ext cx="165325" cy="24747"/>
            </a:xfrm>
            <a:custGeom>
              <a:avLst/>
              <a:pathLst>
                <a:path w="165325" h="24747">
                  <a:moveTo>
                    <a:pt x="165325" y="0"/>
                  </a:moveTo>
                  <a:lnTo>
                    <a:pt x="0" y="2474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1" name="pg251"/>
            <p:cNvSpPr/>
            <p:nvPr/>
          </p:nvSpPr>
          <p:spPr>
            <a:xfrm>
              <a:off x="5545258" y="1213448"/>
              <a:ext cx="165325" cy="24747"/>
            </a:xfrm>
            <a:custGeom>
              <a:avLst/>
              <a:pathLst>
                <a:path w="165325" h="24747">
                  <a:moveTo>
                    <a:pt x="165325" y="0"/>
                  </a:moveTo>
                  <a:lnTo>
                    <a:pt x="0" y="2474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2" name="pg252"/>
            <p:cNvSpPr/>
            <p:nvPr/>
          </p:nvSpPr>
          <p:spPr>
            <a:xfrm>
              <a:off x="5545258" y="1213448"/>
              <a:ext cx="165325" cy="24747"/>
            </a:xfrm>
            <a:custGeom>
              <a:avLst/>
              <a:pathLst>
                <a:path w="165325" h="24747">
                  <a:moveTo>
                    <a:pt x="165325" y="0"/>
                  </a:moveTo>
                  <a:lnTo>
                    <a:pt x="0" y="2474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3" name="pg253"/>
            <p:cNvSpPr/>
            <p:nvPr/>
          </p:nvSpPr>
          <p:spPr>
            <a:xfrm>
              <a:off x="5545258" y="1213448"/>
              <a:ext cx="165325" cy="24747"/>
            </a:xfrm>
            <a:custGeom>
              <a:avLst/>
              <a:pathLst>
                <a:path w="165325" h="24747">
                  <a:moveTo>
                    <a:pt x="165325" y="0"/>
                  </a:moveTo>
                  <a:lnTo>
                    <a:pt x="0" y="2474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4" name="pg254"/>
            <p:cNvSpPr/>
            <p:nvPr/>
          </p:nvSpPr>
          <p:spPr>
            <a:xfrm>
              <a:off x="5545258" y="1213448"/>
              <a:ext cx="165325" cy="24747"/>
            </a:xfrm>
            <a:custGeom>
              <a:avLst/>
              <a:pathLst>
                <a:path w="165325" h="24747">
                  <a:moveTo>
                    <a:pt x="165325" y="0"/>
                  </a:moveTo>
                  <a:lnTo>
                    <a:pt x="0" y="2474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5" name="pg255"/>
            <p:cNvSpPr/>
            <p:nvPr/>
          </p:nvSpPr>
          <p:spPr>
            <a:xfrm>
              <a:off x="5545258" y="1213448"/>
              <a:ext cx="165325" cy="24747"/>
            </a:xfrm>
            <a:custGeom>
              <a:avLst/>
              <a:pathLst>
                <a:path w="165325" h="24747">
                  <a:moveTo>
                    <a:pt x="165325" y="0"/>
                  </a:moveTo>
                  <a:lnTo>
                    <a:pt x="0" y="2474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6" name="pg256"/>
            <p:cNvSpPr/>
            <p:nvPr/>
          </p:nvSpPr>
          <p:spPr>
            <a:xfrm>
              <a:off x="5545258" y="1213448"/>
              <a:ext cx="165325" cy="24747"/>
            </a:xfrm>
            <a:custGeom>
              <a:avLst/>
              <a:pathLst>
                <a:path w="165325" h="24747">
                  <a:moveTo>
                    <a:pt x="165325" y="0"/>
                  </a:moveTo>
                  <a:lnTo>
                    <a:pt x="0" y="2474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7" name="pg257"/>
            <p:cNvSpPr/>
            <p:nvPr/>
          </p:nvSpPr>
          <p:spPr>
            <a:xfrm>
              <a:off x="5545258" y="1213448"/>
              <a:ext cx="165325" cy="24747"/>
            </a:xfrm>
            <a:custGeom>
              <a:avLst/>
              <a:pathLst>
                <a:path w="165325" h="24747">
                  <a:moveTo>
                    <a:pt x="165325" y="0"/>
                  </a:moveTo>
                  <a:lnTo>
                    <a:pt x="0" y="2474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8" name="pg258"/>
            <p:cNvSpPr/>
            <p:nvPr/>
          </p:nvSpPr>
          <p:spPr>
            <a:xfrm>
              <a:off x="5545258" y="1213448"/>
              <a:ext cx="165325" cy="24747"/>
            </a:xfrm>
            <a:custGeom>
              <a:avLst/>
              <a:pathLst>
                <a:path w="165325" h="24747">
                  <a:moveTo>
                    <a:pt x="165325" y="0"/>
                  </a:moveTo>
                  <a:lnTo>
                    <a:pt x="0" y="2474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9" name="pg259"/>
            <p:cNvSpPr/>
            <p:nvPr/>
          </p:nvSpPr>
          <p:spPr>
            <a:xfrm>
              <a:off x="5545258" y="1213448"/>
              <a:ext cx="165325" cy="24747"/>
            </a:xfrm>
            <a:custGeom>
              <a:avLst/>
              <a:pathLst>
                <a:path w="165325" h="24747">
                  <a:moveTo>
                    <a:pt x="165325" y="0"/>
                  </a:moveTo>
                  <a:lnTo>
                    <a:pt x="0" y="2474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0" name="pg260"/>
            <p:cNvSpPr/>
            <p:nvPr/>
          </p:nvSpPr>
          <p:spPr>
            <a:xfrm>
              <a:off x="5545258" y="1212571"/>
              <a:ext cx="165325" cy="25624"/>
            </a:xfrm>
            <a:custGeom>
              <a:avLst/>
              <a:pathLst>
                <a:path w="165325" h="25624">
                  <a:moveTo>
                    <a:pt x="165325" y="876"/>
                  </a:moveTo>
                  <a:lnTo>
                    <a:pt x="165191" y="0"/>
                  </a:lnTo>
                  <a:lnTo>
                    <a:pt x="0" y="25624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1" name="pg261"/>
            <p:cNvSpPr/>
            <p:nvPr/>
          </p:nvSpPr>
          <p:spPr>
            <a:xfrm>
              <a:off x="5545258" y="1071028"/>
              <a:ext cx="165191" cy="167167"/>
            </a:xfrm>
            <a:custGeom>
              <a:avLst/>
              <a:pathLst>
                <a:path w="165191" h="167167">
                  <a:moveTo>
                    <a:pt x="165191" y="141542"/>
                  </a:moveTo>
                  <a:lnTo>
                    <a:pt x="164281" y="136237"/>
                  </a:lnTo>
                  <a:lnTo>
                    <a:pt x="163200" y="130963"/>
                  </a:lnTo>
                  <a:lnTo>
                    <a:pt x="161949" y="125728"/>
                  </a:lnTo>
                  <a:lnTo>
                    <a:pt x="160531" y="120535"/>
                  </a:lnTo>
                  <a:lnTo>
                    <a:pt x="158947" y="115390"/>
                  </a:lnTo>
                  <a:lnTo>
                    <a:pt x="157197" y="110300"/>
                  </a:lnTo>
                  <a:lnTo>
                    <a:pt x="155285" y="105268"/>
                  </a:lnTo>
                  <a:lnTo>
                    <a:pt x="153211" y="100300"/>
                  </a:lnTo>
                  <a:lnTo>
                    <a:pt x="150979" y="95402"/>
                  </a:lnTo>
                  <a:lnTo>
                    <a:pt x="148590" y="90578"/>
                  </a:lnTo>
                  <a:lnTo>
                    <a:pt x="146047" y="85834"/>
                  </a:lnTo>
                  <a:lnTo>
                    <a:pt x="143353" y="81174"/>
                  </a:lnTo>
                  <a:lnTo>
                    <a:pt x="140510" y="76603"/>
                  </a:lnTo>
                  <a:lnTo>
                    <a:pt x="137521" y="72126"/>
                  </a:lnTo>
                  <a:lnTo>
                    <a:pt x="134390" y="67747"/>
                  </a:lnTo>
                  <a:lnTo>
                    <a:pt x="131119" y="63472"/>
                  </a:lnTo>
                  <a:lnTo>
                    <a:pt x="127712" y="59304"/>
                  </a:lnTo>
                  <a:lnTo>
                    <a:pt x="124173" y="55248"/>
                  </a:lnTo>
                  <a:lnTo>
                    <a:pt x="120506" y="51308"/>
                  </a:lnTo>
                  <a:lnTo>
                    <a:pt x="116713" y="47488"/>
                  </a:lnTo>
                  <a:lnTo>
                    <a:pt x="112799" y="43793"/>
                  </a:lnTo>
                  <a:lnTo>
                    <a:pt x="108768" y="40225"/>
                  </a:lnTo>
                  <a:lnTo>
                    <a:pt x="104625" y="36789"/>
                  </a:lnTo>
                  <a:lnTo>
                    <a:pt x="100373" y="33488"/>
                  </a:lnTo>
                  <a:lnTo>
                    <a:pt x="96017" y="30325"/>
                  </a:lnTo>
                  <a:lnTo>
                    <a:pt x="91561" y="27305"/>
                  </a:lnTo>
                  <a:lnTo>
                    <a:pt x="87011" y="24429"/>
                  </a:lnTo>
                  <a:lnTo>
                    <a:pt x="82370" y="21702"/>
                  </a:lnTo>
                  <a:lnTo>
                    <a:pt x="77644" y="19125"/>
                  </a:lnTo>
                  <a:lnTo>
                    <a:pt x="72837" y="16702"/>
                  </a:lnTo>
                  <a:lnTo>
                    <a:pt x="67955" y="14435"/>
                  </a:lnTo>
                  <a:lnTo>
                    <a:pt x="63002" y="12326"/>
                  </a:lnTo>
                  <a:lnTo>
                    <a:pt x="57984" y="10378"/>
                  </a:lnTo>
                  <a:lnTo>
                    <a:pt x="52906" y="8592"/>
                  </a:lnTo>
                  <a:lnTo>
                    <a:pt x="47773" y="6971"/>
                  </a:lnTo>
                  <a:lnTo>
                    <a:pt x="42590" y="5516"/>
                  </a:lnTo>
                  <a:lnTo>
                    <a:pt x="37363" y="4229"/>
                  </a:lnTo>
                  <a:lnTo>
                    <a:pt x="32098" y="3110"/>
                  </a:lnTo>
                  <a:lnTo>
                    <a:pt x="26799" y="2162"/>
                  </a:lnTo>
                  <a:lnTo>
                    <a:pt x="21473" y="1384"/>
                  </a:lnTo>
                  <a:lnTo>
                    <a:pt x="16124" y="779"/>
                  </a:lnTo>
                  <a:lnTo>
                    <a:pt x="10758" y="346"/>
                  </a:lnTo>
                  <a:lnTo>
                    <a:pt x="5382" y="86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2" name="pg262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3" name="pg263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4" name="pg264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5" name="pg265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6" name="pg266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7" name="pg267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8" name="pg268"/>
            <p:cNvSpPr/>
            <p:nvPr/>
          </p:nvSpPr>
          <p:spPr>
            <a:xfrm>
              <a:off x="4929934" y="941493"/>
              <a:ext cx="93609" cy="167167"/>
            </a:xfrm>
            <a:custGeom>
              <a:avLst/>
              <a:pathLst>
                <a:path w="93609" h="167167">
                  <a:moveTo>
                    <a:pt x="93609" y="0"/>
                  </a:moveTo>
                  <a:lnTo>
                    <a:pt x="87766" y="102"/>
                  </a:lnTo>
                  <a:lnTo>
                    <a:pt x="81930" y="408"/>
                  </a:lnTo>
                  <a:lnTo>
                    <a:pt x="76108" y="918"/>
                  </a:lnTo>
                  <a:lnTo>
                    <a:pt x="70307" y="1632"/>
                  </a:lnTo>
                  <a:lnTo>
                    <a:pt x="64535" y="2547"/>
                  </a:lnTo>
                  <a:lnTo>
                    <a:pt x="58799" y="3664"/>
                  </a:lnTo>
                  <a:lnTo>
                    <a:pt x="53105" y="4981"/>
                  </a:lnTo>
                  <a:lnTo>
                    <a:pt x="47460" y="6496"/>
                  </a:lnTo>
                  <a:lnTo>
                    <a:pt x="41872" y="8207"/>
                  </a:lnTo>
                  <a:lnTo>
                    <a:pt x="36347" y="10113"/>
                  </a:lnTo>
                  <a:lnTo>
                    <a:pt x="30892" y="12210"/>
                  </a:lnTo>
                  <a:lnTo>
                    <a:pt x="25514" y="14497"/>
                  </a:lnTo>
                  <a:lnTo>
                    <a:pt x="20219" y="16971"/>
                  </a:lnTo>
                  <a:lnTo>
                    <a:pt x="15014" y="19628"/>
                  </a:lnTo>
                  <a:lnTo>
                    <a:pt x="9905" y="22465"/>
                  </a:lnTo>
                  <a:lnTo>
                    <a:pt x="4898" y="25480"/>
                  </a:lnTo>
                  <a:lnTo>
                    <a:pt x="0" y="28667"/>
                  </a:lnTo>
                  <a:lnTo>
                    <a:pt x="93609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9" name="pg269"/>
            <p:cNvSpPr/>
            <p:nvPr/>
          </p:nvSpPr>
          <p:spPr>
            <a:xfrm>
              <a:off x="4929934" y="970160"/>
              <a:ext cx="93609" cy="138499"/>
            </a:xfrm>
            <a:custGeom>
              <a:avLst/>
              <a:pathLst>
                <a:path w="93609" h="138499">
                  <a:moveTo>
                    <a:pt x="0" y="0"/>
                  </a:moveTo>
                  <a:lnTo>
                    <a:pt x="93609" y="138499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0" name="pg270"/>
            <p:cNvSpPr/>
            <p:nvPr/>
          </p:nvSpPr>
          <p:spPr>
            <a:xfrm>
              <a:off x="4929934" y="970160"/>
              <a:ext cx="93609" cy="138499"/>
            </a:xfrm>
            <a:custGeom>
              <a:avLst/>
              <a:pathLst>
                <a:path w="93609" h="138499">
                  <a:moveTo>
                    <a:pt x="0" y="0"/>
                  </a:moveTo>
                  <a:lnTo>
                    <a:pt x="93609" y="138499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1" name="pg271"/>
            <p:cNvSpPr/>
            <p:nvPr/>
          </p:nvSpPr>
          <p:spPr>
            <a:xfrm>
              <a:off x="4929934" y="970160"/>
              <a:ext cx="93609" cy="138499"/>
            </a:xfrm>
            <a:custGeom>
              <a:avLst/>
              <a:pathLst>
                <a:path w="93609" h="138499">
                  <a:moveTo>
                    <a:pt x="0" y="0"/>
                  </a:moveTo>
                  <a:lnTo>
                    <a:pt x="93609" y="138499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2" name="pg272"/>
            <p:cNvSpPr/>
            <p:nvPr/>
          </p:nvSpPr>
          <p:spPr>
            <a:xfrm>
              <a:off x="4929934" y="970160"/>
              <a:ext cx="93609" cy="138499"/>
            </a:xfrm>
            <a:custGeom>
              <a:avLst/>
              <a:pathLst>
                <a:path w="93609" h="138499">
                  <a:moveTo>
                    <a:pt x="0" y="0"/>
                  </a:moveTo>
                  <a:lnTo>
                    <a:pt x="93609" y="138499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3" name="pg273"/>
            <p:cNvSpPr/>
            <p:nvPr/>
          </p:nvSpPr>
          <p:spPr>
            <a:xfrm>
              <a:off x="4929934" y="970160"/>
              <a:ext cx="93609" cy="138499"/>
            </a:xfrm>
            <a:custGeom>
              <a:avLst/>
              <a:pathLst>
                <a:path w="93609" h="138499">
                  <a:moveTo>
                    <a:pt x="0" y="0"/>
                  </a:moveTo>
                  <a:lnTo>
                    <a:pt x="93609" y="138499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4" name="pg274"/>
            <p:cNvSpPr/>
            <p:nvPr/>
          </p:nvSpPr>
          <p:spPr>
            <a:xfrm>
              <a:off x="4929934" y="970160"/>
              <a:ext cx="93609" cy="138499"/>
            </a:xfrm>
            <a:custGeom>
              <a:avLst/>
              <a:pathLst>
                <a:path w="93609" h="138499">
                  <a:moveTo>
                    <a:pt x="0" y="0"/>
                  </a:moveTo>
                  <a:lnTo>
                    <a:pt x="93609" y="13849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5" name="pg275"/>
            <p:cNvSpPr/>
            <p:nvPr/>
          </p:nvSpPr>
          <p:spPr>
            <a:xfrm>
              <a:off x="4929934" y="970160"/>
              <a:ext cx="93609" cy="138499"/>
            </a:xfrm>
            <a:custGeom>
              <a:avLst/>
              <a:pathLst>
                <a:path w="93609" h="138499">
                  <a:moveTo>
                    <a:pt x="0" y="0"/>
                  </a:moveTo>
                  <a:lnTo>
                    <a:pt x="93609" y="13849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6" name="pg276"/>
            <p:cNvSpPr/>
            <p:nvPr/>
          </p:nvSpPr>
          <p:spPr>
            <a:xfrm>
              <a:off x="4929934" y="970160"/>
              <a:ext cx="93609" cy="138499"/>
            </a:xfrm>
            <a:custGeom>
              <a:avLst/>
              <a:pathLst>
                <a:path w="93609" h="138499">
                  <a:moveTo>
                    <a:pt x="0" y="0"/>
                  </a:moveTo>
                  <a:lnTo>
                    <a:pt x="93609" y="13849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7" name="pg277"/>
            <p:cNvSpPr/>
            <p:nvPr/>
          </p:nvSpPr>
          <p:spPr>
            <a:xfrm>
              <a:off x="4929934" y="970160"/>
              <a:ext cx="93609" cy="138499"/>
            </a:xfrm>
            <a:custGeom>
              <a:avLst/>
              <a:pathLst>
                <a:path w="93609" h="138499">
                  <a:moveTo>
                    <a:pt x="0" y="0"/>
                  </a:moveTo>
                  <a:lnTo>
                    <a:pt x="93609" y="13849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8" name="pg278"/>
            <p:cNvSpPr/>
            <p:nvPr/>
          </p:nvSpPr>
          <p:spPr>
            <a:xfrm>
              <a:off x="4929934" y="970160"/>
              <a:ext cx="93609" cy="138499"/>
            </a:xfrm>
            <a:custGeom>
              <a:avLst/>
              <a:pathLst>
                <a:path w="93609" h="138499">
                  <a:moveTo>
                    <a:pt x="0" y="0"/>
                  </a:moveTo>
                  <a:lnTo>
                    <a:pt x="93609" y="138499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9" name="pg279"/>
            <p:cNvSpPr/>
            <p:nvPr/>
          </p:nvSpPr>
          <p:spPr>
            <a:xfrm>
              <a:off x="4929934" y="970160"/>
              <a:ext cx="93609" cy="138499"/>
            </a:xfrm>
            <a:custGeom>
              <a:avLst/>
              <a:pathLst>
                <a:path w="93609" h="138499">
                  <a:moveTo>
                    <a:pt x="0" y="0"/>
                  </a:moveTo>
                  <a:lnTo>
                    <a:pt x="93609" y="138499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0" name="pg280"/>
            <p:cNvSpPr/>
            <p:nvPr/>
          </p:nvSpPr>
          <p:spPr>
            <a:xfrm>
              <a:off x="4929934" y="970160"/>
              <a:ext cx="93609" cy="138499"/>
            </a:xfrm>
            <a:custGeom>
              <a:avLst/>
              <a:pathLst>
                <a:path w="93609" h="138499">
                  <a:moveTo>
                    <a:pt x="0" y="0"/>
                  </a:moveTo>
                  <a:lnTo>
                    <a:pt x="93609" y="138499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1" name="pg281"/>
            <p:cNvSpPr/>
            <p:nvPr/>
          </p:nvSpPr>
          <p:spPr>
            <a:xfrm>
              <a:off x="4929934" y="970160"/>
              <a:ext cx="93609" cy="138499"/>
            </a:xfrm>
            <a:custGeom>
              <a:avLst/>
              <a:pathLst>
                <a:path w="93609" h="138499">
                  <a:moveTo>
                    <a:pt x="0" y="0"/>
                  </a:moveTo>
                  <a:lnTo>
                    <a:pt x="93609" y="138499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2" name="pg282"/>
            <p:cNvSpPr/>
            <p:nvPr/>
          </p:nvSpPr>
          <p:spPr>
            <a:xfrm>
              <a:off x="4929934" y="970160"/>
              <a:ext cx="93609" cy="138499"/>
            </a:xfrm>
            <a:custGeom>
              <a:avLst/>
              <a:pathLst>
                <a:path w="93609" h="138499">
                  <a:moveTo>
                    <a:pt x="0" y="0"/>
                  </a:moveTo>
                  <a:lnTo>
                    <a:pt x="93609" y="13849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3" name="pg283"/>
            <p:cNvSpPr/>
            <p:nvPr/>
          </p:nvSpPr>
          <p:spPr>
            <a:xfrm>
              <a:off x="4929934" y="970160"/>
              <a:ext cx="93609" cy="138499"/>
            </a:xfrm>
            <a:custGeom>
              <a:avLst/>
              <a:pathLst>
                <a:path w="93609" h="138499">
                  <a:moveTo>
                    <a:pt x="0" y="0"/>
                  </a:moveTo>
                  <a:lnTo>
                    <a:pt x="93609" y="13849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4" name="pg284"/>
            <p:cNvSpPr/>
            <p:nvPr/>
          </p:nvSpPr>
          <p:spPr>
            <a:xfrm>
              <a:off x="4929934" y="970160"/>
              <a:ext cx="93609" cy="138499"/>
            </a:xfrm>
            <a:custGeom>
              <a:avLst/>
              <a:pathLst>
                <a:path w="93609" h="138499">
                  <a:moveTo>
                    <a:pt x="0" y="0"/>
                  </a:moveTo>
                  <a:lnTo>
                    <a:pt x="93609" y="13849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5" name="pg285"/>
            <p:cNvSpPr/>
            <p:nvPr/>
          </p:nvSpPr>
          <p:spPr>
            <a:xfrm>
              <a:off x="4929934" y="970160"/>
              <a:ext cx="93609" cy="138499"/>
            </a:xfrm>
            <a:custGeom>
              <a:avLst/>
              <a:pathLst>
                <a:path w="93609" h="138499">
                  <a:moveTo>
                    <a:pt x="0" y="0"/>
                  </a:moveTo>
                  <a:lnTo>
                    <a:pt x="93609" y="13849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6" name="pg286"/>
            <p:cNvSpPr/>
            <p:nvPr/>
          </p:nvSpPr>
          <p:spPr>
            <a:xfrm>
              <a:off x="4929934" y="970160"/>
              <a:ext cx="93609" cy="138499"/>
            </a:xfrm>
            <a:custGeom>
              <a:avLst/>
              <a:pathLst>
                <a:path w="93609" h="138499">
                  <a:moveTo>
                    <a:pt x="0" y="0"/>
                  </a:moveTo>
                  <a:lnTo>
                    <a:pt x="93609" y="138499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7" name="pg287"/>
            <p:cNvSpPr/>
            <p:nvPr/>
          </p:nvSpPr>
          <p:spPr>
            <a:xfrm>
              <a:off x="4929934" y="970160"/>
              <a:ext cx="93609" cy="138499"/>
            </a:xfrm>
            <a:custGeom>
              <a:avLst/>
              <a:pathLst>
                <a:path w="93609" h="138499">
                  <a:moveTo>
                    <a:pt x="0" y="0"/>
                  </a:moveTo>
                  <a:lnTo>
                    <a:pt x="93609" y="138499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8" name="pg288"/>
            <p:cNvSpPr/>
            <p:nvPr/>
          </p:nvSpPr>
          <p:spPr>
            <a:xfrm>
              <a:off x="4856386" y="970160"/>
              <a:ext cx="334316" cy="305667"/>
            </a:xfrm>
            <a:custGeom>
              <a:avLst/>
              <a:pathLst>
                <a:path w="334316" h="305667">
                  <a:moveTo>
                    <a:pt x="73548" y="0"/>
                  </a:moveTo>
                  <a:lnTo>
                    <a:pt x="69186" y="3050"/>
                  </a:lnTo>
                  <a:lnTo>
                    <a:pt x="64924" y="6237"/>
                  </a:lnTo>
                  <a:lnTo>
                    <a:pt x="60765" y="9559"/>
                  </a:lnTo>
                  <a:lnTo>
                    <a:pt x="56714" y="13011"/>
                  </a:lnTo>
                  <a:lnTo>
                    <a:pt x="52775" y="16591"/>
                  </a:lnTo>
                  <a:lnTo>
                    <a:pt x="48952" y="20294"/>
                  </a:lnTo>
                  <a:lnTo>
                    <a:pt x="45249" y="24117"/>
                  </a:lnTo>
                  <a:lnTo>
                    <a:pt x="41670" y="28056"/>
                  </a:lnTo>
                  <a:lnTo>
                    <a:pt x="38217" y="32107"/>
                  </a:lnTo>
                  <a:lnTo>
                    <a:pt x="34896" y="36266"/>
                  </a:lnTo>
                  <a:lnTo>
                    <a:pt x="31708" y="40528"/>
                  </a:lnTo>
                  <a:lnTo>
                    <a:pt x="28658" y="44890"/>
                  </a:lnTo>
                  <a:lnTo>
                    <a:pt x="25748" y="49346"/>
                  </a:lnTo>
                  <a:lnTo>
                    <a:pt x="22981" y="53893"/>
                  </a:lnTo>
                  <a:lnTo>
                    <a:pt x="20361" y="58526"/>
                  </a:lnTo>
                  <a:lnTo>
                    <a:pt x="17889" y="63240"/>
                  </a:lnTo>
                  <a:lnTo>
                    <a:pt x="15569" y="68030"/>
                  </a:lnTo>
                  <a:lnTo>
                    <a:pt x="13403" y="72892"/>
                  </a:lnTo>
                  <a:lnTo>
                    <a:pt x="11392" y="77820"/>
                  </a:lnTo>
                  <a:lnTo>
                    <a:pt x="9539" y="82809"/>
                  </a:lnTo>
                  <a:lnTo>
                    <a:pt x="7846" y="87855"/>
                  </a:lnTo>
                  <a:lnTo>
                    <a:pt x="6315" y="92953"/>
                  </a:lnTo>
                  <a:lnTo>
                    <a:pt x="4946" y="98096"/>
                  </a:lnTo>
                  <a:lnTo>
                    <a:pt x="3742" y="103281"/>
                  </a:lnTo>
                  <a:lnTo>
                    <a:pt x="2704" y="108501"/>
                  </a:lnTo>
                  <a:lnTo>
                    <a:pt x="1832" y="113751"/>
                  </a:lnTo>
                  <a:lnTo>
                    <a:pt x="1128" y="119027"/>
                  </a:lnTo>
                  <a:lnTo>
                    <a:pt x="592" y="124323"/>
                  </a:lnTo>
                  <a:lnTo>
                    <a:pt x="225" y="129632"/>
                  </a:lnTo>
                  <a:lnTo>
                    <a:pt x="28" y="134951"/>
                  </a:lnTo>
                  <a:lnTo>
                    <a:pt x="0" y="140274"/>
                  </a:lnTo>
                  <a:lnTo>
                    <a:pt x="141" y="145594"/>
                  </a:lnTo>
                  <a:lnTo>
                    <a:pt x="451" y="150908"/>
                  </a:lnTo>
                  <a:lnTo>
                    <a:pt x="931" y="156208"/>
                  </a:lnTo>
                  <a:lnTo>
                    <a:pt x="1579" y="161491"/>
                  </a:lnTo>
                  <a:lnTo>
                    <a:pt x="2395" y="166751"/>
                  </a:lnTo>
                  <a:lnTo>
                    <a:pt x="3378" y="171982"/>
                  </a:lnTo>
                  <a:lnTo>
                    <a:pt x="4526" y="177179"/>
                  </a:lnTo>
                  <a:lnTo>
                    <a:pt x="5840" y="182336"/>
                  </a:lnTo>
                  <a:lnTo>
                    <a:pt x="7318" y="187450"/>
                  </a:lnTo>
                  <a:lnTo>
                    <a:pt x="8957" y="192513"/>
                  </a:lnTo>
                  <a:lnTo>
                    <a:pt x="10757" y="197522"/>
                  </a:lnTo>
                  <a:lnTo>
                    <a:pt x="12715" y="202472"/>
                  </a:lnTo>
                  <a:lnTo>
                    <a:pt x="14830" y="207356"/>
                  </a:lnTo>
                  <a:lnTo>
                    <a:pt x="17099" y="212170"/>
                  </a:lnTo>
                  <a:lnTo>
                    <a:pt x="19520" y="216910"/>
                  </a:lnTo>
                  <a:lnTo>
                    <a:pt x="22091" y="221570"/>
                  </a:lnTo>
                  <a:lnTo>
                    <a:pt x="24810" y="226146"/>
                  </a:lnTo>
                  <a:lnTo>
                    <a:pt x="27672" y="230634"/>
                  </a:lnTo>
                  <a:lnTo>
                    <a:pt x="30676" y="235028"/>
                  </a:lnTo>
                  <a:lnTo>
                    <a:pt x="33818" y="239323"/>
                  </a:lnTo>
                  <a:lnTo>
                    <a:pt x="37095" y="243517"/>
                  </a:lnTo>
                  <a:lnTo>
                    <a:pt x="40504" y="247605"/>
                  </a:lnTo>
                  <a:lnTo>
                    <a:pt x="44042" y="251581"/>
                  </a:lnTo>
                  <a:lnTo>
                    <a:pt x="47704" y="255443"/>
                  </a:lnTo>
                  <a:lnTo>
                    <a:pt x="51488" y="259187"/>
                  </a:lnTo>
                  <a:lnTo>
                    <a:pt x="55389" y="262808"/>
                  </a:lnTo>
                  <a:lnTo>
                    <a:pt x="59403" y="266303"/>
                  </a:lnTo>
                  <a:lnTo>
                    <a:pt x="63526" y="269669"/>
                  </a:lnTo>
                  <a:lnTo>
                    <a:pt x="67754" y="272901"/>
                  </a:lnTo>
                  <a:lnTo>
                    <a:pt x="72083" y="275998"/>
                  </a:lnTo>
                  <a:lnTo>
                    <a:pt x="76509" y="278955"/>
                  </a:lnTo>
                  <a:lnTo>
                    <a:pt x="81026" y="281769"/>
                  </a:lnTo>
                  <a:lnTo>
                    <a:pt x="85631" y="284439"/>
                  </a:lnTo>
                  <a:lnTo>
                    <a:pt x="90318" y="286960"/>
                  </a:lnTo>
                  <a:lnTo>
                    <a:pt x="95083" y="289331"/>
                  </a:lnTo>
                  <a:lnTo>
                    <a:pt x="99922" y="291549"/>
                  </a:lnTo>
                  <a:lnTo>
                    <a:pt x="104828" y="293612"/>
                  </a:lnTo>
                  <a:lnTo>
                    <a:pt x="109798" y="295518"/>
                  </a:lnTo>
                  <a:lnTo>
                    <a:pt x="114825" y="297264"/>
                  </a:lnTo>
                  <a:lnTo>
                    <a:pt x="119906" y="298850"/>
                  </a:lnTo>
                  <a:lnTo>
                    <a:pt x="125035" y="300273"/>
                  </a:lnTo>
                  <a:lnTo>
                    <a:pt x="130206" y="301532"/>
                  </a:lnTo>
                  <a:lnTo>
                    <a:pt x="135415" y="302625"/>
                  </a:lnTo>
                  <a:lnTo>
                    <a:pt x="140656" y="303553"/>
                  </a:lnTo>
                  <a:lnTo>
                    <a:pt x="145924" y="304313"/>
                  </a:lnTo>
                  <a:lnTo>
                    <a:pt x="151214" y="304905"/>
                  </a:lnTo>
                  <a:lnTo>
                    <a:pt x="156519" y="305328"/>
                  </a:lnTo>
                  <a:lnTo>
                    <a:pt x="161836" y="305582"/>
                  </a:lnTo>
                  <a:lnTo>
                    <a:pt x="167158" y="305667"/>
                  </a:lnTo>
                  <a:lnTo>
                    <a:pt x="172479" y="305582"/>
                  </a:lnTo>
                  <a:lnTo>
                    <a:pt x="177796" y="305328"/>
                  </a:lnTo>
                  <a:lnTo>
                    <a:pt x="183101" y="304905"/>
                  </a:lnTo>
                  <a:lnTo>
                    <a:pt x="188391" y="304313"/>
                  </a:lnTo>
                  <a:lnTo>
                    <a:pt x="193659" y="303553"/>
                  </a:lnTo>
                  <a:lnTo>
                    <a:pt x="198900" y="302625"/>
                  </a:lnTo>
                  <a:lnTo>
                    <a:pt x="204109" y="301532"/>
                  </a:lnTo>
                  <a:lnTo>
                    <a:pt x="209280" y="300273"/>
                  </a:lnTo>
                  <a:lnTo>
                    <a:pt x="214409" y="298850"/>
                  </a:lnTo>
                  <a:lnTo>
                    <a:pt x="219490" y="297264"/>
                  </a:lnTo>
                  <a:lnTo>
                    <a:pt x="224517" y="295518"/>
                  </a:lnTo>
                  <a:lnTo>
                    <a:pt x="229487" y="293612"/>
                  </a:lnTo>
                  <a:lnTo>
                    <a:pt x="234393" y="291549"/>
                  </a:lnTo>
                  <a:lnTo>
                    <a:pt x="239232" y="289331"/>
                  </a:lnTo>
                  <a:lnTo>
                    <a:pt x="243997" y="286960"/>
                  </a:lnTo>
                  <a:lnTo>
                    <a:pt x="248684" y="284439"/>
                  </a:lnTo>
                  <a:lnTo>
                    <a:pt x="253289" y="281769"/>
                  </a:lnTo>
                  <a:lnTo>
                    <a:pt x="257806" y="278955"/>
                  </a:lnTo>
                  <a:lnTo>
                    <a:pt x="262232" y="275998"/>
                  </a:lnTo>
                  <a:lnTo>
                    <a:pt x="266561" y="272901"/>
                  </a:lnTo>
                  <a:lnTo>
                    <a:pt x="270789" y="269669"/>
                  </a:lnTo>
                  <a:lnTo>
                    <a:pt x="274912" y="266303"/>
                  </a:lnTo>
                  <a:lnTo>
                    <a:pt x="278926" y="262808"/>
                  </a:lnTo>
                  <a:lnTo>
                    <a:pt x="282827" y="259187"/>
                  </a:lnTo>
                  <a:lnTo>
                    <a:pt x="286611" y="255443"/>
                  </a:lnTo>
                  <a:lnTo>
                    <a:pt x="290273" y="251581"/>
                  </a:lnTo>
                  <a:lnTo>
                    <a:pt x="293811" y="247605"/>
                  </a:lnTo>
                  <a:lnTo>
                    <a:pt x="297220" y="243517"/>
                  </a:lnTo>
                  <a:lnTo>
                    <a:pt x="300497" y="239323"/>
                  </a:lnTo>
                  <a:lnTo>
                    <a:pt x="303639" y="235028"/>
                  </a:lnTo>
                  <a:lnTo>
                    <a:pt x="306643" y="230634"/>
                  </a:lnTo>
                  <a:lnTo>
                    <a:pt x="309505" y="226146"/>
                  </a:lnTo>
                  <a:lnTo>
                    <a:pt x="312224" y="221570"/>
                  </a:lnTo>
                  <a:lnTo>
                    <a:pt x="314795" y="216910"/>
                  </a:lnTo>
                  <a:lnTo>
                    <a:pt x="317216" y="212170"/>
                  </a:lnTo>
                  <a:lnTo>
                    <a:pt x="319485" y="207356"/>
                  </a:lnTo>
                  <a:lnTo>
                    <a:pt x="321600" y="202472"/>
                  </a:lnTo>
                  <a:lnTo>
                    <a:pt x="323558" y="197522"/>
                  </a:lnTo>
                  <a:lnTo>
                    <a:pt x="325358" y="192513"/>
                  </a:lnTo>
                  <a:lnTo>
                    <a:pt x="326997" y="187450"/>
                  </a:lnTo>
                  <a:lnTo>
                    <a:pt x="328475" y="182336"/>
                  </a:lnTo>
                  <a:lnTo>
                    <a:pt x="329789" y="177179"/>
                  </a:lnTo>
                  <a:lnTo>
                    <a:pt x="330938" y="171982"/>
                  </a:lnTo>
                  <a:lnTo>
                    <a:pt x="331920" y="166751"/>
                  </a:lnTo>
                  <a:lnTo>
                    <a:pt x="332736" y="161491"/>
                  </a:lnTo>
                  <a:lnTo>
                    <a:pt x="333384" y="156208"/>
                  </a:lnTo>
                  <a:lnTo>
                    <a:pt x="333864" y="150908"/>
                  </a:lnTo>
                  <a:lnTo>
                    <a:pt x="334174" y="145594"/>
                  </a:lnTo>
                  <a:lnTo>
                    <a:pt x="334316" y="140274"/>
                  </a:lnTo>
                  <a:lnTo>
                    <a:pt x="334287" y="134951"/>
                  </a:lnTo>
                  <a:lnTo>
                    <a:pt x="334090" y="129632"/>
                  </a:lnTo>
                  <a:lnTo>
                    <a:pt x="333723" y="124323"/>
                  </a:lnTo>
                  <a:lnTo>
                    <a:pt x="333187" y="119027"/>
                  </a:lnTo>
                  <a:lnTo>
                    <a:pt x="332483" y="113751"/>
                  </a:lnTo>
                  <a:lnTo>
                    <a:pt x="331611" y="108501"/>
                  </a:lnTo>
                  <a:lnTo>
                    <a:pt x="330573" y="103281"/>
                  </a:lnTo>
                  <a:lnTo>
                    <a:pt x="329369" y="98096"/>
                  </a:lnTo>
                  <a:lnTo>
                    <a:pt x="328000" y="92953"/>
                  </a:lnTo>
                  <a:lnTo>
                    <a:pt x="326469" y="87855"/>
                  </a:lnTo>
                  <a:lnTo>
                    <a:pt x="324776" y="82809"/>
                  </a:lnTo>
                  <a:lnTo>
                    <a:pt x="322923" y="77820"/>
                  </a:lnTo>
                  <a:lnTo>
                    <a:pt x="320912" y="72892"/>
                  </a:lnTo>
                  <a:lnTo>
                    <a:pt x="318746" y="68030"/>
                  </a:lnTo>
                  <a:lnTo>
                    <a:pt x="316426" y="63240"/>
                  </a:lnTo>
                  <a:lnTo>
                    <a:pt x="313954" y="58526"/>
                  </a:lnTo>
                  <a:lnTo>
                    <a:pt x="311334" y="53893"/>
                  </a:lnTo>
                  <a:lnTo>
                    <a:pt x="308567" y="49346"/>
                  </a:lnTo>
                  <a:lnTo>
                    <a:pt x="167158" y="138499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9" name="pg289"/>
            <p:cNvSpPr/>
            <p:nvPr/>
          </p:nvSpPr>
          <p:spPr>
            <a:xfrm>
              <a:off x="5023544" y="941493"/>
              <a:ext cx="141409" cy="167167"/>
            </a:xfrm>
            <a:custGeom>
              <a:avLst/>
              <a:pathLst>
                <a:path w="141409" h="167167">
                  <a:moveTo>
                    <a:pt x="141409" y="78014"/>
                  </a:moveTo>
                  <a:lnTo>
                    <a:pt x="138435" y="73463"/>
                  </a:lnTo>
                  <a:lnTo>
                    <a:pt x="135315" y="69010"/>
                  </a:lnTo>
                  <a:lnTo>
                    <a:pt x="132051" y="64662"/>
                  </a:lnTo>
                  <a:lnTo>
                    <a:pt x="128648" y="60422"/>
                  </a:lnTo>
                  <a:lnTo>
                    <a:pt x="125109" y="56295"/>
                  </a:lnTo>
                  <a:lnTo>
                    <a:pt x="121437" y="52285"/>
                  </a:lnTo>
                  <a:lnTo>
                    <a:pt x="117637" y="48396"/>
                  </a:lnTo>
                  <a:lnTo>
                    <a:pt x="113712" y="44634"/>
                  </a:lnTo>
                  <a:lnTo>
                    <a:pt x="109667" y="41001"/>
                  </a:lnTo>
                  <a:lnTo>
                    <a:pt x="105507" y="37501"/>
                  </a:lnTo>
                  <a:lnTo>
                    <a:pt x="101234" y="34139"/>
                  </a:lnTo>
                  <a:lnTo>
                    <a:pt x="96854" y="30917"/>
                  </a:lnTo>
                  <a:lnTo>
                    <a:pt x="92372" y="27839"/>
                  </a:lnTo>
                  <a:lnTo>
                    <a:pt x="87793" y="24909"/>
                  </a:lnTo>
                  <a:lnTo>
                    <a:pt x="83120" y="22129"/>
                  </a:lnTo>
                  <a:lnTo>
                    <a:pt x="78360" y="19503"/>
                  </a:lnTo>
                  <a:lnTo>
                    <a:pt x="73516" y="17033"/>
                  </a:lnTo>
                  <a:lnTo>
                    <a:pt x="68595" y="14722"/>
                  </a:lnTo>
                  <a:lnTo>
                    <a:pt x="63601" y="12571"/>
                  </a:lnTo>
                  <a:lnTo>
                    <a:pt x="58540" y="10585"/>
                  </a:lnTo>
                  <a:lnTo>
                    <a:pt x="53417" y="8764"/>
                  </a:lnTo>
                  <a:lnTo>
                    <a:pt x="48238" y="7111"/>
                  </a:lnTo>
                  <a:lnTo>
                    <a:pt x="43008" y="5627"/>
                  </a:lnTo>
                  <a:lnTo>
                    <a:pt x="37732" y="4314"/>
                  </a:lnTo>
                  <a:lnTo>
                    <a:pt x="32416" y="3173"/>
                  </a:lnTo>
                  <a:lnTo>
                    <a:pt x="27066" y="2205"/>
                  </a:lnTo>
                  <a:lnTo>
                    <a:pt x="21687" y="1412"/>
                  </a:lnTo>
                  <a:lnTo>
                    <a:pt x="16285" y="795"/>
                  </a:lnTo>
                  <a:lnTo>
                    <a:pt x="10866" y="353"/>
                  </a:lnTo>
                  <a:lnTo>
                    <a:pt x="5436" y="88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0" name="pg290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1" name="pg291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2" name="pg292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3" name="pg293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4" name="pg294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5" name="pg295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6" name="pg296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7" name="pg297"/>
            <p:cNvSpPr/>
            <p:nvPr/>
          </p:nvSpPr>
          <p:spPr>
            <a:xfrm>
              <a:off x="4400846" y="941493"/>
              <a:ext cx="85369" cy="167167"/>
            </a:xfrm>
            <a:custGeom>
              <a:avLst/>
              <a:pathLst>
                <a:path w="85369" h="167167">
                  <a:moveTo>
                    <a:pt x="85369" y="0"/>
                  </a:moveTo>
                  <a:lnTo>
                    <a:pt x="79771" y="93"/>
                  </a:lnTo>
                  <a:lnTo>
                    <a:pt x="74178" y="375"/>
                  </a:lnTo>
                  <a:lnTo>
                    <a:pt x="68598" y="843"/>
                  </a:lnTo>
                  <a:lnTo>
                    <a:pt x="63037" y="1498"/>
                  </a:lnTo>
                  <a:lnTo>
                    <a:pt x="57501" y="2339"/>
                  </a:lnTo>
                  <a:lnTo>
                    <a:pt x="51996" y="3365"/>
                  </a:lnTo>
                  <a:lnTo>
                    <a:pt x="46528" y="4574"/>
                  </a:lnTo>
                  <a:lnTo>
                    <a:pt x="41104" y="5967"/>
                  </a:lnTo>
                  <a:lnTo>
                    <a:pt x="35730" y="7540"/>
                  </a:lnTo>
                  <a:lnTo>
                    <a:pt x="30412" y="9292"/>
                  </a:lnTo>
                  <a:lnTo>
                    <a:pt x="25155" y="11221"/>
                  </a:lnTo>
                  <a:lnTo>
                    <a:pt x="19966" y="13325"/>
                  </a:lnTo>
                  <a:lnTo>
                    <a:pt x="14850" y="15602"/>
                  </a:lnTo>
                  <a:lnTo>
                    <a:pt x="9813" y="18049"/>
                  </a:lnTo>
                  <a:lnTo>
                    <a:pt x="4861" y="20663"/>
                  </a:lnTo>
                  <a:lnTo>
                    <a:pt x="0" y="23442"/>
                  </a:lnTo>
                  <a:lnTo>
                    <a:pt x="85369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8" name="pg298"/>
            <p:cNvSpPr/>
            <p:nvPr/>
          </p:nvSpPr>
          <p:spPr>
            <a:xfrm>
              <a:off x="4400846" y="964935"/>
              <a:ext cx="85369" cy="143725"/>
            </a:xfrm>
            <a:custGeom>
              <a:avLst/>
              <a:pathLst>
                <a:path w="85369" h="143725">
                  <a:moveTo>
                    <a:pt x="0" y="0"/>
                  </a:moveTo>
                  <a:lnTo>
                    <a:pt x="85369" y="143725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9" name="pg299"/>
            <p:cNvSpPr/>
            <p:nvPr/>
          </p:nvSpPr>
          <p:spPr>
            <a:xfrm>
              <a:off x="4400846" y="964935"/>
              <a:ext cx="85369" cy="143725"/>
            </a:xfrm>
            <a:custGeom>
              <a:avLst/>
              <a:pathLst>
                <a:path w="85369" h="143725">
                  <a:moveTo>
                    <a:pt x="0" y="0"/>
                  </a:moveTo>
                  <a:lnTo>
                    <a:pt x="85369" y="143725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0" name="pg300"/>
            <p:cNvSpPr/>
            <p:nvPr/>
          </p:nvSpPr>
          <p:spPr>
            <a:xfrm>
              <a:off x="4400846" y="964935"/>
              <a:ext cx="85369" cy="143725"/>
            </a:xfrm>
            <a:custGeom>
              <a:avLst/>
              <a:pathLst>
                <a:path w="85369" h="143725">
                  <a:moveTo>
                    <a:pt x="0" y="0"/>
                  </a:moveTo>
                  <a:lnTo>
                    <a:pt x="85369" y="143725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1" name="pg301"/>
            <p:cNvSpPr/>
            <p:nvPr/>
          </p:nvSpPr>
          <p:spPr>
            <a:xfrm>
              <a:off x="4400846" y="964935"/>
              <a:ext cx="85369" cy="143725"/>
            </a:xfrm>
            <a:custGeom>
              <a:avLst/>
              <a:pathLst>
                <a:path w="85369" h="143725">
                  <a:moveTo>
                    <a:pt x="0" y="0"/>
                  </a:moveTo>
                  <a:lnTo>
                    <a:pt x="85369" y="143725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2" name="pg302"/>
            <p:cNvSpPr/>
            <p:nvPr/>
          </p:nvSpPr>
          <p:spPr>
            <a:xfrm>
              <a:off x="4400846" y="964935"/>
              <a:ext cx="85369" cy="143725"/>
            </a:xfrm>
            <a:custGeom>
              <a:avLst/>
              <a:pathLst>
                <a:path w="85369" h="143725">
                  <a:moveTo>
                    <a:pt x="0" y="0"/>
                  </a:moveTo>
                  <a:lnTo>
                    <a:pt x="85369" y="14372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3" name="pg303"/>
            <p:cNvSpPr/>
            <p:nvPr/>
          </p:nvSpPr>
          <p:spPr>
            <a:xfrm>
              <a:off x="4400846" y="964935"/>
              <a:ext cx="85369" cy="143725"/>
            </a:xfrm>
            <a:custGeom>
              <a:avLst/>
              <a:pathLst>
                <a:path w="85369" h="143725">
                  <a:moveTo>
                    <a:pt x="0" y="0"/>
                  </a:moveTo>
                  <a:lnTo>
                    <a:pt x="85369" y="14372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4" name="pg304"/>
            <p:cNvSpPr/>
            <p:nvPr/>
          </p:nvSpPr>
          <p:spPr>
            <a:xfrm>
              <a:off x="4400846" y="964935"/>
              <a:ext cx="85369" cy="143725"/>
            </a:xfrm>
            <a:custGeom>
              <a:avLst/>
              <a:pathLst>
                <a:path w="85369" h="143725">
                  <a:moveTo>
                    <a:pt x="0" y="0"/>
                  </a:moveTo>
                  <a:lnTo>
                    <a:pt x="85369" y="14372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5" name="pg305"/>
            <p:cNvSpPr/>
            <p:nvPr/>
          </p:nvSpPr>
          <p:spPr>
            <a:xfrm>
              <a:off x="4400846" y="964935"/>
              <a:ext cx="85369" cy="143725"/>
            </a:xfrm>
            <a:custGeom>
              <a:avLst/>
              <a:pathLst>
                <a:path w="85369" h="143725">
                  <a:moveTo>
                    <a:pt x="0" y="0"/>
                  </a:moveTo>
                  <a:lnTo>
                    <a:pt x="85369" y="14372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6" name="pg306"/>
            <p:cNvSpPr/>
            <p:nvPr/>
          </p:nvSpPr>
          <p:spPr>
            <a:xfrm>
              <a:off x="4400846" y="964935"/>
              <a:ext cx="85369" cy="143725"/>
            </a:xfrm>
            <a:custGeom>
              <a:avLst/>
              <a:pathLst>
                <a:path w="85369" h="143725">
                  <a:moveTo>
                    <a:pt x="0" y="0"/>
                  </a:moveTo>
                  <a:lnTo>
                    <a:pt x="85369" y="143725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7" name="pg307"/>
            <p:cNvSpPr/>
            <p:nvPr/>
          </p:nvSpPr>
          <p:spPr>
            <a:xfrm>
              <a:off x="4400846" y="964935"/>
              <a:ext cx="85369" cy="143725"/>
            </a:xfrm>
            <a:custGeom>
              <a:avLst/>
              <a:pathLst>
                <a:path w="85369" h="143725">
                  <a:moveTo>
                    <a:pt x="0" y="0"/>
                  </a:moveTo>
                  <a:lnTo>
                    <a:pt x="85369" y="14372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8" name="pg308"/>
            <p:cNvSpPr/>
            <p:nvPr/>
          </p:nvSpPr>
          <p:spPr>
            <a:xfrm>
              <a:off x="4400846" y="964935"/>
              <a:ext cx="85369" cy="143725"/>
            </a:xfrm>
            <a:custGeom>
              <a:avLst/>
              <a:pathLst>
                <a:path w="85369" h="143725">
                  <a:moveTo>
                    <a:pt x="0" y="0"/>
                  </a:moveTo>
                  <a:lnTo>
                    <a:pt x="85369" y="14372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9" name="pg309"/>
            <p:cNvSpPr/>
            <p:nvPr/>
          </p:nvSpPr>
          <p:spPr>
            <a:xfrm>
              <a:off x="4400846" y="964935"/>
              <a:ext cx="85369" cy="143725"/>
            </a:xfrm>
            <a:custGeom>
              <a:avLst/>
              <a:pathLst>
                <a:path w="85369" h="143725">
                  <a:moveTo>
                    <a:pt x="0" y="0"/>
                  </a:moveTo>
                  <a:lnTo>
                    <a:pt x="85369" y="143725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0" name="pg310"/>
            <p:cNvSpPr/>
            <p:nvPr/>
          </p:nvSpPr>
          <p:spPr>
            <a:xfrm>
              <a:off x="4400846" y="964935"/>
              <a:ext cx="85369" cy="143725"/>
            </a:xfrm>
            <a:custGeom>
              <a:avLst/>
              <a:pathLst>
                <a:path w="85369" h="143725">
                  <a:moveTo>
                    <a:pt x="0" y="0"/>
                  </a:moveTo>
                  <a:lnTo>
                    <a:pt x="85369" y="14372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1" name="pg311"/>
            <p:cNvSpPr/>
            <p:nvPr/>
          </p:nvSpPr>
          <p:spPr>
            <a:xfrm>
              <a:off x="4400846" y="964935"/>
              <a:ext cx="85369" cy="143725"/>
            </a:xfrm>
            <a:custGeom>
              <a:avLst/>
              <a:pathLst>
                <a:path w="85369" h="143725">
                  <a:moveTo>
                    <a:pt x="0" y="0"/>
                  </a:moveTo>
                  <a:lnTo>
                    <a:pt x="85369" y="14372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2" name="pg312"/>
            <p:cNvSpPr/>
            <p:nvPr/>
          </p:nvSpPr>
          <p:spPr>
            <a:xfrm>
              <a:off x="4400846" y="964935"/>
              <a:ext cx="85369" cy="143725"/>
            </a:xfrm>
            <a:custGeom>
              <a:avLst/>
              <a:pathLst>
                <a:path w="85369" h="143725">
                  <a:moveTo>
                    <a:pt x="0" y="0"/>
                  </a:moveTo>
                  <a:lnTo>
                    <a:pt x="85369" y="14372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3" name="pg313"/>
            <p:cNvSpPr/>
            <p:nvPr/>
          </p:nvSpPr>
          <p:spPr>
            <a:xfrm>
              <a:off x="4400846" y="964935"/>
              <a:ext cx="85369" cy="143725"/>
            </a:xfrm>
            <a:custGeom>
              <a:avLst/>
              <a:pathLst>
                <a:path w="85369" h="143725">
                  <a:moveTo>
                    <a:pt x="0" y="0"/>
                  </a:moveTo>
                  <a:lnTo>
                    <a:pt x="85369" y="14372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4" name="pg314"/>
            <p:cNvSpPr/>
            <p:nvPr/>
          </p:nvSpPr>
          <p:spPr>
            <a:xfrm>
              <a:off x="4400846" y="964935"/>
              <a:ext cx="85369" cy="143725"/>
            </a:xfrm>
            <a:custGeom>
              <a:avLst/>
              <a:pathLst>
                <a:path w="85369" h="143725">
                  <a:moveTo>
                    <a:pt x="0" y="0"/>
                  </a:moveTo>
                  <a:lnTo>
                    <a:pt x="85369" y="143725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5" name="pg315"/>
            <p:cNvSpPr/>
            <p:nvPr/>
          </p:nvSpPr>
          <p:spPr>
            <a:xfrm>
              <a:off x="4400846" y="964935"/>
              <a:ext cx="85369" cy="143725"/>
            </a:xfrm>
            <a:custGeom>
              <a:avLst/>
              <a:pathLst>
                <a:path w="85369" h="143725">
                  <a:moveTo>
                    <a:pt x="0" y="0"/>
                  </a:moveTo>
                  <a:lnTo>
                    <a:pt x="85369" y="143725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6" name="pg316"/>
            <p:cNvSpPr/>
            <p:nvPr/>
          </p:nvSpPr>
          <p:spPr>
            <a:xfrm>
              <a:off x="4319048" y="964935"/>
              <a:ext cx="167167" cy="206876"/>
            </a:xfrm>
            <a:custGeom>
              <a:avLst/>
              <a:pathLst>
                <a:path w="167167" h="206876">
                  <a:moveTo>
                    <a:pt x="81797" y="0"/>
                  </a:moveTo>
                  <a:lnTo>
                    <a:pt x="77197" y="2833"/>
                  </a:lnTo>
                  <a:lnTo>
                    <a:pt x="72691" y="5815"/>
                  </a:lnTo>
                  <a:lnTo>
                    <a:pt x="68283" y="8940"/>
                  </a:lnTo>
                  <a:lnTo>
                    <a:pt x="63979" y="12206"/>
                  </a:lnTo>
                  <a:lnTo>
                    <a:pt x="59782" y="15609"/>
                  </a:lnTo>
                  <a:lnTo>
                    <a:pt x="55698" y="19147"/>
                  </a:lnTo>
                  <a:lnTo>
                    <a:pt x="51730" y="22814"/>
                  </a:lnTo>
                  <a:lnTo>
                    <a:pt x="47883" y="26608"/>
                  </a:lnTo>
                  <a:lnTo>
                    <a:pt x="44161" y="30524"/>
                  </a:lnTo>
                  <a:lnTo>
                    <a:pt x="40567" y="34558"/>
                  </a:lnTo>
                  <a:lnTo>
                    <a:pt x="37105" y="38707"/>
                  </a:lnTo>
                  <a:lnTo>
                    <a:pt x="33779" y="42965"/>
                  </a:lnTo>
                  <a:lnTo>
                    <a:pt x="30592" y="47328"/>
                  </a:lnTo>
                  <a:lnTo>
                    <a:pt x="27548" y="51792"/>
                  </a:lnTo>
                  <a:lnTo>
                    <a:pt x="24650" y="56352"/>
                  </a:lnTo>
                  <a:lnTo>
                    <a:pt x="21901" y="61004"/>
                  </a:lnTo>
                  <a:lnTo>
                    <a:pt x="19303" y="65742"/>
                  </a:lnTo>
                  <a:lnTo>
                    <a:pt x="16861" y="70561"/>
                  </a:lnTo>
                  <a:lnTo>
                    <a:pt x="14575" y="75457"/>
                  </a:lnTo>
                  <a:lnTo>
                    <a:pt x="12448" y="80424"/>
                  </a:lnTo>
                  <a:lnTo>
                    <a:pt x="10483" y="85457"/>
                  </a:lnTo>
                  <a:lnTo>
                    <a:pt x="8682" y="90551"/>
                  </a:lnTo>
                  <a:lnTo>
                    <a:pt x="7046" y="95700"/>
                  </a:lnTo>
                  <a:lnTo>
                    <a:pt x="5578" y="100900"/>
                  </a:lnTo>
                  <a:lnTo>
                    <a:pt x="4278" y="106145"/>
                  </a:lnTo>
                  <a:lnTo>
                    <a:pt x="3149" y="111428"/>
                  </a:lnTo>
                  <a:lnTo>
                    <a:pt x="2191" y="116746"/>
                  </a:lnTo>
                  <a:lnTo>
                    <a:pt x="1405" y="122092"/>
                  </a:lnTo>
                  <a:lnTo>
                    <a:pt x="793" y="127460"/>
                  </a:lnTo>
                  <a:lnTo>
                    <a:pt x="354" y="132845"/>
                  </a:lnTo>
                  <a:lnTo>
                    <a:pt x="89" y="138242"/>
                  </a:lnTo>
                  <a:lnTo>
                    <a:pt x="0" y="143644"/>
                  </a:lnTo>
                  <a:lnTo>
                    <a:pt x="84" y="149047"/>
                  </a:lnTo>
                  <a:lnTo>
                    <a:pt x="343" y="154443"/>
                  </a:lnTo>
                  <a:lnTo>
                    <a:pt x="777" y="159829"/>
                  </a:lnTo>
                  <a:lnTo>
                    <a:pt x="1384" y="165198"/>
                  </a:lnTo>
                  <a:lnTo>
                    <a:pt x="2165" y="170544"/>
                  </a:lnTo>
                  <a:lnTo>
                    <a:pt x="3118" y="175863"/>
                  </a:lnTo>
                  <a:lnTo>
                    <a:pt x="4242" y="181148"/>
                  </a:lnTo>
                  <a:lnTo>
                    <a:pt x="5537" y="186393"/>
                  </a:lnTo>
                  <a:lnTo>
                    <a:pt x="7000" y="191594"/>
                  </a:lnTo>
                  <a:lnTo>
                    <a:pt x="8631" y="196746"/>
                  </a:lnTo>
                  <a:lnTo>
                    <a:pt x="10427" y="201841"/>
                  </a:lnTo>
                  <a:lnTo>
                    <a:pt x="12387" y="206876"/>
                  </a:lnTo>
                  <a:lnTo>
                    <a:pt x="167167" y="143725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7" name="pg317"/>
            <p:cNvSpPr/>
            <p:nvPr/>
          </p:nvSpPr>
          <p:spPr>
            <a:xfrm>
              <a:off x="4331436" y="941493"/>
              <a:ext cx="321934" cy="334331"/>
            </a:xfrm>
            <a:custGeom>
              <a:avLst/>
              <a:pathLst>
                <a:path w="321934" h="334331">
                  <a:moveTo>
                    <a:pt x="0" y="230319"/>
                  </a:moveTo>
                  <a:lnTo>
                    <a:pt x="2086" y="235208"/>
                  </a:lnTo>
                  <a:lnTo>
                    <a:pt x="4326" y="240029"/>
                  </a:lnTo>
                  <a:lnTo>
                    <a:pt x="6719" y="244776"/>
                  </a:lnTo>
                  <a:lnTo>
                    <a:pt x="9262" y="249444"/>
                  </a:lnTo>
                  <a:lnTo>
                    <a:pt x="11951" y="254030"/>
                  </a:lnTo>
                  <a:lnTo>
                    <a:pt x="14785" y="258527"/>
                  </a:lnTo>
                  <a:lnTo>
                    <a:pt x="17761" y="262932"/>
                  </a:lnTo>
                  <a:lnTo>
                    <a:pt x="20875" y="267240"/>
                  </a:lnTo>
                  <a:lnTo>
                    <a:pt x="24125" y="271447"/>
                  </a:lnTo>
                  <a:lnTo>
                    <a:pt x="27507" y="275549"/>
                  </a:lnTo>
                  <a:lnTo>
                    <a:pt x="31017" y="279541"/>
                  </a:lnTo>
                  <a:lnTo>
                    <a:pt x="34653" y="283419"/>
                  </a:lnTo>
                  <a:lnTo>
                    <a:pt x="38410" y="287180"/>
                  </a:lnTo>
                  <a:lnTo>
                    <a:pt x="42285" y="290819"/>
                  </a:lnTo>
                  <a:lnTo>
                    <a:pt x="46273" y="294334"/>
                  </a:lnTo>
                  <a:lnTo>
                    <a:pt x="50372" y="297719"/>
                  </a:lnTo>
                  <a:lnTo>
                    <a:pt x="54575" y="300973"/>
                  </a:lnTo>
                  <a:lnTo>
                    <a:pt x="58881" y="304092"/>
                  </a:lnTo>
                  <a:lnTo>
                    <a:pt x="63283" y="307072"/>
                  </a:lnTo>
                  <a:lnTo>
                    <a:pt x="67777" y="309910"/>
                  </a:lnTo>
                  <a:lnTo>
                    <a:pt x="72360" y="312604"/>
                  </a:lnTo>
                  <a:lnTo>
                    <a:pt x="77026" y="315151"/>
                  </a:lnTo>
                  <a:lnTo>
                    <a:pt x="81771" y="317549"/>
                  </a:lnTo>
                  <a:lnTo>
                    <a:pt x="86589" y="319794"/>
                  </a:lnTo>
                  <a:lnTo>
                    <a:pt x="91477" y="321885"/>
                  </a:lnTo>
                  <a:lnTo>
                    <a:pt x="96428" y="323820"/>
                  </a:lnTo>
                  <a:lnTo>
                    <a:pt x="101439" y="325596"/>
                  </a:lnTo>
                  <a:lnTo>
                    <a:pt x="106503" y="327212"/>
                  </a:lnTo>
                  <a:lnTo>
                    <a:pt x="111616" y="328666"/>
                  </a:lnTo>
                  <a:lnTo>
                    <a:pt x="116773" y="329957"/>
                  </a:lnTo>
                  <a:lnTo>
                    <a:pt x="121968" y="331083"/>
                  </a:lnTo>
                  <a:lnTo>
                    <a:pt x="127197" y="332043"/>
                  </a:lnTo>
                  <a:lnTo>
                    <a:pt x="132453" y="332837"/>
                  </a:lnTo>
                  <a:lnTo>
                    <a:pt x="137732" y="333463"/>
                  </a:lnTo>
                  <a:lnTo>
                    <a:pt x="143028" y="333921"/>
                  </a:lnTo>
                  <a:lnTo>
                    <a:pt x="148336" y="334210"/>
                  </a:lnTo>
                  <a:lnTo>
                    <a:pt x="153651" y="334331"/>
                  </a:lnTo>
                  <a:lnTo>
                    <a:pt x="158967" y="334282"/>
                  </a:lnTo>
                  <a:lnTo>
                    <a:pt x="164278" y="334064"/>
                  </a:lnTo>
                  <a:lnTo>
                    <a:pt x="169580" y="333678"/>
                  </a:lnTo>
                  <a:lnTo>
                    <a:pt x="174867" y="333123"/>
                  </a:lnTo>
                  <a:lnTo>
                    <a:pt x="180134" y="332400"/>
                  </a:lnTo>
                  <a:lnTo>
                    <a:pt x="185374" y="331511"/>
                  </a:lnTo>
                  <a:lnTo>
                    <a:pt x="190585" y="330455"/>
                  </a:lnTo>
                  <a:lnTo>
                    <a:pt x="195758" y="329234"/>
                  </a:lnTo>
                  <a:lnTo>
                    <a:pt x="200891" y="327849"/>
                  </a:lnTo>
                  <a:lnTo>
                    <a:pt x="205976" y="326302"/>
                  </a:lnTo>
                  <a:lnTo>
                    <a:pt x="211010" y="324593"/>
                  </a:lnTo>
                  <a:lnTo>
                    <a:pt x="215988" y="322726"/>
                  </a:lnTo>
                  <a:lnTo>
                    <a:pt x="220903" y="320701"/>
                  </a:lnTo>
                  <a:lnTo>
                    <a:pt x="225751" y="318521"/>
                  </a:lnTo>
                  <a:lnTo>
                    <a:pt x="230528" y="316188"/>
                  </a:lnTo>
                  <a:lnTo>
                    <a:pt x="235228" y="313704"/>
                  </a:lnTo>
                  <a:lnTo>
                    <a:pt x="239846" y="311072"/>
                  </a:lnTo>
                  <a:lnTo>
                    <a:pt x="244379" y="308294"/>
                  </a:lnTo>
                  <a:lnTo>
                    <a:pt x="248821" y="305374"/>
                  </a:lnTo>
                  <a:lnTo>
                    <a:pt x="253168" y="302314"/>
                  </a:lnTo>
                  <a:lnTo>
                    <a:pt x="257415" y="299117"/>
                  </a:lnTo>
                  <a:lnTo>
                    <a:pt x="261559" y="295787"/>
                  </a:lnTo>
                  <a:lnTo>
                    <a:pt x="265594" y="292327"/>
                  </a:lnTo>
                  <a:lnTo>
                    <a:pt x="269518" y="288740"/>
                  </a:lnTo>
                  <a:lnTo>
                    <a:pt x="273325" y="285030"/>
                  </a:lnTo>
                  <a:lnTo>
                    <a:pt x="277013" y="281201"/>
                  </a:lnTo>
                  <a:lnTo>
                    <a:pt x="280577" y="277257"/>
                  </a:lnTo>
                  <a:lnTo>
                    <a:pt x="284014" y="273202"/>
                  </a:lnTo>
                  <a:lnTo>
                    <a:pt x="287320" y="269039"/>
                  </a:lnTo>
                  <a:lnTo>
                    <a:pt x="290492" y="264773"/>
                  </a:lnTo>
                  <a:lnTo>
                    <a:pt x="293527" y="260409"/>
                  </a:lnTo>
                  <a:lnTo>
                    <a:pt x="296422" y="255950"/>
                  </a:lnTo>
                  <a:lnTo>
                    <a:pt x="299173" y="251401"/>
                  </a:lnTo>
                  <a:lnTo>
                    <a:pt x="301778" y="246768"/>
                  </a:lnTo>
                  <a:lnTo>
                    <a:pt x="304235" y="242053"/>
                  </a:lnTo>
                  <a:lnTo>
                    <a:pt x="306541" y="237263"/>
                  </a:lnTo>
                  <a:lnTo>
                    <a:pt x="308693" y="232403"/>
                  </a:lnTo>
                  <a:lnTo>
                    <a:pt x="310689" y="227476"/>
                  </a:lnTo>
                  <a:lnTo>
                    <a:pt x="312528" y="222488"/>
                  </a:lnTo>
                  <a:lnTo>
                    <a:pt x="314207" y="217444"/>
                  </a:lnTo>
                  <a:lnTo>
                    <a:pt x="315725" y="212350"/>
                  </a:lnTo>
                  <a:lnTo>
                    <a:pt x="317080" y="207209"/>
                  </a:lnTo>
                  <a:lnTo>
                    <a:pt x="318271" y="202028"/>
                  </a:lnTo>
                  <a:lnTo>
                    <a:pt x="319297" y="196812"/>
                  </a:lnTo>
                  <a:lnTo>
                    <a:pt x="320157" y="191566"/>
                  </a:lnTo>
                  <a:lnTo>
                    <a:pt x="320849" y="186296"/>
                  </a:lnTo>
                  <a:lnTo>
                    <a:pt x="321373" y="181006"/>
                  </a:lnTo>
                  <a:lnTo>
                    <a:pt x="321729" y="175702"/>
                  </a:lnTo>
                  <a:lnTo>
                    <a:pt x="321916" y="170389"/>
                  </a:lnTo>
                  <a:lnTo>
                    <a:pt x="321934" y="165073"/>
                  </a:lnTo>
                  <a:lnTo>
                    <a:pt x="321783" y="159759"/>
                  </a:lnTo>
                  <a:lnTo>
                    <a:pt x="321463" y="154453"/>
                  </a:lnTo>
                  <a:lnTo>
                    <a:pt x="320974" y="149160"/>
                  </a:lnTo>
                  <a:lnTo>
                    <a:pt x="320318" y="143884"/>
                  </a:lnTo>
                  <a:lnTo>
                    <a:pt x="319494" y="138633"/>
                  </a:lnTo>
                  <a:lnTo>
                    <a:pt x="318503" y="133410"/>
                  </a:lnTo>
                  <a:lnTo>
                    <a:pt x="317347" y="128221"/>
                  </a:lnTo>
                  <a:lnTo>
                    <a:pt x="316026" y="123072"/>
                  </a:lnTo>
                  <a:lnTo>
                    <a:pt x="314543" y="117967"/>
                  </a:lnTo>
                  <a:lnTo>
                    <a:pt x="312898" y="112912"/>
                  </a:lnTo>
                  <a:lnTo>
                    <a:pt x="311093" y="107912"/>
                  </a:lnTo>
                  <a:lnTo>
                    <a:pt x="309129" y="102972"/>
                  </a:lnTo>
                  <a:lnTo>
                    <a:pt x="307010" y="98097"/>
                  </a:lnTo>
                  <a:lnTo>
                    <a:pt x="304737" y="93291"/>
                  </a:lnTo>
                  <a:lnTo>
                    <a:pt x="302312" y="88560"/>
                  </a:lnTo>
                  <a:lnTo>
                    <a:pt x="299738" y="83909"/>
                  </a:lnTo>
                  <a:lnTo>
                    <a:pt x="297018" y="79342"/>
                  </a:lnTo>
                  <a:lnTo>
                    <a:pt x="294153" y="74864"/>
                  </a:lnTo>
                  <a:lnTo>
                    <a:pt x="291148" y="70479"/>
                  </a:lnTo>
                  <a:lnTo>
                    <a:pt x="288005" y="66192"/>
                  </a:lnTo>
                  <a:lnTo>
                    <a:pt x="284727" y="62007"/>
                  </a:lnTo>
                  <a:lnTo>
                    <a:pt x="281317" y="57928"/>
                  </a:lnTo>
                  <a:lnTo>
                    <a:pt x="277780" y="53960"/>
                  </a:lnTo>
                  <a:lnTo>
                    <a:pt x="274118" y="50106"/>
                  </a:lnTo>
                  <a:lnTo>
                    <a:pt x="270336" y="46371"/>
                  </a:lnTo>
                  <a:lnTo>
                    <a:pt x="266437" y="42758"/>
                  </a:lnTo>
                  <a:lnTo>
                    <a:pt x="262425" y="39271"/>
                  </a:lnTo>
                  <a:lnTo>
                    <a:pt x="258303" y="35913"/>
                  </a:lnTo>
                  <a:lnTo>
                    <a:pt x="254078" y="32687"/>
                  </a:lnTo>
                  <a:lnTo>
                    <a:pt x="249752" y="29598"/>
                  </a:lnTo>
                  <a:lnTo>
                    <a:pt x="245329" y="26648"/>
                  </a:lnTo>
                  <a:lnTo>
                    <a:pt x="240816" y="23840"/>
                  </a:lnTo>
                  <a:lnTo>
                    <a:pt x="236215" y="21177"/>
                  </a:lnTo>
                  <a:lnTo>
                    <a:pt x="231532" y="18661"/>
                  </a:lnTo>
                  <a:lnTo>
                    <a:pt x="226771" y="16296"/>
                  </a:lnTo>
                  <a:lnTo>
                    <a:pt x="221938" y="14083"/>
                  </a:lnTo>
                  <a:lnTo>
                    <a:pt x="217036" y="12025"/>
                  </a:lnTo>
                  <a:lnTo>
                    <a:pt x="212072" y="10124"/>
                  </a:lnTo>
                  <a:lnTo>
                    <a:pt x="207050" y="8382"/>
                  </a:lnTo>
                  <a:lnTo>
                    <a:pt x="201974" y="6800"/>
                  </a:lnTo>
                  <a:lnTo>
                    <a:pt x="196851" y="5380"/>
                  </a:lnTo>
                  <a:lnTo>
                    <a:pt x="191686" y="4124"/>
                  </a:lnTo>
                  <a:lnTo>
                    <a:pt x="186483" y="3033"/>
                  </a:lnTo>
                  <a:lnTo>
                    <a:pt x="181248" y="2108"/>
                  </a:lnTo>
                  <a:lnTo>
                    <a:pt x="175987" y="1350"/>
                  </a:lnTo>
                  <a:lnTo>
                    <a:pt x="170704" y="760"/>
                  </a:lnTo>
                  <a:lnTo>
                    <a:pt x="165405" y="338"/>
                  </a:lnTo>
                  <a:lnTo>
                    <a:pt x="160095" y="84"/>
                  </a:lnTo>
                  <a:lnTo>
                    <a:pt x="154779" y="0"/>
                  </a:lnTo>
                  <a:lnTo>
                    <a:pt x="154779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8" name="pg318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9" name="pg319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0" name="pg320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1" name="pg321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2" name="pg322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3" name="pg323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4" name="pg324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5" name="pg325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6" name="pg326"/>
            <p:cNvSpPr/>
            <p:nvPr/>
          </p:nvSpPr>
          <p:spPr>
            <a:xfrm>
              <a:off x="3797353" y="1071028"/>
              <a:ext cx="234383" cy="334334"/>
            </a:xfrm>
            <a:custGeom>
              <a:avLst/>
              <a:pathLst>
                <a:path w="234383" h="334334">
                  <a:moveTo>
                    <a:pt x="167147" y="0"/>
                  </a:moveTo>
                  <a:lnTo>
                    <a:pt x="161842" y="84"/>
                  </a:lnTo>
                  <a:lnTo>
                    <a:pt x="156541" y="336"/>
                  </a:lnTo>
                  <a:lnTo>
                    <a:pt x="151251" y="757"/>
                  </a:lnTo>
                  <a:lnTo>
                    <a:pt x="145977" y="1345"/>
                  </a:lnTo>
                  <a:lnTo>
                    <a:pt x="140725" y="2101"/>
                  </a:lnTo>
                  <a:lnTo>
                    <a:pt x="135499" y="3023"/>
                  </a:lnTo>
                  <a:lnTo>
                    <a:pt x="130305" y="4110"/>
                  </a:lnTo>
                  <a:lnTo>
                    <a:pt x="125148" y="5362"/>
                  </a:lnTo>
                  <a:lnTo>
                    <a:pt x="120033" y="6776"/>
                  </a:lnTo>
                  <a:lnTo>
                    <a:pt x="114966" y="8352"/>
                  </a:lnTo>
                  <a:lnTo>
                    <a:pt x="109951" y="10089"/>
                  </a:lnTo>
                  <a:lnTo>
                    <a:pt x="104994" y="11983"/>
                  </a:lnTo>
                  <a:lnTo>
                    <a:pt x="100100" y="14034"/>
                  </a:lnTo>
                  <a:lnTo>
                    <a:pt x="95273" y="16240"/>
                  </a:lnTo>
                  <a:lnTo>
                    <a:pt x="90519" y="18597"/>
                  </a:lnTo>
                  <a:lnTo>
                    <a:pt x="85842" y="21104"/>
                  </a:lnTo>
                  <a:lnTo>
                    <a:pt x="81247" y="23758"/>
                  </a:lnTo>
                  <a:lnTo>
                    <a:pt x="76738" y="26557"/>
                  </a:lnTo>
                  <a:lnTo>
                    <a:pt x="72321" y="29497"/>
                  </a:lnTo>
                  <a:lnTo>
                    <a:pt x="67999" y="32577"/>
                  </a:lnTo>
                  <a:lnTo>
                    <a:pt x="63777" y="35791"/>
                  </a:lnTo>
                  <a:lnTo>
                    <a:pt x="59659" y="39139"/>
                  </a:lnTo>
                  <a:lnTo>
                    <a:pt x="55650" y="42615"/>
                  </a:lnTo>
                  <a:lnTo>
                    <a:pt x="51753" y="46217"/>
                  </a:lnTo>
                  <a:lnTo>
                    <a:pt x="47972" y="49940"/>
                  </a:lnTo>
                  <a:lnTo>
                    <a:pt x="44311" y="53782"/>
                  </a:lnTo>
                  <a:lnTo>
                    <a:pt x="40774" y="57738"/>
                  </a:lnTo>
                  <a:lnTo>
                    <a:pt x="37364" y="61804"/>
                  </a:lnTo>
                  <a:lnTo>
                    <a:pt x="34085" y="65977"/>
                  </a:lnTo>
                  <a:lnTo>
                    <a:pt x="30941" y="70251"/>
                  </a:lnTo>
                  <a:lnTo>
                    <a:pt x="27933" y="74623"/>
                  </a:lnTo>
                  <a:lnTo>
                    <a:pt x="25066" y="79089"/>
                  </a:lnTo>
                  <a:lnTo>
                    <a:pt x="22342" y="83643"/>
                  </a:lnTo>
                  <a:lnTo>
                    <a:pt x="19764" y="88281"/>
                  </a:lnTo>
                  <a:lnTo>
                    <a:pt x="17334" y="92999"/>
                  </a:lnTo>
                  <a:lnTo>
                    <a:pt x="15056" y="97791"/>
                  </a:lnTo>
                  <a:lnTo>
                    <a:pt x="12930" y="102654"/>
                  </a:lnTo>
                  <a:lnTo>
                    <a:pt x="10960" y="107581"/>
                  </a:lnTo>
                  <a:lnTo>
                    <a:pt x="9148" y="112568"/>
                  </a:lnTo>
                  <a:lnTo>
                    <a:pt x="7494" y="117611"/>
                  </a:lnTo>
                  <a:lnTo>
                    <a:pt x="6002" y="122703"/>
                  </a:lnTo>
                  <a:lnTo>
                    <a:pt x="4672" y="127841"/>
                  </a:lnTo>
                  <a:lnTo>
                    <a:pt x="3505" y="133017"/>
                  </a:lnTo>
                  <a:lnTo>
                    <a:pt x="2504" y="138229"/>
                  </a:lnTo>
                  <a:lnTo>
                    <a:pt x="1668" y="143469"/>
                  </a:lnTo>
                  <a:lnTo>
                    <a:pt x="999" y="148734"/>
                  </a:lnTo>
                  <a:lnTo>
                    <a:pt x="498" y="154016"/>
                  </a:lnTo>
                  <a:lnTo>
                    <a:pt x="165" y="159313"/>
                  </a:lnTo>
                  <a:lnTo>
                    <a:pt x="0" y="164617"/>
                  </a:lnTo>
                  <a:lnTo>
                    <a:pt x="3" y="169923"/>
                  </a:lnTo>
                  <a:lnTo>
                    <a:pt x="174" y="175227"/>
                  </a:lnTo>
                  <a:lnTo>
                    <a:pt x="514" y="180523"/>
                  </a:lnTo>
                  <a:lnTo>
                    <a:pt x="1022" y="185805"/>
                  </a:lnTo>
                  <a:lnTo>
                    <a:pt x="1698" y="191069"/>
                  </a:lnTo>
                  <a:lnTo>
                    <a:pt x="2540" y="196308"/>
                  </a:lnTo>
                  <a:lnTo>
                    <a:pt x="3547" y="201518"/>
                  </a:lnTo>
                  <a:lnTo>
                    <a:pt x="4720" y="206693"/>
                  </a:lnTo>
                  <a:lnTo>
                    <a:pt x="6057" y="211829"/>
                  </a:lnTo>
                  <a:lnTo>
                    <a:pt x="7555" y="216920"/>
                  </a:lnTo>
                  <a:lnTo>
                    <a:pt x="9215" y="221960"/>
                  </a:lnTo>
                  <a:lnTo>
                    <a:pt x="11034" y="226945"/>
                  </a:lnTo>
                  <a:lnTo>
                    <a:pt x="13010" y="231870"/>
                  </a:lnTo>
                  <a:lnTo>
                    <a:pt x="15141" y="236730"/>
                  </a:lnTo>
                  <a:lnTo>
                    <a:pt x="17426" y="241520"/>
                  </a:lnTo>
                  <a:lnTo>
                    <a:pt x="19861" y="246234"/>
                  </a:lnTo>
                  <a:lnTo>
                    <a:pt x="22445" y="250870"/>
                  </a:lnTo>
                  <a:lnTo>
                    <a:pt x="25175" y="255420"/>
                  </a:lnTo>
                  <a:lnTo>
                    <a:pt x="28047" y="259882"/>
                  </a:lnTo>
                  <a:lnTo>
                    <a:pt x="31060" y="264250"/>
                  </a:lnTo>
                  <a:lnTo>
                    <a:pt x="34210" y="268521"/>
                  </a:lnTo>
                  <a:lnTo>
                    <a:pt x="37494" y="272689"/>
                  </a:lnTo>
                  <a:lnTo>
                    <a:pt x="40909" y="276751"/>
                  </a:lnTo>
                  <a:lnTo>
                    <a:pt x="44451" y="280703"/>
                  </a:lnTo>
                  <a:lnTo>
                    <a:pt x="48116" y="284540"/>
                  </a:lnTo>
                  <a:lnTo>
                    <a:pt x="51902" y="288259"/>
                  </a:lnTo>
                  <a:lnTo>
                    <a:pt x="55803" y="291856"/>
                  </a:lnTo>
                  <a:lnTo>
                    <a:pt x="59817" y="295328"/>
                  </a:lnTo>
                  <a:lnTo>
                    <a:pt x="63939" y="298670"/>
                  </a:lnTo>
                  <a:lnTo>
                    <a:pt x="68165" y="301879"/>
                  </a:lnTo>
                  <a:lnTo>
                    <a:pt x="72491" y="304953"/>
                  </a:lnTo>
                  <a:lnTo>
                    <a:pt x="76912" y="307888"/>
                  </a:lnTo>
                  <a:lnTo>
                    <a:pt x="81424" y="310681"/>
                  </a:lnTo>
                  <a:lnTo>
                    <a:pt x="86022" y="313330"/>
                  </a:lnTo>
                  <a:lnTo>
                    <a:pt x="90702" y="315831"/>
                  </a:lnTo>
                  <a:lnTo>
                    <a:pt x="95459" y="318183"/>
                  </a:lnTo>
                  <a:lnTo>
                    <a:pt x="100289" y="320382"/>
                  </a:lnTo>
                  <a:lnTo>
                    <a:pt x="105186" y="322427"/>
                  </a:lnTo>
                  <a:lnTo>
                    <a:pt x="110145" y="324315"/>
                  </a:lnTo>
                  <a:lnTo>
                    <a:pt x="115162" y="326046"/>
                  </a:lnTo>
                  <a:lnTo>
                    <a:pt x="120231" y="327616"/>
                  </a:lnTo>
                  <a:lnTo>
                    <a:pt x="125347" y="329024"/>
                  </a:lnTo>
                  <a:lnTo>
                    <a:pt x="130505" y="330269"/>
                  </a:lnTo>
                  <a:lnTo>
                    <a:pt x="135701" y="331350"/>
                  </a:lnTo>
                  <a:lnTo>
                    <a:pt x="140928" y="332265"/>
                  </a:lnTo>
                  <a:lnTo>
                    <a:pt x="146181" y="333014"/>
                  </a:lnTo>
                  <a:lnTo>
                    <a:pt x="151456" y="333596"/>
                  </a:lnTo>
                  <a:lnTo>
                    <a:pt x="156746" y="334010"/>
                  </a:lnTo>
                  <a:lnTo>
                    <a:pt x="162047" y="334257"/>
                  </a:lnTo>
                  <a:lnTo>
                    <a:pt x="167353" y="334334"/>
                  </a:lnTo>
                  <a:lnTo>
                    <a:pt x="172659" y="334243"/>
                  </a:lnTo>
                  <a:lnTo>
                    <a:pt x="177960" y="333984"/>
                  </a:lnTo>
                  <a:lnTo>
                    <a:pt x="183249" y="333557"/>
                  </a:lnTo>
                  <a:lnTo>
                    <a:pt x="188522" y="332962"/>
                  </a:lnTo>
                  <a:lnTo>
                    <a:pt x="193774" y="332200"/>
                  </a:lnTo>
                  <a:lnTo>
                    <a:pt x="198999" y="331272"/>
                  </a:lnTo>
                  <a:lnTo>
                    <a:pt x="204191" y="330178"/>
                  </a:lnTo>
                  <a:lnTo>
                    <a:pt x="209347" y="328920"/>
                  </a:lnTo>
                  <a:lnTo>
                    <a:pt x="214460" y="327499"/>
                  </a:lnTo>
                  <a:lnTo>
                    <a:pt x="219525" y="325917"/>
                  </a:lnTo>
                  <a:lnTo>
                    <a:pt x="224537" y="324175"/>
                  </a:lnTo>
                  <a:lnTo>
                    <a:pt x="229492" y="322274"/>
                  </a:lnTo>
                  <a:lnTo>
                    <a:pt x="234383" y="320217"/>
                  </a:lnTo>
                  <a:lnTo>
                    <a:pt x="167147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7" name="pg327"/>
            <p:cNvSpPr/>
            <p:nvPr/>
          </p:nvSpPr>
          <p:spPr>
            <a:xfrm>
              <a:off x="3964501" y="1238196"/>
              <a:ext cx="67235" cy="153049"/>
            </a:xfrm>
            <a:custGeom>
              <a:avLst/>
              <a:pathLst>
                <a:path w="67235" h="153049">
                  <a:moveTo>
                    <a:pt x="67235" y="153049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8" name="pg328"/>
            <p:cNvSpPr/>
            <p:nvPr/>
          </p:nvSpPr>
          <p:spPr>
            <a:xfrm>
              <a:off x="3964501" y="1238196"/>
              <a:ext cx="67235" cy="153049"/>
            </a:xfrm>
            <a:custGeom>
              <a:avLst/>
              <a:pathLst>
                <a:path w="67235" h="153049">
                  <a:moveTo>
                    <a:pt x="67235" y="153049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9" name="pg329"/>
            <p:cNvSpPr/>
            <p:nvPr/>
          </p:nvSpPr>
          <p:spPr>
            <a:xfrm>
              <a:off x="3964501" y="1238196"/>
              <a:ext cx="67235" cy="153049"/>
            </a:xfrm>
            <a:custGeom>
              <a:avLst/>
              <a:pathLst>
                <a:path w="67235" h="153049">
                  <a:moveTo>
                    <a:pt x="67235" y="153049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0" name="pg330"/>
            <p:cNvSpPr/>
            <p:nvPr/>
          </p:nvSpPr>
          <p:spPr>
            <a:xfrm>
              <a:off x="3964501" y="1238196"/>
              <a:ext cx="67235" cy="153049"/>
            </a:xfrm>
            <a:custGeom>
              <a:avLst/>
              <a:pathLst>
                <a:path w="67235" h="153049">
                  <a:moveTo>
                    <a:pt x="67235" y="153049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1" name="pg331"/>
            <p:cNvSpPr/>
            <p:nvPr/>
          </p:nvSpPr>
          <p:spPr>
            <a:xfrm>
              <a:off x="3964501" y="1238196"/>
              <a:ext cx="67235" cy="153049"/>
            </a:xfrm>
            <a:custGeom>
              <a:avLst/>
              <a:pathLst>
                <a:path w="67235" h="153049">
                  <a:moveTo>
                    <a:pt x="67235" y="153049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2" name="pg332"/>
            <p:cNvSpPr/>
            <p:nvPr/>
          </p:nvSpPr>
          <p:spPr>
            <a:xfrm>
              <a:off x="3964501" y="1238196"/>
              <a:ext cx="67235" cy="153049"/>
            </a:xfrm>
            <a:custGeom>
              <a:avLst/>
              <a:pathLst>
                <a:path w="67235" h="153049">
                  <a:moveTo>
                    <a:pt x="67235" y="153049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3" name="pg333"/>
            <p:cNvSpPr/>
            <p:nvPr/>
          </p:nvSpPr>
          <p:spPr>
            <a:xfrm>
              <a:off x="3964501" y="1238196"/>
              <a:ext cx="67235" cy="153049"/>
            </a:xfrm>
            <a:custGeom>
              <a:avLst/>
              <a:pathLst>
                <a:path w="67235" h="153049">
                  <a:moveTo>
                    <a:pt x="67235" y="153049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4" name="pg334"/>
            <p:cNvSpPr/>
            <p:nvPr/>
          </p:nvSpPr>
          <p:spPr>
            <a:xfrm>
              <a:off x="3964501" y="1238196"/>
              <a:ext cx="67235" cy="153049"/>
            </a:xfrm>
            <a:custGeom>
              <a:avLst/>
              <a:pathLst>
                <a:path w="67235" h="153049">
                  <a:moveTo>
                    <a:pt x="67235" y="153049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5" name="pg335"/>
            <p:cNvSpPr/>
            <p:nvPr/>
          </p:nvSpPr>
          <p:spPr>
            <a:xfrm>
              <a:off x="3964501" y="1238196"/>
              <a:ext cx="67235" cy="153049"/>
            </a:xfrm>
            <a:custGeom>
              <a:avLst/>
              <a:pathLst>
                <a:path w="67235" h="153049">
                  <a:moveTo>
                    <a:pt x="67235" y="153049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6" name="pg336"/>
            <p:cNvSpPr/>
            <p:nvPr/>
          </p:nvSpPr>
          <p:spPr>
            <a:xfrm>
              <a:off x="3964501" y="1238196"/>
              <a:ext cx="67235" cy="153049"/>
            </a:xfrm>
            <a:custGeom>
              <a:avLst/>
              <a:pathLst>
                <a:path w="67235" h="153049">
                  <a:moveTo>
                    <a:pt x="67235" y="153049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7" name="pg337"/>
            <p:cNvSpPr/>
            <p:nvPr/>
          </p:nvSpPr>
          <p:spPr>
            <a:xfrm>
              <a:off x="3964501" y="1238196"/>
              <a:ext cx="67235" cy="153049"/>
            </a:xfrm>
            <a:custGeom>
              <a:avLst/>
              <a:pathLst>
                <a:path w="67235" h="153049">
                  <a:moveTo>
                    <a:pt x="67235" y="153049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8" name="pg338"/>
            <p:cNvSpPr/>
            <p:nvPr/>
          </p:nvSpPr>
          <p:spPr>
            <a:xfrm>
              <a:off x="3964501" y="1238196"/>
              <a:ext cx="67235" cy="153049"/>
            </a:xfrm>
            <a:custGeom>
              <a:avLst/>
              <a:pathLst>
                <a:path w="67235" h="153049">
                  <a:moveTo>
                    <a:pt x="67235" y="153049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9" name="pg339"/>
            <p:cNvSpPr/>
            <p:nvPr/>
          </p:nvSpPr>
          <p:spPr>
            <a:xfrm>
              <a:off x="3964501" y="1238196"/>
              <a:ext cx="67235" cy="153049"/>
            </a:xfrm>
            <a:custGeom>
              <a:avLst/>
              <a:pathLst>
                <a:path w="67235" h="153049">
                  <a:moveTo>
                    <a:pt x="67235" y="153049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0" name="pg340"/>
            <p:cNvSpPr/>
            <p:nvPr/>
          </p:nvSpPr>
          <p:spPr>
            <a:xfrm>
              <a:off x="3964501" y="1238196"/>
              <a:ext cx="67235" cy="153049"/>
            </a:xfrm>
            <a:custGeom>
              <a:avLst/>
              <a:pathLst>
                <a:path w="67235" h="153049">
                  <a:moveTo>
                    <a:pt x="67235" y="153049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1" name="pg341"/>
            <p:cNvSpPr/>
            <p:nvPr/>
          </p:nvSpPr>
          <p:spPr>
            <a:xfrm>
              <a:off x="3964501" y="1238196"/>
              <a:ext cx="67235" cy="153049"/>
            </a:xfrm>
            <a:custGeom>
              <a:avLst/>
              <a:pathLst>
                <a:path w="67235" h="153049">
                  <a:moveTo>
                    <a:pt x="67235" y="153049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2" name="pg342"/>
            <p:cNvSpPr/>
            <p:nvPr/>
          </p:nvSpPr>
          <p:spPr>
            <a:xfrm>
              <a:off x="3964501" y="1238196"/>
              <a:ext cx="67235" cy="153049"/>
            </a:xfrm>
            <a:custGeom>
              <a:avLst/>
              <a:pathLst>
                <a:path w="67235" h="153049">
                  <a:moveTo>
                    <a:pt x="67235" y="153049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3" name="pg343"/>
            <p:cNvSpPr/>
            <p:nvPr/>
          </p:nvSpPr>
          <p:spPr>
            <a:xfrm>
              <a:off x="3964501" y="1238196"/>
              <a:ext cx="67235" cy="153049"/>
            </a:xfrm>
            <a:custGeom>
              <a:avLst/>
              <a:pathLst>
                <a:path w="67235" h="153049">
                  <a:moveTo>
                    <a:pt x="67235" y="153049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4" name="pg344"/>
            <p:cNvSpPr/>
            <p:nvPr/>
          </p:nvSpPr>
          <p:spPr>
            <a:xfrm>
              <a:off x="3964501" y="1074416"/>
              <a:ext cx="167164" cy="316829"/>
            </a:xfrm>
            <a:custGeom>
              <a:avLst/>
              <a:pathLst>
                <a:path w="167164" h="316829">
                  <a:moveTo>
                    <a:pt x="67235" y="316829"/>
                  </a:moveTo>
                  <a:lnTo>
                    <a:pt x="72094" y="314602"/>
                  </a:lnTo>
                  <a:lnTo>
                    <a:pt x="76879" y="312220"/>
                  </a:lnTo>
                  <a:lnTo>
                    <a:pt x="81585" y="309686"/>
                  </a:lnTo>
                  <a:lnTo>
                    <a:pt x="86208" y="307003"/>
                  </a:lnTo>
                  <a:lnTo>
                    <a:pt x="90743" y="304174"/>
                  </a:lnTo>
                  <a:lnTo>
                    <a:pt x="95185" y="301201"/>
                  </a:lnTo>
                  <a:lnTo>
                    <a:pt x="99529" y="298088"/>
                  </a:lnTo>
                  <a:lnTo>
                    <a:pt x="103772" y="294838"/>
                  </a:lnTo>
                  <a:lnTo>
                    <a:pt x="107909" y="291453"/>
                  </a:lnTo>
                  <a:lnTo>
                    <a:pt x="111935" y="287938"/>
                  </a:lnTo>
                  <a:lnTo>
                    <a:pt x="115847" y="284296"/>
                  </a:lnTo>
                  <a:lnTo>
                    <a:pt x="119641" y="280531"/>
                  </a:lnTo>
                  <a:lnTo>
                    <a:pt x="123312" y="276646"/>
                  </a:lnTo>
                  <a:lnTo>
                    <a:pt x="126858" y="272646"/>
                  </a:lnTo>
                  <a:lnTo>
                    <a:pt x="130273" y="268535"/>
                  </a:lnTo>
                  <a:lnTo>
                    <a:pt x="133555" y="264317"/>
                  </a:lnTo>
                  <a:lnTo>
                    <a:pt x="136701" y="259996"/>
                  </a:lnTo>
                  <a:lnTo>
                    <a:pt x="139707" y="255576"/>
                  </a:lnTo>
                  <a:lnTo>
                    <a:pt x="142571" y="251063"/>
                  </a:lnTo>
                  <a:lnTo>
                    <a:pt x="145288" y="246460"/>
                  </a:lnTo>
                  <a:lnTo>
                    <a:pt x="147857" y="241773"/>
                  </a:lnTo>
                  <a:lnTo>
                    <a:pt x="150275" y="237007"/>
                  </a:lnTo>
                  <a:lnTo>
                    <a:pt x="152539" y="232165"/>
                  </a:lnTo>
                  <a:lnTo>
                    <a:pt x="154648" y="227253"/>
                  </a:lnTo>
                  <a:lnTo>
                    <a:pt x="156598" y="222277"/>
                  </a:lnTo>
                  <a:lnTo>
                    <a:pt x="158388" y="217241"/>
                  </a:lnTo>
                  <a:lnTo>
                    <a:pt x="160016" y="212150"/>
                  </a:lnTo>
                  <a:lnTo>
                    <a:pt x="161481" y="207009"/>
                  </a:lnTo>
                  <a:lnTo>
                    <a:pt x="162780" y="201825"/>
                  </a:lnTo>
                  <a:lnTo>
                    <a:pt x="163913" y="196601"/>
                  </a:lnTo>
                  <a:lnTo>
                    <a:pt x="164879" y="191344"/>
                  </a:lnTo>
                  <a:lnTo>
                    <a:pt x="165676" y="186059"/>
                  </a:lnTo>
                  <a:lnTo>
                    <a:pt x="166303" y="180751"/>
                  </a:lnTo>
                  <a:lnTo>
                    <a:pt x="166761" y="175426"/>
                  </a:lnTo>
                  <a:lnTo>
                    <a:pt x="167048" y="170089"/>
                  </a:lnTo>
                  <a:lnTo>
                    <a:pt x="167164" y="164745"/>
                  </a:lnTo>
                  <a:lnTo>
                    <a:pt x="167110" y="159401"/>
                  </a:lnTo>
                  <a:lnTo>
                    <a:pt x="166884" y="154060"/>
                  </a:lnTo>
                  <a:lnTo>
                    <a:pt x="166488" y="148730"/>
                  </a:lnTo>
                  <a:lnTo>
                    <a:pt x="165922" y="143415"/>
                  </a:lnTo>
                  <a:lnTo>
                    <a:pt x="165186" y="138121"/>
                  </a:lnTo>
                  <a:lnTo>
                    <a:pt x="164281" y="132854"/>
                  </a:lnTo>
                  <a:lnTo>
                    <a:pt x="163209" y="127617"/>
                  </a:lnTo>
                  <a:lnTo>
                    <a:pt x="161969" y="122418"/>
                  </a:lnTo>
                  <a:lnTo>
                    <a:pt x="160564" y="117261"/>
                  </a:lnTo>
                  <a:lnTo>
                    <a:pt x="158995" y="112152"/>
                  </a:lnTo>
                  <a:lnTo>
                    <a:pt x="157263" y="107095"/>
                  </a:lnTo>
                  <a:lnTo>
                    <a:pt x="155371" y="102097"/>
                  </a:lnTo>
                  <a:lnTo>
                    <a:pt x="153319" y="97161"/>
                  </a:lnTo>
                  <a:lnTo>
                    <a:pt x="151111" y="92294"/>
                  </a:lnTo>
                  <a:lnTo>
                    <a:pt x="148748" y="87499"/>
                  </a:lnTo>
                  <a:lnTo>
                    <a:pt x="146234" y="82783"/>
                  </a:lnTo>
                  <a:lnTo>
                    <a:pt x="143570" y="78149"/>
                  </a:lnTo>
                  <a:lnTo>
                    <a:pt x="140759" y="73603"/>
                  </a:lnTo>
                  <a:lnTo>
                    <a:pt x="137804" y="69149"/>
                  </a:lnTo>
                  <a:lnTo>
                    <a:pt x="134708" y="64792"/>
                  </a:lnTo>
                  <a:lnTo>
                    <a:pt x="131475" y="60536"/>
                  </a:lnTo>
                  <a:lnTo>
                    <a:pt x="128107" y="56386"/>
                  </a:lnTo>
                  <a:lnTo>
                    <a:pt x="124608" y="52345"/>
                  </a:lnTo>
                  <a:lnTo>
                    <a:pt x="120982" y="48418"/>
                  </a:lnTo>
                  <a:lnTo>
                    <a:pt x="117232" y="44610"/>
                  </a:lnTo>
                  <a:lnTo>
                    <a:pt x="113362" y="40923"/>
                  </a:lnTo>
                  <a:lnTo>
                    <a:pt x="109377" y="37361"/>
                  </a:lnTo>
                  <a:lnTo>
                    <a:pt x="105279" y="33929"/>
                  </a:lnTo>
                  <a:lnTo>
                    <a:pt x="101074" y="30630"/>
                  </a:lnTo>
                  <a:lnTo>
                    <a:pt x="96766" y="27467"/>
                  </a:lnTo>
                  <a:lnTo>
                    <a:pt x="92359" y="24443"/>
                  </a:lnTo>
                  <a:lnTo>
                    <a:pt x="87857" y="21561"/>
                  </a:lnTo>
                  <a:lnTo>
                    <a:pt x="83265" y="18825"/>
                  </a:lnTo>
                  <a:lnTo>
                    <a:pt x="78589" y="16237"/>
                  </a:lnTo>
                  <a:lnTo>
                    <a:pt x="73832" y="13800"/>
                  </a:lnTo>
                  <a:lnTo>
                    <a:pt x="68999" y="11517"/>
                  </a:lnTo>
                  <a:lnTo>
                    <a:pt x="64096" y="9389"/>
                  </a:lnTo>
                  <a:lnTo>
                    <a:pt x="59128" y="7418"/>
                  </a:lnTo>
                  <a:lnTo>
                    <a:pt x="54099" y="5608"/>
                  </a:lnTo>
                  <a:lnTo>
                    <a:pt x="49014" y="3959"/>
                  </a:lnTo>
                  <a:lnTo>
                    <a:pt x="43880" y="2474"/>
                  </a:lnTo>
                  <a:lnTo>
                    <a:pt x="38701" y="1154"/>
                  </a:lnTo>
                  <a:lnTo>
                    <a:pt x="33482" y="0"/>
                  </a:lnTo>
                  <a:lnTo>
                    <a:pt x="0" y="163779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5" name="pg345"/>
            <p:cNvSpPr/>
            <p:nvPr/>
          </p:nvSpPr>
          <p:spPr>
            <a:xfrm>
              <a:off x="3964501" y="1071028"/>
              <a:ext cx="33482" cy="167167"/>
            </a:xfrm>
            <a:custGeom>
              <a:avLst/>
              <a:pathLst>
                <a:path w="33482" h="167167">
                  <a:moveTo>
                    <a:pt x="33482" y="3387"/>
                  </a:moveTo>
                  <a:lnTo>
                    <a:pt x="26851" y="2170"/>
                  </a:lnTo>
                  <a:lnTo>
                    <a:pt x="20176" y="1222"/>
                  </a:lnTo>
                  <a:lnTo>
                    <a:pt x="13469" y="543"/>
                  </a:lnTo>
                  <a:lnTo>
                    <a:pt x="6740" y="135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6" name="pg346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7" name="pg347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8" name="pg348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9" name="pg349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0" name="pg350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1" name="pg351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2" name="pg352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3" name="pg353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4" name="pg354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5" name="pg355"/>
            <p:cNvSpPr/>
            <p:nvPr/>
          </p:nvSpPr>
          <p:spPr>
            <a:xfrm>
              <a:off x="3339854" y="1322571"/>
              <a:ext cx="148866" cy="167167"/>
            </a:xfrm>
            <a:custGeom>
              <a:avLst/>
              <a:pathLst>
                <a:path w="148866" h="167167">
                  <a:moveTo>
                    <a:pt x="148866" y="0"/>
                  </a:moveTo>
                  <a:lnTo>
                    <a:pt x="143303" y="92"/>
                  </a:lnTo>
                  <a:lnTo>
                    <a:pt x="137745" y="370"/>
                  </a:lnTo>
                  <a:lnTo>
                    <a:pt x="132200" y="832"/>
                  </a:lnTo>
                  <a:lnTo>
                    <a:pt x="126673" y="1479"/>
                  </a:lnTo>
                  <a:lnTo>
                    <a:pt x="121171" y="2310"/>
                  </a:lnTo>
                  <a:lnTo>
                    <a:pt x="115700" y="3323"/>
                  </a:lnTo>
                  <a:lnTo>
                    <a:pt x="110265" y="4517"/>
                  </a:lnTo>
                  <a:lnTo>
                    <a:pt x="104873" y="5892"/>
                  </a:lnTo>
                  <a:lnTo>
                    <a:pt x="99530" y="7446"/>
                  </a:lnTo>
                  <a:lnTo>
                    <a:pt x="94242" y="9176"/>
                  </a:lnTo>
                  <a:lnTo>
                    <a:pt x="89014" y="11082"/>
                  </a:lnTo>
                  <a:lnTo>
                    <a:pt x="83852" y="13160"/>
                  </a:lnTo>
                  <a:lnTo>
                    <a:pt x="78763" y="15409"/>
                  </a:lnTo>
                  <a:lnTo>
                    <a:pt x="73751" y="17826"/>
                  </a:lnTo>
                  <a:lnTo>
                    <a:pt x="68822" y="20409"/>
                  </a:lnTo>
                  <a:lnTo>
                    <a:pt x="63982" y="23154"/>
                  </a:lnTo>
                  <a:lnTo>
                    <a:pt x="59236" y="26059"/>
                  </a:lnTo>
                  <a:lnTo>
                    <a:pt x="54590" y="29120"/>
                  </a:lnTo>
                  <a:lnTo>
                    <a:pt x="50047" y="32334"/>
                  </a:lnTo>
                  <a:lnTo>
                    <a:pt x="45615" y="35698"/>
                  </a:lnTo>
                  <a:lnTo>
                    <a:pt x="41296" y="39207"/>
                  </a:lnTo>
                  <a:lnTo>
                    <a:pt x="37097" y="42858"/>
                  </a:lnTo>
                  <a:lnTo>
                    <a:pt x="33022" y="46647"/>
                  </a:lnTo>
                  <a:lnTo>
                    <a:pt x="29075" y="50569"/>
                  </a:lnTo>
                  <a:lnTo>
                    <a:pt x="25261" y="54621"/>
                  </a:lnTo>
                  <a:lnTo>
                    <a:pt x="21584" y="58797"/>
                  </a:lnTo>
                  <a:lnTo>
                    <a:pt x="18047" y="63093"/>
                  </a:lnTo>
                  <a:lnTo>
                    <a:pt x="14656" y="67504"/>
                  </a:lnTo>
                  <a:lnTo>
                    <a:pt x="11413" y="72026"/>
                  </a:lnTo>
                  <a:lnTo>
                    <a:pt x="8323" y="76654"/>
                  </a:lnTo>
                  <a:lnTo>
                    <a:pt x="5389" y="81381"/>
                  </a:lnTo>
                  <a:lnTo>
                    <a:pt x="2613" y="86204"/>
                  </a:lnTo>
                  <a:lnTo>
                    <a:pt x="0" y="91116"/>
                  </a:lnTo>
                  <a:lnTo>
                    <a:pt x="148866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6" name="pg356"/>
            <p:cNvSpPr/>
            <p:nvPr/>
          </p:nvSpPr>
          <p:spPr>
            <a:xfrm>
              <a:off x="3339854" y="1413688"/>
              <a:ext cx="148866" cy="76050"/>
            </a:xfrm>
            <a:custGeom>
              <a:avLst/>
              <a:pathLst>
                <a:path w="148866" h="76050">
                  <a:moveTo>
                    <a:pt x="0" y="0"/>
                  </a:moveTo>
                  <a:lnTo>
                    <a:pt x="148866" y="7605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7" name="pg357"/>
            <p:cNvSpPr/>
            <p:nvPr/>
          </p:nvSpPr>
          <p:spPr>
            <a:xfrm>
              <a:off x="3339854" y="1413688"/>
              <a:ext cx="148866" cy="76050"/>
            </a:xfrm>
            <a:custGeom>
              <a:avLst/>
              <a:pathLst>
                <a:path w="148866" h="76050">
                  <a:moveTo>
                    <a:pt x="0" y="0"/>
                  </a:moveTo>
                  <a:lnTo>
                    <a:pt x="148866" y="7605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8" name="pg358"/>
            <p:cNvSpPr/>
            <p:nvPr/>
          </p:nvSpPr>
          <p:spPr>
            <a:xfrm>
              <a:off x="3339854" y="1413688"/>
              <a:ext cx="148866" cy="76050"/>
            </a:xfrm>
            <a:custGeom>
              <a:avLst/>
              <a:pathLst>
                <a:path w="148866" h="76050">
                  <a:moveTo>
                    <a:pt x="0" y="0"/>
                  </a:moveTo>
                  <a:lnTo>
                    <a:pt x="148866" y="7605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9" name="pg359"/>
            <p:cNvSpPr/>
            <p:nvPr/>
          </p:nvSpPr>
          <p:spPr>
            <a:xfrm>
              <a:off x="3339854" y="1413688"/>
              <a:ext cx="148866" cy="76050"/>
            </a:xfrm>
            <a:custGeom>
              <a:avLst/>
              <a:pathLst>
                <a:path w="148866" h="76050">
                  <a:moveTo>
                    <a:pt x="0" y="0"/>
                  </a:moveTo>
                  <a:lnTo>
                    <a:pt x="148866" y="7605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0" name="pg360"/>
            <p:cNvSpPr/>
            <p:nvPr/>
          </p:nvSpPr>
          <p:spPr>
            <a:xfrm>
              <a:off x="3339854" y="1413688"/>
              <a:ext cx="148866" cy="76050"/>
            </a:xfrm>
            <a:custGeom>
              <a:avLst/>
              <a:pathLst>
                <a:path w="148866" h="76050">
                  <a:moveTo>
                    <a:pt x="0" y="0"/>
                  </a:moveTo>
                  <a:lnTo>
                    <a:pt x="148866" y="7605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1" name="pg361"/>
            <p:cNvSpPr/>
            <p:nvPr/>
          </p:nvSpPr>
          <p:spPr>
            <a:xfrm>
              <a:off x="3339854" y="1413688"/>
              <a:ext cx="148866" cy="76050"/>
            </a:xfrm>
            <a:custGeom>
              <a:avLst/>
              <a:pathLst>
                <a:path w="148866" h="76050">
                  <a:moveTo>
                    <a:pt x="0" y="0"/>
                  </a:moveTo>
                  <a:lnTo>
                    <a:pt x="148866" y="7605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2" name="pg362"/>
            <p:cNvSpPr/>
            <p:nvPr/>
          </p:nvSpPr>
          <p:spPr>
            <a:xfrm>
              <a:off x="3339854" y="1413688"/>
              <a:ext cx="148866" cy="76050"/>
            </a:xfrm>
            <a:custGeom>
              <a:avLst/>
              <a:pathLst>
                <a:path w="148866" h="76050">
                  <a:moveTo>
                    <a:pt x="0" y="0"/>
                  </a:moveTo>
                  <a:lnTo>
                    <a:pt x="148866" y="7605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3" name="pg363"/>
            <p:cNvSpPr/>
            <p:nvPr/>
          </p:nvSpPr>
          <p:spPr>
            <a:xfrm>
              <a:off x="3339854" y="1413688"/>
              <a:ext cx="148866" cy="76050"/>
            </a:xfrm>
            <a:custGeom>
              <a:avLst/>
              <a:pathLst>
                <a:path w="148866" h="76050">
                  <a:moveTo>
                    <a:pt x="0" y="0"/>
                  </a:moveTo>
                  <a:lnTo>
                    <a:pt x="148866" y="7605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4" name="pg364"/>
            <p:cNvSpPr/>
            <p:nvPr/>
          </p:nvSpPr>
          <p:spPr>
            <a:xfrm>
              <a:off x="3339854" y="1413688"/>
              <a:ext cx="148866" cy="76050"/>
            </a:xfrm>
            <a:custGeom>
              <a:avLst/>
              <a:pathLst>
                <a:path w="148866" h="76050">
                  <a:moveTo>
                    <a:pt x="0" y="0"/>
                  </a:moveTo>
                  <a:lnTo>
                    <a:pt x="148866" y="7605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5" name="pg365"/>
            <p:cNvSpPr/>
            <p:nvPr/>
          </p:nvSpPr>
          <p:spPr>
            <a:xfrm>
              <a:off x="3339854" y="1413688"/>
              <a:ext cx="148866" cy="76050"/>
            </a:xfrm>
            <a:custGeom>
              <a:avLst/>
              <a:pathLst>
                <a:path w="148866" h="76050">
                  <a:moveTo>
                    <a:pt x="0" y="0"/>
                  </a:moveTo>
                  <a:lnTo>
                    <a:pt x="148866" y="7605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6" name="pg366"/>
            <p:cNvSpPr/>
            <p:nvPr/>
          </p:nvSpPr>
          <p:spPr>
            <a:xfrm>
              <a:off x="3339854" y="1413688"/>
              <a:ext cx="148866" cy="76050"/>
            </a:xfrm>
            <a:custGeom>
              <a:avLst/>
              <a:pathLst>
                <a:path w="148866" h="76050">
                  <a:moveTo>
                    <a:pt x="0" y="0"/>
                  </a:moveTo>
                  <a:lnTo>
                    <a:pt x="148866" y="7605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7" name="pg367"/>
            <p:cNvSpPr/>
            <p:nvPr/>
          </p:nvSpPr>
          <p:spPr>
            <a:xfrm>
              <a:off x="3339854" y="1413688"/>
              <a:ext cx="148866" cy="76050"/>
            </a:xfrm>
            <a:custGeom>
              <a:avLst/>
              <a:pathLst>
                <a:path w="148866" h="76050">
                  <a:moveTo>
                    <a:pt x="0" y="0"/>
                  </a:moveTo>
                  <a:lnTo>
                    <a:pt x="148866" y="7605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8" name="pg368"/>
            <p:cNvSpPr/>
            <p:nvPr/>
          </p:nvSpPr>
          <p:spPr>
            <a:xfrm>
              <a:off x="3339854" y="1413688"/>
              <a:ext cx="148866" cy="76050"/>
            </a:xfrm>
            <a:custGeom>
              <a:avLst/>
              <a:pathLst>
                <a:path w="148866" h="76050">
                  <a:moveTo>
                    <a:pt x="0" y="0"/>
                  </a:moveTo>
                  <a:lnTo>
                    <a:pt x="148866" y="7605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9" name="pg369"/>
            <p:cNvSpPr/>
            <p:nvPr/>
          </p:nvSpPr>
          <p:spPr>
            <a:xfrm>
              <a:off x="3339854" y="1413688"/>
              <a:ext cx="148866" cy="76050"/>
            </a:xfrm>
            <a:custGeom>
              <a:avLst/>
              <a:pathLst>
                <a:path w="148866" h="76050">
                  <a:moveTo>
                    <a:pt x="0" y="0"/>
                  </a:moveTo>
                  <a:lnTo>
                    <a:pt x="148866" y="7605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0" name="pg370"/>
            <p:cNvSpPr/>
            <p:nvPr/>
          </p:nvSpPr>
          <p:spPr>
            <a:xfrm>
              <a:off x="3339854" y="1413688"/>
              <a:ext cx="148866" cy="76050"/>
            </a:xfrm>
            <a:custGeom>
              <a:avLst/>
              <a:pathLst>
                <a:path w="148866" h="76050">
                  <a:moveTo>
                    <a:pt x="0" y="0"/>
                  </a:moveTo>
                  <a:lnTo>
                    <a:pt x="148866" y="7605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1" name="pg371"/>
            <p:cNvSpPr/>
            <p:nvPr/>
          </p:nvSpPr>
          <p:spPr>
            <a:xfrm>
              <a:off x="3339854" y="1413688"/>
              <a:ext cx="148866" cy="76050"/>
            </a:xfrm>
            <a:custGeom>
              <a:avLst/>
              <a:pathLst>
                <a:path w="148866" h="76050">
                  <a:moveTo>
                    <a:pt x="0" y="0"/>
                  </a:moveTo>
                  <a:lnTo>
                    <a:pt x="148866" y="7605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2" name="pg372"/>
            <p:cNvSpPr/>
            <p:nvPr/>
          </p:nvSpPr>
          <p:spPr>
            <a:xfrm>
              <a:off x="3321554" y="1353771"/>
              <a:ext cx="334334" cy="303116"/>
            </a:xfrm>
            <a:custGeom>
              <a:avLst/>
              <a:pathLst>
                <a:path w="334334" h="303116">
                  <a:moveTo>
                    <a:pt x="18299" y="59917"/>
                  </a:moveTo>
                  <a:lnTo>
                    <a:pt x="15964" y="64672"/>
                  </a:lnTo>
                  <a:lnTo>
                    <a:pt x="13781" y="69499"/>
                  </a:lnTo>
                  <a:lnTo>
                    <a:pt x="11752" y="74393"/>
                  </a:lnTo>
                  <a:lnTo>
                    <a:pt x="9879" y="79349"/>
                  </a:lnTo>
                  <a:lnTo>
                    <a:pt x="8164" y="84361"/>
                  </a:lnTo>
                  <a:lnTo>
                    <a:pt x="6608" y="89425"/>
                  </a:lnTo>
                  <a:lnTo>
                    <a:pt x="5214" y="94536"/>
                  </a:lnTo>
                  <a:lnTo>
                    <a:pt x="3983" y="99689"/>
                  </a:lnTo>
                  <a:lnTo>
                    <a:pt x="2915" y="104878"/>
                  </a:lnTo>
                  <a:lnTo>
                    <a:pt x="2012" y="110099"/>
                  </a:lnTo>
                  <a:lnTo>
                    <a:pt x="1276" y="115345"/>
                  </a:lnTo>
                  <a:lnTo>
                    <a:pt x="705" y="120612"/>
                  </a:lnTo>
                  <a:lnTo>
                    <a:pt x="302" y="125895"/>
                  </a:lnTo>
                  <a:lnTo>
                    <a:pt x="67" y="131187"/>
                  </a:lnTo>
                  <a:lnTo>
                    <a:pt x="0" y="136485"/>
                  </a:lnTo>
                  <a:lnTo>
                    <a:pt x="100" y="141781"/>
                  </a:lnTo>
                  <a:lnTo>
                    <a:pt x="368" y="147072"/>
                  </a:lnTo>
                  <a:lnTo>
                    <a:pt x="804" y="152352"/>
                  </a:lnTo>
                  <a:lnTo>
                    <a:pt x="1406" y="157616"/>
                  </a:lnTo>
                  <a:lnTo>
                    <a:pt x="2176" y="162857"/>
                  </a:lnTo>
                  <a:lnTo>
                    <a:pt x="3111" y="168072"/>
                  </a:lnTo>
                  <a:lnTo>
                    <a:pt x="4210" y="173255"/>
                  </a:lnTo>
                  <a:lnTo>
                    <a:pt x="5474" y="178400"/>
                  </a:lnTo>
                  <a:lnTo>
                    <a:pt x="6900" y="183502"/>
                  </a:lnTo>
                  <a:lnTo>
                    <a:pt x="8486" y="188557"/>
                  </a:lnTo>
                  <a:lnTo>
                    <a:pt x="10232" y="193558"/>
                  </a:lnTo>
                  <a:lnTo>
                    <a:pt x="12136" y="198502"/>
                  </a:lnTo>
                  <a:lnTo>
                    <a:pt x="14196" y="203383"/>
                  </a:lnTo>
                  <a:lnTo>
                    <a:pt x="16409" y="208197"/>
                  </a:lnTo>
                  <a:lnTo>
                    <a:pt x="18773" y="212938"/>
                  </a:lnTo>
                  <a:lnTo>
                    <a:pt x="21287" y="217601"/>
                  </a:lnTo>
                  <a:lnTo>
                    <a:pt x="23947" y="222183"/>
                  </a:lnTo>
                  <a:lnTo>
                    <a:pt x="26751" y="226678"/>
                  </a:lnTo>
                  <a:lnTo>
                    <a:pt x="29696" y="231082"/>
                  </a:lnTo>
                  <a:lnTo>
                    <a:pt x="32779" y="235390"/>
                  </a:lnTo>
                  <a:lnTo>
                    <a:pt x="35997" y="239599"/>
                  </a:lnTo>
                  <a:lnTo>
                    <a:pt x="39346" y="243703"/>
                  </a:lnTo>
                  <a:lnTo>
                    <a:pt x="42824" y="247699"/>
                  </a:lnTo>
                  <a:lnTo>
                    <a:pt x="46427" y="251583"/>
                  </a:lnTo>
                  <a:lnTo>
                    <a:pt x="50152" y="255351"/>
                  </a:lnTo>
                  <a:lnTo>
                    <a:pt x="53993" y="258999"/>
                  </a:lnTo>
                  <a:lnTo>
                    <a:pt x="57949" y="262524"/>
                  </a:lnTo>
                  <a:lnTo>
                    <a:pt x="62014" y="265921"/>
                  </a:lnTo>
                  <a:lnTo>
                    <a:pt x="66185" y="269188"/>
                  </a:lnTo>
                  <a:lnTo>
                    <a:pt x="70457" y="272321"/>
                  </a:lnTo>
                  <a:lnTo>
                    <a:pt x="74826" y="275317"/>
                  </a:lnTo>
                  <a:lnTo>
                    <a:pt x="79288" y="278173"/>
                  </a:lnTo>
                  <a:lnTo>
                    <a:pt x="83839" y="280886"/>
                  </a:lnTo>
                  <a:lnTo>
                    <a:pt x="88473" y="283454"/>
                  </a:lnTo>
                  <a:lnTo>
                    <a:pt x="93186" y="285873"/>
                  </a:lnTo>
                  <a:lnTo>
                    <a:pt x="97973" y="288142"/>
                  </a:lnTo>
                  <a:lnTo>
                    <a:pt x="102830" y="290258"/>
                  </a:lnTo>
                  <a:lnTo>
                    <a:pt x="107751" y="292220"/>
                  </a:lnTo>
                  <a:lnTo>
                    <a:pt x="112732" y="294024"/>
                  </a:lnTo>
                  <a:lnTo>
                    <a:pt x="117768" y="295669"/>
                  </a:lnTo>
                  <a:lnTo>
                    <a:pt x="122854" y="297154"/>
                  </a:lnTo>
                  <a:lnTo>
                    <a:pt x="127984" y="298478"/>
                  </a:lnTo>
                  <a:lnTo>
                    <a:pt x="133153" y="299638"/>
                  </a:lnTo>
                  <a:lnTo>
                    <a:pt x="138356" y="300633"/>
                  </a:lnTo>
                  <a:lnTo>
                    <a:pt x="143589" y="301463"/>
                  </a:lnTo>
                  <a:lnTo>
                    <a:pt x="148845" y="302127"/>
                  </a:lnTo>
                  <a:lnTo>
                    <a:pt x="154119" y="302625"/>
                  </a:lnTo>
                  <a:lnTo>
                    <a:pt x="159407" y="302954"/>
                  </a:lnTo>
                  <a:lnTo>
                    <a:pt x="164702" y="303116"/>
                  </a:lnTo>
                  <a:lnTo>
                    <a:pt x="170000" y="303110"/>
                  </a:lnTo>
                  <a:lnTo>
                    <a:pt x="175295" y="302937"/>
                  </a:lnTo>
                  <a:lnTo>
                    <a:pt x="180582" y="302595"/>
                  </a:lnTo>
                  <a:lnTo>
                    <a:pt x="185855" y="302087"/>
                  </a:lnTo>
                  <a:lnTo>
                    <a:pt x="191110" y="301411"/>
                  </a:lnTo>
                  <a:lnTo>
                    <a:pt x="196340" y="300569"/>
                  </a:lnTo>
                  <a:lnTo>
                    <a:pt x="201541" y="299562"/>
                  </a:lnTo>
                  <a:lnTo>
                    <a:pt x="206708" y="298391"/>
                  </a:lnTo>
                  <a:lnTo>
                    <a:pt x="211835" y="297056"/>
                  </a:lnTo>
                  <a:lnTo>
                    <a:pt x="216917" y="295560"/>
                  </a:lnTo>
                  <a:lnTo>
                    <a:pt x="221949" y="293903"/>
                  </a:lnTo>
                  <a:lnTo>
                    <a:pt x="226926" y="292088"/>
                  </a:lnTo>
                  <a:lnTo>
                    <a:pt x="231843" y="290116"/>
                  </a:lnTo>
                  <a:lnTo>
                    <a:pt x="236696" y="287989"/>
                  </a:lnTo>
                  <a:lnTo>
                    <a:pt x="241478" y="285709"/>
                  </a:lnTo>
                  <a:lnTo>
                    <a:pt x="246186" y="283279"/>
                  </a:lnTo>
                  <a:lnTo>
                    <a:pt x="250814" y="280701"/>
                  </a:lnTo>
                  <a:lnTo>
                    <a:pt x="255358" y="277978"/>
                  </a:lnTo>
                  <a:lnTo>
                    <a:pt x="259814" y="275112"/>
                  </a:lnTo>
                  <a:lnTo>
                    <a:pt x="264177" y="272106"/>
                  </a:lnTo>
                  <a:lnTo>
                    <a:pt x="268442" y="268964"/>
                  </a:lnTo>
                  <a:lnTo>
                    <a:pt x="272605" y="265688"/>
                  </a:lnTo>
                  <a:lnTo>
                    <a:pt x="276663" y="262282"/>
                  </a:lnTo>
                  <a:lnTo>
                    <a:pt x="280611" y="258749"/>
                  </a:lnTo>
                  <a:lnTo>
                    <a:pt x="284444" y="255092"/>
                  </a:lnTo>
                  <a:lnTo>
                    <a:pt x="288160" y="251316"/>
                  </a:lnTo>
                  <a:lnTo>
                    <a:pt x="291755" y="247424"/>
                  </a:lnTo>
                  <a:lnTo>
                    <a:pt x="295224" y="243420"/>
                  </a:lnTo>
                  <a:lnTo>
                    <a:pt x="298564" y="239308"/>
                  </a:lnTo>
                  <a:lnTo>
                    <a:pt x="301773" y="235093"/>
                  </a:lnTo>
                  <a:lnTo>
                    <a:pt x="304847" y="230778"/>
                  </a:lnTo>
                  <a:lnTo>
                    <a:pt x="307782" y="226367"/>
                  </a:lnTo>
                  <a:lnTo>
                    <a:pt x="310576" y="221866"/>
                  </a:lnTo>
                  <a:lnTo>
                    <a:pt x="313226" y="217279"/>
                  </a:lnTo>
                  <a:lnTo>
                    <a:pt x="315729" y="212609"/>
                  </a:lnTo>
                  <a:lnTo>
                    <a:pt x="318083" y="207863"/>
                  </a:lnTo>
                  <a:lnTo>
                    <a:pt x="320285" y="203045"/>
                  </a:lnTo>
                  <a:lnTo>
                    <a:pt x="322334" y="198159"/>
                  </a:lnTo>
                  <a:lnTo>
                    <a:pt x="324227" y="193211"/>
                  </a:lnTo>
                  <a:lnTo>
                    <a:pt x="325962" y="188206"/>
                  </a:lnTo>
                  <a:lnTo>
                    <a:pt x="327537" y="183147"/>
                  </a:lnTo>
                  <a:lnTo>
                    <a:pt x="328952" y="178042"/>
                  </a:lnTo>
                  <a:lnTo>
                    <a:pt x="330204" y="172894"/>
                  </a:lnTo>
                  <a:lnTo>
                    <a:pt x="331292" y="167709"/>
                  </a:lnTo>
                  <a:lnTo>
                    <a:pt x="332216" y="162493"/>
                  </a:lnTo>
                  <a:lnTo>
                    <a:pt x="332973" y="157249"/>
                  </a:lnTo>
                  <a:lnTo>
                    <a:pt x="333564" y="151984"/>
                  </a:lnTo>
                  <a:lnTo>
                    <a:pt x="333988" y="146704"/>
                  </a:lnTo>
                  <a:lnTo>
                    <a:pt x="334245" y="141412"/>
                  </a:lnTo>
                  <a:lnTo>
                    <a:pt x="334334" y="136115"/>
                  </a:lnTo>
                  <a:lnTo>
                    <a:pt x="334254" y="130818"/>
                  </a:lnTo>
                  <a:lnTo>
                    <a:pt x="334007" y="125526"/>
                  </a:lnTo>
                  <a:lnTo>
                    <a:pt x="333593" y="120244"/>
                  </a:lnTo>
                  <a:lnTo>
                    <a:pt x="333011" y="114978"/>
                  </a:lnTo>
                  <a:lnTo>
                    <a:pt x="332262" y="109734"/>
                  </a:lnTo>
                  <a:lnTo>
                    <a:pt x="331348" y="104515"/>
                  </a:lnTo>
                  <a:lnTo>
                    <a:pt x="330269" y="99328"/>
                  </a:lnTo>
                  <a:lnTo>
                    <a:pt x="329026" y="94178"/>
                  </a:lnTo>
                  <a:lnTo>
                    <a:pt x="327621" y="89070"/>
                  </a:lnTo>
                  <a:lnTo>
                    <a:pt x="326054" y="84010"/>
                  </a:lnTo>
                  <a:lnTo>
                    <a:pt x="324328" y="79001"/>
                  </a:lnTo>
                  <a:lnTo>
                    <a:pt x="322444" y="74049"/>
                  </a:lnTo>
                  <a:lnTo>
                    <a:pt x="320404" y="69160"/>
                  </a:lnTo>
                  <a:lnTo>
                    <a:pt x="318210" y="64338"/>
                  </a:lnTo>
                  <a:lnTo>
                    <a:pt x="315864" y="59588"/>
                  </a:lnTo>
                  <a:lnTo>
                    <a:pt x="313369" y="54914"/>
                  </a:lnTo>
                  <a:lnTo>
                    <a:pt x="310727" y="50322"/>
                  </a:lnTo>
                  <a:lnTo>
                    <a:pt x="307941" y="45816"/>
                  </a:lnTo>
                  <a:lnTo>
                    <a:pt x="305014" y="41400"/>
                  </a:lnTo>
                  <a:lnTo>
                    <a:pt x="301948" y="37080"/>
                  </a:lnTo>
                  <a:lnTo>
                    <a:pt x="298747" y="32858"/>
                  </a:lnTo>
                  <a:lnTo>
                    <a:pt x="295414" y="28741"/>
                  </a:lnTo>
                  <a:lnTo>
                    <a:pt x="291952" y="24731"/>
                  </a:lnTo>
                  <a:lnTo>
                    <a:pt x="288364" y="20832"/>
                  </a:lnTo>
                  <a:lnTo>
                    <a:pt x="284655" y="17050"/>
                  </a:lnTo>
                  <a:lnTo>
                    <a:pt x="280828" y="13386"/>
                  </a:lnTo>
                  <a:lnTo>
                    <a:pt x="276886" y="9846"/>
                  </a:lnTo>
                  <a:lnTo>
                    <a:pt x="272835" y="6433"/>
                  </a:lnTo>
                  <a:lnTo>
                    <a:pt x="268677" y="3149"/>
                  </a:lnTo>
                  <a:lnTo>
                    <a:pt x="264417" y="0"/>
                  </a:lnTo>
                  <a:lnTo>
                    <a:pt x="167166" y="13596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3" name="pg373"/>
            <p:cNvSpPr/>
            <p:nvPr/>
          </p:nvSpPr>
          <p:spPr>
            <a:xfrm>
              <a:off x="3488720" y="1322571"/>
              <a:ext cx="97251" cy="167167"/>
            </a:xfrm>
            <a:custGeom>
              <a:avLst/>
              <a:pathLst>
                <a:path w="97251" h="167167">
                  <a:moveTo>
                    <a:pt x="97251" y="31199"/>
                  </a:moveTo>
                  <a:lnTo>
                    <a:pt x="92504" y="27926"/>
                  </a:lnTo>
                  <a:lnTo>
                    <a:pt x="87647" y="24819"/>
                  </a:lnTo>
                  <a:lnTo>
                    <a:pt x="82685" y="21881"/>
                  </a:lnTo>
                  <a:lnTo>
                    <a:pt x="77626" y="19116"/>
                  </a:lnTo>
                  <a:lnTo>
                    <a:pt x="72474" y="16527"/>
                  </a:lnTo>
                  <a:lnTo>
                    <a:pt x="67235" y="14117"/>
                  </a:lnTo>
                  <a:lnTo>
                    <a:pt x="61917" y="11889"/>
                  </a:lnTo>
                  <a:lnTo>
                    <a:pt x="56525" y="9846"/>
                  </a:lnTo>
                  <a:lnTo>
                    <a:pt x="51066" y="7990"/>
                  </a:lnTo>
                  <a:lnTo>
                    <a:pt x="45546" y="6324"/>
                  </a:lnTo>
                  <a:lnTo>
                    <a:pt x="39972" y="4849"/>
                  </a:lnTo>
                  <a:lnTo>
                    <a:pt x="34351" y="3567"/>
                  </a:lnTo>
                  <a:lnTo>
                    <a:pt x="28688" y="2480"/>
                  </a:lnTo>
                  <a:lnTo>
                    <a:pt x="22991" y="1588"/>
                  </a:lnTo>
                  <a:lnTo>
                    <a:pt x="17267" y="894"/>
                  </a:lnTo>
                  <a:lnTo>
                    <a:pt x="11523" y="397"/>
                  </a:lnTo>
                  <a:lnTo>
                    <a:pt x="5765" y="99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4" name="pg374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5" name="pg375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6" name="pg376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7" name="pg377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8" name="pg378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9" name="pg379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0" name="pg380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1" name="pg381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2" name="pg382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3" name="pg383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4" name="pg384"/>
            <p:cNvSpPr/>
            <p:nvPr/>
          </p:nvSpPr>
          <p:spPr>
            <a:xfrm>
              <a:off x="2998123" y="1681503"/>
              <a:ext cx="88401" cy="167167"/>
            </a:xfrm>
            <a:custGeom>
              <a:avLst/>
              <a:pathLst>
                <a:path w="88401" h="167167">
                  <a:moveTo>
                    <a:pt x="88401" y="0"/>
                  </a:moveTo>
                  <a:lnTo>
                    <a:pt x="82580" y="101"/>
                  </a:lnTo>
                  <a:lnTo>
                    <a:pt x="76767" y="405"/>
                  </a:lnTo>
                  <a:lnTo>
                    <a:pt x="70967" y="911"/>
                  </a:lnTo>
                  <a:lnTo>
                    <a:pt x="65189" y="1619"/>
                  </a:lnTo>
                  <a:lnTo>
                    <a:pt x="59439" y="2527"/>
                  </a:lnTo>
                  <a:lnTo>
                    <a:pt x="53724" y="3636"/>
                  </a:lnTo>
                  <a:lnTo>
                    <a:pt x="48051" y="4942"/>
                  </a:lnTo>
                  <a:lnTo>
                    <a:pt x="42427" y="6445"/>
                  </a:lnTo>
                  <a:lnTo>
                    <a:pt x="36859" y="8144"/>
                  </a:lnTo>
                  <a:lnTo>
                    <a:pt x="31354" y="10035"/>
                  </a:lnTo>
                  <a:lnTo>
                    <a:pt x="25917" y="12116"/>
                  </a:lnTo>
                  <a:lnTo>
                    <a:pt x="20556" y="14386"/>
                  </a:lnTo>
                  <a:lnTo>
                    <a:pt x="15278" y="16841"/>
                  </a:lnTo>
                  <a:lnTo>
                    <a:pt x="10088" y="19478"/>
                  </a:lnTo>
                  <a:lnTo>
                    <a:pt x="4993" y="22294"/>
                  </a:lnTo>
                  <a:lnTo>
                    <a:pt x="0" y="25286"/>
                  </a:lnTo>
                  <a:lnTo>
                    <a:pt x="88401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5" name="pg385"/>
            <p:cNvSpPr/>
            <p:nvPr/>
          </p:nvSpPr>
          <p:spPr>
            <a:xfrm>
              <a:off x="2998123" y="1706789"/>
              <a:ext cx="88401" cy="141880"/>
            </a:xfrm>
            <a:custGeom>
              <a:avLst/>
              <a:pathLst>
                <a:path w="88401" h="141880">
                  <a:moveTo>
                    <a:pt x="0" y="0"/>
                  </a:moveTo>
                  <a:lnTo>
                    <a:pt x="88401" y="14188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6" name="pg386"/>
            <p:cNvSpPr/>
            <p:nvPr/>
          </p:nvSpPr>
          <p:spPr>
            <a:xfrm>
              <a:off x="2998123" y="1706789"/>
              <a:ext cx="88401" cy="141880"/>
            </a:xfrm>
            <a:custGeom>
              <a:avLst/>
              <a:pathLst>
                <a:path w="88401" h="141880">
                  <a:moveTo>
                    <a:pt x="0" y="0"/>
                  </a:moveTo>
                  <a:lnTo>
                    <a:pt x="88401" y="14188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7" name="pg387"/>
            <p:cNvSpPr/>
            <p:nvPr/>
          </p:nvSpPr>
          <p:spPr>
            <a:xfrm>
              <a:off x="2998123" y="1706789"/>
              <a:ext cx="88401" cy="141880"/>
            </a:xfrm>
            <a:custGeom>
              <a:avLst/>
              <a:pathLst>
                <a:path w="88401" h="141880">
                  <a:moveTo>
                    <a:pt x="0" y="0"/>
                  </a:moveTo>
                  <a:lnTo>
                    <a:pt x="88401" y="14188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8" name="pg388"/>
            <p:cNvSpPr/>
            <p:nvPr/>
          </p:nvSpPr>
          <p:spPr>
            <a:xfrm>
              <a:off x="2998123" y="1706789"/>
              <a:ext cx="88401" cy="141880"/>
            </a:xfrm>
            <a:custGeom>
              <a:avLst/>
              <a:pathLst>
                <a:path w="88401" h="141880">
                  <a:moveTo>
                    <a:pt x="0" y="0"/>
                  </a:moveTo>
                  <a:lnTo>
                    <a:pt x="88401" y="14188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9" name="pg389"/>
            <p:cNvSpPr/>
            <p:nvPr/>
          </p:nvSpPr>
          <p:spPr>
            <a:xfrm>
              <a:off x="2998123" y="1706789"/>
              <a:ext cx="88401" cy="141880"/>
            </a:xfrm>
            <a:custGeom>
              <a:avLst/>
              <a:pathLst>
                <a:path w="88401" h="141880">
                  <a:moveTo>
                    <a:pt x="0" y="0"/>
                  </a:moveTo>
                  <a:lnTo>
                    <a:pt x="88401" y="14188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0" name="pg390"/>
            <p:cNvSpPr/>
            <p:nvPr/>
          </p:nvSpPr>
          <p:spPr>
            <a:xfrm>
              <a:off x="2998123" y="1706789"/>
              <a:ext cx="88401" cy="141880"/>
            </a:xfrm>
            <a:custGeom>
              <a:avLst/>
              <a:pathLst>
                <a:path w="88401" h="141880">
                  <a:moveTo>
                    <a:pt x="0" y="0"/>
                  </a:moveTo>
                  <a:lnTo>
                    <a:pt x="88401" y="14188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1" name="pg391"/>
            <p:cNvSpPr/>
            <p:nvPr/>
          </p:nvSpPr>
          <p:spPr>
            <a:xfrm>
              <a:off x="2998123" y="1706789"/>
              <a:ext cx="88401" cy="141880"/>
            </a:xfrm>
            <a:custGeom>
              <a:avLst/>
              <a:pathLst>
                <a:path w="88401" h="141880">
                  <a:moveTo>
                    <a:pt x="0" y="0"/>
                  </a:moveTo>
                  <a:lnTo>
                    <a:pt x="88401" y="14188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2" name="pg392"/>
            <p:cNvSpPr/>
            <p:nvPr/>
          </p:nvSpPr>
          <p:spPr>
            <a:xfrm>
              <a:off x="2998123" y="1706789"/>
              <a:ext cx="88401" cy="141880"/>
            </a:xfrm>
            <a:custGeom>
              <a:avLst/>
              <a:pathLst>
                <a:path w="88401" h="141880">
                  <a:moveTo>
                    <a:pt x="0" y="0"/>
                  </a:moveTo>
                  <a:lnTo>
                    <a:pt x="88401" y="14188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3" name="pg393"/>
            <p:cNvSpPr/>
            <p:nvPr/>
          </p:nvSpPr>
          <p:spPr>
            <a:xfrm>
              <a:off x="2998123" y="1706789"/>
              <a:ext cx="88401" cy="141880"/>
            </a:xfrm>
            <a:custGeom>
              <a:avLst/>
              <a:pathLst>
                <a:path w="88401" h="141880">
                  <a:moveTo>
                    <a:pt x="0" y="0"/>
                  </a:moveTo>
                  <a:lnTo>
                    <a:pt x="88401" y="14188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4" name="pg394"/>
            <p:cNvSpPr/>
            <p:nvPr/>
          </p:nvSpPr>
          <p:spPr>
            <a:xfrm>
              <a:off x="2998123" y="1706789"/>
              <a:ext cx="88401" cy="141880"/>
            </a:xfrm>
            <a:custGeom>
              <a:avLst/>
              <a:pathLst>
                <a:path w="88401" h="141880">
                  <a:moveTo>
                    <a:pt x="0" y="0"/>
                  </a:moveTo>
                  <a:lnTo>
                    <a:pt x="88401" y="14188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5" name="pg395"/>
            <p:cNvSpPr/>
            <p:nvPr/>
          </p:nvSpPr>
          <p:spPr>
            <a:xfrm>
              <a:off x="2998123" y="1706789"/>
              <a:ext cx="88401" cy="141880"/>
            </a:xfrm>
            <a:custGeom>
              <a:avLst/>
              <a:pathLst>
                <a:path w="88401" h="141880">
                  <a:moveTo>
                    <a:pt x="0" y="0"/>
                  </a:moveTo>
                  <a:lnTo>
                    <a:pt x="88401" y="14188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6" name="pg396"/>
            <p:cNvSpPr/>
            <p:nvPr/>
          </p:nvSpPr>
          <p:spPr>
            <a:xfrm>
              <a:off x="2998123" y="1706789"/>
              <a:ext cx="88401" cy="141880"/>
            </a:xfrm>
            <a:custGeom>
              <a:avLst/>
              <a:pathLst>
                <a:path w="88401" h="141880">
                  <a:moveTo>
                    <a:pt x="0" y="0"/>
                  </a:moveTo>
                  <a:lnTo>
                    <a:pt x="88401" y="14188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7" name="pg397"/>
            <p:cNvSpPr/>
            <p:nvPr/>
          </p:nvSpPr>
          <p:spPr>
            <a:xfrm>
              <a:off x="2998123" y="1706789"/>
              <a:ext cx="88401" cy="141880"/>
            </a:xfrm>
            <a:custGeom>
              <a:avLst/>
              <a:pathLst>
                <a:path w="88401" h="141880">
                  <a:moveTo>
                    <a:pt x="0" y="0"/>
                  </a:moveTo>
                  <a:lnTo>
                    <a:pt x="88401" y="14188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8" name="pg398"/>
            <p:cNvSpPr/>
            <p:nvPr/>
          </p:nvSpPr>
          <p:spPr>
            <a:xfrm>
              <a:off x="2998123" y="1706789"/>
              <a:ext cx="88401" cy="141880"/>
            </a:xfrm>
            <a:custGeom>
              <a:avLst/>
              <a:pathLst>
                <a:path w="88401" h="141880">
                  <a:moveTo>
                    <a:pt x="0" y="0"/>
                  </a:moveTo>
                  <a:lnTo>
                    <a:pt x="88401" y="14188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9" name="pg399"/>
            <p:cNvSpPr/>
            <p:nvPr/>
          </p:nvSpPr>
          <p:spPr>
            <a:xfrm>
              <a:off x="2998123" y="1706789"/>
              <a:ext cx="88401" cy="141880"/>
            </a:xfrm>
            <a:custGeom>
              <a:avLst/>
              <a:pathLst>
                <a:path w="88401" h="141880">
                  <a:moveTo>
                    <a:pt x="0" y="0"/>
                  </a:moveTo>
                  <a:lnTo>
                    <a:pt x="88401" y="14188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0" name="pg400"/>
            <p:cNvSpPr/>
            <p:nvPr/>
          </p:nvSpPr>
          <p:spPr>
            <a:xfrm>
              <a:off x="2998123" y="1706789"/>
              <a:ext cx="88401" cy="141880"/>
            </a:xfrm>
            <a:custGeom>
              <a:avLst/>
              <a:pathLst>
                <a:path w="88401" h="141880">
                  <a:moveTo>
                    <a:pt x="0" y="0"/>
                  </a:moveTo>
                  <a:lnTo>
                    <a:pt x="88401" y="14188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1" name="pg401"/>
            <p:cNvSpPr/>
            <p:nvPr/>
          </p:nvSpPr>
          <p:spPr>
            <a:xfrm>
              <a:off x="2919357" y="1681503"/>
              <a:ext cx="334324" cy="334327"/>
            </a:xfrm>
            <a:custGeom>
              <a:avLst/>
              <a:pathLst>
                <a:path w="334324" h="334327">
                  <a:moveTo>
                    <a:pt x="78766" y="25286"/>
                  </a:moveTo>
                  <a:lnTo>
                    <a:pt x="74322" y="28153"/>
                  </a:lnTo>
                  <a:lnTo>
                    <a:pt x="69972" y="31159"/>
                  </a:lnTo>
                  <a:lnTo>
                    <a:pt x="65718" y="34302"/>
                  </a:lnTo>
                  <a:lnTo>
                    <a:pt x="61567" y="37577"/>
                  </a:lnTo>
                  <a:lnTo>
                    <a:pt x="57520" y="40982"/>
                  </a:lnTo>
                  <a:lnTo>
                    <a:pt x="53584" y="44513"/>
                  </a:lnTo>
                  <a:lnTo>
                    <a:pt x="49761" y="48167"/>
                  </a:lnTo>
                  <a:lnTo>
                    <a:pt x="46056" y="51940"/>
                  </a:lnTo>
                  <a:lnTo>
                    <a:pt x="42472" y="55829"/>
                  </a:lnTo>
                  <a:lnTo>
                    <a:pt x="39013" y="59829"/>
                  </a:lnTo>
                  <a:lnTo>
                    <a:pt x="35682" y="63936"/>
                  </a:lnTo>
                  <a:lnTo>
                    <a:pt x="32483" y="68146"/>
                  </a:lnTo>
                  <a:lnTo>
                    <a:pt x="29418" y="72456"/>
                  </a:lnTo>
                  <a:lnTo>
                    <a:pt x="26491" y="76860"/>
                  </a:lnTo>
                  <a:lnTo>
                    <a:pt x="23705" y="81355"/>
                  </a:lnTo>
                  <a:lnTo>
                    <a:pt x="21063" y="85936"/>
                  </a:lnTo>
                  <a:lnTo>
                    <a:pt x="18566" y="90598"/>
                  </a:lnTo>
                  <a:lnTo>
                    <a:pt x="16219" y="95336"/>
                  </a:lnTo>
                  <a:lnTo>
                    <a:pt x="14022" y="100146"/>
                  </a:lnTo>
                  <a:lnTo>
                    <a:pt x="11979" y="105024"/>
                  </a:lnTo>
                  <a:lnTo>
                    <a:pt x="10091" y="109964"/>
                  </a:lnTo>
                  <a:lnTo>
                    <a:pt x="8360" y="114961"/>
                  </a:lnTo>
                  <a:lnTo>
                    <a:pt x="6789" y="120010"/>
                  </a:lnTo>
                  <a:lnTo>
                    <a:pt x="5377" y="125106"/>
                  </a:lnTo>
                  <a:lnTo>
                    <a:pt x="4128" y="130245"/>
                  </a:lnTo>
                  <a:lnTo>
                    <a:pt x="3042" y="135420"/>
                  </a:lnTo>
                  <a:lnTo>
                    <a:pt x="2120" y="140627"/>
                  </a:lnTo>
                  <a:lnTo>
                    <a:pt x="1363" y="145861"/>
                  </a:lnTo>
                  <a:lnTo>
                    <a:pt x="772" y="151116"/>
                  </a:lnTo>
                  <a:lnTo>
                    <a:pt x="347" y="156387"/>
                  </a:lnTo>
                  <a:lnTo>
                    <a:pt x="90" y="161669"/>
                  </a:lnTo>
                  <a:lnTo>
                    <a:pt x="0" y="166956"/>
                  </a:lnTo>
                  <a:lnTo>
                    <a:pt x="76" y="172244"/>
                  </a:lnTo>
                  <a:lnTo>
                    <a:pt x="321" y="177526"/>
                  </a:lnTo>
                  <a:lnTo>
                    <a:pt x="732" y="182798"/>
                  </a:lnTo>
                  <a:lnTo>
                    <a:pt x="1310" y="188055"/>
                  </a:lnTo>
                  <a:lnTo>
                    <a:pt x="2053" y="193291"/>
                  </a:lnTo>
                  <a:lnTo>
                    <a:pt x="2962" y="198500"/>
                  </a:lnTo>
                  <a:lnTo>
                    <a:pt x="4035" y="203678"/>
                  </a:lnTo>
                  <a:lnTo>
                    <a:pt x="5272" y="208820"/>
                  </a:lnTo>
                  <a:lnTo>
                    <a:pt x="6670" y="213920"/>
                  </a:lnTo>
                  <a:lnTo>
                    <a:pt x="8229" y="218973"/>
                  </a:lnTo>
                  <a:lnTo>
                    <a:pt x="9947" y="223974"/>
                  </a:lnTo>
                  <a:lnTo>
                    <a:pt x="11823" y="228918"/>
                  </a:lnTo>
                  <a:lnTo>
                    <a:pt x="13854" y="233801"/>
                  </a:lnTo>
                  <a:lnTo>
                    <a:pt x="16038" y="238617"/>
                  </a:lnTo>
                  <a:lnTo>
                    <a:pt x="18374" y="243361"/>
                  </a:lnTo>
                  <a:lnTo>
                    <a:pt x="20858" y="248030"/>
                  </a:lnTo>
                  <a:lnTo>
                    <a:pt x="23489" y="252617"/>
                  </a:lnTo>
                  <a:lnTo>
                    <a:pt x="26264" y="257119"/>
                  </a:lnTo>
                  <a:lnTo>
                    <a:pt x="29180" y="261530"/>
                  </a:lnTo>
                  <a:lnTo>
                    <a:pt x="32233" y="265848"/>
                  </a:lnTo>
                  <a:lnTo>
                    <a:pt x="35422" y="270066"/>
                  </a:lnTo>
                  <a:lnTo>
                    <a:pt x="38743" y="274182"/>
                  </a:lnTo>
                  <a:lnTo>
                    <a:pt x="42192" y="278190"/>
                  </a:lnTo>
                  <a:lnTo>
                    <a:pt x="45766" y="282088"/>
                  </a:lnTo>
                  <a:lnTo>
                    <a:pt x="49462" y="285870"/>
                  </a:lnTo>
                  <a:lnTo>
                    <a:pt x="53275" y="289534"/>
                  </a:lnTo>
                  <a:lnTo>
                    <a:pt x="57203" y="293075"/>
                  </a:lnTo>
                  <a:lnTo>
                    <a:pt x="61240" y="296490"/>
                  </a:lnTo>
                  <a:lnTo>
                    <a:pt x="65384" y="299776"/>
                  </a:lnTo>
                  <a:lnTo>
                    <a:pt x="69629" y="302929"/>
                  </a:lnTo>
                  <a:lnTo>
                    <a:pt x="73972" y="305946"/>
                  </a:lnTo>
                  <a:lnTo>
                    <a:pt x="78408" y="308824"/>
                  </a:lnTo>
                  <a:lnTo>
                    <a:pt x="82933" y="311561"/>
                  </a:lnTo>
                  <a:lnTo>
                    <a:pt x="87542" y="314153"/>
                  </a:lnTo>
                  <a:lnTo>
                    <a:pt x="92231" y="316598"/>
                  </a:lnTo>
                  <a:lnTo>
                    <a:pt x="96995" y="318893"/>
                  </a:lnTo>
                  <a:lnTo>
                    <a:pt x="101830" y="321037"/>
                  </a:lnTo>
                  <a:lnTo>
                    <a:pt x="106729" y="323027"/>
                  </a:lnTo>
                  <a:lnTo>
                    <a:pt x="111689" y="324860"/>
                  </a:lnTo>
                  <a:lnTo>
                    <a:pt x="116705" y="326536"/>
                  </a:lnTo>
                  <a:lnTo>
                    <a:pt x="121771" y="328053"/>
                  </a:lnTo>
                  <a:lnTo>
                    <a:pt x="126883" y="329408"/>
                  </a:lnTo>
                  <a:lnTo>
                    <a:pt x="132034" y="330601"/>
                  </a:lnTo>
                  <a:lnTo>
                    <a:pt x="137221" y="331630"/>
                  </a:lnTo>
                  <a:lnTo>
                    <a:pt x="142438" y="332495"/>
                  </a:lnTo>
                  <a:lnTo>
                    <a:pt x="147680" y="333195"/>
                  </a:lnTo>
                  <a:lnTo>
                    <a:pt x="152941" y="333728"/>
                  </a:lnTo>
                  <a:lnTo>
                    <a:pt x="158217" y="334095"/>
                  </a:lnTo>
                  <a:lnTo>
                    <a:pt x="163501" y="334294"/>
                  </a:lnTo>
                  <a:lnTo>
                    <a:pt x="168789" y="334327"/>
                  </a:lnTo>
                  <a:lnTo>
                    <a:pt x="174076" y="334192"/>
                  </a:lnTo>
                  <a:lnTo>
                    <a:pt x="179355" y="333889"/>
                  </a:lnTo>
                  <a:lnTo>
                    <a:pt x="184622" y="333421"/>
                  </a:lnTo>
                  <a:lnTo>
                    <a:pt x="189872" y="332785"/>
                  </a:lnTo>
                  <a:lnTo>
                    <a:pt x="195099" y="331984"/>
                  </a:lnTo>
                  <a:lnTo>
                    <a:pt x="200299" y="331018"/>
                  </a:lnTo>
                  <a:lnTo>
                    <a:pt x="205465" y="329888"/>
                  </a:lnTo>
                  <a:lnTo>
                    <a:pt x="210592" y="328596"/>
                  </a:lnTo>
                  <a:lnTo>
                    <a:pt x="215677" y="327141"/>
                  </a:lnTo>
                  <a:lnTo>
                    <a:pt x="220712" y="325527"/>
                  </a:lnTo>
                  <a:lnTo>
                    <a:pt x="225694" y="323754"/>
                  </a:lnTo>
                  <a:lnTo>
                    <a:pt x="230618" y="321824"/>
                  </a:lnTo>
                  <a:lnTo>
                    <a:pt x="235478" y="319740"/>
                  </a:lnTo>
                  <a:lnTo>
                    <a:pt x="240270" y="317503"/>
                  </a:lnTo>
                  <a:lnTo>
                    <a:pt x="244988" y="315116"/>
                  </a:lnTo>
                  <a:lnTo>
                    <a:pt x="249629" y="312580"/>
                  </a:lnTo>
                  <a:lnTo>
                    <a:pt x="254187" y="309899"/>
                  </a:lnTo>
                  <a:lnTo>
                    <a:pt x="258658" y="307075"/>
                  </a:lnTo>
                  <a:lnTo>
                    <a:pt x="263038" y="304111"/>
                  </a:lnTo>
                  <a:lnTo>
                    <a:pt x="267321" y="301010"/>
                  </a:lnTo>
                  <a:lnTo>
                    <a:pt x="271505" y="297775"/>
                  </a:lnTo>
                  <a:lnTo>
                    <a:pt x="275583" y="294410"/>
                  </a:lnTo>
                  <a:lnTo>
                    <a:pt x="279554" y="290917"/>
                  </a:lnTo>
                  <a:lnTo>
                    <a:pt x="283412" y="287300"/>
                  </a:lnTo>
                  <a:lnTo>
                    <a:pt x="287154" y="283563"/>
                  </a:lnTo>
                  <a:lnTo>
                    <a:pt x="290775" y="279710"/>
                  </a:lnTo>
                  <a:lnTo>
                    <a:pt x="294273" y="275744"/>
                  </a:lnTo>
                  <a:lnTo>
                    <a:pt x="297644" y="271669"/>
                  </a:lnTo>
                  <a:lnTo>
                    <a:pt x="300884" y="267490"/>
                  </a:lnTo>
                  <a:lnTo>
                    <a:pt x="303990" y="263210"/>
                  </a:lnTo>
                  <a:lnTo>
                    <a:pt x="306960" y="258835"/>
                  </a:lnTo>
                  <a:lnTo>
                    <a:pt x="309789" y="254367"/>
                  </a:lnTo>
                  <a:lnTo>
                    <a:pt x="312476" y="249812"/>
                  </a:lnTo>
                  <a:lnTo>
                    <a:pt x="315017" y="245175"/>
                  </a:lnTo>
                  <a:lnTo>
                    <a:pt x="317411" y="240459"/>
                  </a:lnTo>
                  <a:lnTo>
                    <a:pt x="319654" y="235670"/>
                  </a:lnTo>
                  <a:lnTo>
                    <a:pt x="321744" y="230813"/>
                  </a:lnTo>
                  <a:lnTo>
                    <a:pt x="323680" y="225892"/>
                  </a:lnTo>
                  <a:lnTo>
                    <a:pt x="325459" y="220912"/>
                  </a:lnTo>
                  <a:lnTo>
                    <a:pt x="327080" y="215878"/>
                  </a:lnTo>
                  <a:lnTo>
                    <a:pt x="328540" y="210796"/>
                  </a:lnTo>
                  <a:lnTo>
                    <a:pt x="329840" y="205670"/>
                  </a:lnTo>
                  <a:lnTo>
                    <a:pt x="330976" y="200505"/>
                  </a:lnTo>
                  <a:lnTo>
                    <a:pt x="331949" y="195307"/>
                  </a:lnTo>
                  <a:lnTo>
                    <a:pt x="332756" y="190081"/>
                  </a:lnTo>
                  <a:lnTo>
                    <a:pt x="333398" y="184832"/>
                  </a:lnTo>
                  <a:lnTo>
                    <a:pt x="333874" y="179565"/>
                  </a:lnTo>
                  <a:lnTo>
                    <a:pt x="334183" y="174286"/>
                  </a:lnTo>
                  <a:lnTo>
                    <a:pt x="334324" y="169000"/>
                  </a:lnTo>
                  <a:lnTo>
                    <a:pt x="334299" y="163712"/>
                  </a:lnTo>
                  <a:lnTo>
                    <a:pt x="334106" y="158427"/>
                  </a:lnTo>
                  <a:lnTo>
                    <a:pt x="333746" y="153151"/>
                  </a:lnTo>
                  <a:lnTo>
                    <a:pt x="333219" y="147889"/>
                  </a:lnTo>
                  <a:lnTo>
                    <a:pt x="332526" y="142647"/>
                  </a:lnTo>
                  <a:lnTo>
                    <a:pt x="331668" y="137429"/>
                  </a:lnTo>
                  <a:lnTo>
                    <a:pt x="330645" y="132241"/>
                  </a:lnTo>
                  <a:lnTo>
                    <a:pt x="329458" y="127087"/>
                  </a:lnTo>
                  <a:lnTo>
                    <a:pt x="328110" y="121974"/>
                  </a:lnTo>
                  <a:lnTo>
                    <a:pt x="326600" y="116906"/>
                  </a:lnTo>
                  <a:lnTo>
                    <a:pt x="324930" y="111888"/>
                  </a:lnTo>
                  <a:lnTo>
                    <a:pt x="323103" y="106926"/>
                  </a:lnTo>
                  <a:lnTo>
                    <a:pt x="321119" y="102024"/>
                  </a:lnTo>
                  <a:lnTo>
                    <a:pt x="318982" y="97187"/>
                  </a:lnTo>
                  <a:lnTo>
                    <a:pt x="316692" y="92420"/>
                  </a:lnTo>
                  <a:lnTo>
                    <a:pt x="314253" y="87728"/>
                  </a:lnTo>
                  <a:lnTo>
                    <a:pt x="311667" y="83115"/>
                  </a:lnTo>
                  <a:lnTo>
                    <a:pt x="308936" y="78587"/>
                  </a:lnTo>
                  <a:lnTo>
                    <a:pt x="306063" y="74147"/>
                  </a:lnTo>
                  <a:lnTo>
                    <a:pt x="303052" y="69800"/>
                  </a:lnTo>
                  <a:lnTo>
                    <a:pt x="299904" y="65551"/>
                  </a:lnTo>
                  <a:lnTo>
                    <a:pt x="296623" y="61403"/>
                  </a:lnTo>
                  <a:lnTo>
                    <a:pt x="293213" y="57362"/>
                  </a:lnTo>
                  <a:lnTo>
                    <a:pt x="289677" y="53430"/>
                  </a:lnTo>
                  <a:lnTo>
                    <a:pt x="286018" y="49612"/>
                  </a:lnTo>
                  <a:lnTo>
                    <a:pt x="282241" y="45911"/>
                  </a:lnTo>
                  <a:lnTo>
                    <a:pt x="278348" y="42332"/>
                  </a:lnTo>
                  <a:lnTo>
                    <a:pt x="274344" y="38878"/>
                  </a:lnTo>
                  <a:lnTo>
                    <a:pt x="270232" y="35552"/>
                  </a:lnTo>
                  <a:lnTo>
                    <a:pt x="266018" y="32358"/>
                  </a:lnTo>
                  <a:lnTo>
                    <a:pt x="261704" y="29299"/>
                  </a:lnTo>
                  <a:lnTo>
                    <a:pt x="257296" y="26377"/>
                  </a:lnTo>
                  <a:lnTo>
                    <a:pt x="252798" y="23597"/>
                  </a:lnTo>
                  <a:lnTo>
                    <a:pt x="248214" y="20960"/>
                  </a:lnTo>
                  <a:lnTo>
                    <a:pt x="243549" y="18470"/>
                  </a:lnTo>
                  <a:lnTo>
                    <a:pt x="238807" y="16129"/>
                  </a:lnTo>
                  <a:lnTo>
                    <a:pt x="233994" y="13938"/>
                  </a:lnTo>
                  <a:lnTo>
                    <a:pt x="229114" y="11901"/>
                  </a:lnTo>
                  <a:lnTo>
                    <a:pt x="224172" y="10019"/>
                  </a:lnTo>
                  <a:lnTo>
                    <a:pt x="219173" y="8295"/>
                  </a:lnTo>
                  <a:lnTo>
                    <a:pt x="214122" y="6729"/>
                  </a:lnTo>
                  <a:lnTo>
                    <a:pt x="209024" y="5325"/>
                  </a:lnTo>
                  <a:lnTo>
                    <a:pt x="203884" y="4082"/>
                  </a:lnTo>
                  <a:lnTo>
                    <a:pt x="198707" y="3002"/>
                  </a:lnTo>
                  <a:lnTo>
                    <a:pt x="193499" y="2086"/>
                  </a:lnTo>
                  <a:lnTo>
                    <a:pt x="188264" y="1336"/>
                  </a:lnTo>
                  <a:lnTo>
                    <a:pt x="183008" y="752"/>
                  </a:lnTo>
                  <a:lnTo>
                    <a:pt x="177737" y="334"/>
                  </a:lnTo>
                  <a:lnTo>
                    <a:pt x="172454" y="83"/>
                  </a:lnTo>
                  <a:lnTo>
                    <a:pt x="167167" y="0"/>
                  </a:lnTo>
                  <a:lnTo>
                    <a:pt x="167167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2" name="pg402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3" name="pg403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4" name="pg404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5" name="pg405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6" name="pg406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7" name="pg407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8" name="pg408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9" name="pg409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0" name="pg410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1" name="pg411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2" name="pg412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3" name="pg413"/>
            <p:cNvSpPr/>
            <p:nvPr/>
          </p:nvSpPr>
          <p:spPr>
            <a:xfrm>
              <a:off x="2659379" y="2126963"/>
              <a:ext cx="121908" cy="167167"/>
            </a:xfrm>
            <a:custGeom>
              <a:avLst/>
              <a:pathLst>
                <a:path w="121908" h="167167">
                  <a:moveTo>
                    <a:pt x="121908" y="0"/>
                  </a:moveTo>
                  <a:lnTo>
                    <a:pt x="116444" y="89"/>
                  </a:lnTo>
                  <a:lnTo>
                    <a:pt x="110986" y="357"/>
                  </a:lnTo>
                  <a:lnTo>
                    <a:pt x="105540" y="803"/>
                  </a:lnTo>
                  <a:lnTo>
                    <a:pt x="100112" y="1427"/>
                  </a:lnTo>
                  <a:lnTo>
                    <a:pt x="94706" y="2227"/>
                  </a:lnTo>
                  <a:lnTo>
                    <a:pt x="89330" y="3205"/>
                  </a:lnTo>
                  <a:lnTo>
                    <a:pt x="83988" y="4357"/>
                  </a:lnTo>
                  <a:lnTo>
                    <a:pt x="78687" y="5683"/>
                  </a:lnTo>
                  <a:lnTo>
                    <a:pt x="73433" y="7182"/>
                  </a:lnTo>
                  <a:lnTo>
                    <a:pt x="68230" y="8852"/>
                  </a:lnTo>
                  <a:lnTo>
                    <a:pt x="63084" y="10691"/>
                  </a:lnTo>
                  <a:lnTo>
                    <a:pt x="58001" y="12697"/>
                  </a:lnTo>
                  <a:lnTo>
                    <a:pt x="52987" y="14868"/>
                  </a:lnTo>
                  <a:lnTo>
                    <a:pt x="48046" y="17202"/>
                  </a:lnTo>
                  <a:lnTo>
                    <a:pt x="43184" y="19697"/>
                  </a:lnTo>
                  <a:lnTo>
                    <a:pt x="38406" y="22348"/>
                  </a:lnTo>
                  <a:lnTo>
                    <a:pt x="33718" y="25155"/>
                  </a:lnTo>
                  <a:lnTo>
                    <a:pt x="29123" y="28113"/>
                  </a:lnTo>
                  <a:lnTo>
                    <a:pt x="24628" y="31220"/>
                  </a:lnTo>
                  <a:lnTo>
                    <a:pt x="20237" y="34472"/>
                  </a:lnTo>
                  <a:lnTo>
                    <a:pt x="15954" y="37866"/>
                  </a:lnTo>
                  <a:lnTo>
                    <a:pt x="11785" y="41398"/>
                  </a:lnTo>
                  <a:lnTo>
                    <a:pt x="7733" y="45064"/>
                  </a:lnTo>
                  <a:lnTo>
                    <a:pt x="3803" y="48861"/>
                  </a:lnTo>
                  <a:lnTo>
                    <a:pt x="0" y="52785"/>
                  </a:lnTo>
                  <a:lnTo>
                    <a:pt x="121908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4" name="pg414"/>
            <p:cNvSpPr/>
            <p:nvPr/>
          </p:nvSpPr>
          <p:spPr>
            <a:xfrm>
              <a:off x="2659379" y="2179748"/>
              <a:ext cx="121908" cy="114382"/>
            </a:xfrm>
            <a:custGeom>
              <a:avLst/>
              <a:pathLst>
                <a:path w="121908" h="114382">
                  <a:moveTo>
                    <a:pt x="0" y="0"/>
                  </a:moveTo>
                  <a:lnTo>
                    <a:pt x="121908" y="11438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5" name="pg415"/>
            <p:cNvSpPr/>
            <p:nvPr/>
          </p:nvSpPr>
          <p:spPr>
            <a:xfrm>
              <a:off x="2659379" y="2179748"/>
              <a:ext cx="121908" cy="114382"/>
            </a:xfrm>
            <a:custGeom>
              <a:avLst/>
              <a:pathLst>
                <a:path w="121908" h="114382">
                  <a:moveTo>
                    <a:pt x="0" y="0"/>
                  </a:moveTo>
                  <a:lnTo>
                    <a:pt x="121908" y="11438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6" name="pg416"/>
            <p:cNvSpPr/>
            <p:nvPr/>
          </p:nvSpPr>
          <p:spPr>
            <a:xfrm>
              <a:off x="2659379" y="2179748"/>
              <a:ext cx="121908" cy="114382"/>
            </a:xfrm>
            <a:custGeom>
              <a:avLst/>
              <a:pathLst>
                <a:path w="121908" h="114382">
                  <a:moveTo>
                    <a:pt x="0" y="0"/>
                  </a:moveTo>
                  <a:lnTo>
                    <a:pt x="121908" y="11438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7" name="pg417"/>
            <p:cNvSpPr/>
            <p:nvPr/>
          </p:nvSpPr>
          <p:spPr>
            <a:xfrm>
              <a:off x="2659379" y="2179748"/>
              <a:ext cx="121908" cy="114382"/>
            </a:xfrm>
            <a:custGeom>
              <a:avLst/>
              <a:pathLst>
                <a:path w="121908" h="114382">
                  <a:moveTo>
                    <a:pt x="0" y="0"/>
                  </a:moveTo>
                  <a:lnTo>
                    <a:pt x="121908" y="11438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8" name="pg418"/>
            <p:cNvSpPr/>
            <p:nvPr/>
          </p:nvSpPr>
          <p:spPr>
            <a:xfrm>
              <a:off x="2659379" y="2179748"/>
              <a:ext cx="121908" cy="114382"/>
            </a:xfrm>
            <a:custGeom>
              <a:avLst/>
              <a:pathLst>
                <a:path w="121908" h="114382">
                  <a:moveTo>
                    <a:pt x="0" y="0"/>
                  </a:moveTo>
                  <a:lnTo>
                    <a:pt x="121908" y="114382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9" name="pg419"/>
            <p:cNvSpPr/>
            <p:nvPr/>
          </p:nvSpPr>
          <p:spPr>
            <a:xfrm>
              <a:off x="2659379" y="2179748"/>
              <a:ext cx="121908" cy="114382"/>
            </a:xfrm>
            <a:custGeom>
              <a:avLst/>
              <a:pathLst>
                <a:path w="121908" h="114382">
                  <a:moveTo>
                    <a:pt x="0" y="0"/>
                  </a:moveTo>
                  <a:lnTo>
                    <a:pt x="121908" y="11438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0" name="pg420"/>
            <p:cNvSpPr/>
            <p:nvPr/>
          </p:nvSpPr>
          <p:spPr>
            <a:xfrm>
              <a:off x="2659379" y="2179748"/>
              <a:ext cx="121908" cy="114382"/>
            </a:xfrm>
            <a:custGeom>
              <a:avLst/>
              <a:pathLst>
                <a:path w="121908" h="114382">
                  <a:moveTo>
                    <a:pt x="0" y="0"/>
                  </a:moveTo>
                  <a:lnTo>
                    <a:pt x="121908" y="11438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1" name="pg421"/>
            <p:cNvSpPr/>
            <p:nvPr/>
          </p:nvSpPr>
          <p:spPr>
            <a:xfrm>
              <a:off x="2659379" y="2179748"/>
              <a:ext cx="121908" cy="114382"/>
            </a:xfrm>
            <a:custGeom>
              <a:avLst/>
              <a:pathLst>
                <a:path w="121908" h="114382">
                  <a:moveTo>
                    <a:pt x="0" y="0"/>
                  </a:moveTo>
                  <a:lnTo>
                    <a:pt x="121908" y="114382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2" name="pg422"/>
            <p:cNvSpPr/>
            <p:nvPr/>
          </p:nvSpPr>
          <p:spPr>
            <a:xfrm>
              <a:off x="2659379" y="2179748"/>
              <a:ext cx="121908" cy="114382"/>
            </a:xfrm>
            <a:custGeom>
              <a:avLst/>
              <a:pathLst>
                <a:path w="121908" h="114382">
                  <a:moveTo>
                    <a:pt x="0" y="0"/>
                  </a:moveTo>
                  <a:lnTo>
                    <a:pt x="121908" y="11438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3" name="pg423"/>
            <p:cNvSpPr/>
            <p:nvPr/>
          </p:nvSpPr>
          <p:spPr>
            <a:xfrm>
              <a:off x="2659379" y="2179748"/>
              <a:ext cx="121908" cy="114382"/>
            </a:xfrm>
            <a:custGeom>
              <a:avLst/>
              <a:pathLst>
                <a:path w="121908" h="114382">
                  <a:moveTo>
                    <a:pt x="0" y="0"/>
                  </a:moveTo>
                  <a:lnTo>
                    <a:pt x="121908" y="11438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4" name="pg424"/>
            <p:cNvSpPr/>
            <p:nvPr/>
          </p:nvSpPr>
          <p:spPr>
            <a:xfrm>
              <a:off x="2659379" y="2179748"/>
              <a:ext cx="121908" cy="114382"/>
            </a:xfrm>
            <a:custGeom>
              <a:avLst/>
              <a:pathLst>
                <a:path w="121908" h="114382">
                  <a:moveTo>
                    <a:pt x="0" y="0"/>
                  </a:moveTo>
                  <a:lnTo>
                    <a:pt x="121908" y="11438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5" name="pg425"/>
            <p:cNvSpPr/>
            <p:nvPr/>
          </p:nvSpPr>
          <p:spPr>
            <a:xfrm>
              <a:off x="2659379" y="2179748"/>
              <a:ext cx="121908" cy="114382"/>
            </a:xfrm>
            <a:custGeom>
              <a:avLst/>
              <a:pathLst>
                <a:path w="121908" h="114382">
                  <a:moveTo>
                    <a:pt x="0" y="0"/>
                  </a:moveTo>
                  <a:lnTo>
                    <a:pt x="121908" y="11438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6" name="pg426"/>
            <p:cNvSpPr/>
            <p:nvPr/>
          </p:nvSpPr>
          <p:spPr>
            <a:xfrm>
              <a:off x="2659379" y="2179748"/>
              <a:ext cx="121908" cy="114382"/>
            </a:xfrm>
            <a:custGeom>
              <a:avLst/>
              <a:pathLst>
                <a:path w="121908" h="114382">
                  <a:moveTo>
                    <a:pt x="0" y="0"/>
                  </a:moveTo>
                  <a:lnTo>
                    <a:pt x="121908" y="114382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7" name="pg427"/>
            <p:cNvSpPr/>
            <p:nvPr/>
          </p:nvSpPr>
          <p:spPr>
            <a:xfrm>
              <a:off x="2659379" y="2179748"/>
              <a:ext cx="121908" cy="114382"/>
            </a:xfrm>
            <a:custGeom>
              <a:avLst/>
              <a:pathLst>
                <a:path w="121908" h="114382">
                  <a:moveTo>
                    <a:pt x="0" y="0"/>
                  </a:moveTo>
                  <a:lnTo>
                    <a:pt x="121908" y="114382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8" name="pg428"/>
            <p:cNvSpPr/>
            <p:nvPr/>
          </p:nvSpPr>
          <p:spPr>
            <a:xfrm>
              <a:off x="2614122" y="2130904"/>
              <a:ext cx="334329" cy="330374"/>
            </a:xfrm>
            <a:custGeom>
              <a:avLst/>
              <a:pathLst>
                <a:path w="334329" h="330374">
                  <a:moveTo>
                    <a:pt x="45256" y="48843"/>
                  </a:moveTo>
                  <a:lnTo>
                    <a:pt x="41701" y="52754"/>
                  </a:lnTo>
                  <a:lnTo>
                    <a:pt x="38272" y="56776"/>
                  </a:lnTo>
                  <a:lnTo>
                    <a:pt x="34971" y="60903"/>
                  </a:lnTo>
                  <a:lnTo>
                    <a:pt x="31803" y="65133"/>
                  </a:lnTo>
                  <a:lnTo>
                    <a:pt x="28770" y="69461"/>
                  </a:lnTo>
                  <a:lnTo>
                    <a:pt x="25875" y="73883"/>
                  </a:lnTo>
                  <a:lnTo>
                    <a:pt x="23121" y="78394"/>
                  </a:lnTo>
                  <a:lnTo>
                    <a:pt x="20511" y="82990"/>
                  </a:lnTo>
                  <a:lnTo>
                    <a:pt x="18048" y="87666"/>
                  </a:lnTo>
                  <a:lnTo>
                    <a:pt x="15734" y="92417"/>
                  </a:lnTo>
                  <a:lnTo>
                    <a:pt x="13572" y="97240"/>
                  </a:lnTo>
                  <a:lnTo>
                    <a:pt x="11563" y="102128"/>
                  </a:lnTo>
                  <a:lnTo>
                    <a:pt x="9709" y="107077"/>
                  </a:lnTo>
                  <a:lnTo>
                    <a:pt x="8013" y="112083"/>
                  </a:lnTo>
                  <a:lnTo>
                    <a:pt x="6476" y="117139"/>
                  </a:lnTo>
                  <a:lnTo>
                    <a:pt x="5099" y="122242"/>
                  </a:lnTo>
                  <a:lnTo>
                    <a:pt x="3884" y="127386"/>
                  </a:lnTo>
                  <a:lnTo>
                    <a:pt x="2833" y="132565"/>
                  </a:lnTo>
                  <a:lnTo>
                    <a:pt x="1946" y="137775"/>
                  </a:lnTo>
                  <a:lnTo>
                    <a:pt x="1224" y="143011"/>
                  </a:lnTo>
                  <a:lnTo>
                    <a:pt x="668" y="148266"/>
                  </a:lnTo>
                  <a:lnTo>
                    <a:pt x="278" y="153537"/>
                  </a:lnTo>
                  <a:lnTo>
                    <a:pt x="55" y="158817"/>
                  </a:lnTo>
                  <a:lnTo>
                    <a:pt x="0" y="164102"/>
                  </a:lnTo>
                  <a:lnTo>
                    <a:pt x="111" y="169386"/>
                  </a:lnTo>
                  <a:lnTo>
                    <a:pt x="389" y="174664"/>
                  </a:lnTo>
                  <a:lnTo>
                    <a:pt x="834" y="179930"/>
                  </a:lnTo>
                  <a:lnTo>
                    <a:pt x="1445" y="185180"/>
                  </a:lnTo>
                  <a:lnTo>
                    <a:pt x="2222" y="190407"/>
                  </a:lnTo>
                  <a:lnTo>
                    <a:pt x="3164" y="195608"/>
                  </a:lnTo>
                  <a:lnTo>
                    <a:pt x="4269" y="200776"/>
                  </a:lnTo>
                  <a:lnTo>
                    <a:pt x="5538" y="205907"/>
                  </a:lnTo>
                  <a:lnTo>
                    <a:pt x="6968" y="210994"/>
                  </a:lnTo>
                  <a:lnTo>
                    <a:pt x="8558" y="216035"/>
                  </a:lnTo>
                  <a:lnTo>
                    <a:pt x="10306" y="221022"/>
                  </a:lnTo>
                  <a:lnTo>
                    <a:pt x="12212" y="225952"/>
                  </a:lnTo>
                  <a:lnTo>
                    <a:pt x="14272" y="230819"/>
                  </a:lnTo>
                  <a:lnTo>
                    <a:pt x="16485" y="235618"/>
                  </a:lnTo>
                  <a:lnTo>
                    <a:pt x="18849" y="240345"/>
                  </a:lnTo>
                  <a:lnTo>
                    <a:pt x="21361" y="244995"/>
                  </a:lnTo>
                  <a:lnTo>
                    <a:pt x="24019" y="249563"/>
                  </a:lnTo>
                  <a:lnTo>
                    <a:pt x="26819" y="254045"/>
                  </a:lnTo>
                  <a:lnTo>
                    <a:pt x="29760" y="258436"/>
                  </a:lnTo>
                  <a:lnTo>
                    <a:pt x="32839" y="262732"/>
                  </a:lnTo>
                  <a:lnTo>
                    <a:pt x="36051" y="266929"/>
                  </a:lnTo>
                  <a:lnTo>
                    <a:pt x="39395" y="271021"/>
                  </a:lnTo>
                  <a:lnTo>
                    <a:pt x="42867" y="275007"/>
                  </a:lnTo>
                  <a:lnTo>
                    <a:pt x="46462" y="278880"/>
                  </a:lnTo>
                  <a:lnTo>
                    <a:pt x="50179" y="282638"/>
                  </a:lnTo>
                  <a:lnTo>
                    <a:pt x="54012" y="286276"/>
                  </a:lnTo>
                  <a:lnTo>
                    <a:pt x="57958" y="289792"/>
                  </a:lnTo>
                  <a:lnTo>
                    <a:pt x="62014" y="293180"/>
                  </a:lnTo>
                  <a:lnTo>
                    <a:pt x="66174" y="296439"/>
                  </a:lnTo>
                  <a:lnTo>
                    <a:pt x="70436" y="299565"/>
                  </a:lnTo>
                  <a:lnTo>
                    <a:pt x="74794" y="302555"/>
                  </a:lnTo>
                  <a:lnTo>
                    <a:pt x="79245" y="305405"/>
                  </a:lnTo>
                  <a:lnTo>
                    <a:pt x="83783" y="308114"/>
                  </a:lnTo>
                  <a:lnTo>
                    <a:pt x="88405" y="310677"/>
                  </a:lnTo>
                  <a:lnTo>
                    <a:pt x="93105" y="313093"/>
                  </a:lnTo>
                  <a:lnTo>
                    <a:pt x="97880" y="315359"/>
                  </a:lnTo>
                  <a:lnTo>
                    <a:pt x="102724" y="317473"/>
                  </a:lnTo>
                  <a:lnTo>
                    <a:pt x="107632" y="319433"/>
                  </a:lnTo>
                  <a:lnTo>
                    <a:pt x="112600" y="321237"/>
                  </a:lnTo>
                  <a:lnTo>
                    <a:pt x="117622" y="322883"/>
                  </a:lnTo>
                  <a:lnTo>
                    <a:pt x="122694" y="324369"/>
                  </a:lnTo>
                  <a:lnTo>
                    <a:pt x="127810" y="325695"/>
                  </a:lnTo>
                  <a:lnTo>
                    <a:pt x="132965" y="326857"/>
                  </a:lnTo>
                  <a:lnTo>
                    <a:pt x="138155" y="327857"/>
                  </a:lnTo>
                  <a:lnTo>
                    <a:pt x="143374" y="328692"/>
                  </a:lnTo>
                  <a:lnTo>
                    <a:pt x="148616" y="329361"/>
                  </a:lnTo>
                  <a:lnTo>
                    <a:pt x="153877" y="329864"/>
                  </a:lnTo>
                  <a:lnTo>
                    <a:pt x="159152" y="330201"/>
                  </a:lnTo>
                  <a:lnTo>
                    <a:pt x="164434" y="330371"/>
                  </a:lnTo>
                  <a:lnTo>
                    <a:pt x="169719" y="330374"/>
                  </a:lnTo>
                  <a:lnTo>
                    <a:pt x="175002" y="330209"/>
                  </a:lnTo>
                  <a:lnTo>
                    <a:pt x="180276" y="329878"/>
                  </a:lnTo>
                  <a:lnTo>
                    <a:pt x="185538" y="329380"/>
                  </a:lnTo>
                  <a:lnTo>
                    <a:pt x="190781" y="328717"/>
                  </a:lnTo>
                  <a:lnTo>
                    <a:pt x="196001" y="327887"/>
                  </a:lnTo>
                  <a:lnTo>
                    <a:pt x="201191" y="326893"/>
                  </a:lnTo>
                  <a:lnTo>
                    <a:pt x="206348" y="325736"/>
                  </a:lnTo>
                  <a:lnTo>
                    <a:pt x="211466" y="324416"/>
                  </a:lnTo>
                  <a:lnTo>
                    <a:pt x="216539" y="322935"/>
                  </a:lnTo>
                  <a:lnTo>
                    <a:pt x="221563" y="321295"/>
                  </a:lnTo>
                  <a:lnTo>
                    <a:pt x="226533" y="319496"/>
                  </a:lnTo>
                  <a:lnTo>
                    <a:pt x="231443" y="317541"/>
                  </a:lnTo>
                  <a:lnTo>
                    <a:pt x="236289" y="315432"/>
                  </a:lnTo>
                  <a:lnTo>
                    <a:pt x="241066" y="313171"/>
                  </a:lnTo>
                  <a:lnTo>
                    <a:pt x="245769" y="310760"/>
                  </a:lnTo>
                  <a:lnTo>
                    <a:pt x="250393" y="308201"/>
                  </a:lnTo>
                  <a:lnTo>
                    <a:pt x="254935" y="305498"/>
                  </a:lnTo>
                  <a:lnTo>
                    <a:pt x="259388" y="302652"/>
                  </a:lnTo>
                  <a:lnTo>
                    <a:pt x="263750" y="299667"/>
                  </a:lnTo>
                  <a:lnTo>
                    <a:pt x="268014" y="296546"/>
                  </a:lnTo>
                  <a:lnTo>
                    <a:pt x="272178" y="293291"/>
                  </a:lnTo>
                  <a:lnTo>
                    <a:pt x="276237" y="289907"/>
                  </a:lnTo>
                  <a:lnTo>
                    <a:pt x="280188" y="286395"/>
                  </a:lnTo>
                  <a:lnTo>
                    <a:pt x="284025" y="282761"/>
                  </a:lnTo>
                  <a:lnTo>
                    <a:pt x="287745" y="279007"/>
                  </a:lnTo>
                  <a:lnTo>
                    <a:pt x="291345" y="275138"/>
                  </a:lnTo>
                  <a:lnTo>
                    <a:pt x="294820" y="271156"/>
                  </a:lnTo>
                  <a:lnTo>
                    <a:pt x="298168" y="267067"/>
                  </a:lnTo>
                  <a:lnTo>
                    <a:pt x="301385" y="262874"/>
                  </a:lnTo>
                  <a:lnTo>
                    <a:pt x="304468" y="258581"/>
                  </a:lnTo>
                  <a:lnTo>
                    <a:pt x="307414" y="254193"/>
                  </a:lnTo>
                  <a:lnTo>
                    <a:pt x="310220" y="249714"/>
                  </a:lnTo>
                  <a:lnTo>
                    <a:pt x="312882" y="245149"/>
                  </a:lnTo>
                  <a:lnTo>
                    <a:pt x="315399" y="240501"/>
                  </a:lnTo>
                  <a:lnTo>
                    <a:pt x="317768" y="235777"/>
                  </a:lnTo>
                  <a:lnTo>
                    <a:pt x="319986" y="230980"/>
                  </a:lnTo>
                  <a:lnTo>
                    <a:pt x="322051" y="226115"/>
                  </a:lnTo>
                  <a:lnTo>
                    <a:pt x="323962" y="221187"/>
                  </a:lnTo>
                  <a:lnTo>
                    <a:pt x="325716" y="216202"/>
                  </a:lnTo>
                  <a:lnTo>
                    <a:pt x="327311" y="211163"/>
                  </a:lnTo>
                  <a:lnTo>
                    <a:pt x="328747" y="206077"/>
                  </a:lnTo>
                  <a:lnTo>
                    <a:pt x="330020" y="200948"/>
                  </a:lnTo>
                  <a:lnTo>
                    <a:pt x="331131" y="195781"/>
                  </a:lnTo>
                  <a:lnTo>
                    <a:pt x="332079" y="190581"/>
                  </a:lnTo>
                  <a:lnTo>
                    <a:pt x="332861" y="185354"/>
                  </a:lnTo>
                  <a:lnTo>
                    <a:pt x="333478" y="180106"/>
                  </a:lnTo>
                  <a:lnTo>
                    <a:pt x="333928" y="174840"/>
                  </a:lnTo>
                  <a:lnTo>
                    <a:pt x="334212" y="169562"/>
                  </a:lnTo>
                  <a:lnTo>
                    <a:pt x="334329" y="164278"/>
                  </a:lnTo>
                  <a:lnTo>
                    <a:pt x="334279" y="158994"/>
                  </a:lnTo>
                  <a:lnTo>
                    <a:pt x="334061" y="153713"/>
                  </a:lnTo>
                  <a:lnTo>
                    <a:pt x="333677" y="148442"/>
                  </a:lnTo>
                  <a:lnTo>
                    <a:pt x="333127" y="143186"/>
                  </a:lnTo>
                  <a:lnTo>
                    <a:pt x="332410" y="137949"/>
                  </a:lnTo>
                  <a:lnTo>
                    <a:pt x="331529" y="132738"/>
                  </a:lnTo>
                  <a:lnTo>
                    <a:pt x="330483" y="127558"/>
                  </a:lnTo>
                  <a:lnTo>
                    <a:pt x="329273" y="122413"/>
                  </a:lnTo>
                  <a:lnTo>
                    <a:pt x="327902" y="117309"/>
                  </a:lnTo>
                  <a:lnTo>
                    <a:pt x="326370" y="112251"/>
                  </a:lnTo>
                  <a:lnTo>
                    <a:pt x="324680" y="107243"/>
                  </a:lnTo>
                  <a:lnTo>
                    <a:pt x="322831" y="102292"/>
                  </a:lnTo>
                  <a:lnTo>
                    <a:pt x="320827" y="97402"/>
                  </a:lnTo>
                  <a:lnTo>
                    <a:pt x="318670" y="92577"/>
                  </a:lnTo>
                  <a:lnTo>
                    <a:pt x="316361" y="87823"/>
                  </a:lnTo>
                  <a:lnTo>
                    <a:pt x="313902" y="83145"/>
                  </a:lnTo>
                  <a:lnTo>
                    <a:pt x="311298" y="78546"/>
                  </a:lnTo>
                  <a:lnTo>
                    <a:pt x="308549" y="74032"/>
                  </a:lnTo>
                  <a:lnTo>
                    <a:pt x="305658" y="69607"/>
                  </a:lnTo>
                  <a:lnTo>
                    <a:pt x="302630" y="65276"/>
                  </a:lnTo>
                  <a:lnTo>
                    <a:pt x="299466" y="61043"/>
                  </a:lnTo>
                  <a:lnTo>
                    <a:pt x="296170" y="56912"/>
                  </a:lnTo>
                  <a:lnTo>
                    <a:pt x="292744" y="52887"/>
                  </a:lnTo>
                  <a:lnTo>
                    <a:pt x="289194" y="48972"/>
                  </a:lnTo>
                  <a:lnTo>
                    <a:pt x="285521" y="45172"/>
                  </a:lnTo>
                  <a:lnTo>
                    <a:pt x="281730" y="41489"/>
                  </a:lnTo>
                  <a:lnTo>
                    <a:pt x="277824" y="37929"/>
                  </a:lnTo>
                  <a:lnTo>
                    <a:pt x="273808" y="34493"/>
                  </a:lnTo>
                  <a:lnTo>
                    <a:pt x="269686" y="31186"/>
                  </a:lnTo>
                  <a:lnTo>
                    <a:pt x="265460" y="28011"/>
                  </a:lnTo>
                  <a:lnTo>
                    <a:pt x="261137" y="24972"/>
                  </a:lnTo>
                  <a:lnTo>
                    <a:pt x="256720" y="22070"/>
                  </a:lnTo>
                  <a:lnTo>
                    <a:pt x="252213" y="19310"/>
                  </a:lnTo>
                  <a:lnTo>
                    <a:pt x="247621" y="16693"/>
                  </a:lnTo>
                  <a:lnTo>
                    <a:pt x="242948" y="14223"/>
                  </a:lnTo>
                  <a:lnTo>
                    <a:pt x="238200" y="11902"/>
                  </a:lnTo>
                  <a:lnTo>
                    <a:pt x="233381" y="9732"/>
                  </a:lnTo>
                  <a:lnTo>
                    <a:pt x="228496" y="7716"/>
                  </a:lnTo>
                  <a:lnTo>
                    <a:pt x="223550" y="5855"/>
                  </a:lnTo>
                  <a:lnTo>
                    <a:pt x="218547" y="4151"/>
                  </a:lnTo>
                  <a:lnTo>
                    <a:pt x="213492" y="2606"/>
                  </a:lnTo>
                  <a:lnTo>
                    <a:pt x="208392" y="1222"/>
                  </a:lnTo>
                  <a:lnTo>
                    <a:pt x="203250" y="0"/>
                  </a:lnTo>
                  <a:lnTo>
                    <a:pt x="167165" y="163226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9" name="pg429"/>
            <p:cNvSpPr/>
            <p:nvPr/>
          </p:nvSpPr>
          <p:spPr>
            <a:xfrm>
              <a:off x="2781287" y="2126963"/>
              <a:ext cx="36085" cy="167167"/>
            </a:xfrm>
            <a:custGeom>
              <a:avLst/>
              <a:pathLst>
                <a:path w="36085" h="167167">
                  <a:moveTo>
                    <a:pt x="36085" y="3941"/>
                  </a:moveTo>
                  <a:lnTo>
                    <a:pt x="28950" y="2525"/>
                  </a:lnTo>
                  <a:lnTo>
                    <a:pt x="21761" y="1422"/>
                  </a:lnTo>
                  <a:lnTo>
                    <a:pt x="14530" y="632"/>
                  </a:lnTo>
                  <a:lnTo>
                    <a:pt x="7272" y="158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0" name="pg430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1" name="pg431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2" name="pg432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3" name="pg433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4" name="pg434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5" name="pg435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6" name="pg436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7" name="pg437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8" name="pg438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9" name="pg439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0" name="pg440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1" name="pg441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2" name="pg442"/>
            <p:cNvSpPr/>
            <p:nvPr/>
          </p:nvSpPr>
          <p:spPr>
            <a:xfrm>
              <a:off x="2423598" y="2633064"/>
              <a:ext cx="334304" cy="334334"/>
            </a:xfrm>
            <a:custGeom>
              <a:avLst/>
              <a:pathLst>
                <a:path w="334304" h="334334">
                  <a:moveTo>
                    <a:pt x="167149" y="0"/>
                  </a:moveTo>
                  <a:lnTo>
                    <a:pt x="161850" y="84"/>
                  </a:lnTo>
                  <a:lnTo>
                    <a:pt x="156555" y="336"/>
                  </a:lnTo>
                  <a:lnTo>
                    <a:pt x="151272" y="755"/>
                  </a:lnTo>
                  <a:lnTo>
                    <a:pt x="146004" y="1342"/>
                  </a:lnTo>
                  <a:lnTo>
                    <a:pt x="140757" y="2096"/>
                  </a:lnTo>
                  <a:lnTo>
                    <a:pt x="135538" y="3016"/>
                  </a:lnTo>
                  <a:lnTo>
                    <a:pt x="130349" y="4100"/>
                  </a:lnTo>
                  <a:lnTo>
                    <a:pt x="125198" y="5349"/>
                  </a:lnTo>
                  <a:lnTo>
                    <a:pt x="120089" y="6760"/>
                  </a:lnTo>
                  <a:lnTo>
                    <a:pt x="115028" y="8333"/>
                  </a:lnTo>
                  <a:lnTo>
                    <a:pt x="110019" y="10065"/>
                  </a:lnTo>
                  <a:lnTo>
                    <a:pt x="105067" y="11955"/>
                  </a:lnTo>
                  <a:lnTo>
                    <a:pt x="100177" y="14001"/>
                  </a:lnTo>
                  <a:lnTo>
                    <a:pt x="95355" y="16201"/>
                  </a:lnTo>
                  <a:lnTo>
                    <a:pt x="90605" y="18553"/>
                  </a:lnTo>
                  <a:lnTo>
                    <a:pt x="85932" y="21055"/>
                  </a:lnTo>
                  <a:lnTo>
                    <a:pt x="81341" y="23703"/>
                  </a:lnTo>
                  <a:lnTo>
                    <a:pt x="76836" y="26495"/>
                  </a:lnTo>
                  <a:lnTo>
                    <a:pt x="72422" y="29429"/>
                  </a:lnTo>
                  <a:lnTo>
                    <a:pt x="68103" y="32502"/>
                  </a:lnTo>
                  <a:lnTo>
                    <a:pt x="63883" y="35709"/>
                  </a:lnTo>
                  <a:lnTo>
                    <a:pt x="59768" y="39049"/>
                  </a:lnTo>
                  <a:lnTo>
                    <a:pt x="55760" y="42518"/>
                  </a:lnTo>
                  <a:lnTo>
                    <a:pt x="51864" y="46112"/>
                  </a:lnTo>
                  <a:lnTo>
                    <a:pt x="48085" y="49827"/>
                  </a:lnTo>
                  <a:lnTo>
                    <a:pt x="44424" y="53661"/>
                  </a:lnTo>
                  <a:lnTo>
                    <a:pt x="40888" y="57609"/>
                  </a:lnTo>
                  <a:lnTo>
                    <a:pt x="37478" y="61667"/>
                  </a:lnTo>
                  <a:lnTo>
                    <a:pt x="34198" y="65831"/>
                  </a:lnTo>
                  <a:lnTo>
                    <a:pt x="31053" y="70096"/>
                  </a:lnTo>
                  <a:lnTo>
                    <a:pt x="28044" y="74460"/>
                  </a:lnTo>
                  <a:lnTo>
                    <a:pt x="25175" y="78916"/>
                  </a:lnTo>
                  <a:lnTo>
                    <a:pt x="22448" y="83462"/>
                  </a:lnTo>
                  <a:lnTo>
                    <a:pt x="19867" y="88091"/>
                  </a:lnTo>
                  <a:lnTo>
                    <a:pt x="17434" y="92800"/>
                  </a:lnTo>
                  <a:lnTo>
                    <a:pt x="15152" y="97584"/>
                  </a:lnTo>
                  <a:lnTo>
                    <a:pt x="13022" y="102437"/>
                  </a:lnTo>
                  <a:lnTo>
                    <a:pt x="11048" y="107356"/>
                  </a:lnTo>
                  <a:lnTo>
                    <a:pt x="9230" y="112335"/>
                  </a:lnTo>
                  <a:lnTo>
                    <a:pt x="7571" y="117369"/>
                  </a:lnTo>
                  <a:lnTo>
                    <a:pt x="6073" y="122453"/>
                  </a:lnTo>
                  <a:lnTo>
                    <a:pt x="4736" y="127582"/>
                  </a:lnTo>
                  <a:lnTo>
                    <a:pt x="3563" y="132751"/>
                  </a:lnTo>
                  <a:lnTo>
                    <a:pt x="2554" y="137954"/>
                  </a:lnTo>
                  <a:lnTo>
                    <a:pt x="1711" y="143187"/>
                  </a:lnTo>
                  <a:lnTo>
                    <a:pt x="1034" y="148444"/>
                  </a:lnTo>
                  <a:lnTo>
                    <a:pt x="523" y="153720"/>
                  </a:lnTo>
                  <a:lnTo>
                    <a:pt x="181" y="159009"/>
                  </a:lnTo>
                  <a:lnTo>
                    <a:pt x="6" y="164306"/>
                  </a:lnTo>
                  <a:lnTo>
                    <a:pt x="0" y="169606"/>
                  </a:lnTo>
                  <a:lnTo>
                    <a:pt x="161" y="174904"/>
                  </a:lnTo>
                  <a:lnTo>
                    <a:pt x="490" y="180194"/>
                  </a:lnTo>
                  <a:lnTo>
                    <a:pt x="987" y="185471"/>
                  </a:lnTo>
                  <a:lnTo>
                    <a:pt x="1651" y="190730"/>
                  </a:lnTo>
                  <a:lnTo>
                    <a:pt x="2481" y="195965"/>
                  </a:lnTo>
                  <a:lnTo>
                    <a:pt x="3477" y="201171"/>
                  </a:lnTo>
                  <a:lnTo>
                    <a:pt x="4637" y="206342"/>
                  </a:lnTo>
                  <a:lnTo>
                    <a:pt x="5961" y="211475"/>
                  </a:lnTo>
                  <a:lnTo>
                    <a:pt x="7446" y="216563"/>
                  </a:lnTo>
                  <a:lnTo>
                    <a:pt x="9092" y="221601"/>
                  </a:lnTo>
                  <a:lnTo>
                    <a:pt x="10898" y="226584"/>
                  </a:lnTo>
                  <a:lnTo>
                    <a:pt x="12860" y="231508"/>
                  </a:lnTo>
                  <a:lnTo>
                    <a:pt x="14977" y="236367"/>
                  </a:lnTo>
                  <a:lnTo>
                    <a:pt x="17247" y="241156"/>
                  </a:lnTo>
                  <a:lnTo>
                    <a:pt x="19668" y="245871"/>
                  </a:lnTo>
                  <a:lnTo>
                    <a:pt x="22238" y="250507"/>
                  </a:lnTo>
                  <a:lnTo>
                    <a:pt x="24953" y="255059"/>
                  </a:lnTo>
                  <a:lnTo>
                    <a:pt x="27810" y="259523"/>
                  </a:lnTo>
                  <a:lnTo>
                    <a:pt x="30808" y="263894"/>
                  </a:lnTo>
                  <a:lnTo>
                    <a:pt x="33943" y="268168"/>
                  </a:lnTo>
                  <a:lnTo>
                    <a:pt x="37212" y="272340"/>
                  </a:lnTo>
                  <a:lnTo>
                    <a:pt x="40612" y="276407"/>
                  </a:lnTo>
                  <a:lnTo>
                    <a:pt x="44139" y="280363"/>
                  </a:lnTo>
                  <a:lnTo>
                    <a:pt x="47789" y="284206"/>
                  </a:lnTo>
                  <a:lnTo>
                    <a:pt x="51560" y="287931"/>
                  </a:lnTo>
                  <a:lnTo>
                    <a:pt x="55446" y="291535"/>
                  </a:lnTo>
                  <a:lnTo>
                    <a:pt x="59445" y="295014"/>
                  </a:lnTo>
                  <a:lnTo>
                    <a:pt x="63552" y="298364"/>
                  </a:lnTo>
                  <a:lnTo>
                    <a:pt x="67764" y="301582"/>
                  </a:lnTo>
                  <a:lnTo>
                    <a:pt x="72075" y="304665"/>
                  </a:lnTo>
                  <a:lnTo>
                    <a:pt x="76482" y="307610"/>
                  </a:lnTo>
                  <a:lnTo>
                    <a:pt x="80980" y="310414"/>
                  </a:lnTo>
                  <a:lnTo>
                    <a:pt x="85564" y="313074"/>
                  </a:lnTo>
                  <a:lnTo>
                    <a:pt x="90231" y="315587"/>
                  </a:lnTo>
                  <a:lnTo>
                    <a:pt x="94975" y="317951"/>
                  </a:lnTo>
                  <a:lnTo>
                    <a:pt x="99791" y="320163"/>
                  </a:lnTo>
                  <a:lnTo>
                    <a:pt x="104676" y="322222"/>
                  </a:lnTo>
                  <a:lnTo>
                    <a:pt x="109623" y="324124"/>
                  </a:lnTo>
                  <a:lnTo>
                    <a:pt x="114628" y="325869"/>
                  </a:lnTo>
                  <a:lnTo>
                    <a:pt x="119685" y="327455"/>
                  </a:lnTo>
                  <a:lnTo>
                    <a:pt x="124791" y="328879"/>
                  </a:lnTo>
                  <a:lnTo>
                    <a:pt x="129939" y="330140"/>
                  </a:lnTo>
                  <a:lnTo>
                    <a:pt x="135124" y="331238"/>
                  </a:lnTo>
                  <a:lnTo>
                    <a:pt x="140341" y="332171"/>
                  </a:lnTo>
                  <a:lnTo>
                    <a:pt x="145586" y="332938"/>
                  </a:lnTo>
                  <a:lnTo>
                    <a:pt x="150852" y="333538"/>
                  </a:lnTo>
                  <a:lnTo>
                    <a:pt x="156135" y="333971"/>
                  </a:lnTo>
                  <a:lnTo>
                    <a:pt x="161428" y="334236"/>
                  </a:lnTo>
                  <a:lnTo>
                    <a:pt x="166728" y="334334"/>
                  </a:lnTo>
                  <a:lnTo>
                    <a:pt x="172028" y="334263"/>
                  </a:lnTo>
                  <a:lnTo>
                    <a:pt x="177322" y="334025"/>
                  </a:lnTo>
                  <a:lnTo>
                    <a:pt x="182607" y="333618"/>
                  </a:lnTo>
                  <a:lnTo>
                    <a:pt x="187876" y="333044"/>
                  </a:lnTo>
                  <a:lnTo>
                    <a:pt x="193125" y="332304"/>
                  </a:lnTo>
                  <a:lnTo>
                    <a:pt x="198347" y="331397"/>
                  </a:lnTo>
                  <a:lnTo>
                    <a:pt x="203538" y="330326"/>
                  </a:lnTo>
                  <a:lnTo>
                    <a:pt x="208692" y="329090"/>
                  </a:lnTo>
                  <a:lnTo>
                    <a:pt x="213804" y="327692"/>
                  </a:lnTo>
                  <a:lnTo>
                    <a:pt x="218870" y="326132"/>
                  </a:lnTo>
                  <a:lnTo>
                    <a:pt x="223884" y="324412"/>
                  </a:lnTo>
                  <a:lnTo>
                    <a:pt x="228840" y="322535"/>
                  </a:lnTo>
                  <a:lnTo>
                    <a:pt x="233735" y="320501"/>
                  </a:lnTo>
                  <a:lnTo>
                    <a:pt x="238562" y="318313"/>
                  </a:lnTo>
                  <a:lnTo>
                    <a:pt x="243318" y="315973"/>
                  </a:lnTo>
                  <a:lnTo>
                    <a:pt x="247997" y="313483"/>
                  </a:lnTo>
                  <a:lnTo>
                    <a:pt x="252595" y="310847"/>
                  </a:lnTo>
                  <a:lnTo>
                    <a:pt x="257107" y="308066"/>
                  </a:lnTo>
                  <a:lnTo>
                    <a:pt x="261529" y="305143"/>
                  </a:lnTo>
                  <a:lnTo>
                    <a:pt x="265856" y="302082"/>
                  </a:lnTo>
                  <a:lnTo>
                    <a:pt x="270083" y="298885"/>
                  </a:lnTo>
                  <a:lnTo>
                    <a:pt x="274207" y="295555"/>
                  </a:lnTo>
                  <a:lnTo>
                    <a:pt x="278224" y="292097"/>
                  </a:lnTo>
                  <a:lnTo>
                    <a:pt x="282128" y="288512"/>
                  </a:lnTo>
                  <a:lnTo>
                    <a:pt x="285918" y="284806"/>
                  </a:lnTo>
                  <a:lnTo>
                    <a:pt x="289587" y="280982"/>
                  </a:lnTo>
                  <a:lnTo>
                    <a:pt x="293134" y="277043"/>
                  </a:lnTo>
                  <a:lnTo>
                    <a:pt x="296554" y="272994"/>
                  </a:lnTo>
                  <a:lnTo>
                    <a:pt x="299844" y="268838"/>
                  </a:lnTo>
                  <a:lnTo>
                    <a:pt x="303000" y="264580"/>
                  </a:lnTo>
                  <a:lnTo>
                    <a:pt x="306020" y="260225"/>
                  </a:lnTo>
                  <a:lnTo>
                    <a:pt x="308901" y="255775"/>
                  </a:lnTo>
                  <a:lnTo>
                    <a:pt x="311639" y="251237"/>
                  </a:lnTo>
                  <a:lnTo>
                    <a:pt x="314231" y="246614"/>
                  </a:lnTo>
                  <a:lnTo>
                    <a:pt x="316676" y="241911"/>
                  </a:lnTo>
                  <a:lnTo>
                    <a:pt x="318970" y="237133"/>
                  </a:lnTo>
                  <a:lnTo>
                    <a:pt x="321112" y="232285"/>
                  </a:lnTo>
                  <a:lnTo>
                    <a:pt x="323099" y="227371"/>
                  </a:lnTo>
                  <a:lnTo>
                    <a:pt x="324929" y="222397"/>
                  </a:lnTo>
                  <a:lnTo>
                    <a:pt x="326601" y="217367"/>
                  </a:lnTo>
                  <a:lnTo>
                    <a:pt x="328112" y="212287"/>
                  </a:lnTo>
                  <a:lnTo>
                    <a:pt x="329462" y="207161"/>
                  </a:lnTo>
                  <a:lnTo>
                    <a:pt x="330648" y="201995"/>
                  </a:lnTo>
                  <a:lnTo>
                    <a:pt x="331670" y="196794"/>
                  </a:lnTo>
                  <a:lnTo>
                    <a:pt x="332527" y="191564"/>
                  </a:lnTo>
                  <a:lnTo>
                    <a:pt x="333217" y="186309"/>
                  </a:lnTo>
                  <a:lnTo>
                    <a:pt x="333740" y="181034"/>
                  </a:lnTo>
                  <a:lnTo>
                    <a:pt x="334096" y="175746"/>
                  </a:lnTo>
                  <a:lnTo>
                    <a:pt x="334284" y="170449"/>
                  </a:lnTo>
                  <a:lnTo>
                    <a:pt x="334304" y="165149"/>
                  </a:lnTo>
                  <a:lnTo>
                    <a:pt x="334156" y="159851"/>
                  </a:lnTo>
                  <a:lnTo>
                    <a:pt x="333841" y="154560"/>
                  </a:lnTo>
                  <a:lnTo>
                    <a:pt x="333357" y="149282"/>
                  </a:lnTo>
                  <a:lnTo>
                    <a:pt x="332706" y="144021"/>
                  </a:lnTo>
                  <a:lnTo>
                    <a:pt x="331889" y="138784"/>
                  </a:lnTo>
                  <a:lnTo>
                    <a:pt x="330907" y="133576"/>
                  </a:lnTo>
                  <a:lnTo>
                    <a:pt x="329760" y="128401"/>
                  </a:lnTo>
                  <a:lnTo>
                    <a:pt x="328449" y="123266"/>
                  </a:lnTo>
                  <a:lnTo>
                    <a:pt x="326976" y="118174"/>
                  </a:lnTo>
                  <a:lnTo>
                    <a:pt x="325343" y="113132"/>
                  </a:lnTo>
                  <a:lnTo>
                    <a:pt x="323550" y="108144"/>
                  </a:lnTo>
                  <a:lnTo>
                    <a:pt x="167149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3" name="pg443"/>
            <p:cNvSpPr/>
            <p:nvPr/>
          </p:nvSpPr>
          <p:spPr>
            <a:xfrm>
              <a:off x="2590748" y="2741208"/>
              <a:ext cx="156400" cy="59023"/>
            </a:xfrm>
            <a:custGeom>
              <a:avLst/>
              <a:pathLst>
                <a:path w="156400" h="59023">
                  <a:moveTo>
                    <a:pt x="156400" y="0"/>
                  </a:moveTo>
                  <a:lnTo>
                    <a:pt x="0" y="5902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4" name="pg444"/>
            <p:cNvSpPr/>
            <p:nvPr/>
          </p:nvSpPr>
          <p:spPr>
            <a:xfrm>
              <a:off x="2590748" y="2741208"/>
              <a:ext cx="156400" cy="59023"/>
            </a:xfrm>
            <a:custGeom>
              <a:avLst/>
              <a:pathLst>
                <a:path w="156400" h="59023">
                  <a:moveTo>
                    <a:pt x="156400" y="0"/>
                  </a:moveTo>
                  <a:lnTo>
                    <a:pt x="0" y="5902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5" name="pg445"/>
            <p:cNvSpPr/>
            <p:nvPr/>
          </p:nvSpPr>
          <p:spPr>
            <a:xfrm>
              <a:off x="2590748" y="2741208"/>
              <a:ext cx="156400" cy="59023"/>
            </a:xfrm>
            <a:custGeom>
              <a:avLst/>
              <a:pathLst>
                <a:path w="156400" h="59023">
                  <a:moveTo>
                    <a:pt x="156400" y="0"/>
                  </a:moveTo>
                  <a:lnTo>
                    <a:pt x="0" y="5902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6" name="pg446"/>
            <p:cNvSpPr/>
            <p:nvPr/>
          </p:nvSpPr>
          <p:spPr>
            <a:xfrm>
              <a:off x="2590748" y="2741208"/>
              <a:ext cx="156400" cy="59023"/>
            </a:xfrm>
            <a:custGeom>
              <a:avLst/>
              <a:pathLst>
                <a:path w="156400" h="59023">
                  <a:moveTo>
                    <a:pt x="156400" y="0"/>
                  </a:moveTo>
                  <a:lnTo>
                    <a:pt x="0" y="59023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7" name="pg447"/>
            <p:cNvSpPr/>
            <p:nvPr/>
          </p:nvSpPr>
          <p:spPr>
            <a:xfrm>
              <a:off x="2590748" y="2741208"/>
              <a:ext cx="156400" cy="59023"/>
            </a:xfrm>
            <a:custGeom>
              <a:avLst/>
              <a:pathLst>
                <a:path w="156400" h="59023">
                  <a:moveTo>
                    <a:pt x="156400" y="0"/>
                  </a:moveTo>
                  <a:lnTo>
                    <a:pt x="0" y="59023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8" name="pg448"/>
            <p:cNvSpPr/>
            <p:nvPr/>
          </p:nvSpPr>
          <p:spPr>
            <a:xfrm>
              <a:off x="2590748" y="2741208"/>
              <a:ext cx="156400" cy="59023"/>
            </a:xfrm>
            <a:custGeom>
              <a:avLst/>
              <a:pathLst>
                <a:path w="156400" h="59023">
                  <a:moveTo>
                    <a:pt x="156400" y="0"/>
                  </a:moveTo>
                  <a:lnTo>
                    <a:pt x="0" y="59023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9" name="pg449"/>
            <p:cNvSpPr/>
            <p:nvPr/>
          </p:nvSpPr>
          <p:spPr>
            <a:xfrm>
              <a:off x="2590748" y="2741208"/>
              <a:ext cx="156400" cy="59023"/>
            </a:xfrm>
            <a:custGeom>
              <a:avLst/>
              <a:pathLst>
                <a:path w="156400" h="59023">
                  <a:moveTo>
                    <a:pt x="156400" y="0"/>
                  </a:moveTo>
                  <a:lnTo>
                    <a:pt x="0" y="59023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0" name="pg450"/>
            <p:cNvSpPr/>
            <p:nvPr/>
          </p:nvSpPr>
          <p:spPr>
            <a:xfrm>
              <a:off x="2590748" y="2741208"/>
              <a:ext cx="156400" cy="59023"/>
            </a:xfrm>
            <a:custGeom>
              <a:avLst/>
              <a:pathLst>
                <a:path w="156400" h="59023">
                  <a:moveTo>
                    <a:pt x="156400" y="0"/>
                  </a:moveTo>
                  <a:lnTo>
                    <a:pt x="0" y="5902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1" name="pg451"/>
            <p:cNvSpPr/>
            <p:nvPr/>
          </p:nvSpPr>
          <p:spPr>
            <a:xfrm>
              <a:off x="2590748" y="2741208"/>
              <a:ext cx="156400" cy="59023"/>
            </a:xfrm>
            <a:custGeom>
              <a:avLst/>
              <a:pathLst>
                <a:path w="156400" h="59023">
                  <a:moveTo>
                    <a:pt x="156400" y="0"/>
                  </a:moveTo>
                  <a:lnTo>
                    <a:pt x="0" y="5902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2" name="pg452"/>
            <p:cNvSpPr/>
            <p:nvPr/>
          </p:nvSpPr>
          <p:spPr>
            <a:xfrm>
              <a:off x="2590748" y="2741208"/>
              <a:ext cx="156400" cy="59023"/>
            </a:xfrm>
            <a:custGeom>
              <a:avLst/>
              <a:pathLst>
                <a:path w="156400" h="59023">
                  <a:moveTo>
                    <a:pt x="156400" y="0"/>
                  </a:moveTo>
                  <a:lnTo>
                    <a:pt x="0" y="5902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3" name="pg453"/>
            <p:cNvSpPr/>
            <p:nvPr/>
          </p:nvSpPr>
          <p:spPr>
            <a:xfrm>
              <a:off x="2590748" y="2741208"/>
              <a:ext cx="156400" cy="59023"/>
            </a:xfrm>
            <a:custGeom>
              <a:avLst/>
              <a:pathLst>
                <a:path w="156400" h="59023">
                  <a:moveTo>
                    <a:pt x="156400" y="0"/>
                  </a:moveTo>
                  <a:lnTo>
                    <a:pt x="0" y="5902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4" name="pg454"/>
            <p:cNvSpPr/>
            <p:nvPr/>
          </p:nvSpPr>
          <p:spPr>
            <a:xfrm>
              <a:off x="2590748" y="2741208"/>
              <a:ext cx="156400" cy="59023"/>
            </a:xfrm>
            <a:custGeom>
              <a:avLst/>
              <a:pathLst>
                <a:path w="156400" h="59023">
                  <a:moveTo>
                    <a:pt x="156400" y="0"/>
                  </a:moveTo>
                  <a:lnTo>
                    <a:pt x="0" y="59023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5" name="pg455"/>
            <p:cNvSpPr/>
            <p:nvPr/>
          </p:nvSpPr>
          <p:spPr>
            <a:xfrm>
              <a:off x="2590748" y="2741208"/>
              <a:ext cx="156400" cy="59023"/>
            </a:xfrm>
            <a:custGeom>
              <a:avLst/>
              <a:pathLst>
                <a:path w="156400" h="59023">
                  <a:moveTo>
                    <a:pt x="156400" y="0"/>
                  </a:moveTo>
                  <a:lnTo>
                    <a:pt x="0" y="59023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6" name="pg456"/>
            <p:cNvSpPr/>
            <p:nvPr/>
          </p:nvSpPr>
          <p:spPr>
            <a:xfrm>
              <a:off x="2590748" y="2644146"/>
              <a:ext cx="156400" cy="156085"/>
            </a:xfrm>
            <a:custGeom>
              <a:avLst/>
              <a:pathLst>
                <a:path w="156400" h="156085">
                  <a:moveTo>
                    <a:pt x="156400" y="97062"/>
                  </a:moveTo>
                  <a:lnTo>
                    <a:pt x="154320" y="91818"/>
                  </a:lnTo>
                  <a:lnTo>
                    <a:pt x="152063" y="86647"/>
                  </a:lnTo>
                  <a:lnTo>
                    <a:pt x="149633" y="81555"/>
                  </a:lnTo>
                  <a:lnTo>
                    <a:pt x="147033" y="76548"/>
                  </a:lnTo>
                  <a:lnTo>
                    <a:pt x="144265" y="71632"/>
                  </a:lnTo>
                  <a:lnTo>
                    <a:pt x="141333" y="66812"/>
                  </a:lnTo>
                  <a:lnTo>
                    <a:pt x="138240" y="62094"/>
                  </a:lnTo>
                  <a:lnTo>
                    <a:pt x="134990" y="57482"/>
                  </a:lnTo>
                  <a:lnTo>
                    <a:pt x="131586" y="52983"/>
                  </a:lnTo>
                  <a:lnTo>
                    <a:pt x="128032" y="48602"/>
                  </a:lnTo>
                  <a:lnTo>
                    <a:pt x="124332" y="44342"/>
                  </a:lnTo>
                  <a:lnTo>
                    <a:pt x="120490" y="40211"/>
                  </a:lnTo>
                  <a:lnTo>
                    <a:pt x="116512" y="36211"/>
                  </a:lnTo>
                  <a:lnTo>
                    <a:pt x="112400" y="32347"/>
                  </a:lnTo>
                  <a:lnTo>
                    <a:pt x="108161" y="28625"/>
                  </a:lnTo>
                  <a:lnTo>
                    <a:pt x="103798" y="25048"/>
                  </a:lnTo>
                  <a:lnTo>
                    <a:pt x="99317" y="21620"/>
                  </a:lnTo>
                  <a:lnTo>
                    <a:pt x="94723" y="18345"/>
                  </a:lnTo>
                  <a:lnTo>
                    <a:pt x="90021" y="15227"/>
                  </a:lnTo>
                  <a:lnTo>
                    <a:pt x="85217" y="12269"/>
                  </a:lnTo>
                  <a:lnTo>
                    <a:pt x="80315" y="9475"/>
                  </a:lnTo>
                  <a:lnTo>
                    <a:pt x="75322" y="6849"/>
                  </a:lnTo>
                  <a:lnTo>
                    <a:pt x="70243" y="4392"/>
                  </a:lnTo>
                  <a:lnTo>
                    <a:pt x="65085" y="2108"/>
                  </a:lnTo>
                  <a:lnTo>
                    <a:pt x="59852" y="0"/>
                  </a:lnTo>
                  <a:lnTo>
                    <a:pt x="0" y="156085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7" name="pg457"/>
            <p:cNvSpPr/>
            <p:nvPr/>
          </p:nvSpPr>
          <p:spPr>
            <a:xfrm>
              <a:off x="2590748" y="2633064"/>
              <a:ext cx="59852" cy="167167"/>
            </a:xfrm>
            <a:custGeom>
              <a:avLst/>
              <a:pathLst>
                <a:path w="59852" h="167167">
                  <a:moveTo>
                    <a:pt x="59852" y="11082"/>
                  </a:moveTo>
                  <a:lnTo>
                    <a:pt x="54098" y="8995"/>
                  </a:lnTo>
                  <a:lnTo>
                    <a:pt x="48271" y="7121"/>
                  </a:lnTo>
                  <a:lnTo>
                    <a:pt x="42380" y="5461"/>
                  </a:lnTo>
                  <a:lnTo>
                    <a:pt x="36431" y="4018"/>
                  </a:lnTo>
                  <a:lnTo>
                    <a:pt x="30434" y="2793"/>
                  </a:lnTo>
                  <a:lnTo>
                    <a:pt x="24396" y="1789"/>
                  </a:lnTo>
                  <a:lnTo>
                    <a:pt x="18326" y="1007"/>
                  </a:lnTo>
                  <a:lnTo>
                    <a:pt x="12231" y="448"/>
                  </a:lnTo>
                  <a:lnTo>
                    <a:pt x="6119" y="112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8" name="pg458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9" name="pg459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0" name="pg460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1" name="pg461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2" name="pg462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3" name="pg463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4" name="pg464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5" name="pg465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6" name="pg466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7" name="pg467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8" name="pg468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9" name="pg469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0" name="pg470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1" name="pg471"/>
            <p:cNvSpPr/>
            <p:nvPr/>
          </p:nvSpPr>
          <p:spPr>
            <a:xfrm>
              <a:off x="2358822" y="3170392"/>
              <a:ext cx="334325" cy="334326"/>
            </a:xfrm>
            <a:custGeom>
              <a:avLst/>
              <a:pathLst>
                <a:path w="334325" h="334326">
                  <a:moveTo>
                    <a:pt x="167157" y="0"/>
                  </a:moveTo>
                  <a:lnTo>
                    <a:pt x="161871" y="83"/>
                  </a:lnTo>
                  <a:lnTo>
                    <a:pt x="156589" y="334"/>
                  </a:lnTo>
                  <a:lnTo>
                    <a:pt x="151318" y="752"/>
                  </a:lnTo>
                  <a:lnTo>
                    <a:pt x="146063" y="1336"/>
                  </a:lnTo>
                  <a:lnTo>
                    <a:pt x="140829" y="2086"/>
                  </a:lnTo>
                  <a:lnTo>
                    <a:pt x="135622" y="3001"/>
                  </a:lnTo>
                  <a:lnTo>
                    <a:pt x="130446" y="4080"/>
                  </a:lnTo>
                  <a:lnTo>
                    <a:pt x="125306" y="5323"/>
                  </a:lnTo>
                  <a:lnTo>
                    <a:pt x="120209" y="6728"/>
                  </a:lnTo>
                  <a:lnTo>
                    <a:pt x="115159" y="8293"/>
                  </a:lnTo>
                  <a:lnTo>
                    <a:pt x="110160" y="10016"/>
                  </a:lnTo>
                  <a:lnTo>
                    <a:pt x="105219" y="11898"/>
                  </a:lnTo>
                  <a:lnTo>
                    <a:pt x="100339" y="13934"/>
                  </a:lnTo>
                  <a:lnTo>
                    <a:pt x="95527" y="16124"/>
                  </a:lnTo>
                  <a:lnTo>
                    <a:pt x="90786" y="18465"/>
                  </a:lnTo>
                  <a:lnTo>
                    <a:pt x="86121" y="20954"/>
                  </a:lnTo>
                  <a:lnTo>
                    <a:pt x="81538" y="23590"/>
                  </a:lnTo>
                  <a:lnTo>
                    <a:pt x="77040" y="26370"/>
                  </a:lnTo>
                  <a:lnTo>
                    <a:pt x="72632" y="29290"/>
                  </a:lnTo>
                  <a:lnTo>
                    <a:pt x="68319" y="32349"/>
                  </a:lnTo>
                  <a:lnTo>
                    <a:pt x="64105" y="35542"/>
                  </a:lnTo>
                  <a:lnTo>
                    <a:pt x="59994" y="38867"/>
                  </a:lnTo>
                  <a:lnTo>
                    <a:pt x="55990" y="42320"/>
                  </a:lnTo>
                  <a:lnTo>
                    <a:pt x="52097" y="45898"/>
                  </a:lnTo>
                  <a:lnTo>
                    <a:pt x="48319" y="49598"/>
                  </a:lnTo>
                  <a:lnTo>
                    <a:pt x="44661" y="53415"/>
                  </a:lnTo>
                  <a:lnTo>
                    <a:pt x="41125" y="57346"/>
                  </a:lnTo>
                  <a:lnTo>
                    <a:pt x="37714" y="61387"/>
                  </a:lnTo>
                  <a:lnTo>
                    <a:pt x="34434" y="65533"/>
                  </a:lnTo>
                  <a:lnTo>
                    <a:pt x="31286" y="69781"/>
                  </a:lnTo>
                  <a:lnTo>
                    <a:pt x="28274" y="74127"/>
                  </a:lnTo>
                  <a:lnTo>
                    <a:pt x="25401" y="78566"/>
                  </a:lnTo>
                  <a:lnTo>
                    <a:pt x="22670" y="83093"/>
                  </a:lnTo>
                  <a:lnTo>
                    <a:pt x="20083" y="87705"/>
                  </a:lnTo>
                  <a:lnTo>
                    <a:pt x="17644" y="92396"/>
                  </a:lnTo>
                  <a:lnTo>
                    <a:pt x="15354" y="97162"/>
                  </a:lnTo>
                  <a:lnTo>
                    <a:pt x="13216" y="101997"/>
                  </a:lnTo>
                  <a:lnTo>
                    <a:pt x="11232" y="106898"/>
                  </a:lnTo>
                  <a:lnTo>
                    <a:pt x="9404" y="111860"/>
                  </a:lnTo>
                  <a:lnTo>
                    <a:pt x="7734" y="116876"/>
                  </a:lnTo>
                  <a:lnTo>
                    <a:pt x="6223" y="121943"/>
                  </a:lnTo>
                  <a:lnTo>
                    <a:pt x="4874" y="127056"/>
                  </a:lnTo>
                  <a:lnTo>
                    <a:pt x="3686" y="132208"/>
                  </a:lnTo>
                  <a:lnTo>
                    <a:pt x="2662" y="137395"/>
                  </a:lnTo>
                  <a:lnTo>
                    <a:pt x="1803" y="142612"/>
                  </a:lnTo>
                  <a:lnTo>
                    <a:pt x="1109" y="147854"/>
                  </a:lnTo>
                  <a:lnTo>
                    <a:pt x="582" y="153115"/>
                  </a:lnTo>
                  <a:lnTo>
                    <a:pt x="220" y="158390"/>
                  </a:lnTo>
                  <a:lnTo>
                    <a:pt x="26" y="163674"/>
                  </a:lnTo>
                  <a:lnTo>
                    <a:pt x="0" y="168961"/>
                  </a:lnTo>
                  <a:lnTo>
                    <a:pt x="140" y="174247"/>
                  </a:lnTo>
                  <a:lnTo>
                    <a:pt x="447" y="179525"/>
                  </a:lnTo>
                  <a:lnTo>
                    <a:pt x="922" y="184791"/>
                  </a:lnTo>
                  <a:lnTo>
                    <a:pt x="1562" y="190040"/>
                  </a:lnTo>
                  <a:lnTo>
                    <a:pt x="2368" y="195265"/>
                  </a:lnTo>
                  <a:lnTo>
                    <a:pt x="3339" y="200463"/>
                  </a:lnTo>
                  <a:lnTo>
                    <a:pt x="4474" y="205627"/>
                  </a:lnTo>
                  <a:lnTo>
                    <a:pt x="5772" y="210752"/>
                  </a:lnTo>
                  <a:lnTo>
                    <a:pt x="7231" y="215835"/>
                  </a:lnTo>
                  <a:lnTo>
                    <a:pt x="8850" y="220868"/>
                  </a:lnTo>
                  <a:lnTo>
                    <a:pt x="10628" y="225848"/>
                  </a:lnTo>
                  <a:lnTo>
                    <a:pt x="12562" y="230769"/>
                  </a:lnTo>
                  <a:lnTo>
                    <a:pt x="14650" y="235626"/>
                  </a:lnTo>
                  <a:lnTo>
                    <a:pt x="16892" y="240415"/>
                  </a:lnTo>
                  <a:lnTo>
                    <a:pt x="19283" y="245130"/>
                  </a:lnTo>
                  <a:lnTo>
                    <a:pt x="21823" y="249768"/>
                  </a:lnTo>
                  <a:lnTo>
                    <a:pt x="24508" y="254323"/>
                  </a:lnTo>
                  <a:lnTo>
                    <a:pt x="27336" y="258790"/>
                  </a:lnTo>
                  <a:lnTo>
                    <a:pt x="30303" y="263167"/>
                  </a:lnTo>
                  <a:lnTo>
                    <a:pt x="33408" y="267447"/>
                  </a:lnTo>
                  <a:lnTo>
                    <a:pt x="36646" y="271626"/>
                  </a:lnTo>
                  <a:lnTo>
                    <a:pt x="40015" y="275701"/>
                  </a:lnTo>
                  <a:lnTo>
                    <a:pt x="43511" y="279668"/>
                  </a:lnTo>
                  <a:lnTo>
                    <a:pt x="47131" y="283522"/>
                  </a:lnTo>
                  <a:lnTo>
                    <a:pt x="50870" y="287260"/>
                  </a:lnTo>
                  <a:lnTo>
                    <a:pt x="54727" y="290877"/>
                  </a:lnTo>
                  <a:lnTo>
                    <a:pt x="58695" y="294371"/>
                  </a:lnTo>
                  <a:lnTo>
                    <a:pt x="62772" y="297738"/>
                  </a:lnTo>
                  <a:lnTo>
                    <a:pt x="66954" y="300974"/>
                  </a:lnTo>
                  <a:lnTo>
                    <a:pt x="71236" y="304076"/>
                  </a:lnTo>
                  <a:lnTo>
                    <a:pt x="75613" y="307041"/>
                  </a:lnTo>
                  <a:lnTo>
                    <a:pt x="80083" y="309866"/>
                  </a:lnTo>
                  <a:lnTo>
                    <a:pt x="84639" y="312548"/>
                  </a:lnTo>
                  <a:lnTo>
                    <a:pt x="89278" y="315085"/>
                  </a:lnTo>
                  <a:lnTo>
                    <a:pt x="93995" y="317474"/>
                  </a:lnTo>
                  <a:lnTo>
                    <a:pt x="98785" y="319713"/>
                  </a:lnTo>
                  <a:lnTo>
                    <a:pt x="103644" y="321799"/>
                  </a:lnTo>
                  <a:lnTo>
                    <a:pt x="108566" y="323730"/>
                  </a:lnTo>
                  <a:lnTo>
                    <a:pt x="113547" y="325505"/>
                  </a:lnTo>
                  <a:lnTo>
                    <a:pt x="118581" y="327121"/>
                  </a:lnTo>
                  <a:lnTo>
                    <a:pt x="123664" y="328577"/>
                  </a:lnTo>
                  <a:lnTo>
                    <a:pt x="128790" y="329872"/>
                  </a:lnTo>
                  <a:lnTo>
                    <a:pt x="133955" y="331004"/>
                  </a:lnTo>
                  <a:lnTo>
                    <a:pt x="139153" y="331972"/>
                  </a:lnTo>
                  <a:lnTo>
                    <a:pt x="144379" y="332775"/>
                  </a:lnTo>
                  <a:lnTo>
                    <a:pt x="149628" y="333413"/>
                  </a:lnTo>
                  <a:lnTo>
                    <a:pt x="154894" y="333884"/>
                  </a:lnTo>
                  <a:lnTo>
                    <a:pt x="160173" y="334188"/>
                  </a:lnTo>
                  <a:lnTo>
                    <a:pt x="165458" y="334326"/>
                  </a:lnTo>
                  <a:lnTo>
                    <a:pt x="170746" y="334296"/>
                  </a:lnTo>
                  <a:lnTo>
                    <a:pt x="176029" y="334099"/>
                  </a:lnTo>
                  <a:lnTo>
                    <a:pt x="181304" y="333735"/>
                  </a:lnTo>
                  <a:lnTo>
                    <a:pt x="186565" y="333204"/>
                  </a:lnTo>
                  <a:lnTo>
                    <a:pt x="191806" y="332507"/>
                  </a:lnTo>
                  <a:lnTo>
                    <a:pt x="197023" y="331645"/>
                  </a:lnTo>
                  <a:lnTo>
                    <a:pt x="202209" y="330618"/>
                  </a:lnTo>
                  <a:lnTo>
                    <a:pt x="207361" y="329428"/>
                  </a:lnTo>
                  <a:lnTo>
                    <a:pt x="212473" y="328075"/>
                  </a:lnTo>
                  <a:lnTo>
                    <a:pt x="217539" y="326562"/>
                  </a:lnTo>
                  <a:lnTo>
                    <a:pt x="222554" y="324889"/>
                  </a:lnTo>
                  <a:lnTo>
                    <a:pt x="227515" y="323058"/>
                  </a:lnTo>
                  <a:lnTo>
                    <a:pt x="232415" y="321071"/>
                  </a:lnTo>
                  <a:lnTo>
                    <a:pt x="237249" y="318930"/>
                  </a:lnTo>
                  <a:lnTo>
                    <a:pt x="242014" y="316638"/>
                  </a:lnTo>
                  <a:lnTo>
                    <a:pt x="246703" y="314195"/>
                  </a:lnTo>
                  <a:lnTo>
                    <a:pt x="251313" y="311606"/>
                  </a:lnTo>
                  <a:lnTo>
                    <a:pt x="255839" y="308873"/>
                  </a:lnTo>
                  <a:lnTo>
                    <a:pt x="260276" y="305997"/>
                  </a:lnTo>
                  <a:lnTo>
                    <a:pt x="264620" y="302983"/>
                  </a:lnTo>
                  <a:lnTo>
                    <a:pt x="268867" y="299832"/>
                  </a:lnTo>
                  <a:lnTo>
                    <a:pt x="273011" y="296550"/>
                  </a:lnTo>
                  <a:lnTo>
                    <a:pt x="277050" y="293137"/>
                  </a:lnTo>
                  <a:lnTo>
                    <a:pt x="280979" y="289599"/>
                  </a:lnTo>
                  <a:lnTo>
                    <a:pt x="284794" y="285938"/>
                  </a:lnTo>
                  <a:lnTo>
                    <a:pt x="288491" y="282158"/>
                  </a:lnTo>
                  <a:lnTo>
                    <a:pt x="292067" y="278263"/>
                  </a:lnTo>
                  <a:lnTo>
                    <a:pt x="295518" y="274257"/>
                  </a:lnTo>
                  <a:lnTo>
                    <a:pt x="298841" y="270144"/>
                  </a:lnTo>
                  <a:lnTo>
                    <a:pt x="302032" y="265928"/>
                  </a:lnTo>
                  <a:lnTo>
                    <a:pt x="305088" y="261614"/>
                  </a:lnTo>
                  <a:lnTo>
                    <a:pt x="308006" y="257204"/>
                  </a:lnTo>
                  <a:lnTo>
                    <a:pt x="310783" y="252705"/>
                  </a:lnTo>
                  <a:lnTo>
                    <a:pt x="313416" y="248120"/>
                  </a:lnTo>
                  <a:lnTo>
                    <a:pt x="315903" y="243454"/>
                  </a:lnTo>
                  <a:lnTo>
                    <a:pt x="318241" y="238712"/>
                  </a:lnTo>
                  <a:lnTo>
                    <a:pt x="320428" y="233898"/>
                  </a:lnTo>
                  <a:lnTo>
                    <a:pt x="322462" y="229017"/>
                  </a:lnTo>
                  <a:lnTo>
                    <a:pt x="324340" y="224075"/>
                  </a:lnTo>
                  <a:lnTo>
                    <a:pt x="326061" y="219075"/>
                  </a:lnTo>
                  <a:lnTo>
                    <a:pt x="327623" y="214024"/>
                  </a:lnTo>
                  <a:lnTo>
                    <a:pt x="329025" y="208926"/>
                  </a:lnTo>
                  <a:lnTo>
                    <a:pt x="330265" y="203786"/>
                  </a:lnTo>
                  <a:lnTo>
                    <a:pt x="331341" y="198609"/>
                  </a:lnTo>
                  <a:lnTo>
                    <a:pt x="332253" y="193401"/>
                  </a:lnTo>
                  <a:lnTo>
                    <a:pt x="333001" y="188167"/>
                  </a:lnTo>
                  <a:lnTo>
                    <a:pt x="333582" y="182911"/>
                  </a:lnTo>
                  <a:lnTo>
                    <a:pt x="333996" y="177640"/>
                  </a:lnTo>
                  <a:lnTo>
                    <a:pt x="334244" y="172358"/>
                  </a:lnTo>
                  <a:lnTo>
                    <a:pt x="334325" y="167072"/>
                  </a:lnTo>
                  <a:lnTo>
                    <a:pt x="334238" y="161785"/>
                  </a:lnTo>
                  <a:lnTo>
                    <a:pt x="333984" y="156504"/>
                  </a:lnTo>
                  <a:lnTo>
                    <a:pt x="333564" y="151233"/>
                  </a:lnTo>
                  <a:lnTo>
                    <a:pt x="332976" y="145978"/>
                  </a:lnTo>
                  <a:lnTo>
                    <a:pt x="332223" y="140745"/>
                  </a:lnTo>
                  <a:lnTo>
                    <a:pt x="331305" y="135538"/>
                  </a:lnTo>
                  <a:lnTo>
                    <a:pt x="330223" y="130362"/>
                  </a:lnTo>
                  <a:lnTo>
                    <a:pt x="328977" y="125224"/>
                  </a:lnTo>
                  <a:lnTo>
                    <a:pt x="327570" y="120127"/>
                  </a:lnTo>
                  <a:lnTo>
                    <a:pt x="326002" y="115078"/>
                  </a:lnTo>
                  <a:lnTo>
                    <a:pt x="324275" y="110080"/>
                  </a:lnTo>
                  <a:lnTo>
                    <a:pt x="322391" y="105140"/>
                  </a:lnTo>
                  <a:lnTo>
                    <a:pt x="320352" y="100262"/>
                  </a:lnTo>
                  <a:lnTo>
                    <a:pt x="318160" y="95450"/>
                  </a:lnTo>
                  <a:lnTo>
                    <a:pt x="315816" y="90711"/>
                  </a:lnTo>
                  <a:lnTo>
                    <a:pt x="313324" y="86047"/>
                  </a:lnTo>
                  <a:lnTo>
                    <a:pt x="310685" y="81465"/>
                  </a:lnTo>
                  <a:lnTo>
                    <a:pt x="307903" y="76969"/>
                  </a:lnTo>
                  <a:lnTo>
                    <a:pt x="304980" y="72563"/>
                  </a:lnTo>
                  <a:lnTo>
                    <a:pt x="301919" y="68252"/>
                  </a:lnTo>
                  <a:lnTo>
                    <a:pt x="298724" y="64039"/>
                  </a:lnTo>
                  <a:lnTo>
                    <a:pt x="295396" y="59930"/>
                  </a:lnTo>
                  <a:lnTo>
                    <a:pt x="291941" y="55928"/>
                  </a:lnTo>
                  <a:lnTo>
                    <a:pt x="288360" y="52038"/>
                  </a:lnTo>
                  <a:lnTo>
                    <a:pt x="284659" y="48262"/>
                  </a:lnTo>
                  <a:lnTo>
                    <a:pt x="280840" y="44606"/>
                  </a:lnTo>
                  <a:lnTo>
                    <a:pt x="276907" y="41072"/>
                  </a:lnTo>
                  <a:lnTo>
                    <a:pt x="272864" y="37664"/>
                  </a:lnTo>
                  <a:lnTo>
                    <a:pt x="167157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2" name="pg472"/>
            <p:cNvSpPr/>
            <p:nvPr/>
          </p:nvSpPr>
          <p:spPr>
            <a:xfrm>
              <a:off x="2525980" y="3208056"/>
              <a:ext cx="105706" cy="129503"/>
            </a:xfrm>
            <a:custGeom>
              <a:avLst/>
              <a:pathLst>
                <a:path w="105706" h="129503">
                  <a:moveTo>
                    <a:pt x="105706" y="0"/>
                  </a:moveTo>
                  <a:lnTo>
                    <a:pt x="0" y="12950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3" name="pg473"/>
            <p:cNvSpPr/>
            <p:nvPr/>
          </p:nvSpPr>
          <p:spPr>
            <a:xfrm>
              <a:off x="2525980" y="3208056"/>
              <a:ext cx="105706" cy="129503"/>
            </a:xfrm>
            <a:custGeom>
              <a:avLst/>
              <a:pathLst>
                <a:path w="105706" h="129503">
                  <a:moveTo>
                    <a:pt x="105706" y="0"/>
                  </a:moveTo>
                  <a:lnTo>
                    <a:pt x="0" y="12950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4" name="pg474"/>
            <p:cNvSpPr/>
            <p:nvPr/>
          </p:nvSpPr>
          <p:spPr>
            <a:xfrm>
              <a:off x="2525980" y="3208056"/>
              <a:ext cx="105706" cy="129503"/>
            </a:xfrm>
            <a:custGeom>
              <a:avLst/>
              <a:pathLst>
                <a:path w="105706" h="129503">
                  <a:moveTo>
                    <a:pt x="105706" y="0"/>
                  </a:moveTo>
                  <a:lnTo>
                    <a:pt x="0" y="129503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5" name="pg475"/>
            <p:cNvSpPr/>
            <p:nvPr/>
          </p:nvSpPr>
          <p:spPr>
            <a:xfrm>
              <a:off x="2525980" y="3208056"/>
              <a:ext cx="105706" cy="129503"/>
            </a:xfrm>
            <a:custGeom>
              <a:avLst/>
              <a:pathLst>
                <a:path w="105706" h="129503">
                  <a:moveTo>
                    <a:pt x="105706" y="0"/>
                  </a:moveTo>
                  <a:lnTo>
                    <a:pt x="0" y="129503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6" name="pg476"/>
            <p:cNvSpPr/>
            <p:nvPr/>
          </p:nvSpPr>
          <p:spPr>
            <a:xfrm>
              <a:off x="2525980" y="3208056"/>
              <a:ext cx="105706" cy="129503"/>
            </a:xfrm>
            <a:custGeom>
              <a:avLst/>
              <a:pathLst>
                <a:path w="105706" h="129503">
                  <a:moveTo>
                    <a:pt x="105706" y="0"/>
                  </a:moveTo>
                  <a:lnTo>
                    <a:pt x="0" y="129503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7" name="pg477"/>
            <p:cNvSpPr/>
            <p:nvPr/>
          </p:nvSpPr>
          <p:spPr>
            <a:xfrm>
              <a:off x="2525980" y="3208056"/>
              <a:ext cx="105706" cy="129503"/>
            </a:xfrm>
            <a:custGeom>
              <a:avLst/>
              <a:pathLst>
                <a:path w="105706" h="129503">
                  <a:moveTo>
                    <a:pt x="105706" y="0"/>
                  </a:moveTo>
                  <a:lnTo>
                    <a:pt x="0" y="129503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8" name="pg478"/>
            <p:cNvSpPr/>
            <p:nvPr/>
          </p:nvSpPr>
          <p:spPr>
            <a:xfrm>
              <a:off x="2525980" y="3208056"/>
              <a:ext cx="105706" cy="129503"/>
            </a:xfrm>
            <a:custGeom>
              <a:avLst/>
              <a:pathLst>
                <a:path w="105706" h="129503">
                  <a:moveTo>
                    <a:pt x="105706" y="0"/>
                  </a:moveTo>
                  <a:lnTo>
                    <a:pt x="0" y="12950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9" name="pg479"/>
            <p:cNvSpPr/>
            <p:nvPr/>
          </p:nvSpPr>
          <p:spPr>
            <a:xfrm>
              <a:off x="2525980" y="3208056"/>
              <a:ext cx="105706" cy="129503"/>
            </a:xfrm>
            <a:custGeom>
              <a:avLst/>
              <a:pathLst>
                <a:path w="105706" h="129503">
                  <a:moveTo>
                    <a:pt x="105706" y="0"/>
                  </a:moveTo>
                  <a:lnTo>
                    <a:pt x="0" y="12950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0" name="pg480"/>
            <p:cNvSpPr/>
            <p:nvPr/>
          </p:nvSpPr>
          <p:spPr>
            <a:xfrm>
              <a:off x="2525980" y="3208056"/>
              <a:ext cx="105706" cy="129503"/>
            </a:xfrm>
            <a:custGeom>
              <a:avLst/>
              <a:pathLst>
                <a:path w="105706" h="129503">
                  <a:moveTo>
                    <a:pt x="105706" y="0"/>
                  </a:moveTo>
                  <a:lnTo>
                    <a:pt x="0" y="12950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1" name="pg481"/>
            <p:cNvSpPr/>
            <p:nvPr/>
          </p:nvSpPr>
          <p:spPr>
            <a:xfrm>
              <a:off x="2525980" y="3208056"/>
              <a:ext cx="105706" cy="129503"/>
            </a:xfrm>
            <a:custGeom>
              <a:avLst/>
              <a:pathLst>
                <a:path w="105706" h="129503">
                  <a:moveTo>
                    <a:pt x="105706" y="0"/>
                  </a:moveTo>
                  <a:lnTo>
                    <a:pt x="0" y="12950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2" name="pg482"/>
            <p:cNvSpPr/>
            <p:nvPr/>
          </p:nvSpPr>
          <p:spPr>
            <a:xfrm>
              <a:off x="2525980" y="3208056"/>
              <a:ext cx="105706" cy="129503"/>
            </a:xfrm>
            <a:custGeom>
              <a:avLst/>
              <a:pathLst>
                <a:path w="105706" h="129503">
                  <a:moveTo>
                    <a:pt x="105706" y="0"/>
                  </a:moveTo>
                  <a:lnTo>
                    <a:pt x="0" y="129503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3" name="pg483"/>
            <p:cNvSpPr/>
            <p:nvPr/>
          </p:nvSpPr>
          <p:spPr>
            <a:xfrm>
              <a:off x="2525980" y="3208056"/>
              <a:ext cx="105706" cy="129503"/>
            </a:xfrm>
            <a:custGeom>
              <a:avLst/>
              <a:pathLst>
                <a:path w="105706" h="129503">
                  <a:moveTo>
                    <a:pt x="105706" y="0"/>
                  </a:moveTo>
                  <a:lnTo>
                    <a:pt x="0" y="129503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4" name="pg484"/>
            <p:cNvSpPr/>
            <p:nvPr/>
          </p:nvSpPr>
          <p:spPr>
            <a:xfrm>
              <a:off x="2525980" y="3201078"/>
              <a:ext cx="105706" cy="136481"/>
            </a:xfrm>
            <a:custGeom>
              <a:avLst/>
              <a:pathLst>
                <a:path w="105706" h="136481">
                  <a:moveTo>
                    <a:pt x="105706" y="6978"/>
                  </a:moveTo>
                  <a:lnTo>
                    <a:pt x="96528" y="0"/>
                  </a:lnTo>
                  <a:lnTo>
                    <a:pt x="0" y="136481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5" name="pg485"/>
            <p:cNvSpPr/>
            <p:nvPr/>
          </p:nvSpPr>
          <p:spPr>
            <a:xfrm>
              <a:off x="2525980" y="3170392"/>
              <a:ext cx="96528" cy="167167"/>
            </a:xfrm>
            <a:custGeom>
              <a:avLst/>
              <a:pathLst>
                <a:path w="96528" h="167167">
                  <a:moveTo>
                    <a:pt x="96528" y="30685"/>
                  </a:moveTo>
                  <a:lnTo>
                    <a:pt x="91805" y="27464"/>
                  </a:lnTo>
                  <a:lnTo>
                    <a:pt x="86974" y="24407"/>
                  </a:lnTo>
                  <a:lnTo>
                    <a:pt x="82042" y="21517"/>
                  </a:lnTo>
                  <a:lnTo>
                    <a:pt x="77014" y="18797"/>
                  </a:lnTo>
                  <a:lnTo>
                    <a:pt x="71896" y="16250"/>
                  </a:lnTo>
                  <a:lnTo>
                    <a:pt x="66694" y="13880"/>
                  </a:lnTo>
                  <a:lnTo>
                    <a:pt x="61413" y="11689"/>
                  </a:lnTo>
                  <a:lnTo>
                    <a:pt x="56061" y="9680"/>
                  </a:lnTo>
                  <a:lnTo>
                    <a:pt x="50644" y="7856"/>
                  </a:lnTo>
                  <a:lnTo>
                    <a:pt x="45167" y="6217"/>
                  </a:lnTo>
                  <a:lnTo>
                    <a:pt x="39637" y="4767"/>
                  </a:lnTo>
                  <a:lnTo>
                    <a:pt x="34061" y="3506"/>
                  </a:lnTo>
                  <a:lnTo>
                    <a:pt x="28445" y="2437"/>
                  </a:lnTo>
                  <a:lnTo>
                    <a:pt x="22796" y="1561"/>
                  </a:lnTo>
                  <a:lnTo>
                    <a:pt x="17120" y="879"/>
                  </a:lnTo>
                  <a:lnTo>
                    <a:pt x="11425" y="390"/>
                  </a:lnTo>
                  <a:lnTo>
                    <a:pt x="5715" y="97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6" name="pg486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7" name="pg487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8" name="pg488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9" name="pg489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0" name="pg490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1" name="pg491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2" name="pg492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3" name="pg493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4" name="pg494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5" name="pg495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6" name="pg496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7" name="pg497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8" name="pg498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9" name="pg499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0" name="pg500"/>
            <p:cNvSpPr/>
            <p:nvPr/>
          </p:nvSpPr>
          <p:spPr>
            <a:xfrm>
              <a:off x="2423594" y="3707720"/>
              <a:ext cx="334316" cy="334331"/>
            </a:xfrm>
            <a:custGeom>
              <a:avLst/>
              <a:pathLst>
                <a:path w="334316" h="334331">
                  <a:moveTo>
                    <a:pt x="167153" y="0"/>
                  </a:moveTo>
                  <a:lnTo>
                    <a:pt x="161859" y="83"/>
                  </a:lnTo>
                  <a:lnTo>
                    <a:pt x="156570" y="335"/>
                  </a:lnTo>
                  <a:lnTo>
                    <a:pt x="151292" y="754"/>
                  </a:lnTo>
                  <a:lnTo>
                    <a:pt x="146030" y="1339"/>
                  </a:lnTo>
                  <a:lnTo>
                    <a:pt x="140789" y="2091"/>
                  </a:lnTo>
                  <a:lnTo>
                    <a:pt x="135575" y="3009"/>
                  </a:lnTo>
                  <a:lnTo>
                    <a:pt x="130392" y="4092"/>
                  </a:lnTo>
                  <a:lnTo>
                    <a:pt x="125246" y="5337"/>
                  </a:lnTo>
                  <a:lnTo>
                    <a:pt x="120142" y="6746"/>
                  </a:lnTo>
                  <a:lnTo>
                    <a:pt x="115086" y="8315"/>
                  </a:lnTo>
                  <a:lnTo>
                    <a:pt x="110081" y="10044"/>
                  </a:lnTo>
                  <a:lnTo>
                    <a:pt x="105134" y="11930"/>
                  </a:lnTo>
                  <a:lnTo>
                    <a:pt x="100249" y="13972"/>
                  </a:lnTo>
                  <a:lnTo>
                    <a:pt x="95431" y="16167"/>
                  </a:lnTo>
                  <a:lnTo>
                    <a:pt x="90685" y="18514"/>
                  </a:lnTo>
                  <a:lnTo>
                    <a:pt x="86016" y="21010"/>
                  </a:lnTo>
                  <a:lnTo>
                    <a:pt x="81428" y="23653"/>
                  </a:lnTo>
                  <a:lnTo>
                    <a:pt x="76926" y="26440"/>
                  </a:lnTo>
                  <a:lnTo>
                    <a:pt x="72515" y="29368"/>
                  </a:lnTo>
                  <a:lnTo>
                    <a:pt x="68198" y="32434"/>
                  </a:lnTo>
                  <a:lnTo>
                    <a:pt x="63981" y="35635"/>
                  </a:lnTo>
                  <a:lnTo>
                    <a:pt x="59868" y="38969"/>
                  </a:lnTo>
                  <a:lnTo>
                    <a:pt x="55862" y="42431"/>
                  </a:lnTo>
                  <a:lnTo>
                    <a:pt x="51967" y="46018"/>
                  </a:lnTo>
                  <a:lnTo>
                    <a:pt x="48188" y="49726"/>
                  </a:lnTo>
                  <a:lnTo>
                    <a:pt x="44529" y="53552"/>
                  </a:lnTo>
                  <a:lnTo>
                    <a:pt x="40992" y="57493"/>
                  </a:lnTo>
                  <a:lnTo>
                    <a:pt x="37582" y="61543"/>
                  </a:lnTo>
                  <a:lnTo>
                    <a:pt x="34302" y="65699"/>
                  </a:lnTo>
                  <a:lnTo>
                    <a:pt x="31156" y="69957"/>
                  </a:lnTo>
                  <a:lnTo>
                    <a:pt x="28146" y="74313"/>
                  </a:lnTo>
                  <a:lnTo>
                    <a:pt x="25275" y="78762"/>
                  </a:lnTo>
                  <a:lnTo>
                    <a:pt x="22546" y="83299"/>
                  </a:lnTo>
                  <a:lnTo>
                    <a:pt x="19963" y="87921"/>
                  </a:lnTo>
                  <a:lnTo>
                    <a:pt x="17527" y="92622"/>
                  </a:lnTo>
                  <a:lnTo>
                    <a:pt x="15241" y="97398"/>
                  </a:lnTo>
                  <a:lnTo>
                    <a:pt x="13108" y="102243"/>
                  </a:lnTo>
                  <a:lnTo>
                    <a:pt x="11129" y="107154"/>
                  </a:lnTo>
                  <a:lnTo>
                    <a:pt x="9307" y="112125"/>
                  </a:lnTo>
                  <a:lnTo>
                    <a:pt x="7643" y="117152"/>
                  </a:lnTo>
                  <a:lnTo>
                    <a:pt x="6139" y="122228"/>
                  </a:lnTo>
                  <a:lnTo>
                    <a:pt x="4797" y="127350"/>
                  </a:lnTo>
                  <a:lnTo>
                    <a:pt x="3617" y="132511"/>
                  </a:lnTo>
                  <a:lnTo>
                    <a:pt x="2602" y="137708"/>
                  </a:lnTo>
                  <a:lnTo>
                    <a:pt x="1751" y="142934"/>
                  </a:lnTo>
                  <a:lnTo>
                    <a:pt x="1067" y="148184"/>
                  </a:lnTo>
                  <a:lnTo>
                    <a:pt x="549" y="153453"/>
                  </a:lnTo>
                  <a:lnTo>
                    <a:pt x="198" y="158736"/>
                  </a:lnTo>
                  <a:lnTo>
                    <a:pt x="15" y="164027"/>
                  </a:lnTo>
                  <a:lnTo>
                    <a:pt x="0" y="169322"/>
                  </a:lnTo>
                  <a:lnTo>
                    <a:pt x="152" y="174614"/>
                  </a:lnTo>
                  <a:lnTo>
                    <a:pt x="471" y="179899"/>
                  </a:lnTo>
                  <a:lnTo>
                    <a:pt x="958" y="185172"/>
                  </a:lnTo>
                  <a:lnTo>
                    <a:pt x="1612" y="190426"/>
                  </a:lnTo>
                  <a:lnTo>
                    <a:pt x="2431" y="195656"/>
                  </a:lnTo>
                  <a:lnTo>
                    <a:pt x="3416" y="200859"/>
                  </a:lnTo>
                  <a:lnTo>
                    <a:pt x="4565" y="206027"/>
                  </a:lnTo>
                  <a:lnTo>
                    <a:pt x="5877" y="211156"/>
                  </a:lnTo>
                  <a:lnTo>
                    <a:pt x="7351" y="216242"/>
                  </a:lnTo>
                  <a:lnTo>
                    <a:pt x="8986" y="221278"/>
                  </a:lnTo>
                  <a:lnTo>
                    <a:pt x="10778" y="226260"/>
                  </a:lnTo>
                  <a:lnTo>
                    <a:pt x="12728" y="231182"/>
                  </a:lnTo>
                  <a:lnTo>
                    <a:pt x="14833" y="236040"/>
                  </a:lnTo>
                  <a:lnTo>
                    <a:pt x="17090" y="240830"/>
                  </a:lnTo>
                  <a:lnTo>
                    <a:pt x="19499" y="245545"/>
                  </a:lnTo>
                  <a:lnTo>
                    <a:pt x="22055" y="250182"/>
                  </a:lnTo>
                  <a:lnTo>
                    <a:pt x="24756" y="254735"/>
                  </a:lnTo>
                  <a:lnTo>
                    <a:pt x="27601" y="259200"/>
                  </a:lnTo>
                  <a:lnTo>
                    <a:pt x="30586" y="263574"/>
                  </a:lnTo>
                  <a:lnTo>
                    <a:pt x="33707" y="267850"/>
                  </a:lnTo>
                  <a:lnTo>
                    <a:pt x="36963" y="272026"/>
                  </a:lnTo>
                  <a:lnTo>
                    <a:pt x="40349" y="276096"/>
                  </a:lnTo>
                  <a:lnTo>
                    <a:pt x="43862" y="280057"/>
                  </a:lnTo>
                  <a:lnTo>
                    <a:pt x="47499" y="283905"/>
                  </a:lnTo>
                  <a:lnTo>
                    <a:pt x="51256" y="287636"/>
                  </a:lnTo>
                  <a:lnTo>
                    <a:pt x="55129" y="291246"/>
                  </a:lnTo>
                  <a:lnTo>
                    <a:pt x="59114" y="294731"/>
                  </a:lnTo>
                  <a:lnTo>
                    <a:pt x="63208" y="298088"/>
                  </a:lnTo>
                  <a:lnTo>
                    <a:pt x="67407" y="301315"/>
                  </a:lnTo>
                  <a:lnTo>
                    <a:pt x="71705" y="304406"/>
                  </a:lnTo>
                  <a:lnTo>
                    <a:pt x="76099" y="307360"/>
                  </a:lnTo>
                  <a:lnTo>
                    <a:pt x="80584" y="310173"/>
                  </a:lnTo>
                  <a:lnTo>
                    <a:pt x="85156" y="312843"/>
                  </a:lnTo>
                  <a:lnTo>
                    <a:pt x="89811" y="315367"/>
                  </a:lnTo>
                  <a:lnTo>
                    <a:pt x="94543" y="317742"/>
                  </a:lnTo>
                  <a:lnTo>
                    <a:pt x="99348" y="319966"/>
                  </a:lnTo>
                  <a:lnTo>
                    <a:pt x="104221" y="322036"/>
                  </a:lnTo>
                  <a:lnTo>
                    <a:pt x="109157" y="323951"/>
                  </a:lnTo>
                  <a:lnTo>
                    <a:pt x="114151" y="325709"/>
                  </a:lnTo>
                  <a:lnTo>
                    <a:pt x="119198" y="327308"/>
                  </a:lnTo>
                  <a:lnTo>
                    <a:pt x="124294" y="328747"/>
                  </a:lnTo>
                  <a:lnTo>
                    <a:pt x="129432" y="330023"/>
                  </a:lnTo>
                  <a:lnTo>
                    <a:pt x="134609" y="331136"/>
                  </a:lnTo>
                  <a:lnTo>
                    <a:pt x="139818" y="332084"/>
                  </a:lnTo>
                  <a:lnTo>
                    <a:pt x="145054" y="332867"/>
                  </a:lnTo>
                  <a:lnTo>
                    <a:pt x="150313" y="333484"/>
                  </a:lnTo>
                  <a:lnTo>
                    <a:pt x="155588" y="333934"/>
                  </a:lnTo>
                  <a:lnTo>
                    <a:pt x="160875" y="334216"/>
                  </a:lnTo>
                  <a:lnTo>
                    <a:pt x="166168" y="334331"/>
                  </a:lnTo>
                  <a:lnTo>
                    <a:pt x="171463" y="334279"/>
                  </a:lnTo>
                  <a:lnTo>
                    <a:pt x="176753" y="334059"/>
                  </a:lnTo>
                  <a:lnTo>
                    <a:pt x="182033" y="333671"/>
                  </a:lnTo>
                  <a:lnTo>
                    <a:pt x="187299" y="333116"/>
                  </a:lnTo>
                  <a:lnTo>
                    <a:pt x="192544" y="332395"/>
                  </a:lnTo>
                  <a:lnTo>
                    <a:pt x="197764" y="331508"/>
                  </a:lnTo>
                  <a:lnTo>
                    <a:pt x="202953" y="330456"/>
                  </a:lnTo>
                  <a:lnTo>
                    <a:pt x="208106" y="329240"/>
                  </a:lnTo>
                  <a:lnTo>
                    <a:pt x="213218" y="327862"/>
                  </a:lnTo>
                  <a:lnTo>
                    <a:pt x="218284" y="326323"/>
                  </a:lnTo>
                  <a:lnTo>
                    <a:pt x="223298" y="324624"/>
                  </a:lnTo>
                  <a:lnTo>
                    <a:pt x="228257" y="322767"/>
                  </a:lnTo>
                  <a:lnTo>
                    <a:pt x="233154" y="320754"/>
                  </a:lnTo>
                  <a:lnTo>
                    <a:pt x="237984" y="318586"/>
                  </a:lnTo>
                  <a:lnTo>
                    <a:pt x="242744" y="316267"/>
                  </a:lnTo>
                  <a:lnTo>
                    <a:pt x="247428" y="313799"/>
                  </a:lnTo>
                  <a:lnTo>
                    <a:pt x="252031" y="311183"/>
                  </a:lnTo>
                  <a:lnTo>
                    <a:pt x="256549" y="308423"/>
                  </a:lnTo>
                  <a:lnTo>
                    <a:pt x="260978" y="305521"/>
                  </a:lnTo>
                  <a:lnTo>
                    <a:pt x="265312" y="302480"/>
                  </a:lnTo>
                  <a:lnTo>
                    <a:pt x="269548" y="299304"/>
                  </a:lnTo>
                  <a:lnTo>
                    <a:pt x="273682" y="295995"/>
                  </a:lnTo>
                  <a:lnTo>
                    <a:pt x="277708" y="292557"/>
                  </a:lnTo>
                  <a:lnTo>
                    <a:pt x="281623" y="288993"/>
                  </a:lnTo>
                  <a:lnTo>
                    <a:pt x="285424" y="285306"/>
                  </a:lnTo>
                  <a:lnTo>
                    <a:pt x="289106" y="281502"/>
                  </a:lnTo>
                  <a:lnTo>
                    <a:pt x="292666" y="277582"/>
                  </a:lnTo>
                  <a:lnTo>
                    <a:pt x="296099" y="273552"/>
                  </a:lnTo>
                  <a:lnTo>
                    <a:pt x="299404" y="269415"/>
                  </a:lnTo>
                  <a:lnTo>
                    <a:pt x="302575" y="265176"/>
                  </a:lnTo>
                  <a:lnTo>
                    <a:pt x="305611" y="260838"/>
                  </a:lnTo>
                  <a:lnTo>
                    <a:pt x="308508" y="256406"/>
                  </a:lnTo>
                  <a:lnTo>
                    <a:pt x="311263" y="251885"/>
                  </a:lnTo>
                  <a:lnTo>
                    <a:pt x="313874" y="247279"/>
                  </a:lnTo>
                  <a:lnTo>
                    <a:pt x="316337" y="242592"/>
                  </a:lnTo>
                  <a:lnTo>
                    <a:pt x="318651" y="237830"/>
                  </a:lnTo>
                  <a:lnTo>
                    <a:pt x="320813" y="232997"/>
                  </a:lnTo>
                  <a:lnTo>
                    <a:pt x="322821" y="228098"/>
                  </a:lnTo>
                  <a:lnTo>
                    <a:pt x="324672" y="223137"/>
                  </a:lnTo>
                  <a:lnTo>
                    <a:pt x="326366" y="218121"/>
                  </a:lnTo>
                  <a:lnTo>
                    <a:pt x="327899" y="213053"/>
                  </a:lnTo>
                  <a:lnTo>
                    <a:pt x="329272" y="207940"/>
                  </a:lnTo>
                  <a:lnTo>
                    <a:pt x="330482" y="202785"/>
                  </a:lnTo>
                  <a:lnTo>
                    <a:pt x="331528" y="197595"/>
                  </a:lnTo>
                  <a:lnTo>
                    <a:pt x="332409" y="192374"/>
                  </a:lnTo>
                  <a:lnTo>
                    <a:pt x="333124" y="187128"/>
                  </a:lnTo>
                  <a:lnTo>
                    <a:pt x="333673" y="181862"/>
                  </a:lnTo>
                  <a:lnTo>
                    <a:pt x="334055" y="176581"/>
                  </a:lnTo>
                  <a:lnTo>
                    <a:pt x="334270" y="171291"/>
                  </a:lnTo>
                  <a:lnTo>
                    <a:pt x="334316" y="165997"/>
                  </a:lnTo>
                  <a:lnTo>
                    <a:pt x="334195" y="160703"/>
                  </a:lnTo>
                  <a:lnTo>
                    <a:pt x="333907" y="155417"/>
                  </a:lnTo>
                  <a:lnTo>
                    <a:pt x="333451" y="150142"/>
                  </a:lnTo>
                  <a:lnTo>
                    <a:pt x="332829" y="144884"/>
                  </a:lnTo>
                  <a:lnTo>
                    <a:pt x="332040" y="139648"/>
                  </a:lnTo>
                  <a:lnTo>
                    <a:pt x="331086" y="134440"/>
                  </a:lnTo>
                  <a:lnTo>
                    <a:pt x="329967" y="129265"/>
                  </a:lnTo>
                  <a:lnTo>
                    <a:pt x="328685" y="124128"/>
                  </a:lnTo>
                  <a:lnTo>
                    <a:pt x="327241" y="119034"/>
                  </a:lnTo>
                  <a:lnTo>
                    <a:pt x="325637" y="113989"/>
                  </a:lnTo>
                  <a:lnTo>
                    <a:pt x="323873" y="108996"/>
                  </a:lnTo>
                  <a:lnTo>
                    <a:pt x="321952" y="104063"/>
                  </a:lnTo>
                  <a:lnTo>
                    <a:pt x="319876" y="99192"/>
                  </a:lnTo>
                  <a:lnTo>
                    <a:pt x="317647" y="94390"/>
                  </a:lnTo>
                  <a:lnTo>
                    <a:pt x="315267" y="89660"/>
                  </a:lnTo>
                  <a:lnTo>
                    <a:pt x="312738" y="85008"/>
                  </a:lnTo>
                  <a:lnTo>
                    <a:pt x="310063" y="80439"/>
                  </a:lnTo>
                  <a:lnTo>
                    <a:pt x="307245" y="75957"/>
                  </a:lnTo>
                  <a:lnTo>
                    <a:pt x="304286" y="71566"/>
                  </a:lnTo>
                  <a:lnTo>
                    <a:pt x="301190" y="67271"/>
                  </a:lnTo>
                  <a:lnTo>
                    <a:pt x="297959" y="63077"/>
                  </a:lnTo>
                  <a:lnTo>
                    <a:pt x="294597" y="58987"/>
                  </a:lnTo>
                  <a:lnTo>
                    <a:pt x="291107" y="55005"/>
                  </a:lnTo>
                  <a:lnTo>
                    <a:pt x="287493" y="51136"/>
                  </a:lnTo>
                  <a:lnTo>
                    <a:pt x="283758" y="47383"/>
                  </a:lnTo>
                  <a:lnTo>
                    <a:pt x="279906" y="43750"/>
                  </a:lnTo>
                  <a:lnTo>
                    <a:pt x="275941" y="40241"/>
                  </a:lnTo>
                  <a:lnTo>
                    <a:pt x="271867" y="36860"/>
                  </a:lnTo>
                  <a:lnTo>
                    <a:pt x="267688" y="33609"/>
                  </a:lnTo>
                  <a:lnTo>
                    <a:pt x="263408" y="30492"/>
                  </a:lnTo>
                  <a:lnTo>
                    <a:pt x="259031" y="27513"/>
                  </a:lnTo>
                  <a:lnTo>
                    <a:pt x="254563" y="24673"/>
                  </a:lnTo>
                  <a:lnTo>
                    <a:pt x="250006" y="21976"/>
                  </a:lnTo>
                  <a:lnTo>
                    <a:pt x="245367" y="19425"/>
                  </a:lnTo>
                  <a:lnTo>
                    <a:pt x="240649" y="17023"/>
                  </a:lnTo>
                  <a:lnTo>
                    <a:pt x="235857" y="14770"/>
                  </a:lnTo>
                  <a:lnTo>
                    <a:pt x="230997" y="12671"/>
                  </a:lnTo>
                  <a:lnTo>
                    <a:pt x="226072" y="10727"/>
                  </a:lnTo>
                  <a:lnTo>
                    <a:pt x="221088" y="8939"/>
                  </a:lnTo>
                  <a:lnTo>
                    <a:pt x="216050" y="7311"/>
                  </a:lnTo>
                  <a:lnTo>
                    <a:pt x="210963" y="5842"/>
                  </a:lnTo>
                  <a:lnTo>
                    <a:pt x="205832" y="4536"/>
                  </a:lnTo>
                  <a:lnTo>
                    <a:pt x="167153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1" name="pg501"/>
            <p:cNvSpPr/>
            <p:nvPr/>
          </p:nvSpPr>
          <p:spPr>
            <a:xfrm>
              <a:off x="2590748" y="3712257"/>
              <a:ext cx="38679" cy="162631"/>
            </a:xfrm>
            <a:custGeom>
              <a:avLst/>
              <a:pathLst>
                <a:path w="38679" h="162631">
                  <a:moveTo>
                    <a:pt x="38679" y="0"/>
                  </a:moveTo>
                  <a:lnTo>
                    <a:pt x="0" y="16263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2" name="pg502"/>
            <p:cNvSpPr/>
            <p:nvPr/>
          </p:nvSpPr>
          <p:spPr>
            <a:xfrm>
              <a:off x="2590748" y="3712257"/>
              <a:ext cx="38679" cy="162631"/>
            </a:xfrm>
            <a:custGeom>
              <a:avLst/>
              <a:pathLst>
                <a:path w="38679" h="162631">
                  <a:moveTo>
                    <a:pt x="38679" y="0"/>
                  </a:moveTo>
                  <a:lnTo>
                    <a:pt x="0" y="162631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3" name="pg503"/>
            <p:cNvSpPr/>
            <p:nvPr/>
          </p:nvSpPr>
          <p:spPr>
            <a:xfrm>
              <a:off x="2590748" y="3712257"/>
              <a:ext cx="38679" cy="162631"/>
            </a:xfrm>
            <a:custGeom>
              <a:avLst/>
              <a:pathLst>
                <a:path w="38679" h="162631">
                  <a:moveTo>
                    <a:pt x="38679" y="0"/>
                  </a:moveTo>
                  <a:lnTo>
                    <a:pt x="0" y="162631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4" name="pg504"/>
            <p:cNvSpPr/>
            <p:nvPr/>
          </p:nvSpPr>
          <p:spPr>
            <a:xfrm>
              <a:off x="2590748" y="3712257"/>
              <a:ext cx="38679" cy="162631"/>
            </a:xfrm>
            <a:custGeom>
              <a:avLst/>
              <a:pathLst>
                <a:path w="38679" h="162631">
                  <a:moveTo>
                    <a:pt x="38679" y="0"/>
                  </a:moveTo>
                  <a:lnTo>
                    <a:pt x="0" y="162631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5" name="pg505"/>
            <p:cNvSpPr/>
            <p:nvPr/>
          </p:nvSpPr>
          <p:spPr>
            <a:xfrm>
              <a:off x="2590748" y="3712257"/>
              <a:ext cx="38679" cy="162631"/>
            </a:xfrm>
            <a:custGeom>
              <a:avLst/>
              <a:pathLst>
                <a:path w="38679" h="162631">
                  <a:moveTo>
                    <a:pt x="38679" y="0"/>
                  </a:moveTo>
                  <a:lnTo>
                    <a:pt x="0" y="162631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6" name="pg506"/>
            <p:cNvSpPr/>
            <p:nvPr/>
          </p:nvSpPr>
          <p:spPr>
            <a:xfrm>
              <a:off x="2590748" y="3712257"/>
              <a:ext cx="38679" cy="162631"/>
            </a:xfrm>
            <a:custGeom>
              <a:avLst/>
              <a:pathLst>
                <a:path w="38679" h="162631">
                  <a:moveTo>
                    <a:pt x="38679" y="0"/>
                  </a:moveTo>
                  <a:lnTo>
                    <a:pt x="0" y="16263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7" name="pg507"/>
            <p:cNvSpPr/>
            <p:nvPr/>
          </p:nvSpPr>
          <p:spPr>
            <a:xfrm>
              <a:off x="2590748" y="3712257"/>
              <a:ext cx="38679" cy="162631"/>
            </a:xfrm>
            <a:custGeom>
              <a:avLst/>
              <a:pathLst>
                <a:path w="38679" h="162631">
                  <a:moveTo>
                    <a:pt x="38679" y="0"/>
                  </a:moveTo>
                  <a:lnTo>
                    <a:pt x="0" y="16263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8" name="pg508"/>
            <p:cNvSpPr/>
            <p:nvPr/>
          </p:nvSpPr>
          <p:spPr>
            <a:xfrm>
              <a:off x="2590748" y="3712257"/>
              <a:ext cx="38679" cy="162631"/>
            </a:xfrm>
            <a:custGeom>
              <a:avLst/>
              <a:pathLst>
                <a:path w="38679" h="162631">
                  <a:moveTo>
                    <a:pt x="38679" y="0"/>
                  </a:moveTo>
                  <a:lnTo>
                    <a:pt x="0" y="16263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9" name="pg509"/>
            <p:cNvSpPr/>
            <p:nvPr/>
          </p:nvSpPr>
          <p:spPr>
            <a:xfrm>
              <a:off x="2590748" y="3712257"/>
              <a:ext cx="38679" cy="162631"/>
            </a:xfrm>
            <a:custGeom>
              <a:avLst/>
              <a:pathLst>
                <a:path w="38679" h="162631">
                  <a:moveTo>
                    <a:pt x="38679" y="0"/>
                  </a:moveTo>
                  <a:lnTo>
                    <a:pt x="0" y="16263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0" name="pg510"/>
            <p:cNvSpPr/>
            <p:nvPr/>
          </p:nvSpPr>
          <p:spPr>
            <a:xfrm>
              <a:off x="2590748" y="3712257"/>
              <a:ext cx="38679" cy="162631"/>
            </a:xfrm>
            <a:custGeom>
              <a:avLst/>
              <a:pathLst>
                <a:path w="38679" h="162631">
                  <a:moveTo>
                    <a:pt x="38679" y="0"/>
                  </a:moveTo>
                  <a:lnTo>
                    <a:pt x="0" y="162631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1" name="pg511"/>
            <p:cNvSpPr/>
            <p:nvPr/>
          </p:nvSpPr>
          <p:spPr>
            <a:xfrm>
              <a:off x="2590748" y="3712257"/>
              <a:ext cx="38679" cy="162631"/>
            </a:xfrm>
            <a:custGeom>
              <a:avLst/>
              <a:pathLst>
                <a:path w="38679" h="162631">
                  <a:moveTo>
                    <a:pt x="38679" y="0"/>
                  </a:moveTo>
                  <a:lnTo>
                    <a:pt x="0" y="162631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2" name="pg512"/>
            <p:cNvSpPr/>
            <p:nvPr/>
          </p:nvSpPr>
          <p:spPr>
            <a:xfrm>
              <a:off x="2590748" y="3712054"/>
              <a:ext cx="38679" cy="162834"/>
            </a:xfrm>
            <a:custGeom>
              <a:avLst/>
              <a:pathLst>
                <a:path w="38679" h="162834">
                  <a:moveTo>
                    <a:pt x="38679" y="202"/>
                  </a:moveTo>
                  <a:lnTo>
                    <a:pt x="37815" y="0"/>
                  </a:lnTo>
                  <a:lnTo>
                    <a:pt x="0" y="162834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3" name="pg513"/>
            <p:cNvSpPr/>
            <p:nvPr/>
          </p:nvSpPr>
          <p:spPr>
            <a:xfrm>
              <a:off x="2590748" y="3707720"/>
              <a:ext cx="37815" cy="167167"/>
            </a:xfrm>
            <a:custGeom>
              <a:avLst/>
              <a:pathLst>
                <a:path w="37815" h="167167">
                  <a:moveTo>
                    <a:pt x="37815" y="4333"/>
                  </a:moveTo>
                  <a:lnTo>
                    <a:pt x="31597" y="3013"/>
                  </a:lnTo>
                  <a:lnTo>
                    <a:pt x="25332" y="1930"/>
                  </a:lnTo>
                  <a:lnTo>
                    <a:pt x="19031" y="1086"/>
                  </a:lnTo>
                  <a:lnTo>
                    <a:pt x="12703" y="483"/>
                  </a:lnTo>
                  <a:lnTo>
                    <a:pt x="6356" y="120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4" name="pg514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5" name="pg515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6" name="pg516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7" name="pg517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8" name="pg518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9" name="pg519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0" name="pg520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1" name="pg521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2" name="pg522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3" name="pg523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4" name="pg524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5" name="pg525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6" name="pg526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7" name="pg527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8" name="pg528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9" name="pg529"/>
            <p:cNvSpPr/>
            <p:nvPr/>
          </p:nvSpPr>
          <p:spPr>
            <a:xfrm>
              <a:off x="2614134" y="4213821"/>
              <a:ext cx="334316" cy="334331"/>
            </a:xfrm>
            <a:custGeom>
              <a:avLst/>
              <a:pathLst>
                <a:path w="334316" h="334331">
                  <a:moveTo>
                    <a:pt x="167153" y="0"/>
                  </a:moveTo>
                  <a:lnTo>
                    <a:pt x="161859" y="83"/>
                  </a:lnTo>
                  <a:lnTo>
                    <a:pt x="156570" y="335"/>
                  </a:lnTo>
                  <a:lnTo>
                    <a:pt x="151292" y="754"/>
                  </a:lnTo>
                  <a:lnTo>
                    <a:pt x="146030" y="1339"/>
                  </a:lnTo>
                  <a:lnTo>
                    <a:pt x="140789" y="2091"/>
                  </a:lnTo>
                  <a:lnTo>
                    <a:pt x="135575" y="3009"/>
                  </a:lnTo>
                  <a:lnTo>
                    <a:pt x="130392" y="4092"/>
                  </a:lnTo>
                  <a:lnTo>
                    <a:pt x="125246" y="5337"/>
                  </a:lnTo>
                  <a:lnTo>
                    <a:pt x="120142" y="6746"/>
                  </a:lnTo>
                  <a:lnTo>
                    <a:pt x="115086" y="8315"/>
                  </a:lnTo>
                  <a:lnTo>
                    <a:pt x="110081" y="10044"/>
                  </a:lnTo>
                  <a:lnTo>
                    <a:pt x="105134" y="11930"/>
                  </a:lnTo>
                  <a:lnTo>
                    <a:pt x="100249" y="13972"/>
                  </a:lnTo>
                  <a:lnTo>
                    <a:pt x="95431" y="16167"/>
                  </a:lnTo>
                  <a:lnTo>
                    <a:pt x="90685" y="18514"/>
                  </a:lnTo>
                  <a:lnTo>
                    <a:pt x="86016" y="21010"/>
                  </a:lnTo>
                  <a:lnTo>
                    <a:pt x="81428" y="23653"/>
                  </a:lnTo>
                  <a:lnTo>
                    <a:pt x="76926" y="26440"/>
                  </a:lnTo>
                  <a:lnTo>
                    <a:pt x="72515" y="29368"/>
                  </a:lnTo>
                  <a:lnTo>
                    <a:pt x="68198" y="32434"/>
                  </a:lnTo>
                  <a:lnTo>
                    <a:pt x="63981" y="35635"/>
                  </a:lnTo>
                  <a:lnTo>
                    <a:pt x="59868" y="38969"/>
                  </a:lnTo>
                  <a:lnTo>
                    <a:pt x="55862" y="42431"/>
                  </a:lnTo>
                  <a:lnTo>
                    <a:pt x="51967" y="46018"/>
                  </a:lnTo>
                  <a:lnTo>
                    <a:pt x="48188" y="49726"/>
                  </a:lnTo>
                  <a:lnTo>
                    <a:pt x="44529" y="53552"/>
                  </a:lnTo>
                  <a:lnTo>
                    <a:pt x="40992" y="57493"/>
                  </a:lnTo>
                  <a:lnTo>
                    <a:pt x="37582" y="61543"/>
                  </a:lnTo>
                  <a:lnTo>
                    <a:pt x="34302" y="65699"/>
                  </a:lnTo>
                  <a:lnTo>
                    <a:pt x="31156" y="69957"/>
                  </a:lnTo>
                  <a:lnTo>
                    <a:pt x="28146" y="74313"/>
                  </a:lnTo>
                  <a:lnTo>
                    <a:pt x="25275" y="78762"/>
                  </a:lnTo>
                  <a:lnTo>
                    <a:pt x="22546" y="83299"/>
                  </a:lnTo>
                  <a:lnTo>
                    <a:pt x="19963" y="87921"/>
                  </a:lnTo>
                  <a:lnTo>
                    <a:pt x="17527" y="92622"/>
                  </a:lnTo>
                  <a:lnTo>
                    <a:pt x="15241" y="97398"/>
                  </a:lnTo>
                  <a:lnTo>
                    <a:pt x="13108" y="102243"/>
                  </a:lnTo>
                  <a:lnTo>
                    <a:pt x="11129" y="107154"/>
                  </a:lnTo>
                  <a:lnTo>
                    <a:pt x="9307" y="112125"/>
                  </a:lnTo>
                  <a:lnTo>
                    <a:pt x="7643" y="117152"/>
                  </a:lnTo>
                  <a:lnTo>
                    <a:pt x="6139" y="122228"/>
                  </a:lnTo>
                  <a:lnTo>
                    <a:pt x="4797" y="127350"/>
                  </a:lnTo>
                  <a:lnTo>
                    <a:pt x="3617" y="132511"/>
                  </a:lnTo>
                  <a:lnTo>
                    <a:pt x="2602" y="137708"/>
                  </a:lnTo>
                  <a:lnTo>
                    <a:pt x="1751" y="142934"/>
                  </a:lnTo>
                  <a:lnTo>
                    <a:pt x="1067" y="148184"/>
                  </a:lnTo>
                  <a:lnTo>
                    <a:pt x="549" y="153453"/>
                  </a:lnTo>
                  <a:lnTo>
                    <a:pt x="198" y="158736"/>
                  </a:lnTo>
                  <a:lnTo>
                    <a:pt x="15" y="164027"/>
                  </a:lnTo>
                  <a:lnTo>
                    <a:pt x="0" y="169322"/>
                  </a:lnTo>
                  <a:lnTo>
                    <a:pt x="152" y="174614"/>
                  </a:lnTo>
                  <a:lnTo>
                    <a:pt x="471" y="179899"/>
                  </a:lnTo>
                  <a:lnTo>
                    <a:pt x="958" y="185172"/>
                  </a:lnTo>
                  <a:lnTo>
                    <a:pt x="1612" y="190426"/>
                  </a:lnTo>
                  <a:lnTo>
                    <a:pt x="2431" y="195656"/>
                  </a:lnTo>
                  <a:lnTo>
                    <a:pt x="3416" y="200859"/>
                  </a:lnTo>
                  <a:lnTo>
                    <a:pt x="4565" y="206027"/>
                  </a:lnTo>
                  <a:lnTo>
                    <a:pt x="5877" y="211156"/>
                  </a:lnTo>
                  <a:lnTo>
                    <a:pt x="7351" y="216242"/>
                  </a:lnTo>
                  <a:lnTo>
                    <a:pt x="8986" y="221278"/>
                  </a:lnTo>
                  <a:lnTo>
                    <a:pt x="10778" y="226260"/>
                  </a:lnTo>
                  <a:lnTo>
                    <a:pt x="12728" y="231182"/>
                  </a:lnTo>
                  <a:lnTo>
                    <a:pt x="14833" y="236040"/>
                  </a:lnTo>
                  <a:lnTo>
                    <a:pt x="17090" y="240830"/>
                  </a:lnTo>
                  <a:lnTo>
                    <a:pt x="19499" y="245545"/>
                  </a:lnTo>
                  <a:lnTo>
                    <a:pt x="22055" y="250182"/>
                  </a:lnTo>
                  <a:lnTo>
                    <a:pt x="24756" y="254735"/>
                  </a:lnTo>
                  <a:lnTo>
                    <a:pt x="27601" y="259200"/>
                  </a:lnTo>
                  <a:lnTo>
                    <a:pt x="30586" y="263574"/>
                  </a:lnTo>
                  <a:lnTo>
                    <a:pt x="33707" y="267850"/>
                  </a:lnTo>
                  <a:lnTo>
                    <a:pt x="36963" y="272026"/>
                  </a:lnTo>
                  <a:lnTo>
                    <a:pt x="40349" y="276096"/>
                  </a:lnTo>
                  <a:lnTo>
                    <a:pt x="43862" y="280057"/>
                  </a:lnTo>
                  <a:lnTo>
                    <a:pt x="47499" y="283905"/>
                  </a:lnTo>
                  <a:lnTo>
                    <a:pt x="51256" y="287636"/>
                  </a:lnTo>
                  <a:lnTo>
                    <a:pt x="55129" y="291246"/>
                  </a:lnTo>
                  <a:lnTo>
                    <a:pt x="59114" y="294731"/>
                  </a:lnTo>
                  <a:lnTo>
                    <a:pt x="63208" y="298088"/>
                  </a:lnTo>
                  <a:lnTo>
                    <a:pt x="67407" y="301315"/>
                  </a:lnTo>
                  <a:lnTo>
                    <a:pt x="71705" y="304406"/>
                  </a:lnTo>
                  <a:lnTo>
                    <a:pt x="76099" y="307360"/>
                  </a:lnTo>
                  <a:lnTo>
                    <a:pt x="80584" y="310173"/>
                  </a:lnTo>
                  <a:lnTo>
                    <a:pt x="85156" y="312843"/>
                  </a:lnTo>
                  <a:lnTo>
                    <a:pt x="89811" y="315367"/>
                  </a:lnTo>
                  <a:lnTo>
                    <a:pt x="94543" y="317742"/>
                  </a:lnTo>
                  <a:lnTo>
                    <a:pt x="99348" y="319966"/>
                  </a:lnTo>
                  <a:lnTo>
                    <a:pt x="104221" y="322036"/>
                  </a:lnTo>
                  <a:lnTo>
                    <a:pt x="109157" y="323951"/>
                  </a:lnTo>
                  <a:lnTo>
                    <a:pt x="114151" y="325709"/>
                  </a:lnTo>
                  <a:lnTo>
                    <a:pt x="119198" y="327308"/>
                  </a:lnTo>
                  <a:lnTo>
                    <a:pt x="124294" y="328747"/>
                  </a:lnTo>
                  <a:lnTo>
                    <a:pt x="129432" y="330023"/>
                  </a:lnTo>
                  <a:lnTo>
                    <a:pt x="134609" y="331136"/>
                  </a:lnTo>
                  <a:lnTo>
                    <a:pt x="139818" y="332084"/>
                  </a:lnTo>
                  <a:lnTo>
                    <a:pt x="145054" y="332867"/>
                  </a:lnTo>
                  <a:lnTo>
                    <a:pt x="150313" y="333484"/>
                  </a:lnTo>
                  <a:lnTo>
                    <a:pt x="155588" y="333934"/>
                  </a:lnTo>
                  <a:lnTo>
                    <a:pt x="160875" y="334216"/>
                  </a:lnTo>
                  <a:lnTo>
                    <a:pt x="166168" y="334331"/>
                  </a:lnTo>
                  <a:lnTo>
                    <a:pt x="171463" y="334279"/>
                  </a:lnTo>
                  <a:lnTo>
                    <a:pt x="176753" y="334059"/>
                  </a:lnTo>
                  <a:lnTo>
                    <a:pt x="182033" y="333671"/>
                  </a:lnTo>
                  <a:lnTo>
                    <a:pt x="187299" y="333116"/>
                  </a:lnTo>
                  <a:lnTo>
                    <a:pt x="192544" y="332395"/>
                  </a:lnTo>
                  <a:lnTo>
                    <a:pt x="197764" y="331508"/>
                  </a:lnTo>
                  <a:lnTo>
                    <a:pt x="202953" y="330456"/>
                  </a:lnTo>
                  <a:lnTo>
                    <a:pt x="208106" y="329240"/>
                  </a:lnTo>
                  <a:lnTo>
                    <a:pt x="213218" y="327862"/>
                  </a:lnTo>
                  <a:lnTo>
                    <a:pt x="218284" y="326323"/>
                  </a:lnTo>
                  <a:lnTo>
                    <a:pt x="223298" y="324624"/>
                  </a:lnTo>
                  <a:lnTo>
                    <a:pt x="228257" y="322767"/>
                  </a:lnTo>
                  <a:lnTo>
                    <a:pt x="233154" y="320754"/>
                  </a:lnTo>
                  <a:lnTo>
                    <a:pt x="237984" y="318586"/>
                  </a:lnTo>
                  <a:lnTo>
                    <a:pt x="242744" y="316267"/>
                  </a:lnTo>
                  <a:lnTo>
                    <a:pt x="247428" y="313799"/>
                  </a:lnTo>
                  <a:lnTo>
                    <a:pt x="252031" y="311183"/>
                  </a:lnTo>
                  <a:lnTo>
                    <a:pt x="256549" y="308423"/>
                  </a:lnTo>
                  <a:lnTo>
                    <a:pt x="260978" y="305521"/>
                  </a:lnTo>
                  <a:lnTo>
                    <a:pt x="265312" y="302480"/>
                  </a:lnTo>
                  <a:lnTo>
                    <a:pt x="269548" y="299304"/>
                  </a:lnTo>
                  <a:lnTo>
                    <a:pt x="273682" y="295995"/>
                  </a:lnTo>
                  <a:lnTo>
                    <a:pt x="277708" y="292557"/>
                  </a:lnTo>
                  <a:lnTo>
                    <a:pt x="281623" y="288993"/>
                  </a:lnTo>
                  <a:lnTo>
                    <a:pt x="285424" y="285306"/>
                  </a:lnTo>
                  <a:lnTo>
                    <a:pt x="289106" y="281502"/>
                  </a:lnTo>
                  <a:lnTo>
                    <a:pt x="292666" y="277582"/>
                  </a:lnTo>
                  <a:lnTo>
                    <a:pt x="296099" y="273552"/>
                  </a:lnTo>
                  <a:lnTo>
                    <a:pt x="299404" y="269415"/>
                  </a:lnTo>
                  <a:lnTo>
                    <a:pt x="302575" y="265176"/>
                  </a:lnTo>
                  <a:lnTo>
                    <a:pt x="305611" y="260838"/>
                  </a:lnTo>
                  <a:lnTo>
                    <a:pt x="308508" y="256406"/>
                  </a:lnTo>
                  <a:lnTo>
                    <a:pt x="311263" y="251885"/>
                  </a:lnTo>
                  <a:lnTo>
                    <a:pt x="313874" y="247279"/>
                  </a:lnTo>
                  <a:lnTo>
                    <a:pt x="316337" y="242592"/>
                  </a:lnTo>
                  <a:lnTo>
                    <a:pt x="318651" y="237830"/>
                  </a:lnTo>
                  <a:lnTo>
                    <a:pt x="320813" y="232997"/>
                  </a:lnTo>
                  <a:lnTo>
                    <a:pt x="322821" y="228098"/>
                  </a:lnTo>
                  <a:lnTo>
                    <a:pt x="324672" y="223137"/>
                  </a:lnTo>
                  <a:lnTo>
                    <a:pt x="326366" y="218121"/>
                  </a:lnTo>
                  <a:lnTo>
                    <a:pt x="327899" y="213053"/>
                  </a:lnTo>
                  <a:lnTo>
                    <a:pt x="329272" y="207940"/>
                  </a:lnTo>
                  <a:lnTo>
                    <a:pt x="330482" y="202785"/>
                  </a:lnTo>
                  <a:lnTo>
                    <a:pt x="331528" y="197595"/>
                  </a:lnTo>
                  <a:lnTo>
                    <a:pt x="332409" y="192374"/>
                  </a:lnTo>
                  <a:lnTo>
                    <a:pt x="333124" y="187128"/>
                  </a:lnTo>
                  <a:lnTo>
                    <a:pt x="333673" y="181862"/>
                  </a:lnTo>
                  <a:lnTo>
                    <a:pt x="334055" y="176581"/>
                  </a:lnTo>
                  <a:lnTo>
                    <a:pt x="334270" y="171291"/>
                  </a:lnTo>
                  <a:lnTo>
                    <a:pt x="334316" y="165997"/>
                  </a:lnTo>
                  <a:lnTo>
                    <a:pt x="334195" y="160703"/>
                  </a:lnTo>
                  <a:lnTo>
                    <a:pt x="333907" y="155417"/>
                  </a:lnTo>
                  <a:lnTo>
                    <a:pt x="333451" y="150142"/>
                  </a:lnTo>
                  <a:lnTo>
                    <a:pt x="332829" y="144884"/>
                  </a:lnTo>
                  <a:lnTo>
                    <a:pt x="332040" y="139648"/>
                  </a:lnTo>
                  <a:lnTo>
                    <a:pt x="331086" y="134440"/>
                  </a:lnTo>
                  <a:lnTo>
                    <a:pt x="329967" y="129265"/>
                  </a:lnTo>
                  <a:lnTo>
                    <a:pt x="328685" y="124128"/>
                  </a:lnTo>
                  <a:lnTo>
                    <a:pt x="327241" y="119034"/>
                  </a:lnTo>
                  <a:lnTo>
                    <a:pt x="325637" y="113989"/>
                  </a:lnTo>
                  <a:lnTo>
                    <a:pt x="323873" y="108996"/>
                  </a:lnTo>
                  <a:lnTo>
                    <a:pt x="321952" y="104063"/>
                  </a:lnTo>
                  <a:lnTo>
                    <a:pt x="319876" y="99192"/>
                  </a:lnTo>
                  <a:lnTo>
                    <a:pt x="317647" y="94390"/>
                  </a:lnTo>
                  <a:lnTo>
                    <a:pt x="315267" y="89660"/>
                  </a:lnTo>
                  <a:lnTo>
                    <a:pt x="312738" y="85008"/>
                  </a:lnTo>
                  <a:lnTo>
                    <a:pt x="310063" y="80439"/>
                  </a:lnTo>
                  <a:lnTo>
                    <a:pt x="307245" y="75957"/>
                  </a:lnTo>
                  <a:lnTo>
                    <a:pt x="304286" y="71566"/>
                  </a:lnTo>
                  <a:lnTo>
                    <a:pt x="301190" y="67271"/>
                  </a:lnTo>
                  <a:lnTo>
                    <a:pt x="297959" y="63077"/>
                  </a:lnTo>
                  <a:lnTo>
                    <a:pt x="294597" y="58987"/>
                  </a:lnTo>
                  <a:lnTo>
                    <a:pt x="291107" y="55005"/>
                  </a:lnTo>
                  <a:lnTo>
                    <a:pt x="287493" y="51136"/>
                  </a:lnTo>
                  <a:lnTo>
                    <a:pt x="283758" y="47383"/>
                  </a:lnTo>
                  <a:lnTo>
                    <a:pt x="279906" y="43750"/>
                  </a:lnTo>
                  <a:lnTo>
                    <a:pt x="275941" y="40241"/>
                  </a:lnTo>
                  <a:lnTo>
                    <a:pt x="271867" y="36860"/>
                  </a:lnTo>
                  <a:lnTo>
                    <a:pt x="267688" y="33609"/>
                  </a:lnTo>
                  <a:lnTo>
                    <a:pt x="263408" y="30492"/>
                  </a:lnTo>
                  <a:lnTo>
                    <a:pt x="259031" y="27513"/>
                  </a:lnTo>
                  <a:lnTo>
                    <a:pt x="254563" y="24673"/>
                  </a:lnTo>
                  <a:lnTo>
                    <a:pt x="250006" y="21976"/>
                  </a:lnTo>
                  <a:lnTo>
                    <a:pt x="245367" y="19425"/>
                  </a:lnTo>
                  <a:lnTo>
                    <a:pt x="240649" y="17023"/>
                  </a:lnTo>
                  <a:lnTo>
                    <a:pt x="235857" y="14770"/>
                  </a:lnTo>
                  <a:lnTo>
                    <a:pt x="230997" y="12671"/>
                  </a:lnTo>
                  <a:lnTo>
                    <a:pt x="226072" y="10727"/>
                  </a:lnTo>
                  <a:lnTo>
                    <a:pt x="221088" y="8939"/>
                  </a:lnTo>
                  <a:lnTo>
                    <a:pt x="216050" y="7311"/>
                  </a:lnTo>
                  <a:lnTo>
                    <a:pt x="210963" y="5842"/>
                  </a:lnTo>
                  <a:lnTo>
                    <a:pt x="205832" y="4536"/>
                  </a:lnTo>
                  <a:lnTo>
                    <a:pt x="167153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0" name="pg530"/>
            <p:cNvSpPr/>
            <p:nvPr/>
          </p:nvSpPr>
          <p:spPr>
            <a:xfrm>
              <a:off x="2781287" y="4218357"/>
              <a:ext cx="38679" cy="162631"/>
            </a:xfrm>
            <a:custGeom>
              <a:avLst/>
              <a:pathLst>
                <a:path w="38679" h="162631">
                  <a:moveTo>
                    <a:pt x="38679" y="0"/>
                  </a:moveTo>
                  <a:lnTo>
                    <a:pt x="0" y="162631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1" name="pg531"/>
            <p:cNvSpPr/>
            <p:nvPr/>
          </p:nvSpPr>
          <p:spPr>
            <a:xfrm>
              <a:off x="2781287" y="4218357"/>
              <a:ext cx="38679" cy="162631"/>
            </a:xfrm>
            <a:custGeom>
              <a:avLst/>
              <a:pathLst>
                <a:path w="38679" h="162631">
                  <a:moveTo>
                    <a:pt x="38679" y="0"/>
                  </a:moveTo>
                  <a:lnTo>
                    <a:pt x="0" y="162631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2" name="pg532"/>
            <p:cNvSpPr/>
            <p:nvPr/>
          </p:nvSpPr>
          <p:spPr>
            <a:xfrm>
              <a:off x="2781287" y="4218357"/>
              <a:ext cx="38679" cy="162631"/>
            </a:xfrm>
            <a:custGeom>
              <a:avLst/>
              <a:pathLst>
                <a:path w="38679" h="162631">
                  <a:moveTo>
                    <a:pt x="38679" y="0"/>
                  </a:moveTo>
                  <a:lnTo>
                    <a:pt x="0" y="162631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3" name="pg533"/>
            <p:cNvSpPr/>
            <p:nvPr/>
          </p:nvSpPr>
          <p:spPr>
            <a:xfrm>
              <a:off x="2781287" y="4218357"/>
              <a:ext cx="38679" cy="162631"/>
            </a:xfrm>
            <a:custGeom>
              <a:avLst/>
              <a:pathLst>
                <a:path w="38679" h="162631">
                  <a:moveTo>
                    <a:pt x="38679" y="0"/>
                  </a:moveTo>
                  <a:lnTo>
                    <a:pt x="0" y="162631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4" name="pg534"/>
            <p:cNvSpPr/>
            <p:nvPr/>
          </p:nvSpPr>
          <p:spPr>
            <a:xfrm>
              <a:off x="2781287" y="4218357"/>
              <a:ext cx="38679" cy="162631"/>
            </a:xfrm>
            <a:custGeom>
              <a:avLst/>
              <a:pathLst>
                <a:path w="38679" h="162631">
                  <a:moveTo>
                    <a:pt x="38679" y="0"/>
                  </a:moveTo>
                  <a:lnTo>
                    <a:pt x="0" y="16263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5" name="pg535"/>
            <p:cNvSpPr/>
            <p:nvPr/>
          </p:nvSpPr>
          <p:spPr>
            <a:xfrm>
              <a:off x="2781287" y="4218357"/>
              <a:ext cx="38679" cy="162631"/>
            </a:xfrm>
            <a:custGeom>
              <a:avLst/>
              <a:pathLst>
                <a:path w="38679" h="162631">
                  <a:moveTo>
                    <a:pt x="38679" y="0"/>
                  </a:moveTo>
                  <a:lnTo>
                    <a:pt x="0" y="16263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6" name="pg536"/>
            <p:cNvSpPr/>
            <p:nvPr/>
          </p:nvSpPr>
          <p:spPr>
            <a:xfrm>
              <a:off x="2781287" y="4218357"/>
              <a:ext cx="38679" cy="162631"/>
            </a:xfrm>
            <a:custGeom>
              <a:avLst/>
              <a:pathLst>
                <a:path w="38679" h="162631">
                  <a:moveTo>
                    <a:pt x="38679" y="0"/>
                  </a:moveTo>
                  <a:lnTo>
                    <a:pt x="0" y="16263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7" name="pg537"/>
            <p:cNvSpPr/>
            <p:nvPr/>
          </p:nvSpPr>
          <p:spPr>
            <a:xfrm>
              <a:off x="2781287" y="4218357"/>
              <a:ext cx="38679" cy="162631"/>
            </a:xfrm>
            <a:custGeom>
              <a:avLst/>
              <a:pathLst>
                <a:path w="38679" h="162631">
                  <a:moveTo>
                    <a:pt x="38679" y="0"/>
                  </a:moveTo>
                  <a:lnTo>
                    <a:pt x="0" y="16263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8" name="pg538"/>
            <p:cNvSpPr/>
            <p:nvPr/>
          </p:nvSpPr>
          <p:spPr>
            <a:xfrm>
              <a:off x="2781287" y="4218357"/>
              <a:ext cx="38679" cy="162631"/>
            </a:xfrm>
            <a:custGeom>
              <a:avLst/>
              <a:pathLst>
                <a:path w="38679" h="162631">
                  <a:moveTo>
                    <a:pt x="38679" y="0"/>
                  </a:moveTo>
                  <a:lnTo>
                    <a:pt x="0" y="162631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9" name="pg539"/>
            <p:cNvSpPr/>
            <p:nvPr/>
          </p:nvSpPr>
          <p:spPr>
            <a:xfrm>
              <a:off x="2781287" y="4218357"/>
              <a:ext cx="38679" cy="162631"/>
            </a:xfrm>
            <a:custGeom>
              <a:avLst/>
              <a:pathLst>
                <a:path w="38679" h="162631">
                  <a:moveTo>
                    <a:pt x="38679" y="0"/>
                  </a:moveTo>
                  <a:lnTo>
                    <a:pt x="0" y="162631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0" name="pg540"/>
            <p:cNvSpPr/>
            <p:nvPr/>
          </p:nvSpPr>
          <p:spPr>
            <a:xfrm>
              <a:off x="2781287" y="4218154"/>
              <a:ext cx="38679" cy="162834"/>
            </a:xfrm>
            <a:custGeom>
              <a:avLst/>
              <a:pathLst>
                <a:path w="38679" h="162834">
                  <a:moveTo>
                    <a:pt x="38679" y="202"/>
                  </a:moveTo>
                  <a:lnTo>
                    <a:pt x="37815" y="0"/>
                  </a:lnTo>
                  <a:lnTo>
                    <a:pt x="0" y="162834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1" name="pg541"/>
            <p:cNvSpPr/>
            <p:nvPr/>
          </p:nvSpPr>
          <p:spPr>
            <a:xfrm>
              <a:off x="2781287" y="4213821"/>
              <a:ext cx="37815" cy="167167"/>
            </a:xfrm>
            <a:custGeom>
              <a:avLst/>
              <a:pathLst>
                <a:path w="37815" h="167167">
                  <a:moveTo>
                    <a:pt x="37815" y="4333"/>
                  </a:moveTo>
                  <a:lnTo>
                    <a:pt x="31597" y="3013"/>
                  </a:lnTo>
                  <a:lnTo>
                    <a:pt x="25332" y="1930"/>
                  </a:lnTo>
                  <a:lnTo>
                    <a:pt x="19031" y="1086"/>
                  </a:lnTo>
                  <a:lnTo>
                    <a:pt x="12703" y="483"/>
                  </a:lnTo>
                  <a:lnTo>
                    <a:pt x="6356" y="120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2" name="pg542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3" name="pg543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4" name="pg544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5" name="pg545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6" name="pg546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7" name="pg547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8" name="pg548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9" name="pg549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0" name="pg550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1" name="pg551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2" name="pg552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3" name="pg553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4" name="pg554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5" name="pg555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6" name="pg556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7" name="pg557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8" name="pg558"/>
            <p:cNvSpPr/>
            <p:nvPr/>
          </p:nvSpPr>
          <p:spPr>
            <a:xfrm>
              <a:off x="2919376" y="4659281"/>
              <a:ext cx="167148" cy="207570"/>
            </a:xfrm>
            <a:custGeom>
              <a:avLst/>
              <a:pathLst>
                <a:path w="167148" h="207570">
                  <a:moveTo>
                    <a:pt x="167148" y="0"/>
                  </a:moveTo>
                  <a:lnTo>
                    <a:pt x="161731" y="87"/>
                  </a:lnTo>
                  <a:lnTo>
                    <a:pt x="156320" y="351"/>
                  </a:lnTo>
                  <a:lnTo>
                    <a:pt x="150920" y="789"/>
                  </a:lnTo>
                  <a:lnTo>
                    <a:pt x="145537" y="1402"/>
                  </a:lnTo>
                  <a:lnTo>
                    <a:pt x="140177" y="2189"/>
                  </a:lnTo>
                  <a:lnTo>
                    <a:pt x="134846" y="3150"/>
                  </a:lnTo>
                  <a:lnTo>
                    <a:pt x="129548" y="4283"/>
                  </a:lnTo>
                  <a:lnTo>
                    <a:pt x="124290" y="5587"/>
                  </a:lnTo>
                  <a:lnTo>
                    <a:pt x="119077" y="7060"/>
                  </a:lnTo>
                  <a:lnTo>
                    <a:pt x="113914" y="8702"/>
                  </a:lnTo>
                  <a:lnTo>
                    <a:pt x="108807" y="10510"/>
                  </a:lnTo>
                  <a:lnTo>
                    <a:pt x="103761" y="12483"/>
                  </a:lnTo>
                  <a:lnTo>
                    <a:pt x="98782" y="14618"/>
                  </a:lnTo>
                  <a:lnTo>
                    <a:pt x="93875" y="16914"/>
                  </a:lnTo>
                  <a:lnTo>
                    <a:pt x="89045" y="19367"/>
                  </a:lnTo>
                  <a:lnTo>
                    <a:pt x="84297" y="21975"/>
                  </a:lnTo>
                  <a:lnTo>
                    <a:pt x="79636" y="24736"/>
                  </a:lnTo>
                  <a:lnTo>
                    <a:pt x="75066" y="27646"/>
                  </a:lnTo>
                  <a:lnTo>
                    <a:pt x="70594" y="30704"/>
                  </a:lnTo>
                  <a:lnTo>
                    <a:pt x="66223" y="33904"/>
                  </a:lnTo>
                  <a:lnTo>
                    <a:pt x="61957" y="37244"/>
                  </a:lnTo>
                  <a:lnTo>
                    <a:pt x="57803" y="40721"/>
                  </a:lnTo>
                  <a:lnTo>
                    <a:pt x="53763" y="44330"/>
                  </a:lnTo>
                  <a:lnTo>
                    <a:pt x="49842" y="48069"/>
                  </a:lnTo>
                  <a:lnTo>
                    <a:pt x="46044" y="51933"/>
                  </a:lnTo>
                  <a:lnTo>
                    <a:pt x="42374" y="55917"/>
                  </a:lnTo>
                  <a:lnTo>
                    <a:pt x="38835" y="60019"/>
                  </a:lnTo>
                  <a:lnTo>
                    <a:pt x="35430" y="64233"/>
                  </a:lnTo>
                  <a:lnTo>
                    <a:pt x="32164" y="68555"/>
                  </a:lnTo>
                  <a:lnTo>
                    <a:pt x="29039" y="72981"/>
                  </a:lnTo>
                  <a:lnTo>
                    <a:pt x="26060" y="77505"/>
                  </a:lnTo>
                  <a:lnTo>
                    <a:pt x="23229" y="82124"/>
                  </a:lnTo>
                  <a:lnTo>
                    <a:pt x="20549" y="86832"/>
                  </a:lnTo>
                  <a:lnTo>
                    <a:pt x="18023" y="91625"/>
                  </a:lnTo>
                  <a:lnTo>
                    <a:pt x="15653" y="96497"/>
                  </a:lnTo>
                  <a:lnTo>
                    <a:pt x="13443" y="101443"/>
                  </a:lnTo>
                  <a:lnTo>
                    <a:pt x="11394" y="106458"/>
                  </a:lnTo>
                  <a:lnTo>
                    <a:pt x="9508" y="111537"/>
                  </a:lnTo>
                  <a:lnTo>
                    <a:pt x="7788" y="116674"/>
                  </a:lnTo>
                  <a:lnTo>
                    <a:pt x="6236" y="121864"/>
                  </a:lnTo>
                  <a:lnTo>
                    <a:pt x="4852" y="127102"/>
                  </a:lnTo>
                  <a:lnTo>
                    <a:pt x="3639" y="132382"/>
                  </a:lnTo>
                  <a:lnTo>
                    <a:pt x="2598" y="137698"/>
                  </a:lnTo>
                  <a:lnTo>
                    <a:pt x="1730" y="143046"/>
                  </a:lnTo>
                  <a:lnTo>
                    <a:pt x="1035" y="148419"/>
                  </a:lnTo>
                  <a:lnTo>
                    <a:pt x="515" y="153811"/>
                  </a:lnTo>
                  <a:lnTo>
                    <a:pt x="169" y="159218"/>
                  </a:lnTo>
                  <a:lnTo>
                    <a:pt x="0" y="164632"/>
                  </a:lnTo>
                  <a:lnTo>
                    <a:pt x="5" y="170050"/>
                  </a:lnTo>
                  <a:lnTo>
                    <a:pt x="186" y="175464"/>
                  </a:lnTo>
                  <a:lnTo>
                    <a:pt x="543" y="180870"/>
                  </a:lnTo>
                  <a:lnTo>
                    <a:pt x="1074" y="186262"/>
                  </a:lnTo>
                  <a:lnTo>
                    <a:pt x="1780" y="191633"/>
                  </a:lnTo>
                  <a:lnTo>
                    <a:pt x="2660" y="196978"/>
                  </a:lnTo>
                  <a:lnTo>
                    <a:pt x="3712" y="202293"/>
                  </a:lnTo>
                  <a:lnTo>
                    <a:pt x="4936" y="207570"/>
                  </a:lnTo>
                  <a:lnTo>
                    <a:pt x="167148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9" name="pg559"/>
            <p:cNvSpPr/>
            <p:nvPr/>
          </p:nvSpPr>
          <p:spPr>
            <a:xfrm>
              <a:off x="2924313" y="4826449"/>
              <a:ext cx="162211" cy="40403"/>
            </a:xfrm>
            <a:custGeom>
              <a:avLst/>
              <a:pathLst>
                <a:path w="162211" h="40403">
                  <a:moveTo>
                    <a:pt x="0" y="40403"/>
                  </a:moveTo>
                  <a:lnTo>
                    <a:pt x="162211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0" name="pg560"/>
            <p:cNvSpPr/>
            <p:nvPr/>
          </p:nvSpPr>
          <p:spPr>
            <a:xfrm>
              <a:off x="2924313" y="4826449"/>
              <a:ext cx="162211" cy="40403"/>
            </a:xfrm>
            <a:custGeom>
              <a:avLst/>
              <a:pathLst>
                <a:path w="162211" h="40403">
                  <a:moveTo>
                    <a:pt x="0" y="40403"/>
                  </a:moveTo>
                  <a:lnTo>
                    <a:pt x="162211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1" name="pg561"/>
            <p:cNvSpPr/>
            <p:nvPr/>
          </p:nvSpPr>
          <p:spPr>
            <a:xfrm>
              <a:off x="2924313" y="4826449"/>
              <a:ext cx="162211" cy="40403"/>
            </a:xfrm>
            <a:custGeom>
              <a:avLst/>
              <a:pathLst>
                <a:path w="162211" h="40403">
                  <a:moveTo>
                    <a:pt x="0" y="40403"/>
                  </a:moveTo>
                  <a:lnTo>
                    <a:pt x="162211" y="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2" name="pg562"/>
            <p:cNvSpPr/>
            <p:nvPr/>
          </p:nvSpPr>
          <p:spPr>
            <a:xfrm>
              <a:off x="2924313" y="4826449"/>
              <a:ext cx="162211" cy="40403"/>
            </a:xfrm>
            <a:custGeom>
              <a:avLst/>
              <a:pathLst>
                <a:path w="162211" h="40403">
                  <a:moveTo>
                    <a:pt x="0" y="40403"/>
                  </a:moveTo>
                  <a:lnTo>
                    <a:pt x="162211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3" name="pg563"/>
            <p:cNvSpPr/>
            <p:nvPr/>
          </p:nvSpPr>
          <p:spPr>
            <a:xfrm>
              <a:off x="2924313" y="4826449"/>
              <a:ext cx="162211" cy="40403"/>
            </a:xfrm>
            <a:custGeom>
              <a:avLst/>
              <a:pathLst>
                <a:path w="162211" h="40403">
                  <a:moveTo>
                    <a:pt x="0" y="40403"/>
                  </a:moveTo>
                  <a:lnTo>
                    <a:pt x="162211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4" name="pg564"/>
            <p:cNvSpPr/>
            <p:nvPr/>
          </p:nvSpPr>
          <p:spPr>
            <a:xfrm>
              <a:off x="2924313" y="4826449"/>
              <a:ext cx="162211" cy="40403"/>
            </a:xfrm>
            <a:custGeom>
              <a:avLst/>
              <a:pathLst>
                <a:path w="162211" h="40403">
                  <a:moveTo>
                    <a:pt x="0" y="40403"/>
                  </a:moveTo>
                  <a:lnTo>
                    <a:pt x="162211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5" name="pg565"/>
            <p:cNvSpPr/>
            <p:nvPr/>
          </p:nvSpPr>
          <p:spPr>
            <a:xfrm>
              <a:off x="2924313" y="4826449"/>
              <a:ext cx="162211" cy="40403"/>
            </a:xfrm>
            <a:custGeom>
              <a:avLst/>
              <a:pathLst>
                <a:path w="162211" h="40403">
                  <a:moveTo>
                    <a:pt x="0" y="40403"/>
                  </a:moveTo>
                  <a:lnTo>
                    <a:pt x="162211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6" name="pg566"/>
            <p:cNvSpPr/>
            <p:nvPr/>
          </p:nvSpPr>
          <p:spPr>
            <a:xfrm>
              <a:off x="2924313" y="4826449"/>
              <a:ext cx="162211" cy="40403"/>
            </a:xfrm>
            <a:custGeom>
              <a:avLst/>
              <a:pathLst>
                <a:path w="162211" h="40403">
                  <a:moveTo>
                    <a:pt x="0" y="40403"/>
                  </a:moveTo>
                  <a:lnTo>
                    <a:pt x="162211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7" name="pg567"/>
            <p:cNvSpPr/>
            <p:nvPr/>
          </p:nvSpPr>
          <p:spPr>
            <a:xfrm>
              <a:off x="2924313" y="4826449"/>
              <a:ext cx="162211" cy="40403"/>
            </a:xfrm>
            <a:custGeom>
              <a:avLst/>
              <a:pathLst>
                <a:path w="162211" h="40403">
                  <a:moveTo>
                    <a:pt x="0" y="40403"/>
                  </a:moveTo>
                  <a:lnTo>
                    <a:pt x="162211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8" name="pg568"/>
            <p:cNvSpPr/>
            <p:nvPr/>
          </p:nvSpPr>
          <p:spPr>
            <a:xfrm>
              <a:off x="2924313" y="4826449"/>
              <a:ext cx="162211" cy="75259"/>
            </a:xfrm>
            <a:custGeom>
              <a:avLst/>
              <a:pathLst>
                <a:path w="162211" h="75259">
                  <a:moveTo>
                    <a:pt x="0" y="40403"/>
                  </a:moveTo>
                  <a:lnTo>
                    <a:pt x="1612" y="46399"/>
                  </a:lnTo>
                  <a:lnTo>
                    <a:pt x="3446" y="52332"/>
                  </a:lnTo>
                  <a:lnTo>
                    <a:pt x="5499" y="58192"/>
                  </a:lnTo>
                  <a:lnTo>
                    <a:pt x="7768" y="63972"/>
                  </a:lnTo>
                  <a:lnTo>
                    <a:pt x="10251" y="69663"/>
                  </a:lnTo>
                  <a:lnTo>
                    <a:pt x="12943" y="75259"/>
                  </a:lnTo>
                  <a:lnTo>
                    <a:pt x="162211" y="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9" name="pg569"/>
            <p:cNvSpPr/>
            <p:nvPr/>
          </p:nvSpPr>
          <p:spPr>
            <a:xfrm>
              <a:off x="2937256" y="4659281"/>
              <a:ext cx="316420" cy="334332"/>
            </a:xfrm>
            <a:custGeom>
              <a:avLst/>
              <a:pathLst>
                <a:path w="316420" h="334332">
                  <a:moveTo>
                    <a:pt x="0" y="242426"/>
                  </a:moveTo>
                  <a:lnTo>
                    <a:pt x="2458" y="247117"/>
                  </a:lnTo>
                  <a:lnTo>
                    <a:pt x="5065" y="251727"/>
                  </a:lnTo>
                  <a:lnTo>
                    <a:pt x="7816" y="256253"/>
                  </a:lnTo>
                  <a:lnTo>
                    <a:pt x="10709" y="260689"/>
                  </a:lnTo>
                  <a:lnTo>
                    <a:pt x="13741" y="265031"/>
                  </a:lnTo>
                  <a:lnTo>
                    <a:pt x="16909" y="269275"/>
                  </a:lnTo>
                  <a:lnTo>
                    <a:pt x="20209" y="273416"/>
                  </a:lnTo>
                  <a:lnTo>
                    <a:pt x="23640" y="277451"/>
                  </a:lnTo>
                  <a:lnTo>
                    <a:pt x="27196" y="281375"/>
                  </a:lnTo>
                  <a:lnTo>
                    <a:pt x="30875" y="285185"/>
                  </a:lnTo>
                  <a:lnTo>
                    <a:pt x="34673" y="288876"/>
                  </a:lnTo>
                  <a:lnTo>
                    <a:pt x="38586" y="292445"/>
                  </a:lnTo>
                  <a:lnTo>
                    <a:pt x="42610" y="295888"/>
                  </a:lnTo>
                  <a:lnTo>
                    <a:pt x="46741" y="299202"/>
                  </a:lnTo>
                  <a:lnTo>
                    <a:pt x="50975" y="302383"/>
                  </a:lnTo>
                  <a:lnTo>
                    <a:pt x="55307" y="305429"/>
                  </a:lnTo>
                  <a:lnTo>
                    <a:pt x="59734" y="308336"/>
                  </a:lnTo>
                  <a:lnTo>
                    <a:pt x="64251" y="311101"/>
                  </a:lnTo>
                  <a:lnTo>
                    <a:pt x="68853" y="313722"/>
                  </a:lnTo>
                  <a:lnTo>
                    <a:pt x="73536" y="316196"/>
                  </a:lnTo>
                  <a:lnTo>
                    <a:pt x="78294" y="318520"/>
                  </a:lnTo>
                  <a:lnTo>
                    <a:pt x="83124" y="320692"/>
                  </a:lnTo>
                  <a:lnTo>
                    <a:pt x="88021" y="322710"/>
                  </a:lnTo>
                  <a:lnTo>
                    <a:pt x="92979" y="324572"/>
                  </a:lnTo>
                  <a:lnTo>
                    <a:pt x="97993" y="326277"/>
                  </a:lnTo>
                  <a:lnTo>
                    <a:pt x="103059" y="327821"/>
                  </a:lnTo>
                  <a:lnTo>
                    <a:pt x="108171" y="329204"/>
                  </a:lnTo>
                  <a:lnTo>
                    <a:pt x="113324" y="330425"/>
                  </a:lnTo>
                  <a:lnTo>
                    <a:pt x="118514" y="331481"/>
                  </a:lnTo>
                  <a:lnTo>
                    <a:pt x="123734" y="332373"/>
                  </a:lnTo>
                  <a:lnTo>
                    <a:pt x="128980" y="333099"/>
                  </a:lnTo>
                  <a:lnTo>
                    <a:pt x="134247" y="333658"/>
                  </a:lnTo>
                  <a:lnTo>
                    <a:pt x="139528" y="334050"/>
                  </a:lnTo>
                  <a:lnTo>
                    <a:pt x="144819" y="334275"/>
                  </a:lnTo>
                  <a:lnTo>
                    <a:pt x="150115" y="334332"/>
                  </a:lnTo>
                  <a:lnTo>
                    <a:pt x="155410" y="334222"/>
                  </a:lnTo>
                  <a:lnTo>
                    <a:pt x="160699" y="333943"/>
                  </a:lnTo>
                  <a:lnTo>
                    <a:pt x="165976" y="333497"/>
                  </a:lnTo>
                  <a:lnTo>
                    <a:pt x="171236" y="332885"/>
                  </a:lnTo>
                  <a:lnTo>
                    <a:pt x="176475" y="332106"/>
                  </a:lnTo>
                  <a:lnTo>
                    <a:pt x="181686" y="331161"/>
                  </a:lnTo>
                  <a:lnTo>
                    <a:pt x="186864" y="330052"/>
                  </a:lnTo>
                  <a:lnTo>
                    <a:pt x="192005" y="328779"/>
                  </a:lnTo>
                  <a:lnTo>
                    <a:pt x="197103" y="327344"/>
                  </a:lnTo>
                  <a:lnTo>
                    <a:pt x="202153" y="325749"/>
                  </a:lnTo>
                  <a:lnTo>
                    <a:pt x="207149" y="323994"/>
                  </a:lnTo>
                  <a:lnTo>
                    <a:pt x="212088" y="322082"/>
                  </a:lnTo>
                  <a:lnTo>
                    <a:pt x="216964" y="320014"/>
                  </a:lnTo>
                  <a:lnTo>
                    <a:pt x="221772" y="317793"/>
                  </a:lnTo>
                  <a:lnTo>
                    <a:pt x="226507" y="315420"/>
                  </a:lnTo>
                  <a:lnTo>
                    <a:pt x="231164" y="312899"/>
                  </a:lnTo>
                  <a:lnTo>
                    <a:pt x="235739" y="310232"/>
                  </a:lnTo>
                  <a:lnTo>
                    <a:pt x="240228" y="307421"/>
                  </a:lnTo>
                  <a:lnTo>
                    <a:pt x="244625" y="304469"/>
                  </a:lnTo>
                  <a:lnTo>
                    <a:pt x="248926" y="301380"/>
                  </a:lnTo>
                  <a:lnTo>
                    <a:pt x="253128" y="298156"/>
                  </a:lnTo>
                  <a:lnTo>
                    <a:pt x="257225" y="294800"/>
                  </a:lnTo>
                  <a:lnTo>
                    <a:pt x="261214" y="291316"/>
                  </a:lnTo>
                  <a:lnTo>
                    <a:pt x="265090" y="287708"/>
                  </a:lnTo>
                  <a:lnTo>
                    <a:pt x="268850" y="283978"/>
                  </a:lnTo>
                  <a:lnTo>
                    <a:pt x="272491" y="280132"/>
                  </a:lnTo>
                  <a:lnTo>
                    <a:pt x="276007" y="276172"/>
                  </a:lnTo>
                  <a:lnTo>
                    <a:pt x="279396" y="272102"/>
                  </a:lnTo>
                  <a:lnTo>
                    <a:pt x="282655" y="267928"/>
                  </a:lnTo>
                  <a:lnTo>
                    <a:pt x="285780" y="263652"/>
                  </a:lnTo>
                  <a:lnTo>
                    <a:pt x="288768" y="259279"/>
                  </a:lnTo>
                  <a:lnTo>
                    <a:pt x="291616" y="254814"/>
                  </a:lnTo>
                  <a:lnTo>
                    <a:pt x="294321" y="250261"/>
                  </a:lnTo>
                  <a:lnTo>
                    <a:pt x="296880" y="245624"/>
                  </a:lnTo>
                  <a:lnTo>
                    <a:pt x="299291" y="240909"/>
                  </a:lnTo>
                  <a:lnTo>
                    <a:pt x="301552" y="236120"/>
                  </a:lnTo>
                  <a:lnTo>
                    <a:pt x="303659" y="231261"/>
                  </a:lnTo>
                  <a:lnTo>
                    <a:pt x="305612" y="226339"/>
                  </a:lnTo>
                  <a:lnTo>
                    <a:pt x="307408" y="221356"/>
                  </a:lnTo>
                  <a:lnTo>
                    <a:pt x="309045" y="216320"/>
                  </a:lnTo>
                  <a:lnTo>
                    <a:pt x="310522" y="211234"/>
                  </a:lnTo>
                  <a:lnTo>
                    <a:pt x="311837" y="206104"/>
                  </a:lnTo>
                  <a:lnTo>
                    <a:pt x="312989" y="200935"/>
                  </a:lnTo>
                  <a:lnTo>
                    <a:pt x="313977" y="195732"/>
                  </a:lnTo>
                  <a:lnTo>
                    <a:pt x="314799" y="190500"/>
                  </a:lnTo>
                  <a:lnTo>
                    <a:pt x="315455" y="185245"/>
                  </a:lnTo>
                  <a:lnTo>
                    <a:pt x="315944" y="179971"/>
                  </a:lnTo>
                  <a:lnTo>
                    <a:pt x="316266" y="174685"/>
                  </a:lnTo>
                  <a:lnTo>
                    <a:pt x="316420" y="169391"/>
                  </a:lnTo>
                  <a:lnTo>
                    <a:pt x="316407" y="164095"/>
                  </a:lnTo>
                  <a:lnTo>
                    <a:pt x="316226" y="158802"/>
                  </a:lnTo>
                  <a:lnTo>
                    <a:pt x="315877" y="153518"/>
                  </a:lnTo>
                  <a:lnTo>
                    <a:pt x="315361" y="148247"/>
                  </a:lnTo>
                  <a:lnTo>
                    <a:pt x="314678" y="142995"/>
                  </a:lnTo>
                  <a:lnTo>
                    <a:pt x="313830" y="137768"/>
                  </a:lnTo>
                  <a:lnTo>
                    <a:pt x="312816" y="132570"/>
                  </a:lnTo>
                  <a:lnTo>
                    <a:pt x="311638" y="127406"/>
                  </a:lnTo>
                  <a:lnTo>
                    <a:pt x="310297" y="122283"/>
                  </a:lnTo>
                  <a:lnTo>
                    <a:pt x="308794" y="117205"/>
                  </a:lnTo>
                  <a:lnTo>
                    <a:pt x="307132" y="112176"/>
                  </a:lnTo>
                  <a:lnTo>
                    <a:pt x="305310" y="107203"/>
                  </a:lnTo>
                  <a:lnTo>
                    <a:pt x="303333" y="102291"/>
                  </a:lnTo>
                  <a:lnTo>
                    <a:pt x="301200" y="97443"/>
                  </a:lnTo>
                  <a:lnTo>
                    <a:pt x="298915" y="92665"/>
                  </a:lnTo>
                  <a:lnTo>
                    <a:pt x="296480" y="87962"/>
                  </a:lnTo>
                  <a:lnTo>
                    <a:pt x="293897" y="83339"/>
                  </a:lnTo>
                  <a:lnTo>
                    <a:pt x="291169" y="78799"/>
                  </a:lnTo>
                  <a:lnTo>
                    <a:pt x="288299" y="74349"/>
                  </a:lnTo>
                  <a:lnTo>
                    <a:pt x="285289" y="69991"/>
                  </a:lnTo>
                  <a:lnTo>
                    <a:pt x="282143" y="65731"/>
                  </a:lnTo>
                  <a:lnTo>
                    <a:pt x="278863" y="61573"/>
                  </a:lnTo>
                  <a:lnTo>
                    <a:pt x="275453" y="57521"/>
                  </a:lnTo>
                  <a:lnTo>
                    <a:pt x="271916" y="53579"/>
                  </a:lnTo>
                  <a:lnTo>
                    <a:pt x="268257" y="49751"/>
                  </a:lnTo>
                  <a:lnTo>
                    <a:pt x="264478" y="46041"/>
                  </a:lnTo>
                  <a:lnTo>
                    <a:pt x="260583" y="42452"/>
                  </a:lnTo>
                  <a:lnTo>
                    <a:pt x="256576" y="38988"/>
                  </a:lnTo>
                  <a:lnTo>
                    <a:pt x="252462" y="35653"/>
                  </a:lnTo>
                  <a:lnTo>
                    <a:pt x="248245" y="32451"/>
                  </a:lnTo>
                  <a:lnTo>
                    <a:pt x="243928" y="29383"/>
                  </a:lnTo>
                  <a:lnTo>
                    <a:pt x="239516" y="26454"/>
                  </a:lnTo>
                  <a:lnTo>
                    <a:pt x="235013" y="23665"/>
                  </a:lnTo>
                  <a:lnTo>
                    <a:pt x="230424" y="21021"/>
                  </a:lnTo>
                  <a:lnTo>
                    <a:pt x="225754" y="18524"/>
                  </a:lnTo>
                  <a:lnTo>
                    <a:pt x="221007" y="16176"/>
                  </a:lnTo>
                  <a:lnTo>
                    <a:pt x="216188" y="13979"/>
                  </a:lnTo>
                  <a:lnTo>
                    <a:pt x="211302" y="11936"/>
                  </a:lnTo>
                  <a:lnTo>
                    <a:pt x="206354" y="10049"/>
                  </a:lnTo>
                  <a:lnTo>
                    <a:pt x="201348" y="8319"/>
                  </a:lnTo>
                  <a:lnTo>
                    <a:pt x="196290" y="6749"/>
                  </a:lnTo>
                  <a:lnTo>
                    <a:pt x="191185" y="5340"/>
                  </a:lnTo>
                  <a:lnTo>
                    <a:pt x="186038" y="4094"/>
                  </a:lnTo>
                  <a:lnTo>
                    <a:pt x="180854" y="3011"/>
                  </a:lnTo>
                  <a:lnTo>
                    <a:pt x="175638" y="2093"/>
                  </a:lnTo>
                  <a:lnTo>
                    <a:pt x="170396" y="1340"/>
                  </a:lnTo>
                  <a:lnTo>
                    <a:pt x="165132" y="754"/>
                  </a:lnTo>
                  <a:lnTo>
                    <a:pt x="159853" y="335"/>
                  </a:lnTo>
                  <a:lnTo>
                    <a:pt x="154563" y="83"/>
                  </a:lnTo>
                  <a:lnTo>
                    <a:pt x="149268" y="0"/>
                  </a:lnTo>
                  <a:lnTo>
                    <a:pt x="149268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0" name="pg570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1" name="pg571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2" name="pg572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3" name="pg573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4" name="pg574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5" name="pg575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6" name="pg576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7" name="pg577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8" name="pg578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9" name="pg579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0" name="pg580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1" name="pg581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2" name="pg582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3" name="pg583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4" name="pg584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5" name="pg585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6" name="pg586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7" name="pg587"/>
            <p:cNvSpPr/>
            <p:nvPr/>
          </p:nvSpPr>
          <p:spPr>
            <a:xfrm>
              <a:off x="3487833" y="5018213"/>
              <a:ext cx="887" cy="167167"/>
            </a:xfrm>
            <a:custGeom>
              <a:avLst/>
              <a:pathLst>
                <a:path w="887" h="167167">
                  <a:moveTo>
                    <a:pt x="887" y="0"/>
                  </a:moveTo>
                  <a:lnTo>
                    <a:pt x="0" y="2"/>
                  </a:lnTo>
                  <a:lnTo>
                    <a:pt x="887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8" name="pg588"/>
            <p:cNvSpPr/>
            <p:nvPr/>
          </p:nvSpPr>
          <p:spPr>
            <a:xfrm>
              <a:off x="3487833" y="5018215"/>
              <a:ext cx="887" cy="167165"/>
            </a:xfrm>
            <a:custGeom>
              <a:avLst/>
              <a:pathLst>
                <a:path w="887" h="167165">
                  <a:moveTo>
                    <a:pt x="0" y="0"/>
                  </a:moveTo>
                  <a:lnTo>
                    <a:pt x="887" y="16716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9" name="pg589"/>
            <p:cNvSpPr/>
            <p:nvPr/>
          </p:nvSpPr>
          <p:spPr>
            <a:xfrm>
              <a:off x="3487833" y="5018215"/>
              <a:ext cx="887" cy="167165"/>
            </a:xfrm>
            <a:custGeom>
              <a:avLst/>
              <a:pathLst>
                <a:path w="887" h="167165">
                  <a:moveTo>
                    <a:pt x="0" y="0"/>
                  </a:moveTo>
                  <a:lnTo>
                    <a:pt x="887" y="167165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0" name="pg590"/>
            <p:cNvSpPr/>
            <p:nvPr/>
          </p:nvSpPr>
          <p:spPr>
            <a:xfrm>
              <a:off x="3487833" y="5018215"/>
              <a:ext cx="887" cy="167165"/>
            </a:xfrm>
            <a:custGeom>
              <a:avLst/>
              <a:pathLst>
                <a:path w="887" h="167165">
                  <a:moveTo>
                    <a:pt x="0" y="0"/>
                  </a:moveTo>
                  <a:lnTo>
                    <a:pt x="887" y="16716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1" name="pg591"/>
            <p:cNvSpPr/>
            <p:nvPr/>
          </p:nvSpPr>
          <p:spPr>
            <a:xfrm>
              <a:off x="3487833" y="5018215"/>
              <a:ext cx="887" cy="167165"/>
            </a:xfrm>
            <a:custGeom>
              <a:avLst/>
              <a:pathLst>
                <a:path w="887" h="167165">
                  <a:moveTo>
                    <a:pt x="0" y="0"/>
                  </a:moveTo>
                  <a:lnTo>
                    <a:pt x="887" y="16716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2" name="pg592"/>
            <p:cNvSpPr/>
            <p:nvPr/>
          </p:nvSpPr>
          <p:spPr>
            <a:xfrm>
              <a:off x="3487833" y="5018215"/>
              <a:ext cx="887" cy="167165"/>
            </a:xfrm>
            <a:custGeom>
              <a:avLst/>
              <a:pathLst>
                <a:path w="887" h="167165">
                  <a:moveTo>
                    <a:pt x="0" y="0"/>
                  </a:moveTo>
                  <a:lnTo>
                    <a:pt x="887" y="16716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3" name="pg593"/>
            <p:cNvSpPr/>
            <p:nvPr/>
          </p:nvSpPr>
          <p:spPr>
            <a:xfrm>
              <a:off x="3487833" y="5018215"/>
              <a:ext cx="887" cy="167165"/>
            </a:xfrm>
            <a:custGeom>
              <a:avLst/>
              <a:pathLst>
                <a:path w="887" h="167165">
                  <a:moveTo>
                    <a:pt x="0" y="0"/>
                  </a:moveTo>
                  <a:lnTo>
                    <a:pt x="887" y="16716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4" name="pg594"/>
            <p:cNvSpPr/>
            <p:nvPr/>
          </p:nvSpPr>
          <p:spPr>
            <a:xfrm>
              <a:off x="3487833" y="5018215"/>
              <a:ext cx="887" cy="167165"/>
            </a:xfrm>
            <a:custGeom>
              <a:avLst/>
              <a:pathLst>
                <a:path w="887" h="167165">
                  <a:moveTo>
                    <a:pt x="0" y="0"/>
                  </a:moveTo>
                  <a:lnTo>
                    <a:pt x="887" y="167165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5" name="pg595"/>
            <p:cNvSpPr/>
            <p:nvPr/>
          </p:nvSpPr>
          <p:spPr>
            <a:xfrm>
              <a:off x="3487833" y="5018215"/>
              <a:ext cx="887" cy="167165"/>
            </a:xfrm>
            <a:custGeom>
              <a:avLst/>
              <a:pathLst>
                <a:path w="887" h="167165">
                  <a:moveTo>
                    <a:pt x="0" y="0"/>
                  </a:moveTo>
                  <a:lnTo>
                    <a:pt x="887" y="167165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6" name="pg596"/>
            <p:cNvSpPr/>
            <p:nvPr/>
          </p:nvSpPr>
          <p:spPr>
            <a:xfrm>
              <a:off x="3321563" y="5018215"/>
              <a:ext cx="334314" cy="334330"/>
            </a:xfrm>
            <a:custGeom>
              <a:avLst/>
              <a:pathLst>
                <a:path w="334314" h="334330">
                  <a:moveTo>
                    <a:pt x="166270" y="0"/>
                  </a:moveTo>
                  <a:lnTo>
                    <a:pt x="160968" y="112"/>
                  </a:lnTo>
                  <a:lnTo>
                    <a:pt x="155671" y="392"/>
                  </a:lnTo>
                  <a:lnTo>
                    <a:pt x="150387" y="840"/>
                  </a:lnTo>
                  <a:lnTo>
                    <a:pt x="145119" y="1456"/>
                  </a:lnTo>
                  <a:lnTo>
                    <a:pt x="139874" y="2239"/>
                  </a:lnTo>
                  <a:lnTo>
                    <a:pt x="134655" y="3187"/>
                  </a:lnTo>
                  <a:lnTo>
                    <a:pt x="129470" y="4301"/>
                  </a:lnTo>
                  <a:lnTo>
                    <a:pt x="124323" y="5578"/>
                  </a:lnTo>
                  <a:lnTo>
                    <a:pt x="119218" y="7018"/>
                  </a:lnTo>
                  <a:lnTo>
                    <a:pt x="114162" y="8620"/>
                  </a:lnTo>
                  <a:lnTo>
                    <a:pt x="109160" y="10381"/>
                  </a:lnTo>
                  <a:lnTo>
                    <a:pt x="104215" y="12299"/>
                  </a:lnTo>
                  <a:lnTo>
                    <a:pt x="99334" y="14374"/>
                  </a:lnTo>
                  <a:lnTo>
                    <a:pt x="94521" y="16602"/>
                  </a:lnTo>
                  <a:lnTo>
                    <a:pt x="89782" y="18982"/>
                  </a:lnTo>
                  <a:lnTo>
                    <a:pt x="85120" y="21511"/>
                  </a:lnTo>
                  <a:lnTo>
                    <a:pt x="80541" y="24187"/>
                  </a:lnTo>
                  <a:lnTo>
                    <a:pt x="76049" y="27007"/>
                  </a:lnTo>
                  <a:lnTo>
                    <a:pt x="71649" y="29967"/>
                  </a:lnTo>
                  <a:lnTo>
                    <a:pt x="67345" y="33066"/>
                  </a:lnTo>
                  <a:lnTo>
                    <a:pt x="63141" y="36300"/>
                  </a:lnTo>
                  <a:lnTo>
                    <a:pt x="59042" y="39665"/>
                  </a:lnTo>
                  <a:lnTo>
                    <a:pt x="55052" y="43159"/>
                  </a:lnTo>
                  <a:lnTo>
                    <a:pt x="51174" y="46778"/>
                  </a:lnTo>
                  <a:lnTo>
                    <a:pt x="47414" y="50518"/>
                  </a:lnTo>
                  <a:lnTo>
                    <a:pt x="43774" y="54375"/>
                  </a:lnTo>
                  <a:lnTo>
                    <a:pt x="40258" y="58346"/>
                  </a:lnTo>
                  <a:lnTo>
                    <a:pt x="36870" y="62426"/>
                  </a:lnTo>
                  <a:lnTo>
                    <a:pt x="33613" y="66612"/>
                  </a:lnTo>
                  <a:lnTo>
                    <a:pt x="30490" y="70899"/>
                  </a:lnTo>
                  <a:lnTo>
                    <a:pt x="27505" y="75282"/>
                  </a:lnTo>
                  <a:lnTo>
                    <a:pt x="24661" y="79759"/>
                  </a:lnTo>
                  <a:lnTo>
                    <a:pt x="21960" y="84323"/>
                  </a:lnTo>
                  <a:lnTo>
                    <a:pt x="19405" y="88971"/>
                  </a:lnTo>
                  <a:lnTo>
                    <a:pt x="16999" y="93697"/>
                  </a:lnTo>
                  <a:lnTo>
                    <a:pt x="14744" y="98497"/>
                  </a:lnTo>
                  <a:lnTo>
                    <a:pt x="12642" y="103367"/>
                  </a:lnTo>
                  <a:lnTo>
                    <a:pt x="10696" y="108300"/>
                  </a:lnTo>
                  <a:lnTo>
                    <a:pt x="8908" y="113293"/>
                  </a:lnTo>
                  <a:lnTo>
                    <a:pt x="7279" y="118341"/>
                  </a:lnTo>
                  <a:lnTo>
                    <a:pt x="5810" y="123437"/>
                  </a:lnTo>
                  <a:lnTo>
                    <a:pt x="4504" y="128577"/>
                  </a:lnTo>
                  <a:lnTo>
                    <a:pt x="3362" y="133756"/>
                  </a:lnTo>
                  <a:lnTo>
                    <a:pt x="2385" y="138969"/>
                  </a:lnTo>
                  <a:lnTo>
                    <a:pt x="1573" y="144210"/>
                  </a:lnTo>
                  <a:lnTo>
                    <a:pt x="928" y="149474"/>
                  </a:lnTo>
                  <a:lnTo>
                    <a:pt x="451" y="154756"/>
                  </a:lnTo>
                  <a:lnTo>
                    <a:pt x="141" y="160051"/>
                  </a:lnTo>
                  <a:lnTo>
                    <a:pt x="0" y="165353"/>
                  </a:lnTo>
                  <a:lnTo>
                    <a:pt x="26" y="170656"/>
                  </a:lnTo>
                  <a:lnTo>
                    <a:pt x="221" y="175956"/>
                  </a:lnTo>
                  <a:lnTo>
                    <a:pt x="584" y="181247"/>
                  </a:lnTo>
                  <a:lnTo>
                    <a:pt x="1114" y="186524"/>
                  </a:lnTo>
                  <a:lnTo>
                    <a:pt x="1812" y="191782"/>
                  </a:lnTo>
                  <a:lnTo>
                    <a:pt x="2676" y="197015"/>
                  </a:lnTo>
                  <a:lnTo>
                    <a:pt x="3706" y="202217"/>
                  </a:lnTo>
                  <a:lnTo>
                    <a:pt x="4900" y="207385"/>
                  </a:lnTo>
                  <a:lnTo>
                    <a:pt x="6258" y="212512"/>
                  </a:lnTo>
                  <a:lnTo>
                    <a:pt x="7777" y="217593"/>
                  </a:lnTo>
                  <a:lnTo>
                    <a:pt x="9457" y="222623"/>
                  </a:lnTo>
                  <a:lnTo>
                    <a:pt x="11296" y="227598"/>
                  </a:lnTo>
                  <a:lnTo>
                    <a:pt x="13291" y="232512"/>
                  </a:lnTo>
                  <a:lnTo>
                    <a:pt x="15442" y="237360"/>
                  </a:lnTo>
                  <a:lnTo>
                    <a:pt x="17745" y="242137"/>
                  </a:lnTo>
                  <a:lnTo>
                    <a:pt x="20198" y="246839"/>
                  </a:lnTo>
                  <a:lnTo>
                    <a:pt x="22800" y="251461"/>
                  </a:lnTo>
                  <a:lnTo>
                    <a:pt x="25546" y="255998"/>
                  </a:lnTo>
                  <a:lnTo>
                    <a:pt x="28436" y="260445"/>
                  </a:lnTo>
                  <a:lnTo>
                    <a:pt x="31465" y="264799"/>
                  </a:lnTo>
                  <a:lnTo>
                    <a:pt x="34630" y="269054"/>
                  </a:lnTo>
                  <a:lnTo>
                    <a:pt x="37929" y="273207"/>
                  </a:lnTo>
                  <a:lnTo>
                    <a:pt x="41358" y="277253"/>
                  </a:lnTo>
                  <a:lnTo>
                    <a:pt x="44913" y="281188"/>
                  </a:lnTo>
                  <a:lnTo>
                    <a:pt x="48592" y="285009"/>
                  </a:lnTo>
                  <a:lnTo>
                    <a:pt x="52390" y="288711"/>
                  </a:lnTo>
                  <a:lnTo>
                    <a:pt x="56304" y="292290"/>
                  </a:lnTo>
                  <a:lnTo>
                    <a:pt x="60329" y="295744"/>
                  </a:lnTo>
                  <a:lnTo>
                    <a:pt x="64461" y="299068"/>
                  </a:lnTo>
                  <a:lnTo>
                    <a:pt x="68697" y="302259"/>
                  </a:lnTo>
                  <a:lnTo>
                    <a:pt x="73032" y="305315"/>
                  </a:lnTo>
                  <a:lnTo>
                    <a:pt x="77462" y="308231"/>
                  </a:lnTo>
                  <a:lnTo>
                    <a:pt x="81982" y="311005"/>
                  </a:lnTo>
                  <a:lnTo>
                    <a:pt x="86588" y="313635"/>
                  </a:lnTo>
                  <a:lnTo>
                    <a:pt x="91275" y="316117"/>
                  </a:lnTo>
                  <a:lnTo>
                    <a:pt x="96038" y="318449"/>
                  </a:lnTo>
                  <a:lnTo>
                    <a:pt x="100873" y="320629"/>
                  </a:lnTo>
                  <a:lnTo>
                    <a:pt x="105775" y="322655"/>
                  </a:lnTo>
                  <a:lnTo>
                    <a:pt x="110738" y="324524"/>
                  </a:lnTo>
                  <a:lnTo>
                    <a:pt x="115758" y="326234"/>
                  </a:lnTo>
                  <a:lnTo>
                    <a:pt x="120830" y="327784"/>
                  </a:lnTo>
                  <a:lnTo>
                    <a:pt x="125949" y="329173"/>
                  </a:lnTo>
                  <a:lnTo>
                    <a:pt x="131109" y="330399"/>
                  </a:lnTo>
                  <a:lnTo>
                    <a:pt x="136305" y="331460"/>
                  </a:lnTo>
                  <a:lnTo>
                    <a:pt x="141532" y="332356"/>
                  </a:lnTo>
                  <a:lnTo>
                    <a:pt x="146785" y="333086"/>
                  </a:lnTo>
                  <a:lnTo>
                    <a:pt x="152059" y="333649"/>
                  </a:lnTo>
                  <a:lnTo>
                    <a:pt x="157348" y="334044"/>
                  </a:lnTo>
                  <a:lnTo>
                    <a:pt x="162647" y="334271"/>
                  </a:lnTo>
                  <a:lnTo>
                    <a:pt x="167950" y="334330"/>
                  </a:lnTo>
                  <a:lnTo>
                    <a:pt x="173252" y="334221"/>
                  </a:lnTo>
                  <a:lnTo>
                    <a:pt x="178549" y="333943"/>
                  </a:lnTo>
                  <a:lnTo>
                    <a:pt x="183834" y="333498"/>
                  </a:lnTo>
                  <a:lnTo>
                    <a:pt x="189102" y="332885"/>
                  </a:lnTo>
                  <a:lnTo>
                    <a:pt x="194348" y="332106"/>
                  </a:lnTo>
                  <a:lnTo>
                    <a:pt x="199566" y="331160"/>
                  </a:lnTo>
                  <a:lnTo>
                    <a:pt x="204752" y="330050"/>
                  </a:lnTo>
                  <a:lnTo>
                    <a:pt x="209900" y="328775"/>
                  </a:lnTo>
                  <a:lnTo>
                    <a:pt x="215006" y="327338"/>
                  </a:lnTo>
                  <a:lnTo>
                    <a:pt x="220062" y="325739"/>
                  </a:lnTo>
                  <a:lnTo>
                    <a:pt x="225066" y="323981"/>
                  </a:lnTo>
                  <a:lnTo>
                    <a:pt x="230012" y="322065"/>
                  </a:lnTo>
                  <a:lnTo>
                    <a:pt x="234894" y="319994"/>
                  </a:lnTo>
                  <a:lnTo>
                    <a:pt x="239708" y="317768"/>
                  </a:lnTo>
                  <a:lnTo>
                    <a:pt x="244449" y="315391"/>
                  </a:lnTo>
                  <a:lnTo>
                    <a:pt x="249112" y="312864"/>
                  </a:lnTo>
                  <a:lnTo>
                    <a:pt x="253693" y="310191"/>
                  </a:lnTo>
                  <a:lnTo>
                    <a:pt x="258186" y="307374"/>
                  </a:lnTo>
                  <a:lnTo>
                    <a:pt x="262588" y="304416"/>
                  </a:lnTo>
                  <a:lnTo>
                    <a:pt x="266894" y="301319"/>
                  </a:lnTo>
                  <a:lnTo>
                    <a:pt x="271099" y="298088"/>
                  </a:lnTo>
                  <a:lnTo>
                    <a:pt x="275200" y="294725"/>
                  </a:lnTo>
                  <a:lnTo>
                    <a:pt x="279192" y="291233"/>
                  </a:lnTo>
                  <a:lnTo>
                    <a:pt x="283072" y="287617"/>
                  </a:lnTo>
                  <a:lnTo>
                    <a:pt x="286834" y="283879"/>
                  </a:lnTo>
                  <a:lnTo>
                    <a:pt x="290477" y="280024"/>
                  </a:lnTo>
                  <a:lnTo>
                    <a:pt x="293995" y="276055"/>
                  </a:lnTo>
                  <a:lnTo>
                    <a:pt x="297385" y="271977"/>
                  </a:lnTo>
                  <a:lnTo>
                    <a:pt x="300645" y="267793"/>
                  </a:lnTo>
                  <a:lnTo>
                    <a:pt x="303770" y="263508"/>
                  </a:lnTo>
                  <a:lnTo>
                    <a:pt x="306757" y="259126"/>
                  </a:lnTo>
                  <a:lnTo>
                    <a:pt x="309604" y="254651"/>
                  </a:lnTo>
                  <a:lnTo>
                    <a:pt x="312308" y="250088"/>
                  </a:lnTo>
                  <a:lnTo>
                    <a:pt x="314865" y="245442"/>
                  </a:lnTo>
                  <a:lnTo>
                    <a:pt x="317274" y="240717"/>
                  </a:lnTo>
                  <a:lnTo>
                    <a:pt x="319531" y="235918"/>
                  </a:lnTo>
                  <a:lnTo>
                    <a:pt x="321636" y="231050"/>
                  </a:lnTo>
                  <a:lnTo>
                    <a:pt x="323585" y="226117"/>
                  </a:lnTo>
                  <a:lnTo>
                    <a:pt x="325376" y="221125"/>
                  </a:lnTo>
                  <a:lnTo>
                    <a:pt x="327008" y="216079"/>
                  </a:lnTo>
                  <a:lnTo>
                    <a:pt x="328479" y="210983"/>
                  </a:lnTo>
                  <a:lnTo>
                    <a:pt x="329788" y="205844"/>
                  </a:lnTo>
                  <a:lnTo>
                    <a:pt x="330933" y="200665"/>
                  </a:lnTo>
                  <a:lnTo>
                    <a:pt x="331914" y="195453"/>
                  </a:lnTo>
                  <a:lnTo>
                    <a:pt x="332728" y="190213"/>
                  </a:lnTo>
                  <a:lnTo>
                    <a:pt x="333376" y="184949"/>
                  </a:lnTo>
                  <a:lnTo>
                    <a:pt x="333856" y="179667"/>
                  </a:lnTo>
                  <a:lnTo>
                    <a:pt x="334169" y="174373"/>
                  </a:lnTo>
                  <a:lnTo>
                    <a:pt x="334314" y="169071"/>
                  </a:lnTo>
                  <a:lnTo>
                    <a:pt x="334290" y="163767"/>
                  </a:lnTo>
                  <a:lnTo>
                    <a:pt x="334098" y="158467"/>
                  </a:lnTo>
                  <a:lnTo>
                    <a:pt x="333738" y="153176"/>
                  </a:lnTo>
                  <a:lnTo>
                    <a:pt x="333211" y="147899"/>
                  </a:lnTo>
                  <a:lnTo>
                    <a:pt x="332516" y="142641"/>
                  </a:lnTo>
                  <a:lnTo>
                    <a:pt x="331655" y="137407"/>
                  </a:lnTo>
                  <a:lnTo>
                    <a:pt x="330628" y="132204"/>
                  </a:lnTo>
                  <a:lnTo>
                    <a:pt x="329437" y="127036"/>
                  </a:lnTo>
                  <a:lnTo>
                    <a:pt x="328082" y="121908"/>
                  </a:lnTo>
                  <a:lnTo>
                    <a:pt x="326565" y="116826"/>
                  </a:lnTo>
                  <a:lnTo>
                    <a:pt x="324888" y="111795"/>
                  </a:lnTo>
                  <a:lnTo>
                    <a:pt x="323053" y="106819"/>
                  </a:lnTo>
                  <a:lnTo>
                    <a:pt x="321060" y="101904"/>
                  </a:lnTo>
                  <a:lnTo>
                    <a:pt x="318912" y="97055"/>
                  </a:lnTo>
                  <a:lnTo>
                    <a:pt x="316612" y="92276"/>
                  </a:lnTo>
                  <a:lnTo>
                    <a:pt x="314161" y="87573"/>
                  </a:lnTo>
                  <a:lnTo>
                    <a:pt x="311562" y="82950"/>
                  </a:lnTo>
                  <a:lnTo>
                    <a:pt x="308818" y="78411"/>
                  </a:lnTo>
                  <a:lnTo>
                    <a:pt x="305931" y="73962"/>
                  </a:lnTo>
                  <a:lnTo>
                    <a:pt x="302905" y="69607"/>
                  </a:lnTo>
                  <a:lnTo>
                    <a:pt x="299742" y="65350"/>
                  </a:lnTo>
                  <a:lnTo>
                    <a:pt x="296445" y="61195"/>
                  </a:lnTo>
                  <a:lnTo>
                    <a:pt x="293018" y="57147"/>
                  </a:lnTo>
                  <a:lnTo>
                    <a:pt x="289465" y="53210"/>
                  </a:lnTo>
                  <a:lnTo>
                    <a:pt x="285789" y="49387"/>
                  </a:lnTo>
                  <a:lnTo>
                    <a:pt x="281993" y="45683"/>
                  </a:lnTo>
                  <a:lnTo>
                    <a:pt x="278081" y="42102"/>
                  </a:lnTo>
                  <a:lnTo>
                    <a:pt x="274058" y="38646"/>
                  </a:lnTo>
                  <a:lnTo>
                    <a:pt x="269928" y="35319"/>
                  </a:lnTo>
                  <a:lnTo>
                    <a:pt x="265693" y="32125"/>
                  </a:lnTo>
                  <a:lnTo>
                    <a:pt x="261360" y="29068"/>
                  </a:lnTo>
                  <a:lnTo>
                    <a:pt x="256932" y="26149"/>
                  </a:lnTo>
                  <a:lnTo>
                    <a:pt x="252413" y="23372"/>
                  </a:lnTo>
                  <a:lnTo>
                    <a:pt x="247809" y="20740"/>
                  </a:lnTo>
                  <a:lnTo>
                    <a:pt x="243124" y="18255"/>
                  </a:lnTo>
                  <a:lnTo>
                    <a:pt x="238362" y="15920"/>
                  </a:lnTo>
                  <a:lnTo>
                    <a:pt x="233528" y="13738"/>
                  </a:lnTo>
                  <a:lnTo>
                    <a:pt x="228627" y="11709"/>
                  </a:lnTo>
                  <a:lnTo>
                    <a:pt x="223665" y="9838"/>
                  </a:lnTo>
                  <a:lnTo>
                    <a:pt x="218646" y="8124"/>
                  </a:lnTo>
                  <a:lnTo>
                    <a:pt x="167157" y="167165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7" name="pg597"/>
            <p:cNvSpPr/>
            <p:nvPr/>
          </p:nvSpPr>
          <p:spPr>
            <a:xfrm>
              <a:off x="3488720" y="5018213"/>
              <a:ext cx="51488" cy="167167"/>
            </a:xfrm>
            <a:custGeom>
              <a:avLst/>
              <a:pathLst>
                <a:path w="51488" h="167167">
                  <a:moveTo>
                    <a:pt x="51488" y="8127"/>
                  </a:moveTo>
                  <a:lnTo>
                    <a:pt x="45226" y="6234"/>
                  </a:lnTo>
                  <a:lnTo>
                    <a:pt x="38895" y="4587"/>
                  </a:lnTo>
                  <a:lnTo>
                    <a:pt x="32503" y="3190"/>
                  </a:lnTo>
                  <a:lnTo>
                    <a:pt x="26063" y="2044"/>
                  </a:lnTo>
                  <a:lnTo>
                    <a:pt x="19582" y="1150"/>
                  </a:lnTo>
                  <a:lnTo>
                    <a:pt x="13071" y="511"/>
                  </a:lnTo>
                  <a:lnTo>
                    <a:pt x="6540" y="128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8" name="pg598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9" name="pg599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0" name="pg600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1" name="pg601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2" name="pg602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3" name="pg603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4" name="pg604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5" name="pg605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6" name="pg606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7" name="pg607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8" name="pg608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9" name="pg609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0" name="pg610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1" name="pg611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2" name="pg612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3" name="pg613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4" name="pg614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5" name="pg615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6" name="pg616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7" name="pg617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8" name="pg618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9" name="pg619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0" name="pg620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1" name="pg621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2" name="pg622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3" name="pg623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4" name="pg624"/>
            <p:cNvSpPr/>
            <p:nvPr/>
          </p:nvSpPr>
          <p:spPr>
            <a:xfrm>
              <a:off x="3797334" y="5269756"/>
              <a:ext cx="167167" cy="235214"/>
            </a:xfrm>
            <a:custGeom>
              <a:avLst/>
              <a:pathLst>
                <a:path w="167167" h="235214">
                  <a:moveTo>
                    <a:pt x="167167" y="0"/>
                  </a:moveTo>
                  <a:lnTo>
                    <a:pt x="161802" y="86"/>
                  </a:lnTo>
                  <a:lnTo>
                    <a:pt x="156443" y="344"/>
                  </a:lnTo>
                  <a:lnTo>
                    <a:pt x="151095" y="774"/>
                  </a:lnTo>
                  <a:lnTo>
                    <a:pt x="145763" y="1375"/>
                  </a:lnTo>
                  <a:lnTo>
                    <a:pt x="140454" y="2148"/>
                  </a:lnTo>
                  <a:lnTo>
                    <a:pt x="135172" y="3090"/>
                  </a:lnTo>
                  <a:lnTo>
                    <a:pt x="129923" y="4201"/>
                  </a:lnTo>
                  <a:lnTo>
                    <a:pt x="124712" y="5480"/>
                  </a:lnTo>
                  <a:lnTo>
                    <a:pt x="119545" y="6926"/>
                  </a:lnTo>
                  <a:lnTo>
                    <a:pt x="114427" y="8537"/>
                  </a:lnTo>
                  <a:lnTo>
                    <a:pt x="109363" y="10311"/>
                  </a:lnTo>
                  <a:lnTo>
                    <a:pt x="104359" y="12247"/>
                  </a:lnTo>
                  <a:lnTo>
                    <a:pt x="99420" y="14342"/>
                  </a:lnTo>
                  <a:lnTo>
                    <a:pt x="94551" y="16595"/>
                  </a:lnTo>
                  <a:lnTo>
                    <a:pt x="89756" y="19003"/>
                  </a:lnTo>
                  <a:lnTo>
                    <a:pt x="85041" y="21564"/>
                  </a:lnTo>
                  <a:lnTo>
                    <a:pt x="80411" y="24274"/>
                  </a:lnTo>
                  <a:lnTo>
                    <a:pt x="75870" y="27132"/>
                  </a:lnTo>
                  <a:lnTo>
                    <a:pt x="71423" y="30134"/>
                  </a:lnTo>
                  <a:lnTo>
                    <a:pt x="67074" y="33277"/>
                  </a:lnTo>
                  <a:lnTo>
                    <a:pt x="62829" y="36558"/>
                  </a:lnTo>
                  <a:lnTo>
                    <a:pt x="58691" y="39974"/>
                  </a:lnTo>
                  <a:lnTo>
                    <a:pt x="54665" y="43520"/>
                  </a:lnTo>
                  <a:lnTo>
                    <a:pt x="50755" y="47195"/>
                  </a:lnTo>
                  <a:lnTo>
                    <a:pt x="46965" y="50992"/>
                  </a:lnTo>
                  <a:lnTo>
                    <a:pt x="43299" y="54909"/>
                  </a:lnTo>
                  <a:lnTo>
                    <a:pt x="39760" y="58942"/>
                  </a:lnTo>
                  <a:lnTo>
                    <a:pt x="36353" y="63087"/>
                  </a:lnTo>
                  <a:lnTo>
                    <a:pt x="33080" y="67338"/>
                  </a:lnTo>
                  <a:lnTo>
                    <a:pt x="29945" y="71693"/>
                  </a:lnTo>
                  <a:lnTo>
                    <a:pt x="26952" y="76146"/>
                  </a:lnTo>
                  <a:lnTo>
                    <a:pt x="24103" y="80692"/>
                  </a:lnTo>
                  <a:lnTo>
                    <a:pt x="21402" y="85328"/>
                  </a:lnTo>
                  <a:lnTo>
                    <a:pt x="18851" y="90048"/>
                  </a:lnTo>
                  <a:lnTo>
                    <a:pt x="16452" y="94848"/>
                  </a:lnTo>
                  <a:lnTo>
                    <a:pt x="14209" y="99722"/>
                  </a:lnTo>
                  <a:lnTo>
                    <a:pt x="12123" y="104665"/>
                  </a:lnTo>
                  <a:lnTo>
                    <a:pt x="10197" y="109673"/>
                  </a:lnTo>
                  <a:lnTo>
                    <a:pt x="8433" y="114740"/>
                  </a:lnTo>
                  <a:lnTo>
                    <a:pt x="6832" y="119861"/>
                  </a:lnTo>
                  <a:lnTo>
                    <a:pt x="5397" y="125031"/>
                  </a:lnTo>
                  <a:lnTo>
                    <a:pt x="4128" y="130244"/>
                  </a:lnTo>
                  <a:lnTo>
                    <a:pt x="3027" y="135495"/>
                  </a:lnTo>
                  <a:lnTo>
                    <a:pt x="2095" y="140779"/>
                  </a:lnTo>
                  <a:lnTo>
                    <a:pt x="1333" y="146090"/>
                  </a:lnTo>
                  <a:lnTo>
                    <a:pt x="742" y="151423"/>
                  </a:lnTo>
                  <a:lnTo>
                    <a:pt x="323" y="156772"/>
                  </a:lnTo>
                  <a:lnTo>
                    <a:pt x="75" y="162131"/>
                  </a:lnTo>
                  <a:lnTo>
                    <a:pt x="0" y="167496"/>
                  </a:lnTo>
                  <a:lnTo>
                    <a:pt x="96" y="172861"/>
                  </a:lnTo>
                  <a:lnTo>
                    <a:pt x="365" y="178219"/>
                  </a:lnTo>
                  <a:lnTo>
                    <a:pt x="806" y="183566"/>
                  </a:lnTo>
                  <a:lnTo>
                    <a:pt x="1418" y="188897"/>
                  </a:lnTo>
                  <a:lnTo>
                    <a:pt x="2200" y="194205"/>
                  </a:lnTo>
                  <a:lnTo>
                    <a:pt x="3153" y="199485"/>
                  </a:lnTo>
                  <a:lnTo>
                    <a:pt x="4275" y="204732"/>
                  </a:lnTo>
                  <a:lnTo>
                    <a:pt x="5564" y="209940"/>
                  </a:lnTo>
                  <a:lnTo>
                    <a:pt x="7020" y="215104"/>
                  </a:lnTo>
                  <a:lnTo>
                    <a:pt x="8641" y="220219"/>
                  </a:lnTo>
                  <a:lnTo>
                    <a:pt x="10425" y="225279"/>
                  </a:lnTo>
                  <a:lnTo>
                    <a:pt x="12371" y="230279"/>
                  </a:lnTo>
                  <a:lnTo>
                    <a:pt x="14476" y="235214"/>
                  </a:lnTo>
                  <a:lnTo>
                    <a:pt x="167167" y="16716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5" name="pg625"/>
            <p:cNvSpPr/>
            <p:nvPr/>
          </p:nvSpPr>
          <p:spPr>
            <a:xfrm>
              <a:off x="3811810" y="5269756"/>
              <a:ext cx="319845" cy="334331"/>
            </a:xfrm>
            <a:custGeom>
              <a:avLst/>
              <a:pathLst>
                <a:path w="319845" h="334331">
                  <a:moveTo>
                    <a:pt x="0" y="235214"/>
                  </a:moveTo>
                  <a:lnTo>
                    <a:pt x="2240" y="240035"/>
                  </a:lnTo>
                  <a:lnTo>
                    <a:pt x="4633" y="244781"/>
                  </a:lnTo>
                  <a:lnTo>
                    <a:pt x="7176" y="249450"/>
                  </a:lnTo>
                  <a:lnTo>
                    <a:pt x="9866" y="254035"/>
                  </a:lnTo>
                  <a:lnTo>
                    <a:pt x="12700" y="258532"/>
                  </a:lnTo>
                  <a:lnTo>
                    <a:pt x="15676" y="262937"/>
                  </a:lnTo>
                  <a:lnTo>
                    <a:pt x="18790" y="267245"/>
                  </a:lnTo>
                  <a:lnTo>
                    <a:pt x="22040" y="271452"/>
                  </a:lnTo>
                  <a:lnTo>
                    <a:pt x="25422" y="275554"/>
                  </a:lnTo>
                  <a:lnTo>
                    <a:pt x="28932" y="279545"/>
                  </a:lnTo>
                  <a:lnTo>
                    <a:pt x="32568" y="283423"/>
                  </a:lnTo>
                  <a:lnTo>
                    <a:pt x="36325" y="287184"/>
                  </a:lnTo>
                  <a:lnTo>
                    <a:pt x="40200" y="290823"/>
                  </a:lnTo>
                  <a:lnTo>
                    <a:pt x="44189" y="294338"/>
                  </a:lnTo>
                  <a:lnTo>
                    <a:pt x="48287" y="297723"/>
                  </a:lnTo>
                  <a:lnTo>
                    <a:pt x="52491" y="300977"/>
                  </a:lnTo>
                  <a:lnTo>
                    <a:pt x="56796" y="304095"/>
                  </a:lnTo>
                  <a:lnTo>
                    <a:pt x="61199" y="307075"/>
                  </a:lnTo>
                  <a:lnTo>
                    <a:pt x="65693" y="309913"/>
                  </a:lnTo>
                  <a:lnTo>
                    <a:pt x="70276" y="312607"/>
                  </a:lnTo>
                  <a:lnTo>
                    <a:pt x="74942" y="315154"/>
                  </a:lnTo>
                  <a:lnTo>
                    <a:pt x="79687" y="317551"/>
                  </a:lnTo>
                  <a:lnTo>
                    <a:pt x="84505" y="319796"/>
                  </a:lnTo>
                  <a:lnTo>
                    <a:pt x="89393" y="321887"/>
                  </a:lnTo>
                  <a:lnTo>
                    <a:pt x="94344" y="323822"/>
                  </a:lnTo>
                  <a:lnTo>
                    <a:pt x="99355" y="325598"/>
                  </a:lnTo>
                  <a:lnTo>
                    <a:pt x="104419" y="327213"/>
                  </a:lnTo>
                  <a:lnTo>
                    <a:pt x="109532" y="328667"/>
                  </a:lnTo>
                  <a:lnTo>
                    <a:pt x="114689" y="329958"/>
                  </a:lnTo>
                  <a:lnTo>
                    <a:pt x="119884" y="331084"/>
                  </a:lnTo>
                  <a:lnTo>
                    <a:pt x="125113" y="332044"/>
                  </a:lnTo>
                  <a:lnTo>
                    <a:pt x="130369" y="332837"/>
                  </a:lnTo>
                  <a:lnTo>
                    <a:pt x="135648" y="333463"/>
                  </a:lnTo>
                  <a:lnTo>
                    <a:pt x="140944" y="333921"/>
                  </a:lnTo>
                  <a:lnTo>
                    <a:pt x="146252" y="334210"/>
                  </a:lnTo>
                  <a:lnTo>
                    <a:pt x="151567" y="334331"/>
                  </a:lnTo>
                  <a:lnTo>
                    <a:pt x="156882" y="334282"/>
                  </a:lnTo>
                  <a:lnTo>
                    <a:pt x="162194" y="334064"/>
                  </a:lnTo>
                  <a:lnTo>
                    <a:pt x="167496" y="333677"/>
                  </a:lnTo>
                  <a:lnTo>
                    <a:pt x="172783" y="333123"/>
                  </a:lnTo>
                  <a:lnTo>
                    <a:pt x="178049" y="332400"/>
                  </a:lnTo>
                  <a:lnTo>
                    <a:pt x="183290" y="331510"/>
                  </a:lnTo>
                  <a:lnTo>
                    <a:pt x="188500" y="330454"/>
                  </a:lnTo>
                  <a:lnTo>
                    <a:pt x="193674" y="329233"/>
                  </a:lnTo>
                  <a:lnTo>
                    <a:pt x="198806" y="327848"/>
                  </a:lnTo>
                  <a:lnTo>
                    <a:pt x="203892" y="326300"/>
                  </a:lnTo>
                  <a:lnTo>
                    <a:pt x="208926" y="324592"/>
                  </a:lnTo>
                  <a:lnTo>
                    <a:pt x="213903" y="322724"/>
                  </a:lnTo>
                  <a:lnTo>
                    <a:pt x="218818" y="320699"/>
                  </a:lnTo>
                  <a:lnTo>
                    <a:pt x="223666" y="318519"/>
                  </a:lnTo>
                  <a:lnTo>
                    <a:pt x="228442" y="316186"/>
                  </a:lnTo>
                  <a:lnTo>
                    <a:pt x="233142" y="313702"/>
                  </a:lnTo>
                  <a:lnTo>
                    <a:pt x="237761" y="311070"/>
                  </a:lnTo>
                  <a:lnTo>
                    <a:pt x="242293" y="308292"/>
                  </a:lnTo>
                  <a:lnTo>
                    <a:pt x="246735" y="305372"/>
                  </a:lnTo>
                  <a:lnTo>
                    <a:pt x="251082" y="302312"/>
                  </a:lnTo>
                  <a:lnTo>
                    <a:pt x="255329" y="299115"/>
                  </a:lnTo>
                  <a:lnTo>
                    <a:pt x="259473" y="295785"/>
                  </a:lnTo>
                  <a:lnTo>
                    <a:pt x="263508" y="292324"/>
                  </a:lnTo>
                  <a:lnTo>
                    <a:pt x="267432" y="288738"/>
                  </a:lnTo>
                  <a:lnTo>
                    <a:pt x="271239" y="285028"/>
                  </a:lnTo>
                  <a:lnTo>
                    <a:pt x="274927" y="281199"/>
                  </a:lnTo>
                  <a:lnTo>
                    <a:pt x="278491" y="277255"/>
                  </a:lnTo>
                  <a:lnTo>
                    <a:pt x="281927" y="273199"/>
                  </a:lnTo>
                  <a:lnTo>
                    <a:pt x="285233" y="269036"/>
                  </a:lnTo>
                  <a:lnTo>
                    <a:pt x="288405" y="264770"/>
                  </a:lnTo>
                  <a:lnTo>
                    <a:pt x="291440" y="260406"/>
                  </a:lnTo>
                  <a:lnTo>
                    <a:pt x="294335" y="255947"/>
                  </a:lnTo>
                  <a:lnTo>
                    <a:pt x="297086" y="251399"/>
                  </a:lnTo>
                  <a:lnTo>
                    <a:pt x="299691" y="246765"/>
                  </a:lnTo>
                  <a:lnTo>
                    <a:pt x="302147" y="242051"/>
                  </a:lnTo>
                  <a:lnTo>
                    <a:pt x="304453" y="237261"/>
                  </a:lnTo>
                  <a:lnTo>
                    <a:pt x="306605" y="232400"/>
                  </a:lnTo>
                  <a:lnTo>
                    <a:pt x="308601" y="227473"/>
                  </a:lnTo>
                  <a:lnTo>
                    <a:pt x="310440" y="222485"/>
                  </a:lnTo>
                  <a:lnTo>
                    <a:pt x="312119" y="217441"/>
                  </a:lnTo>
                  <a:lnTo>
                    <a:pt x="313637" y="212347"/>
                  </a:lnTo>
                  <a:lnTo>
                    <a:pt x="314992" y="207207"/>
                  </a:lnTo>
                  <a:lnTo>
                    <a:pt x="316183" y="202026"/>
                  </a:lnTo>
                  <a:lnTo>
                    <a:pt x="317209" y="196810"/>
                  </a:lnTo>
                  <a:lnTo>
                    <a:pt x="318068" y="191564"/>
                  </a:lnTo>
                  <a:lnTo>
                    <a:pt x="318760" y="186293"/>
                  </a:lnTo>
                  <a:lnTo>
                    <a:pt x="319284" y="181003"/>
                  </a:lnTo>
                  <a:lnTo>
                    <a:pt x="319640" y="175699"/>
                  </a:lnTo>
                  <a:lnTo>
                    <a:pt x="319827" y="170387"/>
                  </a:lnTo>
                  <a:lnTo>
                    <a:pt x="319845" y="165071"/>
                  </a:lnTo>
                  <a:lnTo>
                    <a:pt x="319694" y="159757"/>
                  </a:lnTo>
                  <a:lnTo>
                    <a:pt x="319374" y="154451"/>
                  </a:lnTo>
                  <a:lnTo>
                    <a:pt x="318885" y="149157"/>
                  </a:lnTo>
                  <a:lnTo>
                    <a:pt x="318228" y="143882"/>
                  </a:lnTo>
                  <a:lnTo>
                    <a:pt x="317404" y="138631"/>
                  </a:lnTo>
                  <a:lnTo>
                    <a:pt x="316414" y="133408"/>
                  </a:lnTo>
                  <a:lnTo>
                    <a:pt x="315257" y="128219"/>
                  </a:lnTo>
                  <a:lnTo>
                    <a:pt x="313937" y="123070"/>
                  </a:lnTo>
                  <a:lnTo>
                    <a:pt x="312453" y="117965"/>
                  </a:lnTo>
                  <a:lnTo>
                    <a:pt x="310808" y="112910"/>
                  </a:lnTo>
                  <a:lnTo>
                    <a:pt x="309003" y="107910"/>
                  </a:lnTo>
                  <a:lnTo>
                    <a:pt x="307040" y="102970"/>
                  </a:lnTo>
                  <a:lnTo>
                    <a:pt x="304921" y="98095"/>
                  </a:lnTo>
                  <a:lnTo>
                    <a:pt x="302647" y="93290"/>
                  </a:lnTo>
                  <a:lnTo>
                    <a:pt x="300223" y="88559"/>
                  </a:lnTo>
                  <a:lnTo>
                    <a:pt x="297649" y="83908"/>
                  </a:lnTo>
                  <a:lnTo>
                    <a:pt x="294928" y="79341"/>
                  </a:lnTo>
                  <a:lnTo>
                    <a:pt x="292064" y="74863"/>
                  </a:lnTo>
                  <a:lnTo>
                    <a:pt x="289058" y="70478"/>
                  </a:lnTo>
                  <a:lnTo>
                    <a:pt x="285915" y="66191"/>
                  </a:lnTo>
                  <a:lnTo>
                    <a:pt x="282637" y="62006"/>
                  </a:lnTo>
                  <a:lnTo>
                    <a:pt x="279228" y="57927"/>
                  </a:lnTo>
                  <a:lnTo>
                    <a:pt x="275690" y="53959"/>
                  </a:lnTo>
                  <a:lnTo>
                    <a:pt x="272029" y="50106"/>
                  </a:lnTo>
                  <a:lnTo>
                    <a:pt x="268246" y="46370"/>
                  </a:lnTo>
                  <a:lnTo>
                    <a:pt x="264347" y="42757"/>
                  </a:lnTo>
                  <a:lnTo>
                    <a:pt x="260335" y="39270"/>
                  </a:lnTo>
                  <a:lnTo>
                    <a:pt x="256214" y="35912"/>
                  </a:lnTo>
                  <a:lnTo>
                    <a:pt x="251988" y="32687"/>
                  </a:lnTo>
                  <a:lnTo>
                    <a:pt x="247662" y="29597"/>
                  </a:lnTo>
                  <a:lnTo>
                    <a:pt x="243240" y="26647"/>
                  </a:lnTo>
                  <a:lnTo>
                    <a:pt x="238726" y="23839"/>
                  </a:lnTo>
                  <a:lnTo>
                    <a:pt x="234125" y="21176"/>
                  </a:lnTo>
                  <a:lnTo>
                    <a:pt x="229442" y="18661"/>
                  </a:lnTo>
                  <a:lnTo>
                    <a:pt x="224682" y="16295"/>
                  </a:lnTo>
                  <a:lnTo>
                    <a:pt x="219848" y="14083"/>
                  </a:lnTo>
                  <a:lnTo>
                    <a:pt x="214947" y="12025"/>
                  </a:lnTo>
                  <a:lnTo>
                    <a:pt x="209982" y="10124"/>
                  </a:lnTo>
                  <a:lnTo>
                    <a:pt x="204960" y="8381"/>
                  </a:lnTo>
                  <a:lnTo>
                    <a:pt x="199885" y="6800"/>
                  </a:lnTo>
                  <a:lnTo>
                    <a:pt x="194762" y="5380"/>
                  </a:lnTo>
                  <a:lnTo>
                    <a:pt x="189597" y="4124"/>
                  </a:lnTo>
                  <a:lnTo>
                    <a:pt x="184394" y="3033"/>
                  </a:lnTo>
                  <a:lnTo>
                    <a:pt x="179159" y="2108"/>
                  </a:lnTo>
                  <a:lnTo>
                    <a:pt x="173898" y="1350"/>
                  </a:lnTo>
                  <a:lnTo>
                    <a:pt x="168615" y="760"/>
                  </a:lnTo>
                  <a:lnTo>
                    <a:pt x="163316" y="338"/>
                  </a:lnTo>
                  <a:lnTo>
                    <a:pt x="158006" y="84"/>
                  </a:lnTo>
                  <a:lnTo>
                    <a:pt x="152690" y="0"/>
                  </a:lnTo>
                  <a:lnTo>
                    <a:pt x="15269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6" name="pg626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7" name="pg627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8" name="pg628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9" name="pg629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0" name="pg630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1" name="pg631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2" name="pg632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3" name="pg633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4" name="pg634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5" name="pg635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6" name="pg636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7" name="pg637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8" name="pg638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9" name="pg639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0" name="pg640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1" name="pg641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2" name="pg642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3" name="pg643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4" name="pg644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5" name="pg645"/>
            <p:cNvSpPr/>
            <p:nvPr/>
          </p:nvSpPr>
          <p:spPr>
            <a:xfrm>
              <a:off x="4447536" y="5399291"/>
              <a:ext cx="38679" cy="167167"/>
            </a:xfrm>
            <a:custGeom>
              <a:avLst/>
              <a:pathLst>
                <a:path w="38679" h="167167">
                  <a:moveTo>
                    <a:pt x="38679" y="0"/>
                  </a:moveTo>
                  <a:lnTo>
                    <a:pt x="32175" y="126"/>
                  </a:lnTo>
                  <a:lnTo>
                    <a:pt x="25681" y="506"/>
                  </a:lnTo>
                  <a:lnTo>
                    <a:pt x="19207" y="1137"/>
                  </a:lnTo>
                  <a:lnTo>
                    <a:pt x="12762" y="2021"/>
                  </a:lnTo>
                  <a:lnTo>
                    <a:pt x="6356" y="3154"/>
                  </a:lnTo>
                  <a:lnTo>
                    <a:pt x="0" y="4536"/>
                  </a:lnTo>
                  <a:lnTo>
                    <a:pt x="38679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6" name="pg646"/>
            <p:cNvSpPr/>
            <p:nvPr/>
          </p:nvSpPr>
          <p:spPr>
            <a:xfrm>
              <a:off x="4447536" y="5403828"/>
              <a:ext cx="38679" cy="162631"/>
            </a:xfrm>
            <a:custGeom>
              <a:avLst/>
              <a:pathLst>
                <a:path w="38679" h="162631">
                  <a:moveTo>
                    <a:pt x="0" y="0"/>
                  </a:moveTo>
                  <a:lnTo>
                    <a:pt x="38679" y="16263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7" name="pg647"/>
            <p:cNvSpPr/>
            <p:nvPr/>
          </p:nvSpPr>
          <p:spPr>
            <a:xfrm>
              <a:off x="4447536" y="5403828"/>
              <a:ext cx="38679" cy="162631"/>
            </a:xfrm>
            <a:custGeom>
              <a:avLst/>
              <a:pathLst>
                <a:path w="38679" h="162631">
                  <a:moveTo>
                    <a:pt x="0" y="0"/>
                  </a:moveTo>
                  <a:lnTo>
                    <a:pt x="38679" y="16263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8" name="pg648"/>
            <p:cNvSpPr/>
            <p:nvPr/>
          </p:nvSpPr>
          <p:spPr>
            <a:xfrm>
              <a:off x="4447536" y="5403828"/>
              <a:ext cx="38679" cy="162631"/>
            </a:xfrm>
            <a:custGeom>
              <a:avLst/>
              <a:pathLst>
                <a:path w="38679" h="162631">
                  <a:moveTo>
                    <a:pt x="0" y="0"/>
                  </a:moveTo>
                  <a:lnTo>
                    <a:pt x="38679" y="16263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9" name="pg649"/>
            <p:cNvSpPr/>
            <p:nvPr/>
          </p:nvSpPr>
          <p:spPr>
            <a:xfrm>
              <a:off x="4447536" y="5403828"/>
              <a:ext cx="38679" cy="162631"/>
            </a:xfrm>
            <a:custGeom>
              <a:avLst/>
              <a:pathLst>
                <a:path w="38679" h="162631">
                  <a:moveTo>
                    <a:pt x="0" y="0"/>
                  </a:moveTo>
                  <a:lnTo>
                    <a:pt x="38679" y="16263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0" name="pg650"/>
            <p:cNvSpPr/>
            <p:nvPr/>
          </p:nvSpPr>
          <p:spPr>
            <a:xfrm>
              <a:off x="4447536" y="5403828"/>
              <a:ext cx="38679" cy="162631"/>
            </a:xfrm>
            <a:custGeom>
              <a:avLst/>
              <a:pathLst>
                <a:path w="38679" h="162631">
                  <a:moveTo>
                    <a:pt x="0" y="0"/>
                  </a:moveTo>
                  <a:lnTo>
                    <a:pt x="38679" y="162631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1" name="pg651"/>
            <p:cNvSpPr/>
            <p:nvPr/>
          </p:nvSpPr>
          <p:spPr>
            <a:xfrm>
              <a:off x="4447536" y="5403828"/>
              <a:ext cx="38679" cy="162631"/>
            </a:xfrm>
            <a:custGeom>
              <a:avLst/>
              <a:pathLst>
                <a:path w="38679" h="162631">
                  <a:moveTo>
                    <a:pt x="0" y="0"/>
                  </a:moveTo>
                  <a:lnTo>
                    <a:pt x="38679" y="162631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2" name="pg652"/>
            <p:cNvSpPr/>
            <p:nvPr/>
          </p:nvSpPr>
          <p:spPr>
            <a:xfrm>
              <a:off x="4319052" y="5403828"/>
              <a:ext cx="334314" cy="329796"/>
            </a:xfrm>
            <a:custGeom>
              <a:avLst/>
              <a:pathLst>
                <a:path w="334314" h="329796">
                  <a:moveTo>
                    <a:pt x="128483" y="0"/>
                  </a:moveTo>
                  <a:lnTo>
                    <a:pt x="123353" y="1306"/>
                  </a:lnTo>
                  <a:lnTo>
                    <a:pt x="118268" y="2774"/>
                  </a:lnTo>
                  <a:lnTo>
                    <a:pt x="113231" y="4402"/>
                  </a:lnTo>
                  <a:lnTo>
                    <a:pt x="108248" y="6189"/>
                  </a:lnTo>
                  <a:lnTo>
                    <a:pt x="103325" y="8132"/>
                  </a:lnTo>
                  <a:lnTo>
                    <a:pt x="98465" y="10231"/>
                  </a:lnTo>
                  <a:lnTo>
                    <a:pt x="93674" y="12482"/>
                  </a:lnTo>
                  <a:lnTo>
                    <a:pt x="88957" y="14884"/>
                  </a:lnTo>
                  <a:lnTo>
                    <a:pt x="84319" y="17435"/>
                  </a:lnTo>
                  <a:lnTo>
                    <a:pt x="79763" y="20130"/>
                  </a:lnTo>
                  <a:lnTo>
                    <a:pt x="75295" y="22969"/>
                  </a:lnTo>
                  <a:lnTo>
                    <a:pt x="70919" y="25948"/>
                  </a:lnTo>
                  <a:lnTo>
                    <a:pt x="66640" y="29063"/>
                  </a:lnTo>
                  <a:lnTo>
                    <a:pt x="62462" y="32313"/>
                  </a:lnTo>
                  <a:lnTo>
                    <a:pt x="58388" y="35693"/>
                  </a:lnTo>
                  <a:lnTo>
                    <a:pt x="54424" y="39201"/>
                  </a:lnTo>
                  <a:lnTo>
                    <a:pt x="50572" y="42832"/>
                  </a:lnTo>
                  <a:lnTo>
                    <a:pt x="46838" y="46584"/>
                  </a:lnTo>
                  <a:lnTo>
                    <a:pt x="43224" y="50451"/>
                  </a:lnTo>
                  <a:lnTo>
                    <a:pt x="39734" y="54432"/>
                  </a:lnTo>
                  <a:lnTo>
                    <a:pt x="36372" y="58520"/>
                  </a:lnTo>
                  <a:lnTo>
                    <a:pt x="33142" y="62714"/>
                  </a:lnTo>
                  <a:lnTo>
                    <a:pt x="30046" y="67007"/>
                  </a:lnTo>
                  <a:lnTo>
                    <a:pt x="27087" y="71396"/>
                  </a:lnTo>
                  <a:lnTo>
                    <a:pt x="24268" y="75877"/>
                  </a:lnTo>
                  <a:lnTo>
                    <a:pt x="21593" y="80444"/>
                  </a:lnTo>
                  <a:lnTo>
                    <a:pt x="19064" y="85095"/>
                  </a:lnTo>
                  <a:lnTo>
                    <a:pt x="16683" y="89822"/>
                  </a:lnTo>
                  <a:lnTo>
                    <a:pt x="14454" y="94623"/>
                  </a:lnTo>
                  <a:lnTo>
                    <a:pt x="12377" y="99492"/>
                  </a:lnTo>
                  <a:lnTo>
                    <a:pt x="10456" y="104425"/>
                  </a:lnTo>
                  <a:lnTo>
                    <a:pt x="8691" y="109415"/>
                  </a:lnTo>
                  <a:lnTo>
                    <a:pt x="7086" y="114459"/>
                  </a:lnTo>
                  <a:lnTo>
                    <a:pt x="5641" y="119552"/>
                  </a:lnTo>
                  <a:lnTo>
                    <a:pt x="4358" y="124687"/>
                  </a:lnTo>
                  <a:lnTo>
                    <a:pt x="3238" y="129861"/>
                  </a:lnTo>
                  <a:lnTo>
                    <a:pt x="2283" y="135067"/>
                  </a:lnTo>
                  <a:lnTo>
                    <a:pt x="1493" y="140301"/>
                  </a:lnTo>
                  <a:lnTo>
                    <a:pt x="869" y="145558"/>
                  </a:lnTo>
                  <a:lnTo>
                    <a:pt x="412" y="150832"/>
                  </a:lnTo>
                  <a:lnTo>
                    <a:pt x="122" y="156117"/>
                  </a:lnTo>
                  <a:lnTo>
                    <a:pt x="0" y="161409"/>
                  </a:lnTo>
                  <a:lnTo>
                    <a:pt x="45" y="166702"/>
                  </a:lnTo>
                  <a:lnTo>
                    <a:pt x="257" y="171991"/>
                  </a:lnTo>
                  <a:lnTo>
                    <a:pt x="637" y="177271"/>
                  </a:lnTo>
                  <a:lnTo>
                    <a:pt x="1184" y="182536"/>
                  </a:lnTo>
                  <a:lnTo>
                    <a:pt x="1898" y="187781"/>
                  </a:lnTo>
                  <a:lnTo>
                    <a:pt x="2777" y="193001"/>
                  </a:lnTo>
                  <a:lnTo>
                    <a:pt x="3821" y="198190"/>
                  </a:lnTo>
                  <a:lnTo>
                    <a:pt x="5029" y="203344"/>
                  </a:lnTo>
                  <a:lnTo>
                    <a:pt x="6399" y="208457"/>
                  </a:lnTo>
                  <a:lnTo>
                    <a:pt x="7931" y="213524"/>
                  </a:lnTo>
                  <a:lnTo>
                    <a:pt x="9622" y="218540"/>
                  </a:lnTo>
                  <a:lnTo>
                    <a:pt x="11471" y="223500"/>
                  </a:lnTo>
                  <a:lnTo>
                    <a:pt x="13476" y="228399"/>
                  </a:lnTo>
                  <a:lnTo>
                    <a:pt x="15635" y="233232"/>
                  </a:lnTo>
                  <a:lnTo>
                    <a:pt x="17947" y="237994"/>
                  </a:lnTo>
                  <a:lnTo>
                    <a:pt x="20408" y="242680"/>
                  </a:lnTo>
                  <a:lnTo>
                    <a:pt x="23016" y="247287"/>
                  </a:lnTo>
                  <a:lnTo>
                    <a:pt x="25768" y="251808"/>
                  </a:lnTo>
                  <a:lnTo>
                    <a:pt x="28663" y="256240"/>
                  </a:lnTo>
                  <a:lnTo>
                    <a:pt x="31696" y="260578"/>
                  </a:lnTo>
                  <a:lnTo>
                    <a:pt x="34865" y="264818"/>
                  </a:lnTo>
                  <a:lnTo>
                    <a:pt x="38167" y="268956"/>
                  </a:lnTo>
                  <a:lnTo>
                    <a:pt x="41598" y="272987"/>
                  </a:lnTo>
                  <a:lnTo>
                    <a:pt x="45155" y="276907"/>
                  </a:lnTo>
                  <a:lnTo>
                    <a:pt x="48834" y="280712"/>
                  </a:lnTo>
                  <a:lnTo>
                    <a:pt x="52632" y="284400"/>
                  </a:lnTo>
                  <a:lnTo>
                    <a:pt x="56545" y="287965"/>
                  </a:lnTo>
                  <a:lnTo>
                    <a:pt x="60568" y="291404"/>
                  </a:lnTo>
                  <a:lnTo>
                    <a:pt x="64699" y="294714"/>
                  </a:lnTo>
                  <a:lnTo>
                    <a:pt x="68932" y="297892"/>
                  </a:lnTo>
                  <a:lnTo>
                    <a:pt x="73264" y="300935"/>
                  </a:lnTo>
                  <a:lnTo>
                    <a:pt x="77690" y="303838"/>
                  </a:lnTo>
                  <a:lnTo>
                    <a:pt x="82206" y="306600"/>
                  </a:lnTo>
                  <a:lnTo>
                    <a:pt x="86806" y="309218"/>
                  </a:lnTo>
                  <a:lnTo>
                    <a:pt x="91488" y="311689"/>
                  </a:lnTo>
                  <a:lnTo>
                    <a:pt x="96245" y="314010"/>
                  </a:lnTo>
                  <a:lnTo>
                    <a:pt x="101074" y="316179"/>
                  </a:lnTo>
                  <a:lnTo>
                    <a:pt x="105968" y="318195"/>
                  </a:lnTo>
                  <a:lnTo>
                    <a:pt x="110924" y="320054"/>
                  </a:lnTo>
                  <a:lnTo>
                    <a:pt x="115937" y="321756"/>
                  </a:lnTo>
                  <a:lnTo>
                    <a:pt x="121000" y="323298"/>
                  </a:lnTo>
                  <a:lnTo>
                    <a:pt x="126110" y="324679"/>
                  </a:lnTo>
                  <a:lnTo>
                    <a:pt x="131262" y="325897"/>
                  </a:lnTo>
                  <a:lnTo>
                    <a:pt x="136449" y="326952"/>
                  </a:lnTo>
                  <a:lnTo>
                    <a:pt x="141667" y="327842"/>
                  </a:lnTo>
                  <a:lnTo>
                    <a:pt x="146911" y="328567"/>
                  </a:lnTo>
                  <a:lnTo>
                    <a:pt x="152174" y="329125"/>
                  </a:lnTo>
                  <a:lnTo>
                    <a:pt x="157453" y="329516"/>
                  </a:lnTo>
                  <a:lnTo>
                    <a:pt x="162742" y="329740"/>
                  </a:lnTo>
                  <a:lnTo>
                    <a:pt x="168035" y="329796"/>
                  </a:lnTo>
                  <a:lnTo>
                    <a:pt x="173327" y="329684"/>
                  </a:lnTo>
                  <a:lnTo>
                    <a:pt x="178613" y="329405"/>
                  </a:lnTo>
                  <a:lnTo>
                    <a:pt x="183888" y="328959"/>
                  </a:lnTo>
                  <a:lnTo>
                    <a:pt x="189146" y="328346"/>
                  </a:lnTo>
                  <a:lnTo>
                    <a:pt x="194381" y="327567"/>
                  </a:lnTo>
                  <a:lnTo>
                    <a:pt x="199590" y="326623"/>
                  </a:lnTo>
                  <a:lnTo>
                    <a:pt x="204766" y="325514"/>
                  </a:lnTo>
                  <a:lnTo>
                    <a:pt x="209904" y="324242"/>
                  </a:lnTo>
                  <a:lnTo>
                    <a:pt x="214999" y="322807"/>
                  </a:lnTo>
                  <a:lnTo>
                    <a:pt x="220047" y="321212"/>
                  </a:lnTo>
                  <a:lnTo>
                    <a:pt x="225041" y="319459"/>
                  </a:lnTo>
                  <a:lnTo>
                    <a:pt x="229977" y="317547"/>
                  </a:lnTo>
                  <a:lnTo>
                    <a:pt x="234851" y="315481"/>
                  </a:lnTo>
                  <a:lnTo>
                    <a:pt x="239656" y="313261"/>
                  </a:lnTo>
                  <a:lnTo>
                    <a:pt x="244389" y="310890"/>
                  </a:lnTo>
                  <a:lnTo>
                    <a:pt x="249044" y="308371"/>
                  </a:lnTo>
                  <a:lnTo>
                    <a:pt x="253618" y="305706"/>
                  </a:lnTo>
                  <a:lnTo>
                    <a:pt x="258104" y="302897"/>
                  </a:lnTo>
                  <a:lnTo>
                    <a:pt x="262500" y="299947"/>
                  </a:lnTo>
                  <a:lnTo>
                    <a:pt x="266799" y="296860"/>
                  </a:lnTo>
                  <a:lnTo>
                    <a:pt x="270999" y="293638"/>
                  </a:lnTo>
                  <a:lnTo>
                    <a:pt x="275095" y="290284"/>
                  </a:lnTo>
                  <a:lnTo>
                    <a:pt x="279083" y="286803"/>
                  </a:lnTo>
                  <a:lnTo>
                    <a:pt x="282958" y="283197"/>
                  </a:lnTo>
                  <a:lnTo>
                    <a:pt x="286717" y="279471"/>
                  </a:lnTo>
                  <a:lnTo>
                    <a:pt x="290357" y="275627"/>
                  </a:lnTo>
                  <a:lnTo>
                    <a:pt x="293872" y="271670"/>
                  </a:lnTo>
                  <a:lnTo>
                    <a:pt x="297261" y="267603"/>
                  </a:lnTo>
                  <a:lnTo>
                    <a:pt x="300520" y="263432"/>
                  </a:lnTo>
                  <a:lnTo>
                    <a:pt x="303644" y="259159"/>
                  </a:lnTo>
                  <a:lnTo>
                    <a:pt x="306632" y="254789"/>
                  </a:lnTo>
                  <a:lnTo>
                    <a:pt x="309480" y="250327"/>
                  </a:lnTo>
                  <a:lnTo>
                    <a:pt x="312185" y="245777"/>
                  </a:lnTo>
                  <a:lnTo>
                    <a:pt x="314745" y="241144"/>
                  </a:lnTo>
                  <a:lnTo>
                    <a:pt x="317157" y="236432"/>
                  </a:lnTo>
                  <a:lnTo>
                    <a:pt x="319418" y="231646"/>
                  </a:lnTo>
                  <a:lnTo>
                    <a:pt x="321527" y="226791"/>
                  </a:lnTo>
                  <a:lnTo>
                    <a:pt x="323481" y="221871"/>
                  </a:lnTo>
                  <a:lnTo>
                    <a:pt x="325278" y="216892"/>
                  </a:lnTo>
                  <a:lnTo>
                    <a:pt x="326917" y="211859"/>
                  </a:lnTo>
                  <a:lnTo>
                    <a:pt x="328396" y="206776"/>
                  </a:lnTo>
                  <a:lnTo>
                    <a:pt x="329712" y="201649"/>
                  </a:lnTo>
                  <a:lnTo>
                    <a:pt x="330866" y="196483"/>
                  </a:lnTo>
                  <a:lnTo>
                    <a:pt x="331856" y="191283"/>
                  </a:lnTo>
                  <a:lnTo>
                    <a:pt x="332681" y="186054"/>
                  </a:lnTo>
                  <a:lnTo>
                    <a:pt x="333339" y="180802"/>
                  </a:lnTo>
                  <a:lnTo>
                    <a:pt x="333831" y="175532"/>
                  </a:lnTo>
                  <a:lnTo>
                    <a:pt x="334156" y="170248"/>
                  </a:lnTo>
                  <a:lnTo>
                    <a:pt x="334314" y="164957"/>
                  </a:lnTo>
                  <a:lnTo>
                    <a:pt x="334304" y="159664"/>
                  </a:lnTo>
                  <a:lnTo>
                    <a:pt x="334126" y="154374"/>
                  </a:lnTo>
                  <a:lnTo>
                    <a:pt x="333781" y="149091"/>
                  </a:lnTo>
                  <a:lnTo>
                    <a:pt x="333269" y="143823"/>
                  </a:lnTo>
                  <a:lnTo>
                    <a:pt x="332590" y="138573"/>
                  </a:lnTo>
                  <a:lnTo>
                    <a:pt x="331745" y="133348"/>
                  </a:lnTo>
                  <a:lnTo>
                    <a:pt x="330736" y="128151"/>
                  </a:lnTo>
                  <a:lnTo>
                    <a:pt x="329562" y="122990"/>
                  </a:lnTo>
                  <a:lnTo>
                    <a:pt x="328225" y="117868"/>
                  </a:lnTo>
                  <a:lnTo>
                    <a:pt x="326727" y="112791"/>
                  </a:lnTo>
                  <a:lnTo>
                    <a:pt x="325069" y="107764"/>
                  </a:lnTo>
                  <a:lnTo>
                    <a:pt x="323253" y="102792"/>
                  </a:lnTo>
                  <a:lnTo>
                    <a:pt x="321280" y="97880"/>
                  </a:lnTo>
                  <a:lnTo>
                    <a:pt x="319153" y="93033"/>
                  </a:lnTo>
                  <a:lnTo>
                    <a:pt x="316873" y="88255"/>
                  </a:lnTo>
                  <a:lnTo>
                    <a:pt x="314443" y="83553"/>
                  </a:lnTo>
                  <a:lnTo>
                    <a:pt x="311866" y="78929"/>
                  </a:lnTo>
                  <a:lnTo>
                    <a:pt x="309143" y="74390"/>
                  </a:lnTo>
                  <a:lnTo>
                    <a:pt x="306278" y="69939"/>
                  </a:lnTo>
                  <a:lnTo>
                    <a:pt x="303274" y="65581"/>
                  </a:lnTo>
                  <a:lnTo>
                    <a:pt x="300133" y="61320"/>
                  </a:lnTo>
                  <a:lnTo>
                    <a:pt x="296858" y="57161"/>
                  </a:lnTo>
                  <a:lnTo>
                    <a:pt x="293454" y="53107"/>
                  </a:lnTo>
                  <a:lnTo>
                    <a:pt x="289923" y="49164"/>
                  </a:lnTo>
                  <a:lnTo>
                    <a:pt x="286269" y="45334"/>
                  </a:lnTo>
                  <a:lnTo>
                    <a:pt x="282496" y="41621"/>
                  </a:lnTo>
                  <a:lnTo>
                    <a:pt x="278607" y="38031"/>
                  </a:lnTo>
                  <a:lnTo>
                    <a:pt x="274606" y="34565"/>
                  </a:lnTo>
                  <a:lnTo>
                    <a:pt x="270497" y="31227"/>
                  </a:lnTo>
                  <a:lnTo>
                    <a:pt x="266285" y="28021"/>
                  </a:lnTo>
                  <a:lnTo>
                    <a:pt x="261973" y="24950"/>
                  </a:lnTo>
                  <a:lnTo>
                    <a:pt x="257567" y="22018"/>
                  </a:lnTo>
                  <a:lnTo>
                    <a:pt x="253069" y="19226"/>
                  </a:lnTo>
                  <a:lnTo>
                    <a:pt x="248486" y="16578"/>
                  </a:lnTo>
                  <a:lnTo>
                    <a:pt x="243821" y="14076"/>
                  </a:lnTo>
                  <a:lnTo>
                    <a:pt x="239079" y="11723"/>
                  </a:lnTo>
                  <a:lnTo>
                    <a:pt x="234265" y="9522"/>
                  </a:lnTo>
                  <a:lnTo>
                    <a:pt x="229384" y="7474"/>
                  </a:lnTo>
                  <a:lnTo>
                    <a:pt x="224440" y="5582"/>
                  </a:lnTo>
                  <a:lnTo>
                    <a:pt x="219439" y="3847"/>
                  </a:lnTo>
                  <a:lnTo>
                    <a:pt x="214386" y="2272"/>
                  </a:lnTo>
                  <a:lnTo>
                    <a:pt x="209285" y="857"/>
                  </a:lnTo>
                  <a:lnTo>
                    <a:pt x="167162" y="162631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3" name="pg653"/>
            <p:cNvSpPr/>
            <p:nvPr/>
          </p:nvSpPr>
          <p:spPr>
            <a:xfrm>
              <a:off x="4486215" y="5399291"/>
              <a:ext cx="42122" cy="167167"/>
            </a:xfrm>
            <a:custGeom>
              <a:avLst/>
              <a:pathLst>
                <a:path w="42122" h="167167">
                  <a:moveTo>
                    <a:pt x="42122" y="5394"/>
                  </a:moveTo>
                  <a:lnTo>
                    <a:pt x="36209" y="3968"/>
                  </a:lnTo>
                  <a:lnTo>
                    <a:pt x="30247" y="2759"/>
                  </a:lnTo>
                  <a:lnTo>
                    <a:pt x="24246" y="1767"/>
                  </a:lnTo>
                  <a:lnTo>
                    <a:pt x="18212" y="995"/>
                  </a:lnTo>
                  <a:lnTo>
                    <a:pt x="12155" y="442"/>
                  </a:lnTo>
                  <a:lnTo>
                    <a:pt x="6081" y="110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4" name="pg654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5" name="pg655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6" name="pg656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7" name="pg657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8" name="pg658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9" name="pg659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0" name="pg660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1" name="pg661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2" name="pg662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3" name="pg663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4" name="pg664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5" name="pg665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6" name="pg666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7" name="pg667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8" name="pg668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9" name="pg669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0" name="pg670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1" name="pg671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2" name="pg672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3" name="pg673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4" name="pg674"/>
            <p:cNvSpPr/>
            <p:nvPr/>
          </p:nvSpPr>
          <p:spPr>
            <a:xfrm>
              <a:off x="4856386" y="5399291"/>
              <a:ext cx="184867" cy="334325"/>
            </a:xfrm>
            <a:custGeom>
              <a:avLst/>
              <a:pathLst>
                <a:path w="184867" h="334325">
                  <a:moveTo>
                    <a:pt x="167158" y="0"/>
                  </a:moveTo>
                  <a:lnTo>
                    <a:pt x="161836" y="84"/>
                  </a:lnTo>
                  <a:lnTo>
                    <a:pt x="156519" y="338"/>
                  </a:lnTo>
                  <a:lnTo>
                    <a:pt x="151214" y="762"/>
                  </a:lnTo>
                  <a:lnTo>
                    <a:pt x="145924" y="1353"/>
                  </a:lnTo>
                  <a:lnTo>
                    <a:pt x="140656" y="2113"/>
                  </a:lnTo>
                  <a:lnTo>
                    <a:pt x="135415" y="3041"/>
                  </a:lnTo>
                  <a:lnTo>
                    <a:pt x="130206" y="4135"/>
                  </a:lnTo>
                  <a:lnTo>
                    <a:pt x="125035" y="5394"/>
                  </a:lnTo>
                  <a:lnTo>
                    <a:pt x="119906" y="6816"/>
                  </a:lnTo>
                  <a:lnTo>
                    <a:pt x="114825" y="8402"/>
                  </a:lnTo>
                  <a:lnTo>
                    <a:pt x="109798" y="10148"/>
                  </a:lnTo>
                  <a:lnTo>
                    <a:pt x="104828" y="12054"/>
                  </a:lnTo>
                  <a:lnTo>
                    <a:pt x="99922" y="14117"/>
                  </a:lnTo>
                  <a:lnTo>
                    <a:pt x="95083" y="16335"/>
                  </a:lnTo>
                  <a:lnTo>
                    <a:pt x="90318" y="18706"/>
                  </a:lnTo>
                  <a:lnTo>
                    <a:pt x="85631" y="21227"/>
                  </a:lnTo>
                  <a:lnTo>
                    <a:pt x="81026" y="23897"/>
                  </a:lnTo>
                  <a:lnTo>
                    <a:pt x="76509" y="26711"/>
                  </a:lnTo>
                  <a:lnTo>
                    <a:pt x="72083" y="29668"/>
                  </a:lnTo>
                  <a:lnTo>
                    <a:pt x="67754" y="32765"/>
                  </a:lnTo>
                  <a:lnTo>
                    <a:pt x="63526" y="35997"/>
                  </a:lnTo>
                  <a:lnTo>
                    <a:pt x="59403" y="39363"/>
                  </a:lnTo>
                  <a:lnTo>
                    <a:pt x="55389" y="42858"/>
                  </a:lnTo>
                  <a:lnTo>
                    <a:pt x="51488" y="46479"/>
                  </a:lnTo>
                  <a:lnTo>
                    <a:pt x="47704" y="50223"/>
                  </a:lnTo>
                  <a:lnTo>
                    <a:pt x="44042" y="54085"/>
                  </a:lnTo>
                  <a:lnTo>
                    <a:pt x="40504" y="58062"/>
                  </a:lnTo>
                  <a:lnTo>
                    <a:pt x="37095" y="62149"/>
                  </a:lnTo>
                  <a:lnTo>
                    <a:pt x="33818" y="66343"/>
                  </a:lnTo>
                  <a:lnTo>
                    <a:pt x="30676" y="70639"/>
                  </a:lnTo>
                  <a:lnTo>
                    <a:pt x="27672" y="75033"/>
                  </a:lnTo>
                  <a:lnTo>
                    <a:pt x="24810" y="79520"/>
                  </a:lnTo>
                  <a:lnTo>
                    <a:pt x="22091" y="84096"/>
                  </a:lnTo>
                  <a:lnTo>
                    <a:pt x="19520" y="88756"/>
                  </a:lnTo>
                  <a:lnTo>
                    <a:pt x="17099" y="93496"/>
                  </a:lnTo>
                  <a:lnTo>
                    <a:pt x="14830" y="98310"/>
                  </a:lnTo>
                  <a:lnTo>
                    <a:pt x="12715" y="103195"/>
                  </a:lnTo>
                  <a:lnTo>
                    <a:pt x="10757" y="108144"/>
                  </a:lnTo>
                  <a:lnTo>
                    <a:pt x="8957" y="113153"/>
                  </a:lnTo>
                  <a:lnTo>
                    <a:pt x="7318" y="118217"/>
                  </a:lnTo>
                  <a:lnTo>
                    <a:pt x="5840" y="123330"/>
                  </a:lnTo>
                  <a:lnTo>
                    <a:pt x="4526" y="128488"/>
                  </a:lnTo>
                  <a:lnTo>
                    <a:pt x="3378" y="133685"/>
                  </a:lnTo>
                  <a:lnTo>
                    <a:pt x="2395" y="138916"/>
                  </a:lnTo>
                  <a:lnTo>
                    <a:pt x="1579" y="144175"/>
                  </a:lnTo>
                  <a:lnTo>
                    <a:pt x="931" y="149458"/>
                  </a:lnTo>
                  <a:lnTo>
                    <a:pt x="451" y="154759"/>
                  </a:lnTo>
                  <a:lnTo>
                    <a:pt x="141" y="160072"/>
                  </a:lnTo>
                  <a:lnTo>
                    <a:pt x="0" y="165393"/>
                  </a:lnTo>
                  <a:lnTo>
                    <a:pt x="28" y="170715"/>
                  </a:lnTo>
                  <a:lnTo>
                    <a:pt x="225" y="176034"/>
                  </a:lnTo>
                  <a:lnTo>
                    <a:pt x="592" y="181344"/>
                  </a:lnTo>
                  <a:lnTo>
                    <a:pt x="1128" y="186639"/>
                  </a:lnTo>
                  <a:lnTo>
                    <a:pt x="1832" y="191915"/>
                  </a:lnTo>
                  <a:lnTo>
                    <a:pt x="2704" y="197165"/>
                  </a:lnTo>
                  <a:lnTo>
                    <a:pt x="3742" y="202386"/>
                  </a:lnTo>
                  <a:lnTo>
                    <a:pt x="4946" y="207570"/>
                  </a:lnTo>
                  <a:lnTo>
                    <a:pt x="6315" y="212714"/>
                  </a:lnTo>
                  <a:lnTo>
                    <a:pt x="7846" y="217811"/>
                  </a:lnTo>
                  <a:lnTo>
                    <a:pt x="9539" y="222857"/>
                  </a:lnTo>
                  <a:lnTo>
                    <a:pt x="11392" y="227847"/>
                  </a:lnTo>
                  <a:lnTo>
                    <a:pt x="13403" y="232775"/>
                  </a:lnTo>
                  <a:lnTo>
                    <a:pt x="15569" y="237636"/>
                  </a:lnTo>
                  <a:lnTo>
                    <a:pt x="17889" y="242426"/>
                  </a:lnTo>
                  <a:lnTo>
                    <a:pt x="20361" y="247140"/>
                  </a:lnTo>
                  <a:lnTo>
                    <a:pt x="22981" y="251773"/>
                  </a:lnTo>
                  <a:lnTo>
                    <a:pt x="25748" y="256320"/>
                  </a:lnTo>
                  <a:lnTo>
                    <a:pt x="28658" y="260776"/>
                  </a:lnTo>
                  <a:lnTo>
                    <a:pt x="31708" y="265138"/>
                  </a:lnTo>
                  <a:lnTo>
                    <a:pt x="34896" y="269401"/>
                  </a:lnTo>
                  <a:lnTo>
                    <a:pt x="38217" y="273559"/>
                  </a:lnTo>
                  <a:lnTo>
                    <a:pt x="41670" y="277610"/>
                  </a:lnTo>
                  <a:lnTo>
                    <a:pt x="45249" y="281549"/>
                  </a:lnTo>
                  <a:lnTo>
                    <a:pt x="48952" y="285372"/>
                  </a:lnTo>
                  <a:lnTo>
                    <a:pt x="52775" y="289075"/>
                  </a:lnTo>
                  <a:lnTo>
                    <a:pt x="56714" y="292655"/>
                  </a:lnTo>
                  <a:lnTo>
                    <a:pt x="60765" y="296107"/>
                  </a:lnTo>
                  <a:lnTo>
                    <a:pt x="64924" y="299429"/>
                  </a:lnTo>
                  <a:lnTo>
                    <a:pt x="69186" y="302617"/>
                  </a:lnTo>
                  <a:lnTo>
                    <a:pt x="73548" y="305667"/>
                  </a:lnTo>
                  <a:lnTo>
                    <a:pt x="78005" y="308577"/>
                  </a:lnTo>
                  <a:lnTo>
                    <a:pt x="82552" y="311343"/>
                  </a:lnTo>
                  <a:lnTo>
                    <a:pt x="87184" y="313964"/>
                  </a:lnTo>
                  <a:lnTo>
                    <a:pt x="91898" y="316435"/>
                  </a:lnTo>
                  <a:lnTo>
                    <a:pt x="96688" y="318755"/>
                  </a:lnTo>
                  <a:lnTo>
                    <a:pt x="101550" y="320922"/>
                  </a:lnTo>
                  <a:lnTo>
                    <a:pt x="106478" y="322933"/>
                  </a:lnTo>
                  <a:lnTo>
                    <a:pt x="111467" y="324785"/>
                  </a:lnTo>
                  <a:lnTo>
                    <a:pt x="116513" y="326478"/>
                  </a:lnTo>
                  <a:lnTo>
                    <a:pt x="121611" y="328010"/>
                  </a:lnTo>
                  <a:lnTo>
                    <a:pt x="126754" y="329378"/>
                  </a:lnTo>
                  <a:lnTo>
                    <a:pt x="131939" y="330582"/>
                  </a:lnTo>
                  <a:lnTo>
                    <a:pt x="137159" y="331621"/>
                  </a:lnTo>
                  <a:lnTo>
                    <a:pt x="142410" y="332492"/>
                  </a:lnTo>
                  <a:lnTo>
                    <a:pt x="147685" y="333196"/>
                  </a:lnTo>
                  <a:lnTo>
                    <a:pt x="152981" y="333732"/>
                  </a:lnTo>
                  <a:lnTo>
                    <a:pt x="158291" y="334099"/>
                  </a:lnTo>
                  <a:lnTo>
                    <a:pt x="163609" y="334297"/>
                  </a:lnTo>
                  <a:lnTo>
                    <a:pt x="168932" y="334325"/>
                  </a:lnTo>
                  <a:lnTo>
                    <a:pt x="174252" y="334184"/>
                  </a:lnTo>
                  <a:lnTo>
                    <a:pt x="179566" y="333873"/>
                  </a:lnTo>
                  <a:lnTo>
                    <a:pt x="184867" y="333394"/>
                  </a:lnTo>
                  <a:lnTo>
                    <a:pt x="167158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5" name="pg675"/>
            <p:cNvSpPr/>
            <p:nvPr/>
          </p:nvSpPr>
          <p:spPr>
            <a:xfrm>
              <a:off x="5023544" y="5566459"/>
              <a:ext cx="17709" cy="166226"/>
            </a:xfrm>
            <a:custGeom>
              <a:avLst/>
              <a:pathLst>
                <a:path w="17709" h="166226">
                  <a:moveTo>
                    <a:pt x="17709" y="166226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6" name="pg676"/>
            <p:cNvSpPr/>
            <p:nvPr/>
          </p:nvSpPr>
          <p:spPr>
            <a:xfrm>
              <a:off x="5023544" y="5566459"/>
              <a:ext cx="17709" cy="166226"/>
            </a:xfrm>
            <a:custGeom>
              <a:avLst/>
              <a:pathLst>
                <a:path w="17709" h="166226">
                  <a:moveTo>
                    <a:pt x="17709" y="166226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7" name="pg677"/>
            <p:cNvSpPr/>
            <p:nvPr/>
          </p:nvSpPr>
          <p:spPr>
            <a:xfrm>
              <a:off x="5023544" y="5566459"/>
              <a:ext cx="17709" cy="166226"/>
            </a:xfrm>
            <a:custGeom>
              <a:avLst/>
              <a:pathLst>
                <a:path w="17709" h="166226">
                  <a:moveTo>
                    <a:pt x="17709" y="166226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8" name="pg678"/>
            <p:cNvSpPr/>
            <p:nvPr/>
          </p:nvSpPr>
          <p:spPr>
            <a:xfrm>
              <a:off x="5023544" y="5566459"/>
              <a:ext cx="17709" cy="166226"/>
            </a:xfrm>
            <a:custGeom>
              <a:avLst/>
              <a:pathLst>
                <a:path w="17709" h="166226">
                  <a:moveTo>
                    <a:pt x="17709" y="166226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9" name="pg679"/>
            <p:cNvSpPr/>
            <p:nvPr/>
          </p:nvSpPr>
          <p:spPr>
            <a:xfrm>
              <a:off x="5023544" y="5566459"/>
              <a:ext cx="17709" cy="166226"/>
            </a:xfrm>
            <a:custGeom>
              <a:avLst/>
              <a:pathLst>
                <a:path w="17709" h="166226">
                  <a:moveTo>
                    <a:pt x="17709" y="166226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0" name="pg680"/>
            <p:cNvSpPr/>
            <p:nvPr/>
          </p:nvSpPr>
          <p:spPr>
            <a:xfrm>
              <a:off x="5023544" y="5566459"/>
              <a:ext cx="118830" cy="166226"/>
            </a:xfrm>
            <a:custGeom>
              <a:avLst/>
              <a:pathLst>
                <a:path w="118830" h="166226">
                  <a:moveTo>
                    <a:pt x="17709" y="166226"/>
                  </a:moveTo>
                  <a:lnTo>
                    <a:pt x="23387" y="165523"/>
                  </a:lnTo>
                  <a:lnTo>
                    <a:pt x="29038" y="164626"/>
                  </a:lnTo>
                  <a:lnTo>
                    <a:pt x="34654" y="163535"/>
                  </a:lnTo>
                  <a:lnTo>
                    <a:pt x="40231" y="162254"/>
                  </a:lnTo>
                  <a:lnTo>
                    <a:pt x="45760" y="160782"/>
                  </a:lnTo>
                  <a:lnTo>
                    <a:pt x="51235" y="159122"/>
                  </a:lnTo>
                  <a:lnTo>
                    <a:pt x="56650" y="157275"/>
                  </a:lnTo>
                  <a:lnTo>
                    <a:pt x="62000" y="155244"/>
                  </a:lnTo>
                  <a:lnTo>
                    <a:pt x="67276" y="153032"/>
                  </a:lnTo>
                  <a:lnTo>
                    <a:pt x="72474" y="150640"/>
                  </a:lnTo>
                  <a:lnTo>
                    <a:pt x="77586" y="148071"/>
                  </a:lnTo>
                  <a:lnTo>
                    <a:pt x="82608" y="145329"/>
                  </a:lnTo>
                  <a:lnTo>
                    <a:pt x="87533" y="142417"/>
                  </a:lnTo>
                  <a:lnTo>
                    <a:pt x="92356" y="139338"/>
                  </a:lnTo>
                  <a:lnTo>
                    <a:pt x="97070" y="136096"/>
                  </a:lnTo>
                  <a:lnTo>
                    <a:pt x="101671" y="132694"/>
                  </a:lnTo>
                  <a:lnTo>
                    <a:pt x="106152" y="129137"/>
                  </a:lnTo>
                  <a:lnTo>
                    <a:pt x="110509" y="125429"/>
                  </a:lnTo>
                  <a:lnTo>
                    <a:pt x="114737" y="121574"/>
                  </a:lnTo>
                  <a:lnTo>
                    <a:pt x="118830" y="11757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1" name="pg681"/>
            <p:cNvSpPr/>
            <p:nvPr/>
          </p:nvSpPr>
          <p:spPr>
            <a:xfrm>
              <a:off x="5023544" y="5399291"/>
              <a:ext cx="167163" cy="284743"/>
            </a:xfrm>
            <a:custGeom>
              <a:avLst/>
              <a:pathLst>
                <a:path w="167163" h="284743">
                  <a:moveTo>
                    <a:pt x="118830" y="284743"/>
                  </a:moveTo>
                  <a:lnTo>
                    <a:pt x="122555" y="280856"/>
                  </a:lnTo>
                  <a:lnTo>
                    <a:pt x="126152" y="276851"/>
                  </a:lnTo>
                  <a:lnTo>
                    <a:pt x="129618" y="272732"/>
                  </a:lnTo>
                  <a:lnTo>
                    <a:pt x="132950" y="268504"/>
                  </a:lnTo>
                  <a:lnTo>
                    <a:pt x="136144" y="264171"/>
                  </a:lnTo>
                  <a:lnTo>
                    <a:pt x="139196" y="259737"/>
                  </a:lnTo>
                  <a:lnTo>
                    <a:pt x="142105" y="255207"/>
                  </a:lnTo>
                  <a:lnTo>
                    <a:pt x="144866" y="250586"/>
                  </a:lnTo>
                  <a:lnTo>
                    <a:pt x="147477" y="245878"/>
                  </a:lnTo>
                  <a:lnTo>
                    <a:pt x="149935" y="241089"/>
                  </a:lnTo>
                  <a:lnTo>
                    <a:pt x="152237" y="236223"/>
                  </a:lnTo>
                  <a:lnTo>
                    <a:pt x="154382" y="231285"/>
                  </a:lnTo>
                  <a:lnTo>
                    <a:pt x="156366" y="226281"/>
                  </a:lnTo>
                  <a:lnTo>
                    <a:pt x="158188" y="221216"/>
                  </a:lnTo>
                  <a:lnTo>
                    <a:pt x="159847" y="216094"/>
                  </a:lnTo>
                  <a:lnTo>
                    <a:pt x="161339" y="210922"/>
                  </a:lnTo>
                  <a:lnTo>
                    <a:pt x="162664" y="205704"/>
                  </a:lnTo>
                  <a:lnTo>
                    <a:pt x="163821" y="200447"/>
                  </a:lnTo>
                  <a:lnTo>
                    <a:pt x="164807" y="195155"/>
                  </a:lnTo>
                  <a:lnTo>
                    <a:pt x="165623" y="189834"/>
                  </a:lnTo>
                  <a:lnTo>
                    <a:pt x="166267" y="184489"/>
                  </a:lnTo>
                  <a:lnTo>
                    <a:pt x="166739" y="179127"/>
                  </a:lnTo>
                  <a:lnTo>
                    <a:pt x="167037" y="173752"/>
                  </a:lnTo>
                  <a:lnTo>
                    <a:pt x="167163" y="168370"/>
                  </a:lnTo>
                  <a:lnTo>
                    <a:pt x="167115" y="162987"/>
                  </a:lnTo>
                  <a:lnTo>
                    <a:pt x="166893" y="157608"/>
                  </a:lnTo>
                  <a:lnTo>
                    <a:pt x="166499" y="152240"/>
                  </a:lnTo>
                  <a:lnTo>
                    <a:pt x="165932" y="146886"/>
                  </a:lnTo>
                  <a:lnTo>
                    <a:pt x="165193" y="141554"/>
                  </a:lnTo>
                  <a:lnTo>
                    <a:pt x="164283" y="136248"/>
                  </a:lnTo>
                  <a:lnTo>
                    <a:pt x="163202" y="130975"/>
                  </a:lnTo>
                  <a:lnTo>
                    <a:pt x="161952" y="125739"/>
                  </a:lnTo>
                  <a:lnTo>
                    <a:pt x="160534" y="120546"/>
                  </a:lnTo>
                  <a:lnTo>
                    <a:pt x="158950" y="115401"/>
                  </a:lnTo>
                  <a:lnTo>
                    <a:pt x="157201" y="110310"/>
                  </a:lnTo>
                  <a:lnTo>
                    <a:pt x="155288" y="105277"/>
                  </a:lnTo>
                  <a:lnTo>
                    <a:pt x="153215" y="100310"/>
                  </a:lnTo>
                  <a:lnTo>
                    <a:pt x="150983" y="95411"/>
                  </a:lnTo>
                  <a:lnTo>
                    <a:pt x="148594" y="90587"/>
                  </a:lnTo>
                  <a:lnTo>
                    <a:pt x="146052" y="85842"/>
                  </a:lnTo>
                  <a:lnTo>
                    <a:pt x="143357" y="81181"/>
                  </a:lnTo>
                  <a:lnTo>
                    <a:pt x="140514" y="76610"/>
                  </a:lnTo>
                  <a:lnTo>
                    <a:pt x="137526" y="72133"/>
                  </a:lnTo>
                  <a:lnTo>
                    <a:pt x="134394" y="67754"/>
                  </a:lnTo>
                  <a:lnTo>
                    <a:pt x="131124" y="63478"/>
                  </a:lnTo>
                  <a:lnTo>
                    <a:pt x="127717" y="59310"/>
                  </a:lnTo>
                  <a:lnTo>
                    <a:pt x="124178" y="55254"/>
                  </a:lnTo>
                  <a:lnTo>
                    <a:pt x="120510" y="51313"/>
                  </a:lnTo>
                  <a:lnTo>
                    <a:pt x="116718" y="47493"/>
                  </a:lnTo>
                  <a:lnTo>
                    <a:pt x="112804" y="43797"/>
                  </a:lnTo>
                  <a:lnTo>
                    <a:pt x="108773" y="40229"/>
                  </a:lnTo>
                  <a:lnTo>
                    <a:pt x="104629" y="36792"/>
                  </a:lnTo>
                  <a:lnTo>
                    <a:pt x="100377" y="33491"/>
                  </a:lnTo>
                  <a:lnTo>
                    <a:pt x="96021" y="30328"/>
                  </a:lnTo>
                  <a:lnTo>
                    <a:pt x="91565" y="27307"/>
                  </a:lnTo>
                  <a:lnTo>
                    <a:pt x="87015" y="24432"/>
                  </a:lnTo>
                  <a:lnTo>
                    <a:pt x="82374" y="21704"/>
                  </a:lnTo>
                  <a:lnTo>
                    <a:pt x="77647" y="19127"/>
                  </a:lnTo>
                  <a:lnTo>
                    <a:pt x="72840" y="16704"/>
                  </a:lnTo>
                  <a:lnTo>
                    <a:pt x="67958" y="14436"/>
                  </a:lnTo>
                  <a:lnTo>
                    <a:pt x="63005" y="12327"/>
                  </a:lnTo>
                  <a:lnTo>
                    <a:pt x="57987" y="10379"/>
                  </a:lnTo>
                  <a:lnTo>
                    <a:pt x="52908" y="8593"/>
                  </a:lnTo>
                  <a:lnTo>
                    <a:pt x="47775" y="6972"/>
                  </a:lnTo>
                  <a:lnTo>
                    <a:pt x="42592" y="5517"/>
                  </a:lnTo>
                  <a:lnTo>
                    <a:pt x="37365" y="4229"/>
                  </a:lnTo>
                  <a:lnTo>
                    <a:pt x="32100" y="3110"/>
                  </a:lnTo>
                  <a:lnTo>
                    <a:pt x="26801" y="2162"/>
                  </a:lnTo>
                  <a:lnTo>
                    <a:pt x="21474" y="1385"/>
                  </a:lnTo>
                  <a:lnTo>
                    <a:pt x="16125" y="779"/>
                  </a:lnTo>
                  <a:lnTo>
                    <a:pt x="10759" y="346"/>
                  </a:lnTo>
                  <a:lnTo>
                    <a:pt x="5382" y="86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2" name="pg682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3" name="pg683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4" name="pg684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5" name="pg685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6" name="pg686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7" name="pg687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8" name="pg688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9" name="pg689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0" name="pg690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1" name="pg691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2" name="pg692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3" name="pg693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4" name="pg694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5" name="pg695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6" name="pg696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7" name="pg697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8" name="pg698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9" name="pg699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0" name="pg700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1" name="pg701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2" name="pg702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3" name="pg703"/>
            <p:cNvSpPr/>
            <p:nvPr/>
          </p:nvSpPr>
          <p:spPr>
            <a:xfrm>
              <a:off x="5412455" y="5269756"/>
              <a:ext cx="132802" cy="167167"/>
            </a:xfrm>
            <a:custGeom>
              <a:avLst/>
              <a:pathLst>
                <a:path w="132802" h="167167">
                  <a:moveTo>
                    <a:pt x="132802" y="0"/>
                  </a:moveTo>
                  <a:lnTo>
                    <a:pt x="127322" y="89"/>
                  </a:lnTo>
                  <a:lnTo>
                    <a:pt x="121848" y="359"/>
                  </a:lnTo>
                  <a:lnTo>
                    <a:pt x="116385" y="808"/>
                  </a:lnTo>
                  <a:lnTo>
                    <a:pt x="110941" y="1435"/>
                  </a:lnTo>
                  <a:lnTo>
                    <a:pt x="105519" y="2241"/>
                  </a:lnTo>
                  <a:lnTo>
                    <a:pt x="100127" y="3224"/>
                  </a:lnTo>
                  <a:lnTo>
                    <a:pt x="94770" y="4383"/>
                  </a:lnTo>
                  <a:lnTo>
                    <a:pt x="89454" y="5717"/>
                  </a:lnTo>
                  <a:lnTo>
                    <a:pt x="84185" y="7225"/>
                  </a:lnTo>
                  <a:lnTo>
                    <a:pt x="78968" y="8905"/>
                  </a:lnTo>
                  <a:lnTo>
                    <a:pt x="73809" y="10755"/>
                  </a:lnTo>
                  <a:lnTo>
                    <a:pt x="68713" y="12773"/>
                  </a:lnTo>
                  <a:lnTo>
                    <a:pt x="63686" y="14957"/>
                  </a:lnTo>
                  <a:lnTo>
                    <a:pt x="58733" y="17304"/>
                  </a:lnTo>
                  <a:lnTo>
                    <a:pt x="53860" y="19813"/>
                  </a:lnTo>
                  <a:lnTo>
                    <a:pt x="49072" y="22480"/>
                  </a:lnTo>
                  <a:lnTo>
                    <a:pt x="44374" y="25303"/>
                  </a:lnTo>
                  <a:lnTo>
                    <a:pt x="39771" y="28278"/>
                  </a:lnTo>
                  <a:lnTo>
                    <a:pt x="35268" y="31402"/>
                  </a:lnTo>
                  <a:lnTo>
                    <a:pt x="30870" y="34673"/>
                  </a:lnTo>
                  <a:lnTo>
                    <a:pt x="26581" y="38086"/>
                  </a:lnTo>
                  <a:lnTo>
                    <a:pt x="22406" y="41637"/>
                  </a:lnTo>
                  <a:lnTo>
                    <a:pt x="18351" y="45324"/>
                  </a:lnTo>
                  <a:lnTo>
                    <a:pt x="14418" y="49141"/>
                  </a:lnTo>
                  <a:lnTo>
                    <a:pt x="10612" y="53085"/>
                  </a:lnTo>
                  <a:lnTo>
                    <a:pt x="6938" y="57152"/>
                  </a:lnTo>
                  <a:lnTo>
                    <a:pt x="3399" y="61338"/>
                  </a:lnTo>
                  <a:lnTo>
                    <a:pt x="0" y="65637"/>
                  </a:lnTo>
                  <a:lnTo>
                    <a:pt x="132802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4" name="pg704"/>
            <p:cNvSpPr/>
            <p:nvPr/>
          </p:nvSpPr>
          <p:spPr>
            <a:xfrm>
              <a:off x="5412455" y="5335393"/>
              <a:ext cx="132802" cy="101530"/>
            </a:xfrm>
            <a:custGeom>
              <a:avLst/>
              <a:pathLst>
                <a:path w="132802" h="101530">
                  <a:moveTo>
                    <a:pt x="0" y="0"/>
                  </a:moveTo>
                  <a:lnTo>
                    <a:pt x="132802" y="10153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5" name="pg705"/>
            <p:cNvSpPr/>
            <p:nvPr/>
          </p:nvSpPr>
          <p:spPr>
            <a:xfrm>
              <a:off x="5412455" y="5335393"/>
              <a:ext cx="132802" cy="101530"/>
            </a:xfrm>
            <a:custGeom>
              <a:avLst/>
              <a:pathLst>
                <a:path w="132802" h="101530">
                  <a:moveTo>
                    <a:pt x="0" y="0"/>
                  </a:moveTo>
                  <a:lnTo>
                    <a:pt x="132802" y="10153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6" name="pg706"/>
            <p:cNvSpPr/>
            <p:nvPr/>
          </p:nvSpPr>
          <p:spPr>
            <a:xfrm>
              <a:off x="5412455" y="5335393"/>
              <a:ext cx="132802" cy="101530"/>
            </a:xfrm>
            <a:custGeom>
              <a:avLst/>
              <a:pathLst>
                <a:path w="132802" h="101530">
                  <a:moveTo>
                    <a:pt x="0" y="0"/>
                  </a:moveTo>
                  <a:lnTo>
                    <a:pt x="132802" y="10153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7" name="pg707"/>
            <p:cNvSpPr/>
            <p:nvPr/>
          </p:nvSpPr>
          <p:spPr>
            <a:xfrm>
              <a:off x="5412455" y="5335393"/>
              <a:ext cx="132802" cy="101530"/>
            </a:xfrm>
            <a:custGeom>
              <a:avLst/>
              <a:pathLst>
                <a:path w="132802" h="101530">
                  <a:moveTo>
                    <a:pt x="0" y="0"/>
                  </a:moveTo>
                  <a:lnTo>
                    <a:pt x="132802" y="10153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8" name="pg708"/>
            <p:cNvSpPr/>
            <p:nvPr/>
          </p:nvSpPr>
          <p:spPr>
            <a:xfrm>
              <a:off x="5393670" y="5335393"/>
              <a:ext cx="151588" cy="101530"/>
            </a:xfrm>
            <a:custGeom>
              <a:avLst/>
              <a:pathLst>
                <a:path w="151588" h="101530">
                  <a:moveTo>
                    <a:pt x="18785" y="0"/>
                  </a:moveTo>
                  <a:lnTo>
                    <a:pt x="14494" y="5873"/>
                  </a:lnTo>
                  <a:lnTo>
                    <a:pt x="10463" y="11927"/>
                  </a:lnTo>
                  <a:lnTo>
                    <a:pt x="6698" y="18151"/>
                  </a:lnTo>
                  <a:lnTo>
                    <a:pt x="3209" y="24533"/>
                  </a:lnTo>
                  <a:lnTo>
                    <a:pt x="0" y="31061"/>
                  </a:lnTo>
                  <a:lnTo>
                    <a:pt x="151588" y="10153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9" name="pg709"/>
            <p:cNvSpPr/>
            <p:nvPr/>
          </p:nvSpPr>
          <p:spPr>
            <a:xfrm>
              <a:off x="5378098" y="5269756"/>
              <a:ext cx="334311" cy="334333"/>
            </a:xfrm>
            <a:custGeom>
              <a:avLst/>
              <a:pathLst>
                <a:path w="334311" h="334333">
                  <a:moveTo>
                    <a:pt x="15571" y="96698"/>
                  </a:moveTo>
                  <a:lnTo>
                    <a:pt x="13408" y="101549"/>
                  </a:lnTo>
                  <a:lnTo>
                    <a:pt x="11401" y="106467"/>
                  </a:lnTo>
                  <a:lnTo>
                    <a:pt x="9552" y="111446"/>
                  </a:lnTo>
                  <a:lnTo>
                    <a:pt x="7861" y="116481"/>
                  </a:lnTo>
                  <a:lnTo>
                    <a:pt x="6331" y="121568"/>
                  </a:lnTo>
                  <a:lnTo>
                    <a:pt x="4964" y="126700"/>
                  </a:lnTo>
                  <a:lnTo>
                    <a:pt x="3760" y="131873"/>
                  </a:lnTo>
                  <a:lnTo>
                    <a:pt x="2721" y="137082"/>
                  </a:lnTo>
                  <a:lnTo>
                    <a:pt x="1848" y="142322"/>
                  </a:lnTo>
                  <a:lnTo>
                    <a:pt x="1142" y="147586"/>
                  </a:lnTo>
                  <a:lnTo>
                    <a:pt x="604" y="152870"/>
                  </a:lnTo>
                  <a:lnTo>
                    <a:pt x="234" y="158169"/>
                  </a:lnTo>
                  <a:lnTo>
                    <a:pt x="32" y="163476"/>
                  </a:lnTo>
                  <a:lnTo>
                    <a:pt x="0" y="168788"/>
                  </a:lnTo>
                  <a:lnTo>
                    <a:pt x="135" y="174098"/>
                  </a:lnTo>
                  <a:lnTo>
                    <a:pt x="440" y="179400"/>
                  </a:lnTo>
                  <a:lnTo>
                    <a:pt x="913" y="184691"/>
                  </a:lnTo>
                  <a:lnTo>
                    <a:pt x="1553" y="189964"/>
                  </a:lnTo>
                  <a:lnTo>
                    <a:pt x="2361" y="195213"/>
                  </a:lnTo>
                  <a:lnTo>
                    <a:pt x="3335" y="200435"/>
                  </a:lnTo>
                  <a:lnTo>
                    <a:pt x="4475" y="205622"/>
                  </a:lnTo>
                  <a:lnTo>
                    <a:pt x="5779" y="210771"/>
                  </a:lnTo>
                  <a:lnTo>
                    <a:pt x="7246" y="215876"/>
                  </a:lnTo>
                  <a:lnTo>
                    <a:pt x="8874" y="220932"/>
                  </a:lnTo>
                  <a:lnTo>
                    <a:pt x="10662" y="225934"/>
                  </a:lnTo>
                  <a:lnTo>
                    <a:pt x="12608" y="230876"/>
                  </a:lnTo>
                  <a:lnTo>
                    <a:pt x="14710" y="235754"/>
                  </a:lnTo>
                  <a:lnTo>
                    <a:pt x="16966" y="240562"/>
                  </a:lnTo>
                  <a:lnTo>
                    <a:pt x="19373" y="245297"/>
                  </a:lnTo>
                  <a:lnTo>
                    <a:pt x="21930" y="249953"/>
                  </a:lnTo>
                  <a:lnTo>
                    <a:pt x="24633" y="254525"/>
                  </a:lnTo>
                  <a:lnTo>
                    <a:pt x="27481" y="259009"/>
                  </a:lnTo>
                  <a:lnTo>
                    <a:pt x="30469" y="263400"/>
                  </a:lnTo>
                  <a:lnTo>
                    <a:pt x="33595" y="267694"/>
                  </a:lnTo>
                  <a:lnTo>
                    <a:pt x="36856" y="271886"/>
                  </a:lnTo>
                  <a:lnTo>
                    <a:pt x="40249" y="275973"/>
                  </a:lnTo>
                  <a:lnTo>
                    <a:pt x="43770" y="279950"/>
                  </a:lnTo>
                  <a:lnTo>
                    <a:pt x="47415" y="283813"/>
                  </a:lnTo>
                  <a:lnTo>
                    <a:pt x="51181" y="287559"/>
                  </a:lnTo>
                  <a:lnTo>
                    <a:pt x="55065" y="291182"/>
                  </a:lnTo>
                  <a:lnTo>
                    <a:pt x="59061" y="294681"/>
                  </a:lnTo>
                  <a:lnTo>
                    <a:pt x="63167" y="298051"/>
                  </a:lnTo>
                  <a:lnTo>
                    <a:pt x="67378" y="301289"/>
                  </a:lnTo>
                  <a:lnTo>
                    <a:pt x="71689" y="304391"/>
                  </a:lnTo>
                  <a:lnTo>
                    <a:pt x="76097" y="307355"/>
                  </a:lnTo>
                  <a:lnTo>
                    <a:pt x="80596" y="310177"/>
                  </a:lnTo>
                  <a:lnTo>
                    <a:pt x="85183" y="312855"/>
                  </a:lnTo>
                  <a:lnTo>
                    <a:pt x="89853" y="315386"/>
                  </a:lnTo>
                  <a:lnTo>
                    <a:pt x="94601" y="317767"/>
                  </a:lnTo>
                  <a:lnTo>
                    <a:pt x="99422" y="319996"/>
                  </a:lnTo>
                  <a:lnTo>
                    <a:pt x="104312" y="322071"/>
                  </a:lnTo>
                  <a:lnTo>
                    <a:pt x="109265" y="323989"/>
                  </a:lnTo>
                  <a:lnTo>
                    <a:pt x="114276" y="325749"/>
                  </a:lnTo>
                  <a:lnTo>
                    <a:pt x="119341" y="327349"/>
                  </a:lnTo>
                  <a:lnTo>
                    <a:pt x="124454" y="328788"/>
                  </a:lnTo>
                  <a:lnTo>
                    <a:pt x="129610" y="330063"/>
                  </a:lnTo>
                  <a:lnTo>
                    <a:pt x="134804" y="331173"/>
                  </a:lnTo>
                  <a:lnTo>
                    <a:pt x="140031" y="332119"/>
                  </a:lnTo>
                  <a:lnTo>
                    <a:pt x="145285" y="332897"/>
                  </a:lnTo>
                  <a:lnTo>
                    <a:pt x="150561" y="333508"/>
                  </a:lnTo>
                  <a:lnTo>
                    <a:pt x="155854" y="333952"/>
                  </a:lnTo>
                  <a:lnTo>
                    <a:pt x="161159" y="334227"/>
                  </a:lnTo>
                  <a:lnTo>
                    <a:pt x="166469" y="334333"/>
                  </a:lnTo>
                  <a:lnTo>
                    <a:pt x="171780" y="334270"/>
                  </a:lnTo>
                  <a:lnTo>
                    <a:pt x="177087" y="334039"/>
                  </a:lnTo>
                  <a:lnTo>
                    <a:pt x="182383" y="333640"/>
                  </a:lnTo>
                  <a:lnTo>
                    <a:pt x="187664" y="333072"/>
                  </a:lnTo>
                  <a:lnTo>
                    <a:pt x="192925" y="332337"/>
                  </a:lnTo>
                  <a:lnTo>
                    <a:pt x="198159" y="331435"/>
                  </a:lnTo>
                  <a:lnTo>
                    <a:pt x="203362" y="330367"/>
                  </a:lnTo>
                  <a:lnTo>
                    <a:pt x="208529" y="329135"/>
                  </a:lnTo>
                  <a:lnTo>
                    <a:pt x="213653" y="327739"/>
                  </a:lnTo>
                  <a:lnTo>
                    <a:pt x="218731" y="326180"/>
                  </a:lnTo>
                  <a:lnTo>
                    <a:pt x="223757" y="324462"/>
                  </a:lnTo>
                  <a:lnTo>
                    <a:pt x="228726" y="322584"/>
                  </a:lnTo>
                  <a:lnTo>
                    <a:pt x="233632" y="320550"/>
                  </a:lnTo>
                  <a:lnTo>
                    <a:pt x="238471" y="318361"/>
                  </a:lnTo>
                  <a:lnTo>
                    <a:pt x="243239" y="316019"/>
                  </a:lnTo>
                  <a:lnTo>
                    <a:pt x="247929" y="313526"/>
                  </a:lnTo>
                  <a:lnTo>
                    <a:pt x="252538" y="310887"/>
                  </a:lnTo>
                  <a:lnTo>
                    <a:pt x="257061" y="308102"/>
                  </a:lnTo>
                  <a:lnTo>
                    <a:pt x="261493" y="305174"/>
                  </a:lnTo>
                  <a:lnTo>
                    <a:pt x="265830" y="302108"/>
                  </a:lnTo>
                  <a:lnTo>
                    <a:pt x="270067" y="298905"/>
                  </a:lnTo>
                  <a:lnTo>
                    <a:pt x="274201" y="295569"/>
                  </a:lnTo>
                  <a:lnTo>
                    <a:pt x="278226" y="292103"/>
                  </a:lnTo>
                  <a:lnTo>
                    <a:pt x="282139" y="288512"/>
                  </a:lnTo>
                  <a:lnTo>
                    <a:pt x="285936" y="284798"/>
                  </a:lnTo>
                  <a:lnTo>
                    <a:pt x="289613" y="280965"/>
                  </a:lnTo>
                  <a:lnTo>
                    <a:pt x="293167" y="277017"/>
                  </a:lnTo>
                  <a:lnTo>
                    <a:pt x="296593" y="272958"/>
                  </a:lnTo>
                  <a:lnTo>
                    <a:pt x="299889" y="268793"/>
                  </a:lnTo>
                  <a:lnTo>
                    <a:pt x="303050" y="264525"/>
                  </a:lnTo>
                  <a:lnTo>
                    <a:pt x="306075" y="260159"/>
                  </a:lnTo>
                  <a:lnTo>
                    <a:pt x="308959" y="255698"/>
                  </a:lnTo>
                  <a:lnTo>
                    <a:pt x="311700" y="251149"/>
                  </a:lnTo>
                  <a:lnTo>
                    <a:pt x="314295" y="246514"/>
                  </a:lnTo>
                  <a:lnTo>
                    <a:pt x="316741" y="241800"/>
                  </a:lnTo>
                  <a:lnTo>
                    <a:pt x="319037" y="237010"/>
                  </a:lnTo>
                  <a:lnTo>
                    <a:pt x="321179" y="232150"/>
                  </a:lnTo>
                  <a:lnTo>
                    <a:pt x="323166" y="227224"/>
                  </a:lnTo>
                  <a:lnTo>
                    <a:pt x="324995" y="222237"/>
                  </a:lnTo>
                  <a:lnTo>
                    <a:pt x="326665" y="217195"/>
                  </a:lnTo>
                  <a:lnTo>
                    <a:pt x="328174" y="212102"/>
                  </a:lnTo>
                  <a:lnTo>
                    <a:pt x="329520" y="206964"/>
                  </a:lnTo>
                  <a:lnTo>
                    <a:pt x="330703" y="201786"/>
                  </a:lnTo>
                  <a:lnTo>
                    <a:pt x="331720" y="196573"/>
                  </a:lnTo>
                  <a:lnTo>
                    <a:pt x="332571" y="191330"/>
                  </a:lnTo>
                  <a:lnTo>
                    <a:pt x="333255" y="186063"/>
                  </a:lnTo>
                  <a:lnTo>
                    <a:pt x="333772" y="180776"/>
                  </a:lnTo>
                  <a:lnTo>
                    <a:pt x="334120" y="175476"/>
                  </a:lnTo>
                  <a:lnTo>
                    <a:pt x="334300" y="170168"/>
                  </a:lnTo>
                  <a:lnTo>
                    <a:pt x="334311" y="164856"/>
                  </a:lnTo>
                  <a:lnTo>
                    <a:pt x="334153" y="159547"/>
                  </a:lnTo>
                  <a:lnTo>
                    <a:pt x="333826" y="154245"/>
                  </a:lnTo>
                  <a:lnTo>
                    <a:pt x="333332" y="148957"/>
                  </a:lnTo>
                  <a:lnTo>
                    <a:pt x="332669" y="143687"/>
                  </a:lnTo>
                  <a:lnTo>
                    <a:pt x="331840" y="138441"/>
                  </a:lnTo>
                  <a:lnTo>
                    <a:pt x="330844" y="133223"/>
                  </a:lnTo>
                  <a:lnTo>
                    <a:pt x="329683" y="128040"/>
                  </a:lnTo>
                  <a:lnTo>
                    <a:pt x="328358" y="122897"/>
                  </a:lnTo>
                  <a:lnTo>
                    <a:pt x="326870" y="117798"/>
                  </a:lnTo>
                  <a:lnTo>
                    <a:pt x="325221" y="112749"/>
                  </a:lnTo>
                  <a:lnTo>
                    <a:pt x="323413" y="107755"/>
                  </a:lnTo>
                  <a:lnTo>
                    <a:pt x="321446" y="102821"/>
                  </a:lnTo>
                  <a:lnTo>
                    <a:pt x="319324" y="97951"/>
                  </a:lnTo>
                  <a:lnTo>
                    <a:pt x="317048" y="93152"/>
                  </a:lnTo>
                  <a:lnTo>
                    <a:pt x="314621" y="88428"/>
                  </a:lnTo>
                  <a:lnTo>
                    <a:pt x="312045" y="83782"/>
                  </a:lnTo>
                  <a:lnTo>
                    <a:pt x="309323" y="79222"/>
                  </a:lnTo>
                  <a:lnTo>
                    <a:pt x="306457" y="74749"/>
                  </a:lnTo>
                  <a:lnTo>
                    <a:pt x="303451" y="70371"/>
                  </a:lnTo>
                  <a:lnTo>
                    <a:pt x="300307" y="66090"/>
                  </a:lnTo>
                  <a:lnTo>
                    <a:pt x="297028" y="61911"/>
                  </a:lnTo>
                  <a:lnTo>
                    <a:pt x="293619" y="57838"/>
                  </a:lnTo>
                  <a:lnTo>
                    <a:pt x="290082" y="53875"/>
                  </a:lnTo>
                  <a:lnTo>
                    <a:pt x="286421" y="50027"/>
                  </a:lnTo>
                  <a:lnTo>
                    <a:pt x="282639" y="46298"/>
                  </a:lnTo>
                  <a:lnTo>
                    <a:pt x="278741" y="42690"/>
                  </a:lnTo>
                  <a:lnTo>
                    <a:pt x="274730" y="39208"/>
                  </a:lnTo>
                  <a:lnTo>
                    <a:pt x="270610" y="35855"/>
                  </a:lnTo>
                  <a:lnTo>
                    <a:pt x="266386" y="32635"/>
                  </a:lnTo>
                  <a:lnTo>
                    <a:pt x="262062" y="29550"/>
                  </a:lnTo>
                  <a:lnTo>
                    <a:pt x="257642" y="26605"/>
                  </a:lnTo>
                  <a:lnTo>
                    <a:pt x="253131" y="23801"/>
                  </a:lnTo>
                  <a:lnTo>
                    <a:pt x="248533" y="21142"/>
                  </a:lnTo>
                  <a:lnTo>
                    <a:pt x="243853" y="18631"/>
                  </a:lnTo>
                  <a:lnTo>
                    <a:pt x="239095" y="16269"/>
                  </a:lnTo>
                  <a:lnTo>
                    <a:pt x="234265" y="14060"/>
                  </a:lnTo>
                  <a:lnTo>
                    <a:pt x="229367" y="12005"/>
                  </a:lnTo>
                  <a:lnTo>
                    <a:pt x="224406" y="10107"/>
                  </a:lnTo>
                  <a:lnTo>
                    <a:pt x="219387" y="8368"/>
                  </a:lnTo>
                  <a:lnTo>
                    <a:pt x="214316" y="6789"/>
                  </a:lnTo>
                  <a:lnTo>
                    <a:pt x="209197" y="5371"/>
                  </a:lnTo>
                  <a:lnTo>
                    <a:pt x="204035" y="4118"/>
                  </a:lnTo>
                  <a:lnTo>
                    <a:pt x="198837" y="3028"/>
                  </a:lnTo>
                  <a:lnTo>
                    <a:pt x="193606" y="2105"/>
                  </a:lnTo>
                  <a:lnTo>
                    <a:pt x="188349" y="1348"/>
                  </a:lnTo>
                  <a:lnTo>
                    <a:pt x="183070" y="758"/>
                  </a:lnTo>
                  <a:lnTo>
                    <a:pt x="177775" y="337"/>
                  </a:lnTo>
                  <a:lnTo>
                    <a:pt x="172470" y="84"/>
                  </a:lnTo>
                  <a:lnTo>
                    <a:pt x="167159" y="0"/>
                  </a:lnTo>
                  <a:lnTo>
                    <a:pt x="167159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0" name="pg710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1" name="pg711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2" name="pg712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3" name="pg713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4" name="pg714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5" name="pg715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6" name="pg716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7" name="pg717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8" name="pg718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9" name="pg719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0" name="pg720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1" name="pg721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2" name="pg722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3" name="pg723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4" name="pg724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5" name="pg725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6" name="pg726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7" name="pg727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8" name="pg728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9" name="pg729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0" name="pg730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1" name="pg731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2" name="pg732"/>
            <p:cNvSpPr/>
            <p:nvPr/>
          </p:nvSpPr>
          <p:spPr>
            <a:xfrm>
              <a:off x="5853890" y="5018213"/>
              <a:ext cx="167148" cy="207570"/>
            </a:xfrm>
            <a:custGeom>
              <a:avLst/>
              <a:pathLst>
                <a:path w="167148" h="207570">
                  <a:moveTo>
                    <a:pt x="167148" y="0"/>
                  </a:moveTo>
                  <a:lnTo>
                    <a:pt x="161731" y="87"/>
                  </a:lnTo>
                  <a:lnTo>
                    <a:pt x="156320" y="351"/>
                  </a:lnTo>
                  <a:lnTo>
                    <a:pt x="150920" y="789"/>
                  </a:lnTo>
                  <a:lnTo>
                    <a:pt x="145537" y="1402"/>
                  </a:lnTo>
                  <a:lnTo>
                    <a:pt x="140177" y="2189"/>
                  </a:lnTo>
                  <a:lnTo>
                    <a:pt x="134846" y="3150"/>
                  </a:lnTo>
                  <a:lnTo>
                    <a:pt x="129548" y="4283"/>
                  </a:lnTo>
                  <a:lnTo>
                    <a:pt x="124290" y="5587"/>
                  </a:lnTo>
                  <a:lnTo>
                    <a:pt x="119077" y="7060"/>
                  </a:lnTo>
                  <a:lnTo>
                    <a:pt x="113914" y="8702"/>
                  </a:lnTo>
                  <a:lnTo>
                    <a:pt x="108807" y="10510"/>
                  </a:lnTo>
                  <a:lnTo>
                    <a:pt x="103761" y="12483"/>
                  </a:lnTo>
                  <a:lnTo>
                    <a:pt x="98782" y="14618"/>
                  </a:lnTo>
                  <a:lnTo>
                    <a:pt x="93875" y="16914"/>
                  </a:lnTo>
                  <a:lnTo>
                    <a:pt x="89045" y="19367"/>
                  </a:lnTo>
                  <a:lnTo>
                    <a:pt x="84297" y="21975"/>
                  </a:lnTo>
                  <a:lnTo>
                    <a:pt x="79636" y="24736"/>
                  </a:lnTo>
                  <a:lnTo>
                    <a:pt x="75066" y="27646"/>
                  </a:lnTo>
                  <a:lnTo>
                    <a:pt x="70594" y="30704"/>
                  </a:lnTo>
                  <a:lnTo>
                    <a:pt x="66223" y="33904"/>
                  </a:lnTo>
                  <a:lnTo>
                    <a:pt x="61957" y="37244"/>
                  </a:lnTo>
                  <a:lnTo>
                    <a:pt x="57803" y="40721"/>
                  </a:lnTo>
                  <a:lnTo>
                    <a:pt x="53763" y="44330"/>
                  </a:lnTo>
                  <a:lnTo>
                    <a:pt x="49842" y="48069"/>
                  </a:lnTo>
                  <a:lnTo>
                    <a:pt x="46044" y="51933"/>
                  </a:lnTo>
                  <a:lnTo>
                    <a:pt x="42374" y="55917"/>
                  </a:lnTo>
                  <a:lnTo>
                    <a:pt x="38835" y="60019"/>
                  </a:lnTo>
                  <a:lnTo>
                    <a:pt x="35430" y="64233"/>
                  </a:lnTo>
                  <a:lnTo>
                    <a:pt x="32164" y="68555"/>
                  </a:lnTo>
                  <a:lnTo>
                    <a:pt x="29039" y="72981"/>
                  </a:lnTo>
                  <a:lnTo>
                    <a:pt x="26060" y="77505"/>
                  </a:lnTo>
                  <a:lnTo>
                    <a:pt x="23229" y="82124"/>
                  </a:lnTo>
                  <a:lnTo>
                    <a:pt x="20549" y="86832"/>
                  </a:lnTo>
                  <a:lnTo>
                    <a:pt x="18023" y="91625"/>
                  </a:lnTo>
                  <a:lnTo>
                    <a:pt x="15653" y="96497"/>
                  </a:lnTo>
                  <a:lnTo>
                    <a:pt x="13443" y="101443"/>
                  </a:lnTo>
                  <a:lnTo>
                    <a:pt x="11394" y="106458"/>
                  </a:lnTo>
                  <a:lnTo>
                    <a:pt x="9508" y="111537"/>
                  </a:lnTo>
                  <a:lnTo>
                    <a:pt x="7788" y="116674"/>
                  </a:lnTo>
                  <a:lnTo>
                    <a:pt x="6236" y="121864"/>
                  </a:lnTo>
                  <a:lnTo>
                    <a:pt x="4852" y="127102"/>
                  </a:lnTo>
                  <a:lnTo>
                    <a:pt x="3639" y="132382"/>
                  </a:lnTo>
                  <a:lnTo>
                    <a:pt x="2598" y="137698"/>
                  </a:lnTo>
                  <a:lnTo>
                    <a:pt x="1730" y="143046"/>
                  </a:lnTo>
                  <a:lnTo>
                    <a:pt x="1035" y="148419"/>
                  </a:lnTo>
                  <a:lnTo>
                    <a:pt x="515" y="153811"/>
                  </a:lnTo>
                  <a:lnTo>
                    <a:pt x="169" y="159218"/>
                  </a:lnTo>
                  <a:lnTo>
                    <a:pt x="0" y="164632"/>
                  </a:lnTo>
                  <a:lnTo>
                    <a:pt x="5" y="170050"/>
                  </a:lnTo>
                  <a:lnTo>
                    <a:pt x="186" y="175464"/>
                  </a:lnTo>
                  <a:lnTo>
                    <a:pt x="543" y="180870"/>
                  </a:lnTo>
                  <a:lnTo>
                    <a:pt x="1074" y="186262"/>
                  </a:lnTo>
                  <a:lnTo>
                    <a:pt x="1780" y="191633"/>
                  </a:lnTo>
                  <a:lnTo>
                    <a:pt x="2660" y="196978"/>
                  </a:lnTo>
                  <a:lnTo>
                    <a:pt x="3712" y="202293"/>
                  </a:lnTo>
                  <a:lnTo>
                    <a:pt x="4936" y="207570"/>
                  </a:lnTo>
                  <a:lnTo>
                    <a:pt x="167148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3" name="pg733"/>
            <p:cNvSpPr/>
            <p:nvPr/>
          </p:nvSpPr>
          <p:spPr>
            <a:xfrm>
              <a:off x="5858827" y="5185380"/>
              <a:ext cx="162211" cy="40403"/>
            </a:xfrm>
            <a:custGeom>
              <a:avLst/>
              <a:pathLst>
                <a:path w="162211" h="40403">
                  <a:moveTo>
                    <a:pt x="0" y="40403"/>
                  </a:moveTo>
                  <a:lnTo>
                    <a:pt x="162211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4" name="pg734"/>
            <p:cNvSpPr/>
            <p:nvPr/>
          </p:nvSpPr>
          <p:spPr>
            <a:xfrm>
              <a:off x="5858827" y="5185380"/>
              <a:ext cx="162211" cy="40403"/>
            </a:xfrm>
            <a:custGeom>
              <a:avLst/>
              <a:pathLst>
                <a:path w="162211" h="40403">
                  <a:moveTo>
                    <a:pt x="0" y="40403"/>
                  </a:moveTo>
                  <a:lnTo>
                    <a:pt x="162211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5" name="pg735"/>
            <p:cNvSpPr/>
            <p:nvPr/>
          </p:nvSpPr>
          <p:spPr>
            <a:xfrm>
              <a:off x="5858827" y="5185380"/>
              <a:ext cx="162211" cy="40403"/>
            </a:xfrm>
            <a:custGeom>
              <a:avLst/>
              <a:pathLst>
                <a:path w="162211" h="40403">
                  <a:moveTo>
                    <a:pt x="0" y="40403"/>
                  </a:moveTo>
                  <a:lnTo>
                    <a:pt x="162211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6" name="pg736"/>
            <p:cNvSpPr/>
            <p:nvPr/>
          </p:nvSpPr>
          <p:spPr>
            <a:xfrm>
              <a:off x="5858827" y="5185380"/>
              <a:ext cx="162211" cy="102233"/>
            </a:xfrm>
            <a:custGeom>
              <a:avLst/>
              <a:pathLst>
                <a:path w="162211" h="102233">
                  <a:moveTo>
                    <a:pt x="0" y="40403"/>
                  </a:moveTo>
                  <a:lnTo>
                    <a:pt x="1489" y="45973"/>
                  </a:lnTo>
                  <a:lnTo>
                    <a:pt x="3170" y="51488"/>
                  </a:lnTo>
                  <a:lnTo>
                    <a:pt x="5041" y="56943"/>
                  </a:lnTo>
                  <a:lnTo>
                    <a:pt x="7098" y="62329"/>
                  </a:lnTo>
                  <a:lnTo>
                    <a:pt x="9340" y="67641"/>
                  </a:lnTo>
                  <a:lnTo>
                    <a:pt x="11764" y="72873"/>
                  </a:lnTo>
                  <a:lnTo>
                    <a:pt x="14366" y="78018"/>
                  </a:lnTo>
                  <a:lnTo>
                    <a:pt x="17145" y="83071"/>
                  </a:lnTo>
                  <a:lnTo>
                    <a:pt x="20096" y="88024"/>
                  </a:lnTo>
                  <a:lnTo>
                    <a:pt x="23216" y="92873"/>
                  </a:lnTo>
                  <a:lnTo>
                    <a:pt x="26502" y="97611"/>
                  </a:lnTo>
                  <a:lnTo>
                    <a:pt x="29949" y="102233"/>
                  </a:lnTo>
                  <a:lnTo>
                    <a:pt x="162211" y="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7" name="pg737"/>
            <p:cNvSpPr/>
            <p:nvPr/>
          </p:nvSpPr>
          <p:spPr>
            <a:xfrm>
              <a:off x="5888777" y="5018213"/>
              <a:ext cx="299415" cy="334332"/>
            </a:xfrm>
            <a:custGeom>
              <a:avLst/>
              <a:pathLst>
                <a:path w="299415" h="334332">
                  <a:moveTo>
                    <a:pt x="0" y="269401"/>
                  </a:moveTo>
                  <a:lnTo>
                    <a:pt x="3304" y="273538"/>
                  </a:lnTo>
                  <a:lnTo>
                    <a:pt x="6737" y="277569"/>
                  </a:lnTo>
                  <a:lnTo>
                    <a:pt x="10296" y="281489"/>
                  </a:lnTo>
                  <a:lnTo>
                    <a:pt x="13978" y="285294"/>
                  </a:lnTo>
                  <a:lnTo>
                    <a:pt x="17778" y="288980"/>
                  </a:lnTo>
                  <a:lnTo>
                    <a:pt x="21693" y="292545"/>
                  </a:lnTo>
                  <a:lnTo>
                    <a:pt x="25719" y="295984"/>
                  </a:lnTo>
                  <a:lnTo>
                    <a:pt x="29852" y="299293"/>
                  </a:lnTo>
                  <a:lnTo>
                    <a:pt x="34088" y="302470"/>
                  </a:lnTo>
                  <a:lnTo>
                    <a:pt x="38422" y="305511"/>
                  </a:lnTo>
                  <a:lnTo>
                    <a:pt x="42851" y="308414"/>
                  </a:lnTo>
                  <a:lnTo>
                    <a:pt x="47369" y="311175"/>
                  </a:lnTo>
                  <a:lnTo>
                    <a:pt x="51972" y="313791"/>
                  </a:lnTo>
                  <a:lnTo>
                    <a:pt x="56656" y="316260"/>
                  </a:lnTo>
                  <a:lnTo>
                    <a:pt x="61415" y="318580"/>
                  </a:lnTo>
                  <a:lnTo>
                    <a:pt x="66246" y="320747"/>
                  </a:lnTo>
                  <a:lnTo>
                    <a:pt x="71143" y="322761"/>
                  </a:lnTo>
                  <a:lnTo>
                    <a:pt x="76101" y="324618"/>
                  </a:lnTo>
                  <a:lnTo>
                    <a:pt x="81116" y="326318"/>
                  </a:lnTo>
                  <a:lnTo>
                    <a:pt x="86182" y="327858"/>
                  </a:lnTo>
                  <a:lnTo>
                    <a:pt x="91294" y="329237"/>
                  </a:lnTo>
                  <a:lnTo>
                    <a:pt x="96447" y="330453"/>
                  </a:lnTo>
                  <a:lnTo>
                    <a:pt x="101636" y="331505"/>
                  </a:lnTo>
                  <a:lnTo>
                    <a:pt x="106856" y="332393"/>
                  </a:lnTo>
                  <a:lnTo>
                    <a:pt x="112101" y="333114"/>
                  </a:lnTo>
                  <a:lnTo>
                    <a:pt x="117367" y="333669"/>
                  </a:lnTo>
                  <a:lnTo>
                    <a:pt x="122647" y="334058"/>
                  </a:lnTo>
                  <a:lnTo>
                    <a:pt x="127937" y="334278"/>
                  </a:lnTo>
                  <a:lnTo>
                    <a:pt x="133232" y="334332"/>
                  </a:lnTo>
                  <a:lnTo>
                    <a:pt x="138525" y="334217"/>
                  </a:lnTo>
                  <a:lnTo>
                    <a:pt x="143812" y="333935"/>
                  </a:lnTo>
                  <a:lnTo>
                    <a:pt x="149088" y="333485"/>
                  </a:lnTo>
                  <a:lnTo>
                    <a:pt x="154347" y="332869"/>
                  </a:lnTo>
                  <a:lnTo>
                    <a:pt x="159583" y="332087"/>
                  </a:lnTo>
                  <a:lnTo>
                    <a:pt x="164793" y="331139"/>
                  </a:lnTo>
                  <a:lnTo>
                    <a:pt x="169969" y="330026"/>
                  </a:lnTo>
                  <a:lnTo>
                    <a:pt x="175108" y="328750"/>
                  </a:lnTo>
                  <a:lnTo>
                    <a:pt x="180204" y="327312"/>
                  </a:lnTo>
                  <a:lnTo>
                    <a:pt x="185251" y="325714"/>
                  </a:lnTo>
                  <a:lnTo>
                    <a:pt x="190246" y="323956"/>
                  </a:lnTo>
                  <a:lnTo>
                    <a:pt x="195182" y="322041"/>
                  </a:lnTo>
                  <a:lnTo>
                    <a:pt x="200055" y="319971"/>
                  </a:lnTo>
                  <a:lnTo>
                    <a:pt x="204861" y="317747"/>
                  </a:lnTo>
                  <a:lnTo>
                    <a:pt x="209593" y="315372"/>
                  </a:lnTo>
                  <a:lnTo>
                    <a:pt x="214248" y="312849"/>
                  </a:lnTo>
                  <a:lnTo>
                    <a:pt x="218820" y="310179"/>
                  </a:lnTo>
                  <a:lnTo>
                    <a:pt x="223306" y="307366"/>
                  </a:lnTo>
                  <a:lnTo>
                    <a:pt x="227700" y="304413"/>
                  </a:lnTo>
                  <a:lnTo>
                    <a:pt x="231999" y="301321"/>
                  </a:lnTo>
                  <a:lnTo>
                    <a:pt x="236197" y="298095"/>
                  </a:lnTo>
                  <a:lnTo>
                    <a:pt x="240292" y="294738"/>
                  </a:lnTo>
                  <a:lnTo>
                    <a:pt x="244278" y="291253"/>
                  </a:lnTo>
                  <a:lnTo>
                    <a:pt x="248151" y="287643"/>
                  </a:lnTo>
                  <a:lnTo>
                    <a:pt x="251908" y="283913"/>
                  </a:lnTo>
                  <a:lnTo>
                    <a:pt x="255546" y="280065"/>
                  </a:lnTo>
                  <a:lnTo>
                    <a:pt x="259059" y="276104"/>
                  </a:lnTo>
                  <a:lnTo>
                    <a:pt x="262446" y="272034"/>
                  </a:lnTo>
                  <a:lnTo>
                    <a:pt x="265701" y="267858"/>
                  </a:lnTo>
                  <a:lnTo>
                    <a:pt x="268823" y="263582"/>
                  </a:lnTo>
                  <a:lnTo>
                    <a:pt x="271808" y="259209"/>
                  </a:lnTo>
                  <a:lnTo>
                    <a:pt x="274653" y="254743"/>
                  </a:lnTo>
                  <a:lnTo>
                    <a:pt x="277355" y="250190"/>
                  </a:lnTo>
                  <a:lnTo>
                    <a:pt x="279912" y="245553"/>
                  </a:lnTo>
                  <a:lnTo>
                    <a:pt x="282320" y="240838"/>
                  </a:lnTo>
                  <a:lnTo>
                    <a:pt x="284578" y="236049"/>
                  </a:lnTo>
                  <a:lnTo>
                    <a:pt x="286683" y="231190"/>
                  </a:lnTo>
                  <a:lnTo>
                    <a:pt x="288633" y="226268"/>
                  </a:lnTo>
                  <a:lnTo>
                    <a:pt x="290426" y="221286"/>
                  </a:lnTo>
                  <a:lnTo>
                    <a:pt x="292061" y="216250"/>
                  </a:lnTo>
                  <a:lnTo>
                    <a:pt x="293535" y="211165"/>
                  </a:lnTo>
                  <a:lnTo>
                    <a:pt x="294848" y="206035"/>
                  </a:lnTo>
                  <a:lnTo>
                    <a:pt x="295997" y="200867"/>
                  </a:lnTo>
                  <a:lnTo>
                    <a:pt x="296982" y="195664"/>
                  </a:lnTo>
                  <a:lnTo>
                    <a:pt x="297802" y="190433"/>
                  </a:lnTo>
                  <a:lnTo>
                    <a:pt x="298456" y="185179"/>
                  </a:lnTo>
                  <a:lnTo>
                    <a:pt x="298943" y="179907"/>
                  </a:lnTo>
                  <a:lnTo>
                    <a:pt x="299263" y="174622"/>
                  </a:lnTo>
                  <a:lnTo>
                    <a:pt x="299415" y="169329"/>
                  </a:lnTo>
                  <a:lnTo>
                    <a:pt x="299400" y="164035"/>
                  </a:lnTo>
                  <a:lnTo>
                    <a:pt x="299217" y="158743"/>
                  </a:lnTo>
                  <a:lnTo>
                    <a:pt x="298866" y="153460"/>
                  </a:lnTo>
                  <a:lnTo>
                    <a:pt x="298348" y="148190"/>
                  </a:lnTo>
                  <a:lnTo>
                    <a:pt x="297664" y="142940"/>
                  </a:lnTo>
                  <a:lnTo>
                    <a:pt x="296814" y="137714"/>
                  </a:lnTo>
                  <a:lnTo>
                    <a:pt x="295799" y="132518"/>
                  </a:lnTo>
                  <a:lnTo>
                    <a:pt x="294619" y="127356"/>
                  </a:lnTo>
                  <a:lnTo>
                    <a:pt x="293277" y="122234"/>
                  </a:lnTo>
                  <a:lnTo>
                    <a:pt x="291773" y="117157"/>
                  </a:lnTo>
                  <a:lnTo>
                    <a:pt x="290109" y="112131"/>
                  </a:lnTo>
                  <a:lnTo>
                    <a:pt x="288287" y="107159"/>
                  </a:lnTo>
                  <a:lnTo>
                    <a:pt x="286309" y="102248"/>
                  </a:lnTo>
                  <a:lnTo>
                    <a:pt x="284175" y="97402"/>
                  </a:lnTo>
                  <a:lnTo>
                    <a:pt x="281890" y="92626"/>
                  </a:lnTo>
                  <a:lnTo>
                    <a:pt x="279454" y="87925"/>
                  </a:lnTo>
                  <a:lnTo>
                    <a:pt x="276871" y="83303"/>
                  </a:lnTo>
                  <a:lnTo>
                    <a:pt x="274142" y="78766"/>
                  </a:lnTo>
                  <a:lnTo>
                    <a:pt x="271272" y="74317"/>
                  </a:lnTo>
                  <a:lnTo>
                    <a:pt x="268261" y="69961"/>
                  </a:lnTo>
                  <a:lnTo>
                    <a:pt x="265115" y="65703"/>
                  </a:lnTo>
                  <a:lnTo>
                    <a:pt x="261835" y="61546"/>
                  </a:lnTo>
                  <a:lnTo>
                    <a:pt x="258425" y="57496"/>
                  </a:lnTo>
                  <a:lnTo>
                    <a:pt x="254888" y="53555"/>
                  </a:lnTo>
                  <a:lnTo>
                    <a:pt x="251229" y="49729"/>
                  </a:lnTo>
                  <a:lnTo>
                    <a:pt x="247450" y="46020"/>
                  </a:lnTo>
                  <a:lnTo>
                    <a:pt x="243555" y="42433"/>
                  </a:lnTo>
                  <a:lnTo>
                    <a:pt x="239549" y="38971"/>
                  </a:lnTo>
                  <a:lnTo>
                    <a:pt x="235436" y="35637"/>
                  </a:lnTo>
                  <a:lnTo>
                    <a:pt x="231218" y="32436"/>
                  </a:lnTo>
                  <a:lnTo>
                    <a:pt x="226902" y="29370"/>
                  </a:lnTo>
                  <a:lnTo>
                    <a:pt x="222491" y="26441"/>
                  </a:lnTo>
                  <a:lnTo>
                    <a:pt x="217989" y="23655"/>
                  </a:lnTo>
                  <a:lnTo>
                    <a:pt x="213401" y="21012"/>
                  </a:lnTo>
                  <a:lnTo>
                    <a:pt x="208731" y="18515"/>
                  </a:lnTo>
                  <a:lnTo>
                    <a:pt x="203985" y="16168"/>
                  </a:lnTo>
                  <a:lnTo>
                    <a:pt x="199167" y="13972"/>
                  </a:lnTo>
                  <a:lnTo>
                    <a:pt x="194282" y="11930"/>
                  </a:lnTo>
                  <a:lnTo>
                    <a:pt x="189335" y="10044"/>
                  </a:lnTo>
                  <a:lnTo>
                    <a:pt x="184330" y="8315"/>
                  </a:lnTo>
                  <a:lnTo>
                    <a:pt x="179273" y="6746"/>
                  </a:lnTo>
                  <a:lnTo>
                    <a:pt x="174169" y="5338"/>
                  </a:lnTo>
                  <a:lnTo>
                    <a:pt x="169023" y="4092"/>
                  </a:lnTo>
                  <a:lnTo>
                    <a:pt x="163840" y="3009"/>
                  </a:lnTo>
                  <a:lnTo>
                    <a:pt x="158626" y="2092"/>
                  </a:lnTo>
                  <a:lnTo>
                    <a:pt x="153385" y="1339"/>
                  </a:lnTo>
                  <a:lnTo>
                    <a:pt x="148122" y="754"/>
                  </a:lnTo>
                  <a:lnTo>
                    <a:pt x="142844" y="335"/>
                  </a:lnTo>
                  <a:lnTo>
                    <a:pt x="137556" y="83"/>
                  </a:lnTo>
                  <a:lnTo>
                    <a:pt x="132261" y="0"/>
                  </a:lnTo>
                  <a:lnTo>
                    <a:pt x="132261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8" name="pg738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9" name="pg739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0" name="pg740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1" name="pg741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2" name="pg742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3" name="pg743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4" name="pg744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5" name="pg745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6" name="pg746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7" name="pg747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8" name="pg748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9" name="pg749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0" name="pg750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1" name="pg751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2" name="pg752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3" name="pg753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4" name="pg754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5" name="pg755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6" name="pg756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7" name="pg757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8" name="pg758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9" name="pg759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0" name="pg760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1" name="pg761"/>
            <p:cNvSpPr/>
            <p:nvPr/>
          </p:nvSpPr>
          <p:spPr>
            <a:xfrm>
              <a:off x="6256076" y="4659281"/>
              <a:ext cx="167158" cy="326478"/>
            </a:xfrm>
            <a:custGeom>
              <a:avLst/>
              <a:pathLst>
                <a:path w="167158" h="326478">
                  <a:moveTo>
                    <a:pt x="167158" y="0"/>
                  </a:moveTo>
                  <a:lnTo>
                    <a:pt x="161836" y="84"/>
                  </a:lnTo>
                  <a:lnTo>
                    <a:pt x="156519" y="338"/>
                  </a:lnTo>
                  <a:lnTo>
                    <a:pt x="151214" y="762"/>
                  </a:lnTo>
                  <a:lnTo>
                    <a:pt x="145924" y="1353"/>
                  </a:lnTo>
                  <a:lnTo>
                    <a:pt x="140656" y="2113"/>
                  </a:lnTo>
                  <a:lnTo>
                    <a:pt x="135415" y="3041"/>
                  </a:lnTo>
                  <a:lnTo>
                    <a:pt x="130206" y="4135"/>
                  </a:lnTo>
                  <a:lnTo>
                    <a:pt x="125035" y="5394"/>
                  </a:lnTo>
                  <a:lnTo>
                    <a:pt x="119906" y="6816"/>
                  </a:lnTo>
                  <a:lnTo>
                    <a:pt x="114825" y="8402"/>
                  </a:lnTo>
                  <a:lnTo>
                    <a:pt x="109798" y="10148"/>
                  </a:lnTo>
                  <a:lnTo>
                    <a:pt x="104828" y="12054"/>
                  </a:lnTo>
                  <a:lnTo>
                    <a:pt x="99922" y="14117"/>
                  </a:lnTo>
                  <a:lnTo>
                    <a:pt x="95083" y="16335"/>
                  </a:lnTo>
                  <a:lnTo>
                    <a:pt x="90318" y="18706"/>
                  </a:lnTo>
                  <a:lnTo>
                    <a:pt x="85631" y="21227"/>
                  </a:lnTo>
                  <a:lnTo>
                    <a:pt x="81026" y="23897"/>
                  </a:lnTo>
                  <a:lnTo>
                    <a:pt x="76509" y="26711"/>
                  </a:lnTo>
                  <a:lnTo>
                    <a:pt x="72083" y="29668"/>
                  </a:lnTo>
                  <a:lnTo>
                    <a:pt x="67754" y="32765"/>
                  </a:lnTo>
                  <a:lnTo>
                    <a:pt x="63526" y="35997"/>
                  </a:lnTo>
                  <a:lnTo>
                    <a:pt x="59403" y="39363"/>
                  </a:lnTo>
                  <a:lnTo>
                    <a:pt x="55389" y="42858"/>
                  </a:lnTo>
                  <a:lnTo>
                    <a:pt x="51488" y="46479"/>
                  </a:lnTo>
                  <a:lnTo>
                    <a:pt x="47704" y="50223"/>
                  </a:lnTo>
                  <a:lnTo>
                    <a:pt x="44042" y="54085"/>
                  </a:lnTo>
                  <a:lnTo>
                    <a:pt x="40504" y="58062"/>
                  </a:lnTo>
                  <a:lnTo>
                    <a:pt x="37095" y="62149"/>
                  </a:lnTo>
                  <a:lnTo>
                    <a:pt x="33818" y="66343"/>
                  </a:lnTo>
                  <a:lnTo>
                    <a:pt x="30676" y="70639"/>
                  </a:lnTo>
                  <a:lnTo>
                    <a:pt x="27672" y="75033"/>
                  </a:lnTo>
                  <a:lnTo>
                    <a:pt x="24810" y="79520"/>
                  </a:lnTo>
                  <a:lnTo>
                    <a:pt x="22091" y="84096"/>
                  </a:lnTo>
                  <a:lnTo>
                    <a:pt x="19520" y="88756"/>
                  </a:lnTo>
                  <a:lnTo>
                    <a:pt x="17099" y="93496"/>
                  </a:lnTo>
                  <a:lnTo>
                    <a:pt x="14830" y="98310"/>
                  </a:lnTo>
                  <a:lnTo>
                    <a:pt x="12715" y="103195"/>
                  </a:lnTo>
                  <a:lnTo>
                    <a:pt x="10757" y="108144"/>
                  </a:lnTo>
                  <a:lnTo>
                    <a:pt x="8957" y="113153"/>
                  </a:lnTo>
                  <a:lnTo>
                    <a:pt x="7318" y="118217"/>
                  </a:lnTo>
                  <a:lnTo>
                    <a:pt x="5840" y="123330"/>
                  </a:lnTo>
                  <a:lnTo>
                    <a:pt x="4526" y="128488"/>
                  </a:lnTo>
                  <a:lnTo>
                    <a:pt x="3378" y="133685"/>
                  </a:lnTo>
                  <a:lnTo>
                    <a:pt x="2395" y="138916"/>
                  </a:lnTo>
                  <a:lnTo>
                    <a:pt x="1579" y="144175"/>
                  </a:lnTo>
                  <a:lnTo>
                    <a:pt x="931" y="149458"/>
                  </a:lnTo>
                  <a:lnTo>
                    <a:pt x="451" y="154759"/>
                  </a:lnTo>
                  <a:lnTo>
                    <a:pt x="141" y="160072"/>
                  </a:lnTo>
                  <a:lnTo>
                    <a:pt x="0" y="165393"/>
                  </a:lnTo>
                  <a:lnTo>
                    <a:pt x="28" y="170715"/>
                  </a:lnTo>
                  <a:lnTo>
                    <a:pt x="225" y="176034"/>
                  </a:lnTo>
                  <a:lnTo>
                    <a:pt x="592" y="181344"/>
                  </a:lnTo>
                  <a:lnTo>
                    <a:pt x="1128" y="186639"/>
                  </a:lnTo>
                  <a:lnTo>
                    <a:pt x="1832" y="191915"/>
                  </a:lnTo>
                  <a:lnTo>
                    <a:pt x="2704" y="197165"/>
                  </a:lnTo>
                  <a:lnTo>
                    <a:pt x="3742" y="202386"/>
                  </a:lnTo>
                  <a:lnTo>
                    <a:pt x="4946" y="207570"/>
                  </a:lnTo>
                  <a:lnTo>
                    <a:pt x="6315" y="212714"/>
                  </a:lnTo>
                  <a:lnTo>
                    <a:pt x="7846" y="217811"/>
                  </a:lnTo>
                  <a:lnTo>
                    <a:pt x="9539" y="222857"/>
                  </a:lnTo>
                  <a:lnTo>
                    <a:pt x="11392" y="227847"/>
                  </a:lnTo>
                  <a:lnTo>
                    <a:pt x="13403" y="232775"/>
                  </a:lnTo>
                  <a:lnTo>
                    <a:pt x="15569" y="237636"/>
                  </a:lnTo>
                  <a:lnTo>
                    <a:pt x="17889" y="242426"/>
                  </a:lnTo>
                  <a:lnTo>
                    <a:pt x="20361" y="247140"/>
                  </a:lnTo>
                  <a:lnTo>
                    <a:pt x="22981" y="251773"/>
                  </a:lnTo>
                  <a:lnTo>
                    <a:pt x="25748" y="256320"/>
                  </a:lnTo>
                  <a:lnTo>
                    <a:pt x="28658" y="260776"/>
                  </a:lnTo>
                  <a:lnTo>
                    <a:pt x="31708" y="265138"/>
                  </a:lnTo>
                  <a:lnTo>
                    <a:pt x="34896" y="269401"/>
                  </a:lnTo>
                  <a:lnTo>
                    <a:pt x="38217" y="273559"/>
                  </a:lnTo>
                  <a:lnTo>
                    <a:pt x="41670" y="277610"/>
                  </a:lnTo>
                  <a:lnTo>
                    <a:pt x="45249" y="281549"/>
                  </a:lnTo>
                  <a:lnTo>
                    <a:pt x="48952" y="285372"/>
                  </a:lnTo>
                  <a:lnTo>
                    <a:pt x="52775" y="289075"/>
                  </a:lnTo>
                  <a:lnTo>
                    <a:pt x="56714" y="292655"/>
                  </a:lnTo>
                  <a:lnTo>
                    <a:pt x="60765" y="296107"/>
                  </a:lnTo>
                  <a:lnTo>
                    <a:pt x="64924" y="299429"/>
                  </a:lnTo>
                  <a:lnTo>
                    <a:pt x="69186" y="302617"/>
                  </a:lnTo>
                  <a:lnTo>
                    <a:pt x="73548" y="305667"/>
                  </a:lnTo>
                  <a:lnTo>
                    <a:pt x="78005" y="308577"/>
                  </a:lnTo>
                  <a:lnTo>
                    <a:pt x="82552" y="311343"/>
                  </a:lnTo>
                  <a:lnTo>
                    <a:pt x="87184" y="313964"/>
                  </a:lnTo>
                  <a:lnTo>
                    <a:pt x="91898" y="316435"/>
                  </a:lnTo>
                  <a:lnTo>
                    <a:pt x="96688" y="318755"/>
                  </a:lnTo>
                  <a:lnTo>
                    <a:pt x="101550" y="320922"/>
                  </a:lnTo>
                  <a:lnTo>
                    <a:pt x="106478" y="322933"/>
                  </a:lnTo>
                  <a:lnTo>
                    <a:pt x="111467" y="324785"/>
                  </a:lnTo>
                  <a:lnTo>
                    <a:pt x="116513" y="326478"/>
                  </a:lnTo>
                  <a:lnTo>
                    <a:pt x="167158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2" name="pg762"/>
            <p:cNvSpPr/>
            <p:nvPr/>
          </p:nvSpPr>
          <p:spPr>
            <a:xfrm>
              <a:off x="6372590" y="4826449"/>
              <a:ext cx="50644" cy="159311"/>
            </a:xfrm>
            <a:custGeom>
              <a:avLst/>
              <a:pathLst>
                <a:path w="50644" h="159311">
                  <a:moveTo>
                    <a:pt x="0" y="159311"/>
                  </a:moveTo>
                  <a:lnTo>
                    <a:pt x="50644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3" name="pg763"/>
            <p:cNvSpPr/>
            <p:nvPr/>
          </p:nvSpPr>
          <p:spPr>
            <a:xfrm>
              <a:off x="6372590" y="4826449"/>
              <a:ext cx="50644" cy="159311"/>
            </a:xfrm>
            <a:custGeom>
              <a:avLst/>
              <a:pathLst>
                <a:path w="50644" h="159311">
                  <a:moveTo>
                    <a:pt x="0" y="159311"/>
                  </a:moveTo>
                  <a:lnTo>
                    <a:pt x="50644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4" name="pg764"/>
            <p:cNvSpPr/>
            <p:nvPr/>
          </p:nvSpPr>
          <p:spPr>
            <a:xfrm>
              <a:off x="6372590" y="4826449"/>
              <a:ext cx="91907" cy="167164"/>
            </a:xfrm>
            <a:custGeom>
              <a:avLst/>
              <a:pathLst>
                <a:path w="91907" h="167164">
                  <a:moveTo>
                    <a:pt x="0" y="159311"/>
                  </a:moveTo>
                  <a:lnTo>
                    <a:pt x="5577" y="160978"/>
                  </a:lnTo>
                  <a:lnTo>
                    <a:pt x="11210" y="162449"/>
                  </a:lnTo>
                  <a:lnTo>
                    <a:pt x="16890" y="163724"/>
                  </a:lnTo>
                  <a:lnTo>
                    <a:pt x="22611" y="164800"/>
                  </a:lnTo>
                  <a:lnTo>
                    <a:pt x="28366" y="165676"/>
                  </a:lnTo>
                  <a:lnTo>
                    <a:pt x="34148" y="166351"/>
                  </a:lnTo>
                  <a:lnTo>
                    <a:pt x="39950" y="166825"/>
                  </a:lnTo>
                  <a:lnTo>
                    <a:pt x="45765" y="167096"/>
                  </a:lnTo>
                  <a:lnTo>
                    <a:pt x="51586" y="167164"/>
                  </a:lnTo>
                  <a:lnTo>
                    <a:pt x="57406" y="167030"/>
                  </a:lnTo>
                  <a:lnTo>
                    <a:pt x="63218" y="166693"/>
                  </a:lnTo>
                  <a:lnTo>
                    <a:pt x="69014" y="166154"/>
                  </a:lnTo>
                  <a:lnTo>
                    <a:pt x="74788" y="165414"/>
                  </a:lnTo>
                  <a:lnTo>
                    <a:pt x="80533" y="164473"/>
                  </a:lnTo>
                  <a:lnTo>
                    <a:pt x="86242" y="163333"/>
                  </a:lnTo>
                  <a:lnTo>
                    <a:pt x="91907" y="161994"/>
                  </a:lnTo>
                  <a:lnTo>
                    <a:pt x="50644" y="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5" name="pg765"/>
            <p:cNvSpPr/>
            <p:nvPr/>
          </p:nvSpPr>
          <p:spPr>
            <a:xfrm>
              <a:off x="6423235" y="4659281"/>
              <a:ext cx="167152" cy="329162"/>
            </a:xfrm>
            <a:custGeom>
              <a:avLst/>
              <a:pathLst>
                <a:path w="167152" h="329162">
                  <a:moveTo>
                    <a:pt x="41263" y="329162"/>
                  </a:moveTo>
                  <a:lnTo>
                    <a:pt x="46390" y="327769"/>
                  </a:lnTo>
                  <a:lnTo>
                    <a:pt x="51470" y="326213"/>
                  </a:lnTo>
                  <a:lnTo>
                    <a:pt x="56498" y="324497"/>
                  </a:lnTo>
                  <a:lnTo>
                    <a:pt x="61469" y="322623"/>
                  </a:lnTo>
                  <a:lnTo>
                    <a:pt x="66378" y="320591"/>
                  </a:lnTo>
                  <a:lnTo>
                    <a:pt x="71219" y="318404"/>
                  </a:lnTo>
                  <a:lnTo>
                    <a:pt x="75989" y="316065"/>
                  </a:lnTo>
                  <a:lnTo>
                    <a:pt x="80682" y="313575"/>
                  </a:lnTo>
                  <a:lnTo>
                    <a:pt x="85294" y="310937"/>
                  </a:lnTo>
                  <a:lnTo>
                    <a:pt x="89819" y="308154"/>
                  </a:lnTo>
                  <a:lnTo>
                    <a:pt x="94254" y="305229"/>
                  </a:lnTo>
                  <a:lnTo>
                    <a:pt x="98594" y="302164"/>
                  </a:lnTo>
                  <a:lnTo>
                    <a:pt x="102834" y="298963"/>
                  </a:lnTo>
                  <a:lnTo>
                    <a:pt x="106970" y="295628"/>
                  </a:lnTo>
                  <a:lnTo>
                    <a:pt x="110998" y="292164"/>
                  </a:lnTo>
                  <a:lnTo>
                    <a:pt x="114914" y="288574"/>
                  </a:lnTo>
                  <a:lnTo>
                    <a:pt x="118714" y="284861"/>
                  </a:lnTo>
                  <a:lnTo>
                    <a:pt x="122394" y="281029"/>
                  </a:lnTo>
                  <a:lnTo>
                    <a:pt x="125950" y="277082"/>
                  </a:lnTo>
                  <a:lnTo>
                    <a:pt x="129379" y="273025"/>
                  </a:lnTo>
                  <a:lnTo>
                    <a:pt x="132678" y="268860"/>
                  </a:lnTo>
                  <a:lnTo>
                    <a:pt x="135842" y="264592"/>
                  </a:lnTo>
                  <a:lnTo>
                    <a:pt x="138869" y="260227"/>
                  </a:lnTo>
                  <a:lnTo>
                    <a:pt x="141756" y="255767"/>
                  </a:lnTo>
                  <a:lnTo>
                    <a:pt x="144500" y="251217"/>
                  </a:lnTo>
                  <a:lnTo>
                    <a:pt x="147098" y="246583"/>
                  </a:lnTo>
                  <a:lnTo>
                    <a:pt x="149547" y="241869"/>
                  </a:lnTo>
                  <a:lnTo>
                    <a:pt x="151846" y="237079"/>
                  </a:lnTo>
                  <a:lnTo>
                    <a:pt x="153991" y="232218"/>
                  </a:lnTo>
                  <a:lnTo>
                    <a:pt x="155980" y="227292"/>
                  </a:lnTo>
                  <a:lnTo>
                    <a:pt x="157812" y="222305"/>
                  </a:lnTo>
                  <a:lnTo>
                    <a:pt x="159484" y="217263"/>
                  </a:lnTo>
                  <a:lnTo>
                    <a:pt x="160996" y="212169"/>
                  </a:lnTo>
                  <a:lnTo>
                    <a:pt x="162344" y="207031"/>
                  </a:lnTo>
                  <a:lnTo>
                    <a:pt x="163529" y="201852"/>
                  </a:lnTo>
                  <a:lnTo>
                    <a:pt x="164549" y="196638"/>
                  </a:lnTo>
                  <a:lnTo>
                    <a:pt x="165402" y="191394"/>
                  </a:lnTo>
                  <a:lnTo>
                    <a:pt x="166088" y="186126"/>
                  </a:lnTo>
                  <a:lnTo>
                    <a:pt x="166607" y="180839"/>
                  </a:lnTo>
                  <a:lnTo>
                    <a:pt x="166957" y="175537"/>
                  </a:lnTo>
                  <a:lnTo>
                    <a:pt x="167139" y="170228"/>
                  </a:lnTo>
                  <a:lnTo>
                    <a:pt x="167152" y="164915"/>
                  </a:lnTo>
                  <a:lnTo>
                    <a:pt x="166996" y="159605"/>
                  </a:lnTo>
                  <a:lnTo>
                    <a:pt x="166671" y="154302"/>
                  </a:lnTo>
                  <a:lnTo>
                    <a:pt x="166178" y="149012"/>
                  </a:lnTo>
                  <a:lnTo>
                    <a:pt x="165517" y="143741"/>
                  </a:lnTo>
                  <a:lnTo>
                    <a:pt x="164689" y="138493"/>
                  </a:lnTo>
                  <a:lnTo>
                    <a:pt x="163695" y="133274"/>
                  </a:lnTo>
                  <a:lnTo>
                    <a:pt x="162535" y="128089"/>
                  </a:lnTo>
                  <a:lnTo>
                    <a:pt x="161211" y="122944"/>
                  </a:lnTo>
                  <a:lnTo>
                    <a:pt x="159725" y="117844"/>
                  </a:lnTo>
                  <a:lnTo>
                    <a:pt x="158077" y="112793"/>
                  </a:lnTo>
                  <a:lnTo>
                    <a:pt x="156269" y="107797"/>
                  </a:lnTo>
                  <a:lnTo>
                    <a:pt x="154304" y="102862"/>
                  </a:lnTo>
                  <a:lnTo>
                    <a:pt x="152182" y="97991"/>
                  </a:lnTo>
                  <a:lnTo>
                    <a:pt x="149907" y="93190"/>
                  </a:lnTo>
                  <a:lnTo>
                    <a:pt x="147481" y="88464"/>
                  </a:lnTo>
                  <a:lnTo>
                    <a:pt x="144905" y="83817"/>
                  </a:lnTo>
                  <a:lnTo>
                    <a:pt x="142184" y="79254"/>
                  </a:lnTo>
                  <a:lnTo>
                    <a:pt x="139318" y="74781"/>
                  </a:lnTo>
                  <a:lnTo>
                    <a:pt x="136312" y="70400"/>
                  </a:lnTo>
                  <a:lnTo>
                    <a:pt x="133168" y="66117"/>
                  </a:lnTo>
                  <a:lnTo>
                    <a:pt x="129890" y="61937"/>
                  </a:lnTo>
                  <a:lnTo>
                    <a:pt x="126481" y="57862"/>
                  </a:lnTo>
                  <a:lnTo>
                    <a:pt x="122943" y="53898"/>
                  </a:lnTo>
                  <a:lnTo>
                    <a:pt x="119282" y="50049"/>
                  </a:lnTo>
                  <a:lnTo>
                    <a:pt x="115500" y="46318"/>
                  </a:lnTo>
                  <a:lnTo>
                    <a:pt x="111602" y="42708"/>
                  </a:lnTo>
                  <a:lnTo>
                    <a:pt x="107590" y="39225"/>
                  </a:lnTo>
                  <a:lnTo>
                    <a:pt x="103470" y="35871"/>
                  </a:lnTo>
                  <a:lnTo>
                    <a:pt x="99246" y="32649"/>
                  </a:lnTo>
                  <a:lnTo>
                    <a:pt x="94921" y="29563"/>
                  </a:lnTo>
                  <a:lnTo>
                    <a:pt x="90501" y="26616"/>
                  </a:lnTo>
                  <a:lnTo>
                    <a:pt x="85989" y="23811"/>
                  </a:lnTo>
                  <a:lnTo>
                    <a:pt x="81390" y="21151"/>
                  </a:lnTo>
                  <a:lnTo>
                    <a:pt x="76709" y="18639"/>
                  </a:lnTo>
                  <a:lnTo>
                    <a:pt x="71951" y="16276"/>
                  </a:lnTo>
                  <a:lnTo>
                    <a:pt x="67119" y="14066"/>
                  </a:lnTo>
                  <a:lnTo>
                    <a:pt x="62220" y="12011"/>
                  </a:lnTo>
                  <a:lnTo>
                    <a:pt x="57259" y="10112"/>
                  </a:lnTo>
                  <a:lnTo>
                    <a:pt x="52239" y="8372"/>
                  </a:lnTo>
                  <a:lnTo>
                    <a:pt x="47167" y="6792"/>
                  </a:lnTo>
                  <a:lnTo>
                    <a:pt x="42047" y="5374"/>
                  </a:lnTo>
                  <a:lnTo>
                    <a:pt x="36884" y="4119"/>
                  </a:lnTo>
                  <a:lnTo>
                    <a:pt x="31684" y="3030"/>
                  </a:lnTo>
                  <a:lnTo>
                    <a:pt x="26453" y="2106"/>
                  </a:lnTo>
                  <a:lnTo>
                    <a:pt x="21194" y="1349"/>
                  </a:lnTo>
                  <a:lnTo>
                    <a:pt x="15914" y="759"/>
                  </a:lnTo>
                  <a:lnTo>
                    <a:pt x="10618" y="337"/>
                  </a:lnTo>
                  <a:lnTo>
                    <a:pt x="5312" y="84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6" name="pg766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7" name="pg767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8" name="pg768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9" name="pg769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0" name="pg770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1" name="pg771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2" name="pg772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3" name="pg773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4" name="pg774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5" name="pg775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6" name="pg776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7" name="pg777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8" name="pg778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9" name="pg779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0" name="pg780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1" name="pg781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2" name="pg782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3" name="pg783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4" name="pg784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5" name="pg785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6" name="pg786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7" name="pg787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8" name="pg788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9" name="pg789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0" name="pg790"/>
            <p:cNvSpPr/>
            <p:nvPr/>
          </p:nvSpPr>
          <p:spPr>
            <a:xfrm>
              <a:off x="6561314" y="4213821"/>
              <a:ext cx="226181" cy="334325"/>
            </a:xfrm>
            <a:custGeom>
              <a:avLst/>
              <a:pathLst>
                <a:path w="226181" h="334325">
                  <a:moveTo>
                    <a:pt x="167158" y="0"/>
                  </a:moveTo>
                  <a:lnTo>
                    <a:pt x="161836" y="84"/>
                  </a:lnTo>
                  <a:lnTo>
                    <a:pt x="156519" y="338"/>
                  </a:lnTo>
                  <a:lnTo>
                    <a:pt x="151214" y="762"/>
                  </a:lnTo>
                  <a:lnTo>
                    <a:pt x="145924" y="1353"/>
                  </a:lnTo>
                  <a:lnTo>
                    <a:pt x="140656" y="2113"/>
                  </a:lnTo>
                  <a:lnTo>
                    <a:pt x="135415" y="3041"/>
                  </a:lnTo>
                  <a:lnTo>
                    <a:pt x="130206" y="4135"/>
                  </a:lnTo>
                  <a:lnTo>
                    <a:pt x="125035" y="5394"/>
                  </a:lnTo>
                  <a:lnTo>
                    <a:pt x="119906" y="6816"/>
                  </a:lnTo>
                  <a:lnTo>
                    <a:pt x="114825" y="8402"/>
                  </a:lnTo>
                  <a:lnTo>
                    <a:pt x="109798" y="10148"/>
                  </a:lnTo>
                  <a:lnTo>
                    <a:pt x="104828" y="12054"/>
                  </a:lnTo>
                  <a:lnTo>
                    <a:pt x="99922" y="14117"/>
                  </a:lnTo>
                  <a:lnTo>
                    <a:pt x="95083" y="16335"/>
                  </a:lnTo>
                  <a:lnTo>
                    <a:pt x="90318" y="18706"/>
                  </a:lnTo>
                  <a:lnTo>
                    <a:pt x="85631" y="21227"/>
                  </a:lnTo>
                  <a:lnTo>
                    <a:pt x="81026" y="23897"/>
                  </a:lnTo>
                  <a:lnTo>
                    <a:pt x="76509" y="26711"/>
                  </a:lnTo>
                  <a:lnTo>
                    <a:pt x="72083" y="29668"/>
                  </a:lnTo>
                  <a:lnTo>
                    <a:pt x="67754" y="32765"/>
                  </a:lnTo>
                  <a:lnTo>
                    <a:pt x="63526" y="35997"/>
                  </a:lnTo>
                  <a:lnTo>
                    <a:pt x="59403" y="39363"/>
                  </a:lnTo>
                  <a:lnTo>
                    <a:pt x="55389" y="42858"/>
                  </a:lnTo>
                  <a:lnTo>
                    <a:pt x="51488" y="46479"/>
                  </a:lnTo>
                  <a:lnTo>
                    <a:pt x="47704" y="50223"/>
                  </a:lnTo>
                  <a:lnTo>
                    <a:pt x="44042" y="54085"/>
                  </a:lnTo>
                  <a:lnTo>
                    <a:pt x="40504" y="58062"/>
                  </a:lnTo>
                  <a:lnTo>
                    <a:pt x="37095" y="62149"/>
                  </a:lnTo>
                  <a:lnTo>
                    <a:pt x="33818" y="66343"/>
                  </a:lnTo>
                  <a:lnTo>
                    <a:pt x="30676" y="70639"/>
                  </a:lnTo>
                  <a:lnTo>
                    <a:pt x="27672" y="75033"/>
                  </a:lnTo>
                  <a:lnTo>
                    <a:pt x="24810" y="79520"/>
                  </a:lnTo>
                  <a:lnTo>
                    <a:pt x="22091" y="84096"/>
                  </a:lnTo>
                  <a:lnTo>
                    <a:pt x="19520" y="88756"/>
                  </a:lnTo>
                  <a:lnTo>
                    <a:pt x="17099" y="93496"/>
                  </a:lnTo>
                  <a:lnTo>
                    <a:pt x="14830" y="98310"/>
                  </a:lnTo>
                  <a:lnTo>
                    <a:pt x="12715" y="103195"/>
                  </a:lnTo>
                  <a:lnTo>
                    <a:pt x="10757" y="108144"/>
                  </a:lnTo>
                  <a:lnTo>
                    <a:pt x="8957" y="113153"/>
                  </a:lnTo>
                  <a:lnTo>
                    <a:pt x="7318" y="118217"/>
                  </a:lnTo>
                  <a:lnTo>
                    <a:pt x="5840" y="123330"/>
                  </a:lnTo>
                  <a:lnTo>
                    <a:pt x="4526" y="128488"/>
                  </a:lnTo>
                  <a:lnTo>
                    <a:pt x="3378" y="133685"/>
                  </a:lnTo>
                  <a:lnTo>
                    <a:pt x="2395" y="138916"/>
                  </a:lnTo>
                  <a:lnTo>
                    <a:pt x="1579" y="144175"/>
                  </a:lnTo>
                  <a:lnTo>
                    <a:pt x="931" y="149458"/>
                  </a:lnTo>
                  <a:lnTo>
                    <a:pt x="451" y="154759"/>
                  </a:lnTo>
                  <a:lnTo>
                    <a:pt x="141" y="160072"/>
                  </a:lnTo>
                  <a:lnTo>
                    <a:pt x="0" y="165393"/>
                  </a:lnTo>
                  <a:lnTo>
                    <a:pt x="28" y="170715"/>
                  </a:lnTo>
                  <a:lnTo>
                    <a:pt x="225" y="176034"/>
                  </a:lnTo>
                  <a:lnTo>
                    <a:pt x="592" y="181344"/>
                  </a:lnTo>
                  <a:lnTo>
                    <a:pt x="1128" y="186639"/>
                  </a:lnTo>
                  <a:lnTo>
                    <a:pt x="1832" y="191915"/>
                  </a:lnTo>
                  <a:lnTo>
                    <a:pt x="2704" y="197165"/>
                  </a:lnTo>
                  <a:lnTo>
                    <a:pt x="3742" y="202386"/>
                  </a:lnTo>
                  <a:lnTo>
                    <a:pt x="4946" y="207570"/>
                  </a:lnTo>
                  <a:lnTo>
                    <a:pt x="6315" y="212714"/>
                  </a:lnTo>
                  <a:lnTo>
                    <a:pt x="7846" y="217811"/>
                  </a:lnTo>
                  <a:lnTo>
                    <a:pt x="9539" y="222857"/>
                  </a:lnTo>
                  <a:lnTo>
                    <a:pt x="11392" y="227847"/>
                  </a:lnTo>
                  <a:lnTo>
                    <a:pt x="13403" y="232775"/>
                  </a:lnTo>
                  <a:lnTo>
                    <a:pt x="15569" y="237636"/>
                  </a:lnTo>
                  <a:lnTo>
                    <a:pt x="17889" y="242426"/>
                  </a:lnTo>
                  <a:lnTo>
                    <a:pt x="20361" y="247140"/>
                  </a:lnTo>
                  <a:lnTo>
                    <a:pt x="22981" y="251773"/>
                  </a:lnTo>
                  <a:lnTo>
                    <a:pt x="25748" y="256320"/>
                  </a:lnTo>
                  <a:lnTo>
                    <a:pt x="28658" y="260776"/>
                  </a:lnTo>
                  <a:lnTo>
                    <a:pt x="31708" y="265138"/>
                  </a:lnTo>
                  <a:lnTo>
                    <a:pt x="34896" y="269401"/>
                  </a:lnTo>
                  <a:lnTo>
                    <a:pt x="38217" y="273559"/>
                  </a:lnTo>
                  <a:lnTo>
                    <a:pt x="41670" y="277610"/>
                  </a:lnTo>
                  <a:lnTo>
                    <a:pt x="45249" y="281549"/>
                  </a:lnTo>
                  <a:lnTo>
                    <a:pt x="48952" y="285372"/>
                  </a:lnTo>
                  <a:lnTo>
                    <a:pt x="52775" y="289075"/>
                  </a:lnTo>
                  <a:lnTo>
                    <a:pt x="56714" y="292655"/>
                  </a:lnTo>
                  <a:lnTo>
                    <a:pt x="60765" y="296107"/>
                  </a:lnTo>
                  <a:lnTo>
                    <a:pt x="64924" y="299429"/>
                  </a:lnTo>
                  <a:lnTo>
                    <a:pt x="69186" y="302617"/>
                  </a:lnTo>
                  <a:lnTo>
                    <a:pt x="73548" y="305667"/>
                  </a:lnTo>
                  <a:lnTo>
                    <a:pt x="78005" y="308577"/>
                  </a:lnTo>
                  <a:lnTo>
                    <a:pt x="82552" y="311343"/>
                  </a:lnTo>
                  <a:lnTo>
                    <a:pt x="87184" y="313964"/>
                  </a:lnTo>
                  <a:lnTo>
                    <a:pt x="91898" y="316435"/>
                  </a:lnTo>
                  <a:lnTo>
                    <a:pt x="96688" y="318755"/>
                  </a:lnTo>
                  <a:lnTo>
                    <a:pt x="101550" y="320922"/>
                  </a:lnTo>
                  <a:lnTo>
                    <a:pt x="106478" y="322933"/>
                  </a:lnTo>
                  <a:lnTo>
                    <a:pt x="111467" y="324785"/>
                  </a:lnTo>
                  <a:lnTo>
                    <a:pt x="116513" y="326478"/>
                  </a:lnTo>
                  <a:lnTo>
                    <a:pt x="121611" y="328010"/>
                  </a:lnTo>
                  <a:lnTo>
                    <a:pt x="126754" y="329378"/>
                  </a:lnTo>
                  <a:lnTo>
                    <a:pt x="131939" y="330582"/>
                  </a:lnTo>
                  <a:lnTo>
                    <a:pt x="137159" y="331621"/>
                  </a:lnTo>
                  <a:lnTo>
                    <a:pt x="142410" y="332492"/>
                  </a:lnTo>
                  <a:lnTo>
                    <a:pt x="147685" y="333196"/>
                  </a:lnTo>
                  <a:lnTo>
                    <a:pt x="152981" y="333732"/>
                  </a:lnTo>
                  <a:lnTo>
                    <a:pt x="158291" y="334099"/>
                  </a:lnTo>
                  <a:lnTo>
                    <a:pt x="163609" y="334297"/>
                  </a:lnTo>
                  <a:lnTo>
                    <a:pt x="168932" y="334325"/>
                  </a:lnTo>
                  <a:lnTo>
                    <a:pt x="174252" y="334184"/>
                  </a:lnTo>
                  <a:lnTo>
                    <a:pt x="179566" y="333873"/>
                  </a:lnTo>
                  <a:lnTo>
                    <a:pt x="184867" y="333394"/>
                  </a:lnTo>
                  <a:lnTo>
                    <a:pt x="190149" y="332746"/>
                  </a:lnTo>
                  <a:lnTo>
                    <a:pt x="195409" y="331930"/>
                  </a:lnTo>
                  <a:lnTo>
                    <a:pt x="200640" y="330947"/>
                  </a:lnTo>
                  <a:lnTo>
                    <a:pt x="205837" y="329798"/>
                  </a:lnTo>
                  <a:lnTo>
                    <a:pt x="210995" y="328484"/>
                  </a:lnTo>
                  <a:lnTo>
                    <a:pt x="216108" y="327007"/>
                  </a:lnTo>
                  <a:lnTo>
                    <a:pt x="221172" y="325368"/>
                  </a:lnTo>
                  <a:lnTo>
                    <a:pt x="226181" y="323568"/>
                  </a:lnTo>
                  <a:lnTo>
                    <a:pt x="167158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1" name="pg791"/>
            <p:cNvSpPr/>
            <p:nvPr/>
          </p:nvSpPr>
          <p:spPr>
            <a:xfrm>
              <a:off x="6728472" y="4380988"/>
              <a:ext cx="59023" cy="156400"/>
            </a:xfrm>
            <a:custGeom>
              <a:avLst/>
              <a:pathLst>
                <a:path w="59023" h="156400">
                  <a:moveTo>
                    <a:pt x="59023" y="15640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2" name="pg792"/>
            <p:cNvSpPr/>
            <p:nvPr/>
          </p:nvSpPr>
          <p:spPr>
            <a:xfrm>
              <a:off x="6728472" y="4380988"/>
              <a:ext cx="141880" cy="156400"/>
            </a:xfrm>
            <a:custGeom>
              <a:avLst/>
              <a:pathLst>
                <a:path w="141880" h="156400">
                  <a:moveTo>
                    <a:pt x="59023" y="156400"/>
                  </a:moveTo>
                  <a:lnTo>
                    <a:pt x="64360" y="154281"/>
                  </a:lnTo>
                  <a:lnTo>
                    <a:pt x="69621" y="151979"/>
                  </a:lnTo>
                  <a:lnTo>
                    <a:pt x="74800" y="149498"/>
                  </a:lnTo>
                  <a:lnTo>
                    <a:pt x="79891" y="146841"/>
                  </a:lnTo>
                  <a:lnTo>
                    <a:pt x="84887" y="144010"/>
                  </a:lnTo>
                  <a:lnTo>
                    <a:pt x="89783" y="141009"/>
                  </a:lnTo>
                  <a:lnTo>
                    <a:pt x="94574" y="137842"/>
                  </a:lnTo>
                  <a:lnTo>
                    <a:pt x="99253" y="134513"/>
                  </a:lnTo>
                  <a:lnTo>
                    <a:pt x="103814" y="131024"/>
                  </a:lnTo>
                  <a:lnTo>
                    <a:pt x="108253" y="127381"/>
                  </a:lnTo>
                  <a:lnTo>
                    <a:pt x="112565" y="123588"/>
                  </a:lnTo>
                  <a:lnTo>
                    <a:pt x="116743" y="119648"/>
                  </a:lnTo>
                  <a:lnTo>
                    <a:pt x="120784" y="115568"/>
                  </a:lnTo>
                  <a:lnTo>
                    <a:pt x="124682" y="111351"/>
                  </a:lnTo>
                  <a:lnTo>
                    <a:pt x="128433" y="107003"/>
                  </a:lnTo>
                  <a:lnTo>
                    <a:pt x="132033" y="102528"/>
                  </a:lnTo>
                  <a:lnTo>
                    <a:pt x="135476" y="97933"/>
                  </a:lnTo>
                  <a:lnTo>
                    <a:pt x="138760" y="93222"/>
                  </a:lnTo>
                  <a:lnTo>
                    <a:pt x="141880" y="8840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3" name="pg793"/>
            <p:cNvSpPr/>
            <p:nvPr/>
          </p:nvSpPr>
          <p:spPr>
            <a:xfrm>
              <a:off x="6728472" y="4213821"/>
              <a:ext cx="167160" cy="255568"/>
            </a:xfrm>
            <a:custGeom>
              <a:avLst/>
              <a:pathLst>
                <a:path w="167160" h="255568">
                  <a:moveTo>
                    <a:pt x="141880" y="255568"/>
                  </a:moveTo>
                  <a:lnTo>
                    <a:pt x="144656" y="250948"/>
                  </a:lnTo>
                  <a:lnTo>
                    <a:pt x="147282" y="246242"/>
                  </a:lnTo>
                  <a:lnTo>
                    <a:pt x="149755" y="241453"/>
                  </a:lnTo>
                  <a:lnTo>
                    <a:pt x="152072" y="236586"/>
                  </a:lnTo>
                  <a:lnTo>
                    <a:pt x="154230" y="231648"/>
                  </a:lnTo>
                  <a:lnTo>
                    <a:pt x="156229" y="226643"/>
                  </a:lnTo>
                  <a:lnTo>
                    <a:pt x="158065" y="221575"/>
                  </a:lnTo>
                  <a:lnTo>
                    <a:pt x="159737" y="216451"/>
                  </a:lnTo>
                  <a:lnTo>
                    <a:pt x="161243" y="211276"/>
                  </a:lnTo>
                  <a:lnTo>
                    <a:pt x="162581" y="206055"/>
                  </a:lnTo>
                  <a:lnTo>
                    <a:pt x="163750" y="200794"/>
                  </a:lnTo>
                  <a:lnTo>
                    <a:pt x="164749" y="195498"/>
                  </a:lnTo>
                  <a:lnTo>
                    <a:pt x="165576" y="190172"/>
                  </a:lnTo>
                  <a:lnTo>
                    <a:pt x="166232" y="184822"/>
                  </a:lnTo>
                  <a:lnTo>
                    <a:pt x="166715" y="179454"/>
                  </a:lnTo>
                  <a:lnTo>
                    <a:pt x="167024" y="174074"/>
                  </a:lnTo>
                  <a:lnTo>
                    <a:pt x="167160" y="168686"/>
                  </a:lnTo>
                  <a:lnTo>
                    <a:pt x="167122" y="163296"/>
                  </a:lnTo>
                  <a:lnTo>
                    <a:pt x="166910" y="157911"/>
                  </a:lnTo>
                  <a:lnTo>
                    <a:pt x="166525" y="152535"/>
                  </a:lnTo>
                  <a:lnTo>
                    <a:pt x="165967" y="147174"/>
                  </a:lnTo>
                  <a:lnTo>
                    <a:pt x="165236" y="141834"/>
                  </a:lnTo>
                  <a:lnTo>
                    <a:pt x="164334" y="136521"/>
                  </a:lnTo>
                  <a:lnTo>
                    <a:pt x="163260" y="131239"/>
                  </a:lnTo>
                  <a:lnTo>
                    <a:pt x="162017" y="125995"/>
                  </a:lnTo>
                  <a:lnTo>
                    <a:pt x="160606" y="120793"/>
                  </a:lnTo>
                  <a:lnTo>
                    <a:pt x="159027" y="115640"/>
                  </a:lnTo>
                  <a:lnTo>
                    <a:pt x="157284" y="110540"/>
                  </a:lnTo>
                  <a:lnTo>
                    <a:pt x="155377" y="105499"/>
                  </a:lnTo>
                  <a:lnTo>
                    <a:pt x="153308" y="100522"/>
                  </a:lnTo>
                  <a:lnTo>
                    <a:pt x="151080" y="95615"/>
                  </a:lnTo>
                  <a:lnTo>
                    <a:pt x="148695" y="90782"/>
                  </a:lnTo>
                  <a:lnTo>
                    <a:pt x="146155" y="86028"/>
                  </a:lnTo>
                  <a:lnTo>
                    <a:pt x="143463" y="81358"/>
                  </a:lnTo>
                  <a:lnTo>
                    <a:pt x="140622" y="76778"/>
                  </a:lnTo>
                  <a:lnTo>
                    <a:pt x="137635" y="72292"/>
                  </a:lnTo>
                  <a:lnTo>
                    <a:pt x="134505" y="67904"/>
                  </a:lnTo>
                  <a:lnTo>
                    <a:pt x="131236" y="63620"/>
                  </a:lnTo>
                  <a:lnTo>
                    <a:pt x="127829" y="59443"/>
                  </a:lnTo>
                  <a:lnTo>
                    <a:pt x="124290" y="55378"/>
                  </a:lnTo>
                  <a:lnTo>
                    <a:pt x="120622" y="51429"/>
                  </a:lnTo>
                  <a:lnTo>
                    <a:pt x="116828" y="47601"/>
                  </a:lnTo>
                  <a:lnTo>
                    <a:pt x="112913" y="43897"/>
                  </a:lnTo>
                  <a:lnTo>
                    <a:pt x="108881" y="40321"/>
                  </a:lnTo>
                  <a:lnTo>
                    <a:pt x="104735" y="36877"/>
                  </a:lnTo>
                  <a:lnTo>
                    <a:pt x="100480" y="33568"/>
                  </a:lnTo>
                  <a:lnTo>
                    <a:pt x="96121" y="30399"/>
                  </a:lnTo>
                  <a:lnTo>
                    <a:pt x="91662" y="27371"/>
                  </a:lnTo>
                  <a:lnTo>
                    <a:pt x="87108" y="24489"/>
                  </a:lnTo>
                  <a:lnTo>
                    <a:pt x="82463" y="21755"/>
                  </a:lnTo>
                  <a:lnTo>
                    <a:pt x="77733" y="19172"/>
                  </a:lnTo>
                  <a:lnTo>
                    <a:pt x="72921" y="16743"/>
                  </a:lnTo>
                  <a:lnTo>
                    <a:pt x="68034" y="14470"/>
                  </a:lnTo>
                  <a:lnTo>
                    <a:pt x="63077" y="12357"/>
                  </a:lnTo>
                  <a:lnTo>
                    <a:pt x="58053" y="10404"/>
                  </a:lnTo>
                  <a:lnTo>
                    <a:pt x="52969" y="8614"/>
                  </a:lnTo>
                  <a:lnTo>
                    <a:pt x="47831" y="6988"/>
                  </a:lnTo>
                  <a:lnTo>
                    <a:pt x="42642" y="5530"/>
                  </a:lnTo>
                  <a:lnTo>
                    <a:pt x="37409" y="4239"/>
                  </a:lnTo>
                  <a:lnTo>
                    <a:pt x="32138" y="3118"/>
                  </a:lnTo>
                  <a:lnTo>
                    <a:pt x="26832" y="2167"/>
                  </a:lnTo>
                  <a:lnTo>
                    <a:pt x="21499" y="1388"/>
                  </a:lnTo>
                  <a:lnTo>
                    <a:pt x="16144" y="781"/>
                  </a:lnTo>
                  <a:lnTo>
                    <a:pt x="10772" y="347"/>
                  </a:lnTo>
                  <a:lnTo>
                    <a:pt x="5388" y="86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4" name="pg794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5" name="pg795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6" name="pg796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7" name="pg797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8" name="pg798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9" name="pg799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0" name="pg800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1" name="pg801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2" name="pg802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3" name="pg803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4" name="pg804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5" name="pg805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6" name="pg806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7" name="pg807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8" name="pg808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9" name="pg809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0" name="pg810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1" name="pg811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2" name="pg812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3" name="pg813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4" name="pg814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5" name="pg815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6" name="pg816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7" name="pg817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8" name="pg818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9" name="pg819"/>
            <p:cNvSpPr/>
            <p:nvPr/>
          </p:nvSpPr>
          <p:spPr>
            <a:xfrm>
              <a:off x="6751858" y="3707720"/>
              <a:ext cx="220327" cy="334332"/>
            </a:xfrm>
            <a:custGeom>
              <a:avLst/>
              <a:pathLst>
                <a:path w="220327" h="334332">
                  <a:moveTo>
                    <a:pt x="167153" y="0"/>
                  </a:moveTo>
                  <a:lnTo>
                    <a:pt x="161839" y="84"/>
                  </a:lnTo>
                  <a:lnTo>
                    <a:pt x="156531" y="337"/>
                  </a:lnTo>
                  <a:lnTo>
                    <a:pt x="151233" y="759"/>
                  </a:lnTo>
                  <a:lnTo>
                    <a:pt x="145952" y="1349"/>
                  </a:lnTo>
                  <a:lnTo>
                    <a:pt x="140692" y="2107"/>
                  </a:lnTo>
                  <a:lnTo>
                    <a:pt x="135459" y="3032"/>
                  </a:lnTo>
                  <a:lnTo>
                    <a:pt x="130257" y="4122"/>
                  </a:lnTo>
                  <a:lnTo>
                    <a:pt x="125093" y="5377"/>
                  </a:lnTo>
                  <a:lnTo>
                    <a:pt x="119972" y="6796"/>
                  </a:lnTo>
                  <a:lnTo>
                    <a:pt x="114898" y="8377"/>
                  </a:lnTo>
                  <a:lnTo>
                    <a:pt x="109877" y="10118"/>
                  </a:lnTo>
                  <a:lnTo>
                    <a:pt x="104914" y="12018"/>
                  </a:lnTo>
                  <a:lnTo>
                    <a:pt x="100014" y="14074"/>
                  </a:lnTo>
                  <a:lnTo>
                    <a:pt x="95181" y="16286"/>
                  </a:lnTo>
                  <a:lnTo>
                    <a:pt x="90422" y="18650"/>
                  </a:lnTo>
                  <a:lnTo>
                    <a:pt x="85740" y="21164"/>
                  </a:lnTo>
                  <a:lnTo>
                    <a:pt x="81140" y="23826"/>
                  </a:lnTo>
                  <a:lnTo>
                    <a:pt x="76627" y="26632"/>
                  </a:lnTo>
                  <a:lnTo>
                    <a:pt x="72206" y="29581"/>
                  </a:lnTo>
                  <a:lnTo>
                    <a:pt x="67880" y="32668"/>
                  </a:lnTo>
                  <a:lnTo>
                    <a:pt x="63655" y="35892"/>
                  </a:lnTo>
                  <a:lnTo>
                    <a:pt x="59535" y="39248"/>
                  </a:lnTo>
                  <a:lnTo>
                    <a:pt x="55523" y="42733"/>
                  </a:lnTo>
                  <a:lnTo>
                    <a:pt x="51624" y="46344"/>
                  </a:lnTo>
                  <a:lnTo>
                    <a:pt x="47842" y="50078"/>
                  </a:lnTo>
                  <a:lnTo>
                    <a:pt x="44181" y="53929"/>
                  </a:lnTo>
                  <a:lnTo>
                    <a:pt x="40643" y="57895"/>
                  </a:lnTo>
                  <a:lnTo>
                    <a:pt x="37234" y="61972"/>
                  </a:lnTo>
                  <a:lnTo>
                    <a:pt x="33956" y="66155"/>
                  </a:lnTo>
                  <a:lnTo>
                    <a:pt x="30812" y="70440"/>
                  </a:lnTo>
                  <a:lnTo>
                    <a:pt x="27806" y="74822"/>
                  </a:lnTo>
                  <a:lnTo>
                    <a:pt x="24942" y="79298"/>
                  </a:lnTo>
                  <a:lnTo>
                    <a:pt x="22220" y="83863"/>
                  </a:lnTo>
                  <a:lnTo>
                    <a:pt x="19646" y="88512"/>
                  </a:lnTo>
                  <a:lnTo>
                    <a:pt x="17220" y="93240"/>
                  </a:lnTo>
                  <a:lnTo>
                    <a:pt x="14946" y="98044"/>
                  </a:lnTo>
                  <a:lnTo>
                    <a:pt x="12826" y="102917"/>
                  </a:lnTo>
                  <a:lnTo>
                    <a:pt x="10861" y="107855"/>
                  </a:lnTo>
                  <a:lnTo>
                    <a:pt x="9055" y="112853"/>
                  </a:lnTo>
                  <a:lnTo>
                    <a:pt x="7409" y="117905"/>
                  </a:lnTo>
                  <a:lnTo>
                    <a:pt x="5923" y="123008"/>
                  </a:lnTo>
                  <a:lnTo>
                    <a:pt x="4601" y="128155"/>
                  </a:lnTo>
                  <a:lnTo>
                    <a:pt x="3443" y="133342"/>
                  </a:lnTo>
                  <a:lnTo>
                    <a:pt x="2451" y="138563"/>
                  </a:lnTo>
                  <a:lnTo>
                    <a:pt x="1625" y="143812"/>
                  </a:lnTo>
                  <a:lnTo>
                    <a:pt x="966" y="149086"/>
                  </a:lnTo>
                  <a:lnTo>
                    <a:pt x="475" y="154377"/>
                  </a:lnTo>
                  <a:lnTo>
                    <a:pt x="153" y="159682"/>
                  </a:lnTo>
                  <a:lnTo>
                    <a:pt x="0" y="164994"/>
                  </a:lnTo>
                  <a:lnTo>
                    <a:pt x="15" y="170308"/>
                  </a:lnTo>
                  <a:lnTo>
                    <a:pt x="199" y="175619"/>
                  </a:lnTo>
                  <a:lnTo>
                    <a:pt x="552" y="180922"/>
                  </a:lnTo>
                  <a:lnTo>
                    <a:pt x="1074" y="186211"/>
                  </a:lnTo>
                  <a:lnTo>
                    <a:pt x="1763" y="191480"/>
                  </a:lnTo>
                  <a:lnTo>
                    <a:pt x="2619" y="196725"/>
                  </a:lnTo>
                  <a:lnTo>
                    <a:pt x="3642" y="201940"/>
                  </a:lnTo>
                  <a:lnTo>
                    <a:pt x="4830" y="207120"/>
                  </a:lnTo>
                  <a:lnTo>
                    <a:pt x="6182" y="212259"/>
                  </a:lnTo>
                  <a:lnTo>
                    <a:pt x="7697" y="217353"/>
                  </a:lnTo>
                  <a:lnTo>
                    <a:pt x="9372" y="222396"/>
                  </a:lnTo>
                  <a:lnTo>
                    <a:pt x="11208" y="227384"/>
                  </a:lnTo>
                  <a:lnTo>
                    <a:pt x="13201" y="232310"/>
                  </a:lnTo>
                  <a:lnTo>
                    <a:pt x="15349" y="237171"/>
                  </a:lnTo>
                  <a:lnTo>
                    <a:pt x="17651" y="241961"/>
                  </a:lnTo>
                  <a:lnTo>
                    <a:pt x="20104" y="246675"/>
                  </a:lnTo>
                  <a:lnTo>
                    <a:pt x="22705" y="251309"/>
                  </a:lnTo>
                  <a:lnTo>
                    <a:pt x="25453" y="255858"/>
                  </a:lnTo>
                  <a:lnTo>
                    <a:pt x="28344" y="260317"/>
                  </a:lnTo>
                  <a:lnTo>
                    <a:pt x="31375" y="264683"/>
                  </a:lnTo>
                  <a:lnTo>
                    <a:pt x="34543" y="268949"/>
                  </a:lnTo>
                  <a:lnTo>
                    <a:pt x="37845" y="273113"/>
                  </a:lnTo>
                  <a:lnTo>
                    <a:pt x="41278" y="277170"/>
                  </a:lnTo>
                  <a:lnTo>
                    <a:pt x="44839" y="281115"/>
                  </a:lnTo>
                  <a:lnTo>
                    <a:pt x="48522" y="284946"/>
                  </a:lnTo>
                  <a:lnTo>
                    <a:pt x="52326" y="288657"/>
                  </a:lnTo>
                  <a:lnTo>
                    <a:pt x="56246" y="292245"/>
                  </a:lnTo>
                  <a:lnTo>
                    <a:pt x="60278" y="295708"/>
                  </a:lnTo>
                  <a:lnTo>
                    <a:pt x="64418" y="299040"/>
                  </a:lnTo>
                  <a:lnTo>
                    <a:pt x="68661" y="302239"/>
                  </a:lnTo>
                  <a:lnTo>
                    <a:pt x="73005" y="305301"/>
                  </a:lnTo>
                  <a:lnTo>
                    <a:pt x="77443" y="308224"/>
                  </a:lnTo>
                  <a:lnTo>
                    <a:pt x="81972" y="311004"/>
                  </a:lnTo>
                  <a:lnTo>
                    <a:pt x="86587" y="313639"/>
                  </a:lnTo>
                  <a:lnTo>
                    <a:pt x="91284" y="316126"/>
                  </a:lnTo>
                  <a:lnTo>
                    <a:pt x="96057" y="318462"/>
                  </a:lnTo>
                  <a:lnTo>
                    <a:pt x="100902" y="320646"/>
                  </a:lnTo>
                  <a:lnTo>
                    <a:pt x="105814" y="322674"/>
                  </a:lnTo>
                  <a:lnTo>
                    <a:pt x="110788" y="324545"/>
                  </a:lnTo>
                  <a:lnTo>
                    <a:pt x="115819" y="326257"/>
                  </a:lnTo>
                  <a:lnTo>
                    <a:pt x="120902" y="327809"/>
                  </a:lnTo>
                  <a:lnTo>
                    <a:pt x="126031" y="329198"/>
                  </a:lnTo>
                  <a:lnTo>
                    <a:pt x="131203" y="330423"/>
                  </a:lnTo>
                  <a:lnTo>
                    <a:pt x="136410" y="331483"/>
                  </a:lnTo>
                  <a:lnTo>
                    <a:pt x="141649" y="332377"/>
                  </a:lnTo>
                  <a:lnTo>
                    <a:pt x="146913" y="333105"/>
                  </a:lnTo>
                  <a:lnTo>
                    <a:pt x="152198" y="333664"/>
                  </a:lnTo>
                  <a:lnTo>
                    <a:pt x="157498" y="334055"/>
                  </a:lnTo>
                  <a:lnTo>
                    <a:pt x="162807" y="334278"/>
                  </a:lnTo>
                  <a:lnTo>
                    <a:pt x="168121" y="334332"/>
                  </a:lnTo>
                  <a:lnTo>
                    <a:pt x="173434" y="334216"/>
                  </a:lnTo>
                  <a:lnTo>
                    <a:pt x="178741" y="333932"/>
                  </a:lnTo>
                  <a:lnTo>
                    <a:pt x="184036" y="333480"/>
                  </a:lnTo>
                  <a:lnTo>
                    <a:pt x="189314" y="332859"/>
                  </a:lnTo>
                  <a:lnTo>
                    <a:pt x="194570" y="332071"/>
                  </a:lnTo>
                  <a:lnTo>
                    <a:pt x="199797" y="331116"/>
                  </a:lnTo>
                  <a:lnTo>
                    <a:pt x="204992" y="329995"/>
                  </a:lnTo>
                  <a:lnTo>
                    <a:pt x="210149" y="328710"/>
                  </a:lnTo>
                  <a:lnTo>
                    <a:pt x="215262" y="327262"/>
                  </a:lnTo>
                  <a:lnTo>
                    <a:pt x="220327" y="325652"/>
                  </a:lnTo>
                  <a:lnTo>
                    <a:pt x="167153" y="16716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0" name="pg820"/>
            <p:cNvSpPr/>
            <p:nvPr/>
          </p:nvSpPr>
          <p:spPr>
            <a:xfrm>
              <a:off x="6919011" y="3707779"/>
              <a:ext cx="167165" cy="325593"/>
            </a:xfrm>
            <a:custGeom>
              <a:avLst/>
              <a:pathLst>
                <a:path w="167165" h="325593">
                  <a:moveTo>
                    <a:pt x="53173" y="325593"/>
                  </a:moveTo>
                  <a:lnTo>
                    <a:pt x="58230" y="323806"/>
                  </a:lnTo>
                  <a:lnTo>
                    <a:pt x="63227" y="321857"/>
                  </a:lnTo>
                  <a:lnTo>
                    <a:pt x="68158" y="319749"/>
                  </a:lnTo>
                  <a:lnTo>
                    <a:pt x="73020" y="317484"/>
                  </a:lnTo>
                  <a:lnTo>
                    <a:pt x="77806" y="315064"/>
                  </a:lnTo>
                  <a:lnTo>
                    <a:pt x="82512" y="312492"/>
                  </a:lnTo>
                  <a:lnTo>
                    <a:pt x="87134" y="309771"/>
                  </a:lnTo>
                  <a:lnTo>
                    <a:pt x="91665" y="306902"/>
                  </a:lnTo>
                  <a:lnTo>
                    <a:pt x="96103" y="303889"/>
                  </a:lnTo>
                  <a:lnTo>
                    <a:pt x="100441" y="300736"/>
                  </a:lnTo>
                  <a:lnTo>
                    <a:pt x="104676" y="297445"/>
                  </a:lnTo>
                  <a:lnTo>
                    <a:pt x="108803" y="294020"/>
                  </a:lnTo>
                  <a:lnTo>
                    <a:pt x="112818" y="290465"/>
                  </a:lnTo>
                  <a:lnTo>
                    <a:pt x="116717" y="286782"/>
                  </a:lnTo>
                  <a:lnTo>
                    <a:pt x="120496" y="282976"/>
                  </a:lnTo>
                  <a:lnTo>
                    <a:pt x="124151" y="279051"/>
                  </a:lnTo>
                  <a:lnTo>
                    <a:pt x="127678" y="275011"/>
                  </a:lnTo>
                  <a:lnTo>
                    <a:pt x="131074" y="270860"/>
                  </a:lnTo>
                  <a:lnTo>
                    <a:pt x="134335" y="266602"/>
                  </a:lnTo>
                  <a:lnTo>
                    <a:pt x="137457" y="262241"/>
                  </a:lnTo>
                  <a:lnTo>
                    <a:pt x="140438" y="257783"/>
                  </a:lnTo>
                  <a:lnTo>
                    <a:pt x="143275" y="253231"/>
                  </a:lnTo>
                  <a:lnTo>
                    <a:pt x="145964" y="248590"/>
                  </a:lnTo>
                  <a:lnTo>
                    <a:pt x="148503" y="243866"/>
                  </a:lnTo>
                  <a:lnTo>
                    <a:pt x="150889" y="239063"/>
                  </a:lnTo>
                  <a:lnTo>
                    <a:pt x="153119" y="234185"/>
                  </a:lnTo>
                  <a:lnTo>
                    <a:pt x="155192" y="229239"/>
                  </a:lnTo>
                  <a:lnTo>
                    <a:pt x="157105" y="224228"/>
                  </a:lnTo>
                  <a:lnTo>
                    <a:pt x="158857" y="219159"/>
                  </a:lnTo>
                  <a:lnTo>
                    <a:pt x="160445" y="214036"/>
                  </a:lnTo>
                  <a:lnTo>
                    <a:pt x="161868" y="208865"/>
                  </a:lnTo>
                  <a:lnTo>
                    <a:pt x="163124" y="203651"/>
                  </a:lnTo>
                  <a:lnTo>
                    <a:pt x="164212" y="198400"/>
                  </a:lnTo>
                  <a:lnTo>
                    <a:pt x="165131" y="193116"/>
                  </a:lnTo>
                  <a:lnTo>
                    <a:pt x="165881" y="187805"/>
                  </a:lnTo>
                  <a:lnTo>
                    <a:pt x="166459" y="182473"/>
                  </a:lnTo>
                  <a:lnTo>
                    <a:pt x="166867" y="177125"/>
                  </a:lnTo>
                  <a:lnTo>
                    <a:pt x="167102" y="171767"/>
                  </a:lnTo>
                  <a:lnTo>
                    <a:pt x="167165" y="166405"/>
                  </a:lnTo>
                  <a:lnTo>
                    <a:pt x="167057" y="161042"/>
                  </a:lnTo>
                  <a:lnTo>
                    <a:pt x="166776" y="155686"/>
                  </a:lnTo>
                  <a:lnTo>
                    <a:pt x="166324" y="150342"/>
                  </a:lnTo>
                  <a:lnTo>
                    <a:pt x="165701" y="145015"/>
                  </a:lnTo>
                  <a:lnTo>
                    <a:pt x="164907" y="139711"/>
                  </a:lnTo>
                  <a:lnTo>
                    <a:pt x="163943" y="134435"/>
                  </a:lnTo>
                  <a:lnTo>
                    <a:pt x="162810" y="129193"/>
                  </a:lnTo>
                  <a:lnTo>
                    <a:pt x="161510" y="123990"/>
                  </a:lnTo>
                  <a:lnTo>
                    <a:pt x="160044" y="118831"/>
                  </a:lnTo>
                  <a:lnTo>
                    <a:pt x="158413" y="113722"/>
                  </a:lnTo>
                  <a:lnTo>
                    <a:pt x="156619" y="108667"/>
                  </a:lnTo>
                  <a:lnTo>
                    <a:pt x="154664" y="103673"/>
                  </a:lnTo>
                  <a:lnTo>
                    <a:pt x="152549" y="98744"/>
                  </a:lnTo>
                  <a:lnTo>
                    <a:pt x="150277" y="93886"/>
                  </a:lnTo>
                  <a:lnTo>
                    <a:pt x="147851" y="89103"/>
                  </a:lnTo>
                  <a:lnTo>
                    <a:pt x="145273" y="84400"/>
                  </a:lnTo>
                  <a:lnTo>
                    <a:pt x="142545" y="79782"/>
                  </a:lnTo>
                  <a:lnTo>
                    <a:pt x="139670" y="75255"/>
                  </a:lnTo>
                  <a:lnTo>
                    <a:pt x="136652" y="70821"/>
                  </a:lnTo>
                  <a:lnTo>
                    <a:pt x="133493" y="66487"/>
                  </a:lnTo>
                  <a:lnTo>
                    <a:pt x="130196" y="62257"/>
                  </a:lnTo>
                  <a:lnTo>
                    <a:pt x="126766" y="58134"/>
                  </a:lnTo>
                  <a:lnTo>
                    <a:pt x="123205" y="54124"/>
                  </a:lnTo>
                  <a:lnTo>
                    <a:pt x="119517" y="50230"/>
                  </a:lnTo>
                  <a:lnTo>
                    <a:pt x="115706" y="46456"/>
                  </a:lnTo>
                  <a:lnTo>
                    <a:pt x="111776" y="42806"/>
                  </a:lnTo>
                  <a:lnTo>
                    <a:pt x="107731" y="39284"/>
                  </a:lnTo>
                  <a:lnTo>
                    <a:pt x="103575" y="35894"/>
                  </a:lnTo>
                  <a:lnTo>
                    <a:pt x="99313" y="32639"/>
                  </a:lnTo>
                  <a:lnTo>
                    <a:pt x="94948" y="29523"/>
                  </a:lnTo>
                  <a:lnTo>
                    <a:pt x="90485" y="26548"/>
                  </a:lnTo>
                  <a:lnTo>
                    <a:pt x="85930" y="23717"/>
                  </a:lnTo>
                  <a:lnTo>
                    <a:pt x="81286" y="21034"/>
                  </a:lnTo>
                  <a:lnTo>
                    <a:pt x="76558" y="18502"/>
                  </a:lnTo>
                  <a:lnTo>
                    <a:pt x="71752" y="16123"/>
                  </a:lnTo>
                  <a:lnTo>
                    <a:pt x="66871" y="13899"/>
                  </a:lnTo>
                  <a:lnTo>
                    <a:pt x="61922" y="11832"/>
                  </a:lnTo>
                  <a:lnTo>
                    <a:pt x="56909" y="9926"/>
                  </a:lnTo>
                  <a:lnTo>
                    <a:pt x="51837" y="8181"/>
                  </a:lnTo>
                  <a:lnTo>
                    <a:pt x="46713" y="6600"/>
                  </a:lnTo>
                  <a:lnTo>
                    <a:pt x="41540" y="5184"/>
                  </a:lnTo>
                  <a:lnTo>
                    <a:pt x="36324" y="3935"/>
                  </a:lnTo>
                  <a:lnTo>
                    <a:pt x="31071" y="2854"/>
                  </a:lnTo>
                  <a:lnTo>
                    <a:pt x="25786" y="1941"/>
                  </a:lnTo>
                  <a:lnTo>
                    <a:pt x="20474" y="1199"/>
                  </a:lnTo>
                  <a:lnTo>
                    <a:pt x="15141" y="628"/>
                  </a:lnTo>
                  <a:lnTo>
                    <a:pt x="9793" y="228"/>
                  </a:lnTo>
                  <a:lnTo>
                    <a:pt x="4435" y="0"/>
                  </a:lnTo>
                  <a:lnTo>
                    <a:pt x="0" y="167108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1" name="pg821"/>
            <p:cNvSpPr/>
            <p:nvPr/>
          </p:nvSpPr>
          <p:spPr>
            <a:xfrm>
              <a:off x="6919011" y="3707720"/>
              <a:ext cx="4435" cy="167167"/>
            </a:xfrm>
            <a:custGeom>
              <a:avLst/>
              <a:pathLst>
                <a:path w="4435" h="167167">
                  <a:moveTo>
                    <a:pt x="4435" y="58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2" name="tx822"/>
            <p:cNvSpPr/>
            <p:nvPr/>
          </p:nvSpPr>
          <p:spPr>
            <a:xfrm>
              <a:off x="6777419" y="3269982"/>
              <a:ext cx="412718" cy="1310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AKN</a:t>
              </a:r>
            </a:p>
          </p:txBody>
        </p:sp>
        <p:sp>
          <p:nvSpPr>
            <p:cNvPr id="823" name="tx823"/>
            <p:cNvSpPr/>
            <p:nvPr/>
          </p:nvSpPr>
          <p:spPr>
            <a:xfrm>
              <a:off x="6723255" y="2731398"/>
              <a:ext cx="39151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GEN</a:t>
              </a:r>
            </a:p>
          </p:txBody>
        </p:sp>
        <p:sp>
          <p:nvSpPr>
            <p:cNvPr id="824" name="tx824"/>
            <p:cNvSpPr/>
            <p:nvPr/>
          </p:nvSpPr>
          <p:spPr>
            <a:xfrm>
              <a:off x="6537972" y="2225298"/>
              <a:ext cx="38100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TOB</a:t>
              </a:r>
            </a:p>
          </p:txBody>
        </p:sp>
        <p:sp>
          <p:nvSpPr>
            <p:cNvPr id="825" name="tx825"/>
            <p:cNvSpPr/>
            <p:nvPr/>
          </p:nvSpPr>
          <p:spPr>
            <a:xfrm>
              <a:off x="6248501" y="1779837"/>
              <a:ext cx="349467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FOS</a:t>
              </a:r>
            </a:p>
          </p:txBody>
        </p:sp>
        <p:sp>
          <p:nvSpPr>
            <p:cNvPr id="826" name="tx826"/>
            <p:cNvSpPr/>
            <p:nvPr/>
          </p:nvSpPr>
          <p:spPr>
            <a:xfrm>
              <a:off x="5798773" y="1425231"/>
              <a:ext cx="444531" cy="12901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AMX</a:t>
              </a:r>
            </a:p>
          </p:txBody>
        </p:sp>
        <p:sp>
          <p:nvSpPr>
            <p:cNvPr id="827" name="tx827"/>
            <p:cNvSpPr/>
            <p:nvPr/>
          </p:nvSpPr>
          <p:spPr>
            <a:xfrm>
              <a:off x="5391826" y="1169363"/>
              <a:ext cx="306864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TIC</a:t>
              </a:r>
            </a:p>
          </p:txBody>
        </p:sp>
        <p:sp>
          <p:nvSpPr>
            <p:cNvPr id="828" name="tx828"/>
            <p:cNvSpPr/>
            <p:nvPr/>
          </p:nvSpPr>
          <p:spPr>
            <a:xfrm>
              <a:off x="4817138" y="1039827"/>
              <a:ext cx="412812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MEC</a:t>
              </a:r>
            </a:p>
          </p:txBody>
        </p:sp>
        <p:sp>
          <p:nvSpPr>
            <p:cNvPr id="829" name="tx829"/>
            <p:cNvSpPr/>
            <p:nvPr/>
          </p:nvSpPr>
          <p:spPr>
            <a:xfrm>
              <a:off x="4285158" y="1045594"/>
              <a:ext cx="402114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TEM</a:t>
              </a:r>
            </a:p>
          </p:txBody>
        </p:sp>
        <p:sp>
          <p:nvSpPr>
            <p:cNvPr id="830" name="tx830"/>
            <p:cNvSpPr/>
            <p:nvPr/>
          </p:nvSpPr>
          <p:spPr>
            <a:xfrm>
              <a:off x="3747491" y="1169363"/>
              <a:ext cx="43402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AMC</a:t>
              </a:r>
            </a:p>
          </p:txBody>
        </p:sp>
        <p:sp>
          <p:nvSpPr>
            <p:cNvPr id="831" name="tx831"/>
            <p:cNvSpPr/>
            <p:nvPr/>
          </p:nvSpPr>
          <p:spPr>
            <a:xfrm>
              <a:off x="3319382" y="1426673"/>
              <a:ext cx="338677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TZP</a:t>
              </a:r>
            </a:p>
          </p:txBody>
        </p:sp>
        <p:sp>
          <p:nvSpPr>
            <p:cNvPr id="832" name="tx832"/>
            <p:cNvSpPr/>
            <p:nvPr/>
          </p:nvSpPr>
          <p:spPr>
            <a:xfrm>
              <a:off x="2869514" y="1779837"/>
              <a:ext cx="43402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CXM</a:t>
              </a:r>
            </a:p>
          </p:txBody>
        </p:sp>
        <p:sp>
          <p:nvSpPr>
            <p:cNvPr id="833" name="tx833"/>
            <p:cNvSpPr/>
            <p:nvPr/>
          </p:nvSpPr>
          <p:spPr>
            <a:xfrm>
              <a:off x="2590741" y="2225298"/>
              <a:ext cx="381093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FOX</a:t>
              </a:r>
            </a:p>
          </p:txBody>
        </p:sp>
        <p:sp>
          <p:nvSpPr>
            <p:cNvPr id="834" name="tx834"/>
            <p:cNvSpPr/>
            <p:nvPr/>
          </p:nvSpPr>
          <p:spPr>
            <a:xfrm>
              <a:off x="2400248" y="2731398"/>
              <a:ext cx="38100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CAZ</a:t>
              </a:r>
            </a:p>
          </p:txBody>
        </p:sp>
        <p:sp>
          <p:nvSpPr>
            <p:cNvPr id="835" name="tx835"/>
            <p:cNvSpPr/>
            <p:nvPr/>
          </p:nvSpPr>
          <p:spPr>
            <a:xfrm>
              <a:off x="2324783" y="3268726"/>
              <a:ext cx="402394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CFM</a:t>
              </a:r>
            </a:p>
          </p:txBody>
        </p:sp>
        <p:sp>
          <p:nvSpPr>
            <p:cNvPr id="836" name="tx836"/>
            <p:cNvSpPr/>
            <p:nvPr/>
          </p:nvSpPr>
          <p:spPr>
            <a:xfrm>
              <a:off x="2394900" y="3806055"/>
              <a:ext cx="391697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CRO</a:t>
              </a:r>
            </a:p>
          </p:txBody>
        </p:sp>
        <p:sp>
          <p:nvSpPr>
            <p:cNvPr id="837" name="tx837"/>
            <p:cNvSpPr/>
            <p:nvPr/>
          </p:nvSpPr>
          <p:spPr>
            <a:xfrm>
              <a:off x="2590787" y="4312155"/>
              <a:ext cx="38100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CTX</a:t>
              </a:r>
            </a:p>
          </p:txBody>
        </p:sp>
        <p:sp>
          <p:nvSpPr>
            <p:cNvPr id="838" name="tx838"/>
            <p:cNvSpPr/>
            <p:nvPr/>
          </p:nvSpPr>
          <p:spPr>
            <a:xfrm>
              <a:off x="2922395" y="4763383"/>
              <a:ext cx="328259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FEP</a:t>
              </a:r>
            </a:p>
          </p:txBody>
        </p:sp>
        <p:sp>
          <p:nvSpPr>
            <p:cNvPr id="839" name="tx839"/>
            <p:cNvSpPr/>
            <p:nvPr/>
          </p:nvSpPr>
          <p:spPr>
            <a:xfrm>
              <a:off x="3308824" y="5122314"/>
              <a:ext cx="359791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ERT</a:t>
              </a:r>
            </a:p>
          </p:txBody>
        </p:sp>
        <p:sp>
          <p:nvSpPr>
            <p:cNvPr id="840" name="tx840"/>
            <p:cNvSpPr/>
            <p:nvPr/>
          </p:nvSpPr>
          <p:spPr>
            <a:xfrm>
              <a:off x="3795116" y="5373857"/>
              <a:ext cx="338770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IMP</a:t>
              </a:r>
            </a:p>
          </p:txBody>
        </p:sp>
        <p:sp>
          <p:nvSpPr>
            <p:cNvPr id="841" name="tx841"/>
            <p:cNvSpPr/>
            <p:nvPr/>
          </p:nvSpPr>
          <p:spPr>
            <a:xfrm>
              <a:off x="4300924" y="5498928"/>
              <a:ext cx="370582" cy="12910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FUR</a:t>
              </a:r>
            </a:p>
          </p:txBody>
        </p:sp>
        <p:sp>
          <p:nvSpPr>
            <p:cNvPr id="842" name="tx842"/>
            <p:cNvSpPr/>
            <p:nvPr/>
          </p:nvSpPr>
          <p:spPr>
            <a:xfrm>
              <a:off x="4875320" y="5497626"/>
              <a:ext cx="296447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CIP</a:t>
              </a:r>
            </a:p>
          </p:txBody>
        </p:sp>
        <p:sp>
          <p:nvSpPr>
            <p:cNvPr id="843" name="tx843"/>
            <p:cNvSpPr/>
            <p:nvPr/>
          </p:nvSpPr>
          <p:spPr>
            <a:xfrm>
              <a:off x="5360107" y="5369532"/>
              <a:ext cx="370302" cy="12901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LEV</a:t>
              </a:r>
            </a:p>
          </p:txBody>
        </p:sp>
        <p:sp>
          <p:nvSpPr>
            <p:cNvPr id="844" name="tx844"/>
            <p:cNvSpPr/>
            <p:nvPr/>
          </p:nvSpPr>
          <p:spPr>
            <a:xfrm>
              <a:off x="5819935" y="5116547"/>
              <a:ext cx="402208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NOR</a:t>
              </a:r>
            </a:p>
          </p:txBody>
        </p:sp>
        <p:sp>
          <p:nvSpPr>
            <p:cNvPr id="845" name="tx845"/>
            <p:cNvSpPr/>
            <p:nvPr/>
          </p:nvSpPr>
          <p:spPr>
            <a:xfrm>
              <a:off x="6243292" y="4757616"/>
              <a:ext cx="359885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OFL</a:t>
              </a:r>
            </a:p>
          </p:txBody>
        </p:sp>
        <p:sp>
          <p:nvSpPr>
            <p:cNvPr id="846" name="tx846"/>
            <p:cNvSpPr/>
            <p:nvPr/>
          </p:nvSpPr>
          <p:spPr>
            <a:xfrm>
              <a:off x="6532716" y="4313411"/>
              <a:ext cx="391510" cy="1310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NAL</a:t>
              </a:r>
            </a:p>
          </p:txBody>
        </p:sp>
        <p:sp>
          <p:nvSpPr>
            <p:cNvPr id="847" name="tx847"/>
            <p:cNvSpPr/>
            <p:nvPr/>
          </p:nvSpPr>
          <p:spPr>
            <a:xfrm>
              <a:off x="6739068" y="3805915"/>
              <a:ext cx="359885" cy="1319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TSU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/>
  <cp:revision>3</cp:revision>
  <dcterms:created xsi:type="dcterms:W3CDTF">2017-02-13T16:18:36Z</dcterms:created>
  <dcterms:modified xsi:type="dcterms:W3CDTF">2025-06-05T14:08:48Z</dcterms:modified>
  <cp:category/>
</cp:coreProperties>
</file>