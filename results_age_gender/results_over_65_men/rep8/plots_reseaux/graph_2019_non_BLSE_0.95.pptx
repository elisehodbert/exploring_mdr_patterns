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132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6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7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72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99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82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7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2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7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6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9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3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0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9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40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32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35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40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5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3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49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0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3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9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20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2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39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841" y="3170392"/>
              <a:ext cx="1937" cy="167167"/>
            </a:xfrm>
            <a:custGeom>
              <a:avLst/>
              <a:pathLst>
                <a:path w="1937" h="167167">
                  <a:moveTo>
                    <a:pt x="1937" y="0"/>
                  </a:moveTo>
                  <a:lnTo>
                    <a:pt x="0" y="11"/>
                  </a:lnTo>
                  <a:lnTo>
                    <a:pt x="193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841" y="317040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16614" y="3170403"/>
              <a:ext cx="334324" cy="334317"/>
            </a:xfrm>
            <a:custGeom>
              <a:avLst/>
              <a:pathLst>
                <a:path w="334324" h="334317">
                  <a:moveTo>
                    <a:pt x="165226" y="0"/>
                  </a:moveTo>
                  <a:lnTo>
                    <a:pt x="159929" y="145"/>
                  </a:lnTo>
                  <a:lnTo>
                    <a:pt x="154639" y="458"/>
                  </a:lnTo>
                  <a:lnTo>
                    <a:pt x="149362" y="939"/>
                  </a:lnTo>
                  <a:lnTo>
                    <a:pt x="144103" y="1587"/>
                  </a:lnTo>
                  <a:lnTo>
                    <a:pt x="138867" y="2401"/>
                  </a:lnTo>
                  <a:lnTo>
                    <a:pt x="133659" y="3380"/>
                  </a:lnTo>
                  <a:lnTo>
                    <a:pt x="128485" y="4524"/>
                  </a:lnTo>
                  <a:lnTo>
                    <a:pt x="123350" y="5832"/>
                  </a:lnTo>
                  <a:lnTo>
                    <a:pt x="118259" y="7302"/>
                  </a:lnTo>
                  <a:lnTo>
                    <a:pt x="113217" y="8932"/>
                  </a:lnTo>
                  <a:lnTo>
                    <a:pt x="108229" y="10721"/>
                  </a:lnTo>
                  <a:lnTo>
                    <a:pt x="103301" y="12668"/>
                  </a:lnTo>
                  <a:lnTo>
                    <a:pt x="98437" y="14770"/>
                  </a:lnTo>
                  <a:lnTo>
                    <a:pt x="93641" y="17025"/>
                  </a:lnTo>
                  <a:lnTo>
                    <a:pt x="88920" y="19430"/>
                  </a:lnTo>
                  <a:lnTo>
                    <a:pt x="84277" y="21984"/>
                  </a:lnTo>
                  <a:lnTo>
                    <a:pt x="79717" y="24684"/>
                  </a:lnTo>
                  <a:lnTo>
                    <a:pt x="75246" y="27528"/>
                  </a:lnTo>
                  <a:lnTo>
                    <a:pt x="70866" y="30511"/>
                  </a:lnTo>
                  <a:lnTo>
                    <a:pt x="66584" y="33632"/>
                  </a:lnTo>
                  <a:lnTo>
                    <a:pt x="62402" y="36887"/>
                  </a:lnTo>
                  <a:lnTo>
                    <a:pt x="58326" y="40273"/>
                  </a:lnTo>
                  <a:lnTo>
                    <a:pt x="54359" y="43786"/>
                  </a:lnTo>
                  <a:lnTo>
                    <a:pt x="50506" y="47423"/>
                  </a:lnTo>
                  <a:lnTo>
                    <a:pt x="46770" y="51181"/>
                  </a:lnTo>
                  <a:lnTo>
                    <a:pt x="43154" y="55055"/>
                  </a:lnTo>
                  <a:lnTo>
                    <a:pt x="39664" y="59042"/>
                  </a:lnTo>
                  <a:lnTo>
                    <a:pt x="36301" y="63137"/>
                  </a:lnTo>
                  <a:lnTo>
                    <a:pt x="33070" y="67337"/>
                  </a:lnTo>
                  <a:lnTo>
                    <a:pt x="29974" y="71637"/>
                  </a:lnTo>
                  <a:lnTo>
                    <a:pt x="27015" y="76034"/>
                  </a:lnTo>
                  <a:lnTo>
                    <a:pt x="24197" y="80521"/>
                  </a:lnTo>
                  <a:lnTo>
                    <a:pt x="21523" y="85096"/>
                  </a:lnTo>
                  <a:lnTo>
                    <a:pt x="18996" y="89753"/>
                  </a:lnTo>
                  <a:lnTo>
                    <a:pt x="16617" y="94488"/>
                  </a:lnTo>
                  <a:lnTo>
                    <a:pt x="14389" y="99297"/>
                  </a:lnTo>
                  <a:lnTo>
                    <a:pt x="12315" y="104173"/>
                  </a:lnTo>
                  <a:lnTo>
                    <a:pt x="10397" y="109112"/>
                  </a:lnTo>
                  <a:lnTo>
                    <a:pt x="8636" y="114110"/>
                  </a:lnTo>
                  <a:lnTo>
                    <a:pt x="7034" y="119161"/>
                  </a:lnTo>
                  <a:lnTo>
                    <a:pt x="5594" y="124261"/>
                  </a:lnTo>
                  <a:lnTo>
                    <a:pt x="4315" y="129403"/>
                  </a:lnTo>
                  <a:lnTo>
                    <a:pt x="3201" y="134584"/>
                  </a:lnTo>
                  <a:lnTo>
                    <a:pt x="2251" y="139797"/>
                  </a:lnTo>
                  <a:lnTo>
                    <a:pt x="1466" y="145037"/>
                  </a:lnTo>
                  <a:lnTo>
                    <a:pt x="849" y="150300"/>
                  </a:lnTo>
                  <a:lnTo>
                    <a:pt x="398" y="155580"/>
                  </a:lnTo>
                  <a:lnTo>
                    <a:pt x="115" y="160871"/>
                  </a:lnTo>
                  <a:lnTo>
                    <a:pt x="0" y="166169"/>
                  </a:lnTo>
                  <a:lnTo>
                    <a:pt x="52" y="171468"/>
                  </a:lnTo>
                  <a:lnTo>
                    <a:pt x="273" y="176762"/>
                  </a:lnTo>
                  <a:lnTo>
                    <a:pt x="661" y="182047"/>
                  </a:lnTo>
                  <a:lnTo>
                    <a:pt x="1217" y="187317"/>
                  </a:lnTo>
                  <a:lnTo>
                    <a:pt x="1939" y="192566"/>
                  </a:lnTo>
                  <a:lnTo>
                    <a:pt x="2828" y="197790"/>
                  </a:lnTo>
                  <a:lnTo>
                    <a:pt x="3881" y="202984"/>
                  </a:lnTo>
                  <a:lnTo>
                    <a:pt x="5099" y="208141"/>
                  </a:lnTo>
                  <a:lnTo>
                    <a:pt x="6479" y="213257"/>
                  </a:lnTo>
                  <a:lnTo>
                    <a:pt x="8021" y="218326"/>
                  </a:lnTo>
                  <a:lnTo>
                    <a:pt x="9723" y="223345"/>
                  </a:lnTo>
                  <a:lnTo>
                    <a:pt x="11583" y="228307"/>
                  </a:lnTo>
                  <a:lnTo>
                    <a:pt x="13599" y="233207"/>
                  </a:lnTo>
                  <a:lnTo>
                    <a:pt x="15770" y="238041"/>
                  </a:lnTo>
                  <a:lnTo>
                    <a:pt x="18093" y="242804"/>
                  </a:lnTo>
                  <a:lnTo>
                    <a:pt x="20565" y="247491"/>
                  </a:lnTo>
                  <a:lnTo>
                    <a:pt x="23185" y="252097"/>
                  </a:lnTo>
                  <a:lnTo>
                    <a:pt x="25949" y="256617"/>
                  </a:lnTo>
                  <a:lnTo>
                    <a:pt x="28856" y="261048"/>
                  </a:lnTo>
                  <a:lnTo>
                    <a:pt x="31901" y="265385"/>
                  </a:lnTo>
                  <a:lnTo>
                    <a:pt x="35082" y="269622"/>
                  </a:lnTo>
                  <a:lnTo>
                    <a:pt x="38397" y="273757"/>
                  </a:lnTo>
                  <a:lnTo>
                    <a:pt x="41840" y="277785"/>
                  </a:lnTo>
                  <a:lnTo>
                    <a:pt x="45409" y="281701"/>
                  </a:lnTo>
                  <a:lnTo>
                    <a:pt x="49101" y="285503"/>
                  </a:lnTo>
                  <a:lnTo>
                    <a:pt x="52911" y="289185"/>
                  </a:lnTo>
                  <a:lnTo>
                    <a:pt x="56836" y="292745"/>
                  </a:lnTo>
                  <a:lnTo>
                    <a:pt x="60872" y="296179"/>
                  </a:lnTo>
                  <a:lnTo>
                    <a:pt x="65015" y="299483"/>
                  </a:lnTo>
                  <a:lnTo>
                    <a:pt x="69260" y="302654"/>
                  </a:lnTo>
                  <a:lnTo>
                    <a:pt x="73604" y="305689"/>
                  </a:lnTo>
                  <a:lnTo>
                    <a:pt x="78042" y="308585"/>
                  </a:lnTo>
                  <a:lnTo>
                    <a:pt x="82569" y="311339"/>
                  </a:lnTo>
                  <a:lnTo>
                    <a:pt x="87182" y="313947"/>
                  </a:lnTo>
                  <a:lnTo>
                    <a:pt x="91874" y="316409"/>
                  </a:lnTo>
                  <a:lnTo>
                    <a:pt x="96643" y="318720"/>
                  </a:lnTo>
                  <a:lnTo>
                    <a:pt x="101482" y="320879"/>
                  </a:lnTo>
                  <a:lnTo>
                    <a:pt x="106387" y="322883"/>
                  </a:lnTo>
                  <a:lnTo>
                    <a:pt x="111353" y="324731"/>
                  </a:lnTo>
                  <a:lnTo>
                    <a:pt x="116376" y="326421"/>
                  </a:lnTo>
                  <a:lnTo>
                    <a:pt x="121449" y="327951"/>
                  </a:lnTo>
                  <a:lnTo>
                    <a:pt x="126569" y="329319"/>
                  </a:lnTo>
                  <a:lnTo>
                    <a:pt x="131729" y="330524"/>
                  </a:lnTo>
                  <a:lnTo>
                    <a:pt x="136924" y="331565"/>
                  </a:lnTo>
                  <a:lnTo>
                    <a:pt x="142150" y="332441"/>
                  </a:lnTo>
                  <a:lnTo>
                    <a:pt x="147402" y="333151"/>
                  </a:lnTo>
                  <a:lnTo>
                    <a:pt x="152673" y="333694"/>
                  </a:lnTo>
                  <a:lnTo>
                    <a:pt x="157958" y="334069"/>
                  </a:lnTo>
                  <a:lnTo>
                    <a:pt x="163253" y="334277"/>
                  </a:lnTo>
                  <a:lnTo>
                    <a:pt x="168552" y="334317"/>
                  </a:lnTo>
                  <a:lnTo>
                    <a:pt x="173850" y="334189"/>
                  </a:lnTo>
                  <a:lnTo>
                    <a:pt x="179140" y="333894"/>
                  </a:lnTo>
                  <a:lnTo>
                    <a:pt x="184419" y="333430"/>
                  </a:lnTo>
                  <a:lnTo>
                    <a:pt x="189680" y="332800"/>
                  </a:lnTo>
                  <a:lnTo>
                    <a:pt x="194919" y="332003"/>
                  </a:lnTo>
                  <a:lnTo>
                    <a:pt x="200130" y="331040"/>
                  </a:lnTo>
                  <a:lnTo>
                    <a:pt x="205308" y="329913"/>
                  </a:lnTo>
                  <a:lnTo>
                    <a:pt x="210447" y="328623"/>
                  </a:lnTo>
                  <a:lnTo>
                    <a:pt x="215543" y="327170"/>
                  </a:lnTo>
                  <a:lnTo>
                    <a:pt x="220590" y="325556"/>
                  </a:lnTo>
                  <a:lnTo>
                    <a:pt x="225584" y="323783"/>
                  </a:lnTo>
                  <a:lnTo>
                    <a:pt x="230519" y="321853"/>
                  </a:lnTo>
                  <a:lnTo>
                    <a:pt x="235390" y="319767"/>
                  </a:lnTo>
                  <a:lnTo>
                    <a:pt x="240193" y="317528"/>
                  </a:lnTo>
                  <a:lnTo>
                    <a:pt x="244922" y="315138"/>
                  </a:lnTo>
                  <a:lnTo>
                    <a:pt x="249573" y="312599"/>
                  </a:lnTo>
                  <a:lnTo>
                    <a:pt x="254142" y="309914"/>
                  </a:lnTo>
                  <a:lnTo>
                    <a:pt x="258623" y="307085"/>
                  </a:lnTo>
                  <a:lnTo>
                    <a:pt x="263012" y="304116"/>
                  </a:lnTo>
                  <a:lnTo>
                    <a:pt x="267304" y="301010"/>
                  </a:lnTo>
                  <a:lnTo>
                    <a:pt x="271497" y="297768"/>
                  </a:lnTo>
                  <a:lnTo>
                    <a:pt x="275584" y="294396"/>
                  </a:lnTo>
                  <a:lnTo>
                    <a:pt x="279562" y="290896"/>
                  </a:lnTo>
                  <a:lnTo>
                    <a:pt x="283428" y="287271"/>
                  </a:lnTo>
                  <a:lnTo>
                    <a:pt x="287176" y="283526"/>
                  </a:lnTo>
                  <a:lnTo>
                    <a:pt x="290804" y="279664"/>
                  </a:lnTo>
                  <a:lnTo>
                    <a:pt x="294308" y="275688"/>
                  </a:lnTo>
                  <a:lnTo>
                    <a:pt x="297684" y="271604"/>
                  </a:lnTo>
                  <a:lnTo>
                    <a:pt x="300929" y="267415"/>
                  </a:lnTo>
                  <a:lnTo>
                    <a:pt x="304040" y="263125"/>
                  </a:lnTo>
                  <a:lnTo>
                    <a:pt x="307013" y="258738"/>
                  </a:lnTo>
                  <a:lnTo>
                    <a:pt x="309845" y="254260"/>
                  </a:lnTo>
                  <a:lnTo>
                    <a:pt x="312534" y="249694"/>
                  </a:lnTo>
                  <a:lnTo>
                    <a:pt x="315077" y="245045"/>
                  </a:lnTo>
                  <a:lnTo>
                    <a:pt x="317471" y="240318"/>
                  </a:lnTo>
                  <a:lnTo>
                    <a:pt x="319715" y="235517"/>
                  </a:lnTo>
                  <a:lnTo>
                    <a:pt x="321805" y="230647"/>
                  </a:lnTo>
                  <a:lnTo>
                    <a:pt x="323739" y="225714"/>
                  </a:lnTo>
                  <a:lnTo>
                    <a:pt x="325517" y="220722"/>
                  </a:lnTo>
                  <a:lnTo>
                    <a:pt x="327135" y="215676"/>
                  </a:lnTo>
                  <a:lnTo>
                    <a:pt x="328592" y="210582"/>
                  </a:lnTo>
                  <a:lnTo>
                    <a:pt x="329888" y="205444"/>
                  </a:lnTo>
                  <a:lnTo>
                    <a:pt x="331019" y="200267"/>
                  </a:lnTo>
                  <a:lnTo>
                    <a:pt x="331987" y="195057"/>
                  </a:lnTo>
                  <a:lnTo>
                    <a:pt x="332788" y="189819"/>
                  </a:lnTo>
                  <a:lnTo>
                    <a:pt x="333423" y="184558"/>
                  </a:lnTo>
                  <a:lnTo>
                    <a:pt x="333891" y="179280"/>
                  </a:lnTo>
                  <a:lnTo>
                    <a:pt x="334192" y="173989"/>
                  </a:lnTo>
                  <a:lnTo>
                    <a:pt x="334324" y="168692"/>
                  </a:lnTo>
                  <a:lnTo>
                    <a:pt x="334289" y="163393"/>
                  </a:lnTo>
                  <a:lnTo>
                    <a:pt x="334086" y="158098"/>
                  </a:lnTo>
                  <a:lnTo>
                    <a:pt x="333715" y="152812"/>
                  </a:lnTo>
                  <a:lnTo>
                    <a:pt x="333177" y="147540"/>
                  </a:lnTo>
                  <a:lnTo>
                    <a:pt x="332472" y="142289"/>
                  </a:lnTo>
                  <a:lnTo>
                    <a:pt x="331600" y="137062"/>
                  </a:lnTo>
                  <a:lnTo>
                    <a:pt x="330564" y="131865"/>
                  </a:lnTo>
                  <a:lnTo>
                    <a:pt x="329363" y="126704"/>
                  </a:lnTo>
                  <a:lnTo>
                    <a:pt x="328000" y="121583"/>
                  </a:lnTo>
                  <a:lnTo>
                    <a:pt x="326474" y="116509"/>
                  </a:lnTo>
                  <a:lnTo>
                    <a:pt x="324789" y="111485"/>
                  </a:lnTo>
                  <a:lnTo>
                    <a:pt x="322946" y="106517"/>
                  </a:lnTo>
                  <a:lnTo>
                    <a:pt x="320945" y="101610"/>
                  </a:lnTo>
                  <a:lnTo>
                    <a:pt x="318791" y="96769"/>
                  </a:lnTo>
                  <a:lnTo>
                    <a:pt x="316484" y="91998"/>
                  </a:lnTo>
                  <a:lnTo>
                    <a:pt x="314026" y="87303"/>
                  </a:lnTo>
                  <a:lnTo>
                    <a:pt x="311422" y="82689"/>
                  </a:lnTo>
                  <a:lnTo>
                    <a:pt x="308672" y="78159"/>
                  </a:lnTo>
                  <a:lnTo>
                    <a:pt x="305780" y="73719"/>
                  </a:lnTo>
                  <a:lnTo>
                    <a:pt x="302749" y="69372"/>
                  </a:lnTo>
                  <a:lnTo>
                    <a:pt x="299582" y="65124"/>
                  </a:lnTo>
                  <a:lnTo>
                    <a:pt x="296281" y="60978"/>
                  </a:lnTo>
                  <a:lnTo>
                    <a:pt x="292851" y="56939"/>
                  </a:lnTo>
                  <a:lnTo>
                    <a:pt x="289295" y="53011"/>
                  </a:lnTo>
                  <a:lnTo>
                    <a:pt x="285616" y="49197"/>
                  </a:lnTo>
                  <a:lnTo>
                    <a:pt x="281818" y="45502"/>
                  </a:lnTo>
                  <a:lnTo>
                    <a:pt x="277904" y="41930"/>
                  </a:lnTo>
                  <a:lnTo>
                    <a:pt x="273880" y="38483"/>
                  </a:lnTo>
                  <a:lnTo>
                    <a:pt x="269748" y="35165"/>
                  </a:lnTo>
                  <a:lnTo>
                    <a:pt x="265513" y="31980"/>
                  </a:lnTo>
                  <a:lnTo>
                    <a:pt x="261179" y="28931"/>
                  </a:lnTo>
                  <a:lnTo>
                    <a:pt x="256751" y="26020"/>
                  </a:lnTo>
                  <a:lnTo>
                    <a:pt x="252232" y="23252"/>
                  </a:lnTo>
                  <a:lnTo>
                    <a:pt x="247629" y="20628"/>
                  </a:lnTo>
                  <a:lnTo>
                    <a:pt x="242944" y="18151"/>
                  </a:lnTo>
                  <a:lnTo>
                    <a:pt x="238183" y="15824"/>
                  </a:lnTo>
                  <a:lnTo>
                    <a:pt x="233351" y="13649"/>
                  </a:lnTo>
                  <a:lnTo>
                    <a:pt x="228453" y="11629"/>
                  </a:lnTo>
                  <a:lnTo>
                    <a:pt x="223492" y="9764"/>
                  </a:lnTo>
                  <a:lnTo>
                    <a:pt x="218476" y="8058"/>
                  </a:lnTo>
                  <a:lnTo>
                    <a:pt x="213407" y="6512"/>
                  </a:lnTo>
                  <a:lnTo>
                    <a:pt x="208293" y="5127"/>
                  </a:lnTo>
                  <a:lnTo>
                    <a:pt x="203136" y="3905"/>
                  </a:lnTo>
                  <a:lnTo>
                    <a:pt x="197944" y="2846"/>
                  </a:lnTo>
                  <a:lnTo>
                    <a:pt x="192721" y="1953"/>
                  </a:lnTo>
                  <a:lnTo>
                    <a:pt x="187472" y="1226"/>
                  </a:lnTo>
                  <a:lnTo>
                    <a:pt x="182203" y="666"/>
                  </a:lnTo>
                  <a:lnTo>
                    <a:pt x="167164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3779" y="3170392"/>
              <a:ext cx="15038" cy="167167"/>
            </a:xfrm>
            <a:custGeom>
              <a:avLst/>
              <a:pathLst>
                <a:path w="15038" h="167167">
                  <a:moveTo>
                    <a:pt x="15038" y="6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4816" y="2633064"/>
              <a:ext cx="34195" cy="167167"/>
            </a:xfrm>
            <a:custGeom>
              <a:avLst/>
              <a:pathLst>
                <a:path w="34195" h="167167">
                  <a:moveTo>
                    <a:pt x="34195" y="0"/>
                  </a:moveTo>
                  <a:lnTo>
                    <a:pt x="27309" y="141"/>
                  </a:lnTo>
                  <a:lnTo>
                    <a:pt x="20435" y="567"/>
                  </a:lnTo>
                  <a:lnTo>
                    <a:pt x="13584" y="1275"/>
                  </a:lnTo>
                  <a:lnTo>
                    <a:pt x="6769" y="2265"/>
                  </a:lnTo>
                  <a:lnTo>
                    <a:pt x="0" y="3534"/>
                  </a:lnTo>
                  <a:lnTo>
                    <a:pt x="341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816" y="2636599"/>
              <a:ext cx="34195" cy="163632"/>
            </a:xfrm>
            <a:custGeom>
              <a:avLst/>
              <a:pathLst>
                <a:path w="34195" h="163632">
                  <a:moveTo>
                    <a:pt x="0" y="0"/>
                  </a:moveTo>
                  <a:lnTo>
                    <a:pt x="34195" y="1636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46" y="2636599"/>
              <a:ext cx="334316" cy="330798"/>
            </a:xfrm>
            <a:custGeom>
              <a:avLst/>
              <a:pathLst>
                <a:path w="334316" h="330798">
                  <a:moveTo>
                    <a:pt x="132969" y="0"/>
                  </a:moveTo>
                  <a:lnTo>
                    <a:pt x="127815" y="1162"/>
                  </a:lnTo>
                  <a:lnTo>
                    <a:pt x="122700" y="2487"/>
                  </a:lnTo>
                  <a:lnTo>
                    <a:pt x="117629" y="3972"/>
                  </a:lnTo>
                  <a:lnTo>
                    <a:pt x="112608" y="5618"/>
                  </a:lnTo>
                  <a:lnTo>
                    <a:pt x="107641" y="7421"/>
                  </a:lnTo>
                  <a:lnTo>
                    <a:pt x="102734" y="9380"/>
                  </a:lnTo>
                  <a:lnTo>
                    <a:pt x="97891" y="11493"/>
                  </a:lnTo>
                  <a:lnTo>
                    <a:pt x="93118" y="13759"/>
                  </a:lnTo>
                  <a:lnTo>
                    <a:pt x="88418" y="16174"/>
                  </a:lnTo>
                  <a:lnTo>
                    <a:pt x="83797" y="18736"/>
                  </a:lnTo>
                  <a:lnTo>
                    <a:pt x="79259" y="21443"/>
                  </a:lnTo>
                  <a:lnTo>
                    <a:pt x="74809" y="24293"/>
                  </a:lnTo>
                  <a:lnTo>
                    <a:pt x="70452" y="27281"/>
                  </a:lnTo>
                  <a:lnTo>
                    <a:pt x="66191" y="30406"/>
                  </a:lnTo>
                  <a:lnTo>
                    <a:pt x="62031" y="33663"/>
                  </a:lnTo>
                  <a:lnTo>
                    <a:pt x="57976" y="37051"/>
                  </a:lnTo>
                  <a:lnTo>
                    <a:pt x="54030" y="40565"/>
                  </a:lnTo>
                  <a:lnTo>
                    <a:pt x="50197" y="44202"/>
                  </a:lnTo>
                  <a:lnTo>
                    <a:pt x="46481" y="47958"/>
                  </a:lnTo>
                  <a:lnTo>
                    <a:pt x="42885" y="51830"/>
                  </a:lnTo>
                  <a:lnTo>
                    <a:pt x="39414" y="55814"/>
                  </a:lnTo>
                  <a:lnTo>
                    <a:pt x="36070" y="59905"/>
                  </a:lnTo>
                  <a:lnTo>
                    <a:pt x="32857" y="64100"/>
                  </a:lnTo>
                  <a:lnTo>
                    <a:pt x="29779" y="68395"/>
                  </a:lnTo>
                  <a:lnTo>
                    <a:pt x="26838" y="72784"/>
                  </a:lnTo>
                  <a:lnTo>
                    <a:pt x="24037" y="77264"/>
                  </a:lnTo>
                  <a:lnTo>
                    <a:pt x="21378" y="81831"/>
                  </a:lnTo>
                  <a:lnTo>
                    <a:pt x="18866" y="86479"/>
                  </a:lnTo>
                  <a:lnTo>
                    <a:pt x="16502" y="91205"/>
                  </a:lnTo>
                  <a:lnTo>
                    <a:pt x="14288" y="96003"/>
                  </a:lnTo>
                  <a:lnTo>
                    <a:pt x="12227" y="100868"/>
                  </a:lnTo>
                  <a:lnTo>
                    <a:pt x="10321" y="105796"/>
                  </a:lnTo>
                  <a:lnTo>
                    <a:pt x="8571" y="110782"/>
                  </a:lnTo>
                  <a:lnTo>
                    <a:pt x="6980" y="115820"/>
                  </a:lnTo>
                  <a:lnTo>
                    <a:pt x="5549" y="120907"/>
                  </a:lnTo>
                  <a:lnTo>
                    <a:pt x="4280" y="126036"/>
                  </a:lnTo>
                  <a:lnTo>
                    <a:pt x="3173" y="131202"/>
                  </a:lnTo>
                  <a:lnTo>
                    <a:pt x="2230" y="136401"/>
                  </a:lnTo>
                  <a:lnTo>
                    <a:pt x="1451" y="141628"/>
                  </a:lnTo>
                  <a:lnTo>
                    <a:pt x="839" y="146876"/>
                  </a:lnTo>
                  <a:lnTo>
                    <a:pt x="392" y="152141"/>
                  </a:lnTo>
                  <a:lnTo>
                    <a:pt x="112" y="157417"/>
                  </a:lnTo>
                  <a:lnTo>
                    <a:pt x="0" y="162700"/>
                  </a:lnTo>
                  <a:lnTo>
                    <a:pt x="54" y="167984"/>
                  </a:lnTo>
                  <a:lnTo>
                    <a:pt x="275" y="173263"/>
                  </a:lnTo>
                  <a:lnTo>
                    <a:pt x="662" y="178532"/>
                  </a:lnTo>
                  <a:lnTo>
                    <a:pt x="1216" y="183787"/>
                  </a:lnTo>
                  <a:lnTo>
                    <a:pt x="1936" y="189022"/>
                  </a:lnTo>
                  <a:lnTo>
                    <a:pt x="2821" y="194231"/>
                  </a:lnTo>
                  <a:lnTo>
                    <a:pt x="3870" y="199410"/>
                  </a:lnTo>
                  <a:lnTo>
                    <a:pt x="5083" y="204553"/>
                  </a:lnTo>
                  <a:lnTo>
                    <a:pt x="6457" y="209655"/>
                  </a:lnTo>
                  <a:lnTo>
                    <a:pt x="7992" y="214711"/>
                  </a:lnTo>
                  <a:lnTo>
                    <a:pt x="9685" y="219716"/>
                  </a:lnTo>
                  <a:lnTo>
                    <a:pt x="11537" y="224665"/>
                  </a:lnTo>
                  <a:lnTo>
                    <a:pt x="13543" y="229553"/>
                  </a:lnTo>
                  <a:lnTo>
                    <a:pt x="15703" y="234375"/>
                  </a:lnTo>
                  <a:lnTo>
                    <a:pt x="18015" y="239126"/>
                  </a:lnTo>
                  <a:lnTo>
                    <a:pt x="20475" y="243802"/>
                  </a:lnTo>
                  <a:lnTo>
                    <a:pt x="23082" y="248398"/>
                  </a:lnTo>
                  <a:lnTo>
                    <a:pt x="25833" y="252910"/>
                  </a:lnTo>
                  <a:lnTo>
                    <a:pt x="28725" y="257332"/>
                  </a:lnTo>
                  <a:lnTo>
                    <a:pt x="31756" y="261660"/>
                  </a:lnTo>
                  <a:lnTo>
                    <a:pt x="34922" y="265891"/>
                  </a:lnTo>
                  <a:lnTo>
                    <a:pt x="38219" y="270019"/>
                  </a:lnTo>
                  <a:lnTo>
                    <a:pt x="41646" y="274041"/>
                  </a:lnTo>
                  <a:lnTo>
                    <a:pt x="45198" y="277953"/>
                  </a:lnTo>
                  <a:lnTo>
                    <a:pt x="48872" y="281750"/>
                  </a:lnTo>
                  <a:lnTo>
                    <a:pt x="52664" y="285430"/>
                  </a:lnTo>
                  <a:lnTo>
                    <a:pt x="56571" y="288988"/>
                  </a:lnTo>
                  <a:lnTo>
                    <a:pt x="60588" y="292420"/>
                  </a:lnTo>
                  <a:lnTo>
                    <a:pt x="64711" y="295724"/>
                  </a:lnTo>
                  <a:lnTo>
                    <a:pt x="68937" y="298896"/>
                  </a:lnTo>
                  <a:lnTo>
                    <a:pt x="73261" y="301933"/>
                  </a:lnTo>
                  <a:lnTo>
                    <a:pt x="77679" y="304832"/>
                  </a:lnTo>
                  <a:lnTo>
                    <a:pt x="82186" y="307589"/>
                  </a:lnTo>
                  <a:lnTo>
                    <a:pt x="86778" y="310203"/>
                  </a:lnTo>
                  <a:lnTo>
                    <a:pt x="91451" y="312670"/>
                  </a:lnTo>
                  <a:lnTo>
                    <a:pt x="96199" y="314989"/>
                  </a:lnTo>
                  <a:lnTo>
                    <a:pt x="101018" y="317156"/>
                  </a:lnTo>
                  <a:lnTo>
                    <a:pt x="105903" y="319170"/>
                  </a:lnTo>
                  <a:lnTo>
                    <a:pt x="110849" y="321028"/>
                  </a:lnTo>
                  <a:lnTo>
                    <a:pt x="115852" y="322729"/>
                  </a:lnTo>
                  <a:lnTo>
                    <a:pt x="120905" y="324272"/>
                  </a:lnTo>
                  <a:lnTo>
                    <a:pt x="126005" y="325653"/>
                  </a:lnTo>
                  <a:lnTo>
                    <a:pt x="131147" y="326873"/>
                  </a:lnTo>
                  <a:lnTo>
                    <a:pt x="136324" y="327930"/>
                  </a:lnTo>
                  <a:lnTo>
                    <a:pt x="141532" y="328823"/>
                  </a:lnTo>
                  <a:lnTo>
                    <a:pt x="146765" y="329550"/>
                  </a:lnTo>
                  <a:lnTo>
                    <a:pt x="152019" y="330112"/>
                  </a:lnTo>
                  <a:lnTo>
                    <a:pt x="157288" y="330508"/>
                  </a:lnTo>
                  <a:lnTo>
                    <a:pt x="162567" y="330736"/>
                  </a:lnTo>
                  <a:lnTo>
                    <a:pt x="167850" y="330798"/>
                  </a:lnTo>
                  <a:lnTo>
                    <a:pt x="173133" y="330693"/>
                  </a:lnTo>
                  <a:lnTo>
                    <a:pt x="178410" y="330421"/>
                  </a:lnTo>
                  <a:lnTo>
                    <a:pt x="183676" y="329982"/>
                  </a:lnTo>
                  <a:lnTo>
                    <a:pt x="188925" y="329377"/>
                  </a:lnTo>
                  <a:lnTo>
                    <a:pt x="194152" y="328607"/>
                  </a:lnTo>
                  <a:lnTo>
                    <a:pt x="199353" y="327671"/>
                  </a:lnTo>
                  <a:lnTo>
                    <a:pt x="204521" y="326572"/>
                  </a:lnTo>
                  <a:lnTo>
                    <a:pt x="209652" y="325310"/>
                  </a:lnTo>
                  <a:lnTo>
                    <a:pt x="214740" y="323887"/>
                  </a:lnTo>
                  <a:lnTo>
                    <a:pt x="219781" y="322303"/>
                  </a:lnTo>
                  <a:lnTo>
                    <a:pt x="224770" y="320561"/>
                  </a:lnTo>
                  <a:lnTo>
                    <a:pt x="229701" y="318662"/>
                  </a:lnTo>
                  <a:lnTo>
                    <a:pt x="234569" y="316608"/>
                  </a:lnTo>
                  <a:lnTo>
                    <a:pt x="239370" y="314401"/>
                  </a:lnTo>
                  <a:lnTo>
                    <a:pt x="244099" y="312044"/>
                  </a:lnTo>
                  <a:lnTo>
                    <a:pt x="248751" y="309538"/>
                  </a:lnTo>
                  <a:lnTo>
                    <a:pt x="253321" y="306887"/>
                  </a:lnTo>
                  <a:lnTo>
                    <a:pt x="257806" y="304092"/>
                  </a:lnTo>
                  <a:lnTo>
                    <a:pt x="262200" y="301158"/>
                  </a:lnTo>
                  <a:lnTo>
                    <a:pt x="266499" y="298085"/>
                  </a:lnTo>
                  <a:lnTo>
                    <a:pt x="270698" y="294879"/>
                  </a:lnTo>
                  <a:lnTo>
                    <a:pt x="274794" y="291541"/>
                  </a:lnTo>
                  <a:lnTo>
                    <a:pt x="278783" y="288076"/>
                  </a:lnTo>
                  <a:lnTo>
                    <a:pt x="282660" y="284486"/>
                  </a:lnTo>
                  <a:lnTo>
                    <a:pt x="286422" y="280775"/>
                  </a:lnTo>
                  <a:lnTo>
                    <a:pt x="290065" y="276948"/>
                  </a:lnTo>
                  <a:lnTo>
                    <a:pt x="293585" y="273007"/>
                  </a:lnTo>
                  <a:lnTo>
                    <a:pt x="296978" y="268957"/>
                  </a:lnTo>
                  <a:lnTo>
                    <a:pt x="300242" y="264802"/>
                  </a:lnTo>
                  <a:lnTo>
                    <a:pt x="303373" y="260545"/>
                  </a:lnTo>
                  <a:lnTo>
                    <a:pt x="306368" y="256192"/>
                  </a:lnTo>
                  <a:lnTo>
                    <a:pt x="309224" y="251746"/>
                  </a:lnTo>
                  <a:lnTo>
                    <a:pt x="311937" y="247213"/>
                  </a:lnTo>
                  <a:lnTo>
                    <a:pt x="314507" y="242596"/>
                  </a:lnTo>
                  <a:lnTo>
                    <a:pt x="316929" y="237899"/>
                  </a:lnTo>
                  <a:lnTo>
                    <a:pt x="319201" y="233129"/>
                  </a:lnTo>
                  <a:lnTo>
                    <a:pt x="321321" y="228289"/>
                  </a:lnTo>
                  <a:lnTo>
                    <a:pt x="323288" y="223385"/>
                  </a:lnTo>
                  <a:lnTo>
                    <a:pt x="325098" y="218421"/>
                  </a:lnTo>
                  <a:lnTo>
                    <a:pt x="326751" y="213402"/>
                  </a:lnTo>
                  <a:lnTo>
                    <a:pt x="328244" y="208334"/>
                  </a:lnTo>
                  <a:lnTo>
                    <a:pt x="329576" y="203221"/>
                  </a:lnTo>
                  <a:lnTo>
                    <a:pt x="330746" y="198068"/>
                  </a:lnTo>
                  <a:lnTo>
                    <a:pt x="331753" y="192881"/>
                  </a:lnTo>
                  <a:lnTo>
                    <a:pt x="332595" y="187665"/>
                  </a:lnTo>
                  <a:lnTo>
                    <a:pt x="333272" y="182424"/>
                  </a:lnTo>
                  <a:lnTo>
                    <a:pt x="333783" y="177165"/>
                  </a:lnTo>
                  <a:lnTo>
                    <a:pt x="334128" y="171893"/>
                  </a:lnTo>
                  <a:lnTo>
                    <a:pt x="334305" y="166612"/>
                  </a:lnTo>
                  <a:lnTo>
                    <a:pt x="334316" y="161328"/>
                  </a:lnTo>
                  <a:lnTo>
                    <a:pt x="334160" y="156046"/>
                  </a:lnTo>
                  <a:lnTo>
                    <a:pt x="333836" y="150772"/>
                  </a:lnTo>
                  <a:lnTo>
                    <a:pt x="333347" y="145511"/>
                  </a:lnTo>
                  <a:lnTo>
                    <a:pt x="332691" y="140268"/>
                  </a:lnTo>
                  <a:lnTo>
                    <a:pt x="331870" y="135049"/>
                  </a:lnTo>
                  <a:lnTo>
                    <a:pt x="330884" y="129857"/>
                  </a:lnTo>
                  <a:lnTo>
                    <a:pt x="329735" y="124700"/>
                  </a:lnTo>
                  <a:lnTo>
                    <a:pt x="328423" y="119582"/>
                  </a:lnTo>
                  <a:lnTo>
                    <a:pt x="326951" y="114507"/>
                  </a:lnTo>
                  <a:lnTo>
                    <a:pt x="325318" y="109482"/>
                  </a:lnTo>
                  <a:lnTo>
                    <a:pt x="323528" y="104510"/>
                  </a:lnTo>
                  <a:lnTo>
                    <a:pt x="321581" y="99598"/>
                  </a:lnTo>
                  <a:lnTo>
                    <a:pt x="319480" y="94750"/>
                  </a:lnTo>
                  <a:lnTo>
                    <a:pt x="317227" y="89970"/>
                  </a:lnTo>
                  <a:lnTo>
                    <a:pt x="314824" y="85265"/>
                  </a:lnTo>
                  <a:lnTo>
                    <a:pt x="312274" y="80637"/>
                  </a:lnTo>
                  <a:lnTo>
                    <a:pt x="309578" y="76092"/>
                  </a:lnTo>
                  <a:lnTo>
                    <a:pt x="306741" y="71635"/>
                  </a:lnTo>
                  <a:lnTo>
                    <a:pt x="303763" y="67270"/>
                  </a:lnTo>
                  <a:lnTo>
                    <a:pt x="300650" y="63001"/>
                  </a:lnTo>
                  <a:lnTo>
                    <a:pt x="297403" y="58833"/>
                  </a:lnTo>
                  <a:lnTo>
                    <a:pt x="294025" y="54769"/>
                  </a:lnTo>
                  <a:lnTo>
                    <a:pt x="290522" y="50814"/>
                  </a:lnTo>
                  <a:lnTo>
                    <a:pt x="286894" y="46972"/>
                  </a:lnTo>
                  <a:lnTo>
                    <a:pt x="283148" y="43246"/>
                  </a:lnTo>
                  <a:lnTo>
                    <a:pt x="279285" y="39641"/>
                  </a:lnTo>
                  <a:lnTo>
                    <a:pt x="167164" y="1636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011" y="2633064"/>
              <a:ext cx="112120" cy="167167"/>
            </a:xfrm>
            <a:custGeom>
              <a:avLst/>
              <a:pathLst>
                <a:path w="112120" h="167167">
                  <a:moveTo>
                    <a:pt x="112120" y="43175"/>
                  </a:moveTo>
                  <a:lnTo>
                    <a:pt x="107915" y="39499"/>
                  </a:lnTo>
                  <a:lnTo>
                    <a:pt x="103589" y="35964"/>
                  </a:lnTo>
                  <a:lnTo>
                    <a:pt x="99148" y="32577"/>
                  </a:lnTo>
                  <a:lnTo>
                    <a:pt x="94596" y="29339"/>
                  </a:lnTo>
                  <a:lnTo>
                    <a:pt x="89938" y="26256"/>
                  </a:lnTo>
                  <a:lnTo>
                    <a:pt x="85180" y="23329"/>
                  </a:lnTo>
                  <a:lnTo>
                    <a:pt x="80327" y="20564"/>
                  </a:lnTo>
                  <a:lnTo>
                    <a:pt x="75384" y="17962"/>
                  </a:lnTo>
                  <a:lnTo>
                    <a:pt x="70357" y="15527"/>
                  </a:lnTo>
                  <a:lnTo>
                    <a:pt x="65251" y="13261"/>
                  </a:lnTo>
                  <a:lnTo>
                    <a:pt x="60073" y="11166"/>
                  </a:lnTo>
                  <a:lnTo>
                    <a:pt x="54827" y="9246"/>
                  </a:lnTo>
                  <a:lnTo>
                    <a:pt x="49520" y="7503"/>
                  </a:lnTo>
                  <a:lnTo>
                    <a:pt x="44158" y="5937"/>
                  </a:lnTo>
                  <a:lnTo>
                    <a:pt x="38747" y="4552"/>
                  </a:lnTo>
                  <a:lnTo>
                    <a:pt x="33292" y="3348"/>
                  </a:lnTo>
                  <a:lnTo>
                    <a:pt x="27801" y="2327"/>
                  </a:lnTo>
                  <a:lnTo>
                    <a:pt x="22278" y="1491"/>
                  </a:lnTo>
                  <a:lnTo>
                    <a:pt x="16730" y="839"/>
                  </a:lnTo>
                  <a:lnTo>
                    <a:pt x="11163" y="373"/>
                  </a:lnTo>
                  <a:lnTo>
                    <a:pt x="558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965" y="2126963"/>
              <a:ext cx="7506" cy="167167"/>
            </a:xfrm>
            <a:custGeom>
              <a:avLst/>
              <a:pathLst>
                <a:path w="7506" h="167167">
                  <a:moveTo>
                    <a:pt x="7506" y="0"/>
                  </a:moveTo>
                  <a:lnTo>
                    <a:pt x="0" y="168"/>
                  </a:lnTo>
                  <a:lnTo>
                    <a:pt x="75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965" y="2127132"/>
              <a:ext cx="7506" cy="166998"/>
            </a:xfrm>
            <a:custGeom>
              <a:avLst/>
              <a:pathLst>
                <a:path w="7506" h="166998">
                  <a:moveTo>
                    <a:pt x="0" y="0"/>
                  </a:moveTo>
                  <a:lnTo>
                    <a:pt x="7506" y="166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61305" y="2127132"/>
              <a:ext cx="331763" cy="334162"/>
            </a:xfrm>
            <a:custGeom>
              <a:avLst/>
              <a:pathLst>
                <a:path w="331763" h="334162">
                  <a:moveTo>
                    <a:pt x="159659" y="0"/>
                  </a:moveTo>
                  <a:lnTo>
                    <a:pt x="154344" y="323"/>
                  </a:lnTo>
                  <a:lnTo>
                    <a:pt x="149041" y="816"/>
                  </a:lnTo>
                  <a:lnTo>
                    <a:pt x="143757" y="1478"/>
                  </a:lnTo>
                  <a:lnTo>
                    <a:pt x="138497" y="2308"/>
                  </a:lnTo>
                  <a:lnTo>
                    <a:pt x="133266" y="3304"/>
                  </a:lnTo>
                  <a:lnTo>
                    <a:pt x="128069" y="4467"/>
                  </a:lnTo>
                  <a:lnTo>
                    <a:pt x="122912" y="5795"/>
                  </a:lnTo>
                  <a:lnTo>
                    <a:pt x="117800" y="7286"/>
                  </a:lnTo>
                  <a:lnTo>
                    <a:pt x="112738" y="8940"/>
                  </a:lnTo>
                  <a:lnTo>
                    <a:pt x="107731" y="10754"/>
                  </a:lnTo>
                  <a:lnTo>
                    <a:pt x="102784" y="12726"/>
                  </a:lnTo>
                  <a:lnTo>
                    <a:pt x="97903" y="14855"/>
                  </a:lnTo>
                  <a:lnTo>
                    <a:pt x="93092" y="17138"/>
                  </a:lnTo>
                  <a:lnTo>
                    <a:pt x="88356" y="19574"/>
                  </a:lnTo>
                  <a:lnTo>
                    <a:pt x="83701" y="22159"/>
                  </a:lnTo>
                  <a:lnTo>
                    <a:pt x="79130" y="24891"/>
                  </a:lnTo>
                  <a:lnTo>
                    <a:pt x="74648" y="27767"/>
                  </a:lnTo>
                  <a:lnTo>
                    <a:pt x="70260" y="30785"/>
                  </a:lnTo>
                  <a:lnTo>
                    <a:pt x="65970" y="33940"/>
                  </a:lnTo>
                  <a:lnTo>
                    <a:pt x="61784" y="37231"/>
                  </a:lnTo>
                  <a:lnTo>
                    <a:pt x="57704" y="40654"/>
                  </a:lnTo>
                  <a:lnTo>
                    <a:pt x="53735" y="44204"/>
                  </a:lnTo>
                  <a:lnTo>
                    <a:pt x="49881" y="47880"/>
                  </a:lnTo>
                  <a:lnTo>
                    <a:pt x="46147" y="51676"/>
                  </a:lnTo>
                  <a:lnTo>
                    <a:pt x="42535" y="55589"/>
                  </a:lnTo>
                  <a:lnTo>
                    <a:pt x="39049" y="59615"/>
                  </a:lnTo>
                  <a:lnTo>
                    <a:pt x="35694" y="63751"/>
                  </a:lnTo>
                  <a:lnTo>
                    <a:pt x="32472" y="67991"/>
                  </a:lnTo>
                  <a:lnTo>
                    <a:pt x="29387" y="72331"/>
                  </a:lnTo>
                  <a:lnTo>
                    <a:pt x="26442" y="76768"/>
                  </a:lnTo>
                  <a:lnTo>
                    <a:pt x="23639" y="81296"/>
                  </a:lnTo>
                  <a:lnTo>
                    <a:pt x="20982" y="85911"/>
                  </a:lnTo>
                  <a:lnTo>
                    <a:pt x="18473" y="90608"/>
                  </a:lnTo>
                  <a:lnTo>
                    <a:pt x="16116" y="95383"/>
                  </a:lnTo>
                  <a:lnTo>
                    <a:pt x="13911" y="100231"/>
                  </a:lnTo>
                  <a:lnTo>
                    <a:pt x="11862" y="105146"/>
                  </a:lnTo>
                  <a:lnTo>
                    <a:pt x="9971" y="110124"/>
                  </a:lnTo>
                  <a:lnTo>
                    <a:pt x="8239" y="115160"/>
                  </a:lnTo>
                  <a:lnTo>
                    <a:pt x="6669" y="120249"/>
                  </a:lnTo>
                  <a:lnTo>
                    <a:pt x="5261" y="125384"/>
                  </a:lnTo>
                  <a:lnTo>
                    <a:pt x="4018" y="130563"/>
                  </a:lnTo>
                  <a:lnTo>
                    <a:pt x="2940" y="135778"/>
                  </a:lnTo>
                  <a:lnTo>
                    <a:pt x="2029" y="141024"/>
                  </a:lnTo>
                  <a:lnTo>
                    <a:pt x="1285" y="146298"/>
                  </a:lnTo>
                  <a:lnTo>
                    <a:pt x="710" y="151592"/>
                  </a:lnTo>
                  <a:lnTo>
                    <a:pt x="304" y="156901"/>
                  </a:lnTo>
                  <a:lnTo>
                    <a:pt x="67" y="162221"/>
                  </a:lnTo>
                  <a:lnTo>
                    <a:pt x="0" y="167546"/>
                  </a:lnTo>
                  <a:lnTo>
                    <a:pt x="102" y="172871"/>
                  </a:lnTo>
                  <a:lnTo>
                    <a:pt x="374" y="178189"/>
                  </a:lnTo>
                  <a:lnTo>
                    <a:pt x="815" y="183496"/>
                  </a:lnTo>
                  <a:lnTo>
                    <a:pt x="1425" y="188786"/>
                  </a:lnTo>
                  <a:lnTo>
                    <a:pt x="2203" y="194054"/>
                  </a:lnTo>
                  <a:lnTo>
                    <a:pt x="3148" y="199295"/>
                  </a:lnTo>
                  <a:lnTo>
                    <a:pt x="4260" y="204503"/>
                  </a:lnTo>
                  <a:lnTo>
                    <a:pt x="5537" y="209673"/>
                  </a:lnTo>
                  <a:lnTo>
                    <a:pt x="6979" y="214799"/>
                  </a:lnTo>
                  <a:lnTo>
                    <a:pt x="8582" y="219877"/>
                  </a:lnTo>
                  <a:lnTo>
                    <a:pt x="10347" y="224902"/>
                  </a:lnTo>
                  <a:lnTo>
                    <a:pt x="12271" y="229867"/>
                  </a:lnTo>
                  <a:lnTo>
                    <a:pt x="14352" y="234769"/>
                  </a:lnTo>
                  <a:lnTo>
                    <a:pt x="16588" y="239602"/>
                  </a:lnTo>
                  <a:lnTo>
                    <a:pt x="18977" y="244362"/>
                  </a:lnTo>
                  <a:lnTo>
                    <a:pt x="21517" y="249042"/>
                  </a:lnTo>
                  <a:lnTo>
                    <a:pt x="24204" y="253640"/>
                  </a:lnTo>
                  <a:lnTo>
                    <a:pt x="27036" y="258150"/>
                  </a:lnTo>
                  <a:lnTo>
                    <a:pt x="30011" y="262567"/>
                  </a:lnTo>
                  <a:lnTo>
                    <a:pt x="33124" y="266887"/>
                  </a:lnTo>
                  <a:lnTo>
                    <a:pt x="36374" y="271106"/>
                  </a:lnTo>
                  <a:lnTo>
                    <a:pt x="39756" y="275219"/>
                  </a:lnTo>
                  <a:lnTo>
                    <a:pt x="43268" y="279222"/>
                  </a:lnTo>
                  <a:lnTo>
                    <a:pt x="46905" y="283112"/>
                  </a:lnTo>
                  <a:lnTo>
                    <a:pt x="50665" y="286883"/>
                  </a:lnTo>
                  <a:lnTo>
                    <a:pt x="54543" y="290533"/>
                  </a:lnTo>
                  <a:lnTo>
                    <a:pt x="58535" y="294058"/>
                  </a:lnTo>
                  <a:lnTo>
                    <a:pt x="62637" y="297454"/>
                  </a:lnTo>
                  <a:lnTo>
                    <a:pt x="66845" y="300717"/>
                  </a:lnTo>
                  <a:lnTo>
                    <a:pt x="71155" y="303844"/>
                  </a:lnTo>
                  <a:lnTo>
                    <a:pt x="75563" y="306833"/>
                  </a:lnTo>
                  <a:lnTo>
                    <a:pt x="80063" y="309680"/>
                  </a:lnTo>
                  <a:lnTo>
                    <a:pt x="84652" y="312382"/>
                  </a:lnTo>
                  <a:lnTo>
                    <a:pt x="89325" y="314936"/>
                  </a:lnTo>
                  <a:lnTo>
                    <a:pt x="94076" y="317341"/>
                  </a:lnTo>
                  <a:lnTo>
                    <a:pt x="98902" y="319593"/>
                  </a:lnTo>
                  <a:lnTo>
                    <a:pt x="103797" y="321689"/>
                  </a:lnTo>
                  <a:lnTo>
                    <a:pt x="108757" y="323629"/>
                  </a:lnTo>
                  <a:lnTo>
                    <a:pt x="113775" y="325410"/>
                  </a:lnTo>
                  <a:lnTo>
                    <a:pt x="118848" y="327031"/>
                  </a:lnTo>
                  <a:lnTo>
                    <a:pt x="123970" y="328488"/>
                  </a:lnTo>
                  <a:lnTo>
                    <a:pt x="129136" y="329782"/>
                  </a:lnTo>
                  <a:lnTo>
                    <a:pt x="134340" y="330911"/>
                  </a:lnTo>
                  <a:lnTo>
                    <a:pt x="139577" y="331873"/>
                  </a:lnTo>
                  <a:lnTo>
                    <a:pt x="144843" y="332669"/>
                  </a:lnTo>
                  <a:lnTo>
                    <a:pt x="150131" y="333296"/>
                  </a:lnTo>
                  <a:lnTo>
                    <a:pt x="155437" y="333754"/>
                  </a:lnTo>
                  <a:lnTo>
                    <a:pt x="160754" y="334043"/>
                  </a:lnTo>
                  <a:lnTo>
                    <a:pt x="166078" y="334162"/>
                  </a:lnTo>
                  <a:lnTo>
                    <a:pt x="171403" y="334112"/>
                  </a:lnTo>
                  <a:lnTo>
                    <a:pt x="176724" y="333892"/>
                  </a:lnTo>
                  <a:lnTo>
                    <a:pt x="182035" y="333503"/>
                  </a:lnTo>
                  <a:lnTo>
                    <a:pt x="187331" y="332945"/>
                  </a:lnTo>
                  <a:lnTo>
                    <a:pt x="192607" y="332219"/>
                  </a:lnTo>
                  <a:lnTo>
                    <a:pt x="197856" y="331324"/>
                  </a:lnTo>
                  <a:lnTo>
                    <a:pt x="203075" y="330263"/>
                  </a:lnTo>
                  <a:lnTo>
                    <a:pt x="208257" y="329037"/>
                  </a:lnTo>
                  <a:lnTo>
                    <a:pt x="213397" y="327646"/>
                  </a:lnTo>
                  <a:lnTo>
                    <a:pt x="218491" y="326092"/>
                  </a:lnTo>
                  <a:lnTo>
                    <a:pt x="223532" y="324376"/>
                  </a:lnTo>
                  <a:lnTo>
                    <a:pt x="228516" y="322501"/>
                  </a:lnTo>
                  <a:lnTo>
                    <a:pt x="233438" y="320468"/>
                  </a:lnTo>
                  <a:lnTo>
                    <a:pt x="238293" y="318279"/>
                  </a:lnTo>
                  <a:lnTo>
                    <a:pt x="243076" y="315937"/>
                  </a:lnTo>
                  <a:lnTo>
                    <a:pt x="247781" y="313443"/>
                  </a:lnTo>
                  <a:lnTo>
                    <a:pt x="252405" y="310801"/>
                  </a:lnTo>
                  <a:lnTo>
                    <a:pt x="256942" y="308013"/>
                  </a:lnTo>
                  <a:lnTo>
                    <a:pt x="261388" y="305082"/>
                  </a:lnTo>
                  <a:lnTo>
                    <a:pt x="265738" y="302011"/>
                  </a:lnTo>
                  <a:lnTo>
                    <a:pt x="269989" y="298803"/>
                  </a:lnTo>
                  <a:lnTo>
                    <a:pt x="274135" y="295461"/>
                  </a:lnTo>
                  <a:lnTo>
                    <a:pt x="278172" y="291989"/>
                  </a:lnTo>
                  <a:lnTo>
                    <a:pt x="282097" y="288389"/>
                  </a:lnTo>
                  <a:lnTo>
                    <a:pt x="285905" y="284667"/>
                  </a:lnTo>
                  <a:lnTo>
                    <a:pt x="289593" y="280825"/>
                  </a:lnTo>
                  <a:lnTo>
                    <a:pt x="293157" y="276868"/>
                  </a:lnTo>
                  <a:lnTo>
                    <a:pt x="296592" y="272799"/>
                  </a:lnTo>
                  <a:lnTo>
                    <a:pt x="299897" y="268623"/>
                  </a:lnTo>
                  <a:lnTo>
                    <a:pt x="303066" y="264344"/>
                  </a:lnTo>
                  <a:lnTo>
                    <a:pt x="306098" y="259966"/>
                  </a:lnTo>
                  <a:lnTo>
                    <a:pt x="308989" y="255493"/>
                  </a:lnTo>
                  <a:lnTo>
                    <a:pt x="311735" y="250931"/>
                  </a:lnTo>
                  <a:lnTo>
                    <a:pt x="314335" y="246284"/>
                  </a:lnTo>
                  <a:lnTo>
                    <a:pt x="316786" y="241556"/>
                  </a:lnTo>
                  <a:lnTo>
                    <a:pt x="319085" y="236752"/>
                  </a:lnTo>
                  <a:lnTo>
                    <a:pt x="321230" y="231878"/>
                  </a:lnTo>
                  <a:lnTo>
                    <a:pt x="323218" y="226938"/>
                  </a:lnTo>
                  <a:lnTo>
                    <a:pt x="325048" y="221937"/>
                  </a:lnTo>
                  <a:lnTo>
                    <a:pt x="326718" y="216880"/>
                  </a:lnTo>
                  <a:lnTo>
                    <a:pt x="328226" y="211773"/>
                  </a:lnTo>
                  <a:lnTo>
                    <a:pt x="329570" y="206620"/>
                  </a:lnTo>
                  <a:lnTo>
                    <a:pt x="330750" y="201427"/>
                  </a:lnTo>
                  <a:lnTo>
                    <a:pt x="331763" y="196199"/>
                  </a:lnTo>
                  <a:lnTo>
                    <a:pt x="167166" y="166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167151" cy="196368"/>
            </a:xfrm>
            <a:custGeom>
              <a:avLst/>
              <a:pathLst>
                <a:path w="167151" h="196368">
                  <a:moveTo>
                    <a:pt x="164597" y="196368"/>
                  </a:moveTo>
                  <a:lnTo>
                    <a:pt x="165455" y="191030"/>
                  </a:lnTo>
                  <a:lnTo>
                    <a:pt x="166140" y="185668"/>
                  </a:lnTo>
                  <a:lnTo>
                    <a:pt x="166651" y="180286"/>
                  </a:lnTo>
                  <a:lnTo>
                    <a:pt x="166988" y="174890"/>
                  </a:lnTo>
                  <a:lnTo>
                    <a:pt x="167151" y="169487"/>
                  </a:lnTo>
                  <a:lnTo>
                    <a:pt x="167138" y="164081"/>
                  </a:lnTo>
                  <a:lnTo>
                    <a:pt x="166951" y="158678"/>
                  </a:lnTo>
                  <a:lnTo>
                    <a:pt x="166589" y="153284"/>
                  </a:lnTo>
                  <a:lnTo>
                    <a:pt x="166053" y="147905"/>
                  </a:lnTo>
                  <a:lnTo>
                    <a:pt x="165344" y="142546"/>
                  </a:lnTo>
                  <a:lnTo>
                    <a:pt x="164461" y="137212"/>
                  </a:lnTo>
                  <a:lnTo>
                    <a:pt x="163407" y="131910"/>
                  </a:lnTo>
                  <a:lnTo>
                    <a:pt x="162181" y="126645"/>
                  </a:lnTo>
                  <a:lnTo>
                    <a:pt x="160786" y="121422"/>
                  </a:lnTo>
                  <a:lnTo>
                    <a:pt x="159223" y="116247"/>
                  </a:lnTo>
                  <a:lnTo>
                    <a:pt x="157493" y="111125"/>
                  </a:lnTo>
                  <a:lnTo>
                    <a:pt x="155599" y="106062"/>
                  </a:lnTo>
                  <a:lnTo>
                    <a:pt x="153541" y="101062"/>
                  </a:lnTo>
                  <a:lnTo>
                    <a:pt x="151324" y="96132"/>
                  </a:lnTo>
                  <a:lnTo>
                    <a:pt x="148948" y="91276"/>
                  </a:lnTo>
                  <a:lnTo>
                    <a:pt x="146416" y="86500"/>
                  </a:lnTo>
                  <a:lnTo>
                    <a:pt x="143731" y="81808"/>
                  </a:lnTo>
                  <a:lnTo>
                    <a:pt x="140896" y="77205"/>
                  </a:lnTo>
                  <a:lnTo>
                    <a:pt x="137913" y="72696"/>
                  </a:lnTo>
                  <a:lnTo>
                    <a:pt x="134786" y="68286"/>
                  </a:lnTo>
                  <a:lnTo>
                    <a:pt x="131519" y="63979"/>
                  </a:lnTo>
                  <a:lnTo>
                    <a:pt x="128113" y="59781"/>
                  </a:lnTo>
                  <a:lnTo>
                    <a:pt x="124574" y="55694"/>
                  </a:lnTo>
                  <a:lnTo>
                    <a:pt x="120905" y="51725"/>
                  </a:lnTo>
                  <a:lnTo>
                    <a:pt x="117109" y="47876"/>
                  </a:lnTo>
                  <a:lnTo>
                    <a:pt x="113190" y="44151"/>
                  </a:lnTo>
                  <a:lnTo>
                    <a:pt x="109153" y="40556"/>
                  </a:lnTo>
                  <a:lnTo>
                    <a:pt x="105002" y="37092"/>
                  </a:lnTo>
                  <a:lnTo>
                    <a:pt x="100741" y="33765"/>
                  </a:lnTo>
                  <a:lnTo>
                    <a:pt x="96375" y="30577"/>
                  </a:lnTo>
                  <a:lnTo>
                    <a:pt x="91908" y="27533"/>
                  </a:lnTo>
                  <a:lnTo>
                    <a:pt x="87345" y="24634"/>
                  </a:lnTo>
                  <a:lnTo>
                    <a:pt x="82691" y="21884"/>
                  </a:lnTo>
                  <a:lnTo>
                    <a:pt x="77950" y="19286"/>
                  </a:lnTo>
                  <a:lnTo>
                    <a:pt x="73127" y="16843"/>
                  </a:lnTo>
                  <a:lnTo>
                    <a:pt x="68228" y="14557"/>
                  </a:lnTo>
                  <a:lnTo>
                    <a:pt x="63258" y="12431"/>
                  </a:lnTo>
                  <a:lnTo>
                    <a:pt x="58222" y="10466"/>
                  </a:lnTo>
                  <a:lnTo>
                    <a:pt x="53124" y="8666"/>
                  </a:lnTo>
                  <a:lnTo>
                    <a:pt x="47972" y="7031"/>
                  </a:lnTo>
                  <a:lnTo>
                    <a:pt x="42769" y="5563"/>
                  </a:lnTo>
                  <a:lnTo>
                    <a:pt x="37521" y="4265"/>
                  </a:lnTo>
                  <a:lnTo>
                    <a:pt x="32234" y="3137"/>
                  </a:lnTo>
                  <a:lnTo>
                    <a:pt x="26913" y="2180"/>
                  </a:lnTo>
                  <a:lnTo>
                    <a:pt x="21564" y="1396"/>
                  </a:lnTo>
                  <a:lnTo>
                    <a:pt x="16193" y="786"/>
                  </a:lnTo>
                  <a:lnTo>
                    <a:pt x="10804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9362" y="1681503"/>
              <a:ext cx="13872" cy="167167"/>
            </a:xfrm>
            <a:custGeom>
              <a:avLst/>
              <a:pathLst>
                <a:path w="13872" h="167167">
                  <a:moveTo>
                    <a:pt x="13872" y="0"/>
                  </a:moveTo>
                  <a:lnTo>
                    <a:pt x="0" y="576"/>
                  </a:lnTo>
                  <a:lnTo>
                    <a:pt x="1387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362" y="1682079"/>
              <a:ext cx="13872" cy="166590"/>
            </a:xfrm>
            <a:custGeom>
              <a:avLst/>
              <a:pathLst>
                <a:path w="13872" h="166590">
                  <a:moveTo>
                    <a:pt x="0" y="0"/>
                  </a:moveTo>
                  <a:lnTo>
                    <a:pt x="13872" y="1665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256067" y="1682079"/>
              <a:ext cx="334326" cy="333749"/>
            </a:xfrm>
            <a:custGeom>
              <a:avLst/>
              <a:pathLst>
                <a:path w="334326" h="333749">
                  <a:moveTo>
                    <a:pt x="153295" y="0"/>
                  </a:moveTo>
                  <a:lnTo>
                    <a:pt x="148032" y="522"/>
                  </a:lnTo>
                  <a:lnTo>
                    <a:pt x="142788" y="1210"/>
                  </a:lnTo>
                  <a:lnTo>
                    <a:pt x="137569" y="2064"/>
                  </a:lnTo>
                  <a:lnTo>
                    <a:pt x="132379" y="3083"/>
                  </a:lnTo>
                  <a:lnTo>
                    <a:pt x="127224" y="4265"/>
                  </a:lnTo>
                  <a:lnTo>
                    <a:pt x="122110" y="5610"/>
                  </a:lnTo>
                  <a:lnTo>
                    <a:pt x="117040" y="7115"/>
                  </a:lnTo>
                  <a:lnTo>
                    <a:pt x="112020" y="8781"/>
                  </a:lnTo>
                  <a:lnTo>
                    <a:pt x="107056" y="10604"/>
                  </a:lnTo>
                  <a:lnTo>
                    <a:pt x="102152" y="12584"/>
                  </a:lnTo>
                  <a:lnTo>
                    <a:pt x="97313" y="14718"/>
                  </a:lnTo>
                  <a:lnTo>
                    <a:pt x="92543" y="17003"/>
                  </a:lnTo>
                  <a:lnTo>
                    <a:pt x="87849" y="19439"/>
                  </a:lnTo>
                  <a:lnTo>
                    <a:pt x="83234" y="22021"/>
                  </a:lnTo>
                  <a:lnTo>
                    <a:pt x="78703" y="24749"/>
                  </a:lnTo>
                  <a:lnTo>
                    <a:pt x="74260" y="27618"/>
                  </a:lnTo>
                  <a:lnTo>
                    <a:pt x="69910" y="30627"/>
                  </a:lnTo>
                  <a:lnTo>
                    <a:pt x="65658" y="33771"/>
                  </a:lnTo>
                  <a:lnTo>
                    <a:pt x="61508" y="37049"/>
                  </a:lnTo>
                  <a:lnTo>
                    <a:pt x="57463" y="40456"/>
                  </a:lnTo>
                  <a:lnTo>
                    <a:pt x="53528" y="43989"/>
                  </a:lnTo>
                  <a:lnTo>
                    <a:pt x="49706" y="47645"/>
                  </a:lnTo>
                  <a:lnTo>
                    <a:pt x="46002" y="51420"/>
                  </a:lnTo>
                  <a:lnTo>
                    <a:pt x="42420" y="55311"/>
                  </a:lnTo>
                  <a:lnTo>
                    <a:pt x="38962" y="59313"/>
                  </a:lnTo>
                  <a:lnTo>
                    <a:pt x="35633" y="63422"/>
                  </a:lnTo>
                  <a:lnTo>
                    <a:pt x="32435" y="67634"/>
                  </a:lnTo>
                  <a:lnTo>
                    <a:pt x="29372" y="71946"/>
                  </a:lnTo>
                  <a:lnTo>
                    <a:pt x="26447" y="76352"/>
                  </a:lnTo>
                  <a:lnTo>
                    <a:pt x="23663" y="80848"/>
                  </a:lnTo>
                  <a:lnTo>
                    <a:pt x="21023" y="85431"/>
                  </a:lnTo>
                  <a:lnTo>
                    <a:pt x="18529" y="90094"/>
                  </a:lnTo>
                  <a:lnTo>
                    <a:pt x="16183" y="94834"/>
                  </a:lnTo>
                  <a:lnTo>
                    <a:pt x="13989" y="99646"/>
                  </a:lnTo>
                  <a:lnTo>
                    <a:pt x="11948" y="104525"/>
                  </a:lnTo>
                  <a:lnTo>
                    <a:pt x="10062" y="109466"/>
                  </a:lnTo>
                  <a:lnTo>
                    <a:pt x="8334" y="114465"/>
                  </a:lnTo>
                  <a:lnTo>
                    <a:pt x="6765" y="119515"/>
                  </a:lnTo>
                  <a:lnTo>
                    <a:pt x="5356" y="124613"/>
                  </a:lnTo>
                  <a:lnTo>
                    <a:pt x="4109" y="129752"/>
                  </a:lnTo>
                  <a:lnTo>
                    <a:pt x="3025" y="134928"/>
                  </a:lnTo>
                  <a:lnTo>
                    <a:pt x="2106" y="140137"/>
                  </a:lnTo>
                  <a:lnTo>
                    <a:pt x="1352" y="145371"/>
                  </a:lnTo>
                  <a:lnTo>
                    <a:pt x="763" y="150627"/>
                  </a:lnTo>
                  <a:lnTo>
                    <a:pt x="342" y="155899"/>
                  </a:lnTo>
                  <a:lnTo>
                    <a:pt x="87" y="161181"/>
                  </a:lnTo>
                  <a:lnTo>
                    <a:pt x="0" y="166469"/>
                  </a:lnTo>
                  <a:lnTo>
                    <a:pt x="79" y="171757"/>
                  </a:lnTo>
                  <a:lnTo>
                    <a:pt x="326" y="177040"/>
                  </a:lnTo>
                  <a:lnTo>
                    <a:pt x="740" y="182313"/>
                  </a:lnTo>
                  <a:lnTo>
                    <a:pt x="1321" y="187569"/>
                  </a:lnTo>
                  <a:lnTo>
                    <a:pt x="2068" y="192805"/>
                  </a:lnTo>
                  <a:lnTo>
                    <a:pt x="2980" y="198014"/>
                  </a:lnTo>
                  <a:lnTo>
                    <a:pt x="4056" y="203192"/>
                  </a:lnTo>
                  <a:lnTo>
                    <a:pt x="5295" y="208334"/>
                  </a:lnTo>
                  <a:lnTo>
                    <a:pt x="6697" y="213433"/>
                  </a:lnTo>
                  <a:lnTo>
                    <a:pt x="8259" y="218486"/>
                  </a:lnTo>
                  <a:lnTo>
                    <a:pt x="9980" y="223487"/>
                  </a:lnTo>
                  <a:lnTo>
                    <a:pt x="11858" y="228430"/>
                  </a:lnTo>
                  <a:lnTo>
                    <a:pt x="13892" y="233312"/>
                  </a:lnTo>
                  <a:lnTo>
                    <a:pt x="16080" y="238128"/>
                  </a:lnTo>
                  <a:lnTo>
                    <a:pt x="18418" y="242871"/>
                  </a:lnTo>
                  <a:lnTo>
                    <a:pt x="20905" y="247538"/>
                  </a:lnTo>
                  <a:lnTo>
                    <a:pt x="23539" y="252124"/>
                  </a:lnTo>
                  <a:lnTo>
                    <a:pt x="26317" y="256625"/>
                  </a:lnTo>
                  <a:lnTo>
                    <a:pt x="29235" y="261035"/>
                  </a:lnTo>
                  <a:lnTo>
                    <a:pt x="32292" y="265351"/>
                  </a:lnTo>
                  <a:lnTo>
                    <a:pt x="35484" y="269568"/>
                  </a:lnTo>
                  <a:lnTo>
                    <a:pt x="38807" y="273682"/>
                  </a:lnTo>
                  <a:lnTo>
                    <a:pt x="42259" y="277689"/>
                  </a:lnTo>
                  <a:lnTo>
                    <a:pt x="45836" y="281585"/>
                  </a:lnTo>
                  <a:lnTo>
                    <a:pt x="49534" y="285365"/>
                  </a:lnTo>
                  <a:lnTo>
                    <a:pt x="53350" y="289027"/>
                  </a:lnTo>
                  <a:lnTo>
                    <a:pt x="57280" y="292566"/>
                  </a:lnTo>
                  <a:lnTo>
                    <a:pt x="61320" y="295979"/>
                  </a:lnTo>
                  <a:lnTo>
                    <a:pt x="65466" y="299262"/>
                  </a:lnTo>
                  <a:lnTo>
                    <a:pt x="69714" y="302413"/>
                  </a:lnTo>
                  <a:lnTo>
                    <a:pt x="74059" y="305428"/>
                  </a:lnTo>
                  <a:lnTo>
                    <a:pt x="78497" y="308304"/>
                  </a:lnTo>
                  <a:lnTo>
                    <a:pt x="83024" y="311038"/>
                  </a:lnTo>
                  <a:lnTo>
                    <a:pt x="87636" y="313627"/>
                  </a:lnTo>
                  <a:lnTo>
                    <a:pt x="92327" y="316069"/>
                  </a:lnTo>
                  <a:lnTo>
                    <a:pt x="97093" y="318362"/>
                  </a:lnTo>
                  <a:lnTo>
                    <a:pt x="101929" y="320502"/>
                  </a:lnTo>
                  <a:lnTo>
                    <a:pt x="106830" y="322489"/>
                  </a:lnTo>
                  <a:lnTo>
                    <a:pt x="111792" y="324320"/>
                  </a:lnTo>
                  <a:lnTo>
                    <a:pt x="116809" y="325992"/>
                  </a:lnTo>
                  <a:lnTo>
                    <a:pt x="121876" y="327506"/>
                  </a:lnTo>
                  <a:lnTo>
                    <a:pt x="126989" y="328858"/>
                  </a:lnTo>
                  <a:lnTo>
                    <a:pt x="132142" y="330047"/>
                  </a:lnTo>
                  <a:lnTo>
                    <a:pt x="137330" y="331074"/>
                  </a:lnTo>
                  <a:lnTo>
                    <a:pt x="142548" y="331935"/>
                  </a:lnTo>
                  <a:lnTo>
                    <a:pt x="147791" y="332631"/>
                  </a:lnTo>
                  <a:lnTo>
                    <a:pt x="153053" y="333161"/>
                  </a:lnTo>
                  <a:lnTo>
                    <a:pt x="158329" y="333524"/>
                  </a:lnTo>
                  <a:lnTo>
                    <a:pt x="163614" y="333720"/>
                  </a:lnTo>
                  <a:lnTo>
                    <a:pt x="168903" y="333749"/>
                  </a:lnTo>
                  <a:lnTo>
                    <a:pt x="174190" y="333610"/>
                  </a:lnTo>
                  <a:lnTo>
                    <a:pt x="179470" y="333304"/>
                  </a:lnTo>
                  <a:lnTo>
                    <a:pt x="184737" y="332832"/>
                  </a:lnTo>
                  <a:lnTo>
                    <a:pt x="189987" y="332193"/>
                  </a:lnTo>
                  <a:lnTo>
                    <a:pt x="195214" y="331388"/>
                  </a:lnTo>
                  <a:lnTo>
                    <a:pt x="200413" y="330418"/>
                  </a:lnTo>
                  <a:lnTo>
                    <a:pt x="205579" y="329285"/>
                  </a:lnTo>
                  <a:lnTo>
                    <a:pt x="210706" y="327988"/>
                  </a:lnTo>
                  <a:lnTo>
                    <a:pt x="215790" y="326530"/>
                  </a:lnTo>
                  <a:lnTo>
                    <a:pt x="220825" y="324912"/>
                  </a:lnTo>
                  <a:lnTo>
                    <a:pt x="225806" y="323136"/>
                  </a:lnTo>
                  <a:lnTo>
                    <a:pt x="230729" y="321202"/>
                  </a:lnTo>
                  <a:lnTo>
                    <a:pt x="235588" y="319114"/>
                  </a:lnTo>
                  <a:lnTo>
                    <a:pt x="240378" y="316874"/>
                  </a:lnTo>
                  <a:lnTo>
                    <a:pt x="245095" y="314483"/>
                  </a:lnTo>
                  <a:lnTo>
                    <a:pt x="249735" y="311943"/>
                  </a:lnTo>
                  <a:lnTo>
                    <a:pt x="254291" y="309259"/>
                  </a:lnTo>
                  <a:lnTo>
                    <a:pt x="258761" y="306431"/>
                  </a:lnTo>
                  <a:lnTo>
                    <a:pt x="263138" y="303464"/>
                  </a:lnTo>
                  <a:lnTo>
                    <a:pt x="267420" y="300360"/>
                  </a:lnTo>
                  <a:lnTo>
                    <a:pt x="271601" y="297122"/>
                  </a:lnTo>
                  <a:lnTo>
                    <a:pt x="275678" y="293753"/>
                  </a:lnTo>
                  <a:lnTo>
                    <a:pt x="279646" y="290256"/>
                  </a:lnTo>
                  <a:lnTo>
                    <a:pt x="283502" y="286637"/>
                  </a:lnTo>
                  <a:lnTo>
                    <a:pt x="287241" y="282896"/>
                  </a:lnTo>
                  <a:lnTo>
                    <a:pt x="290860" y="279040"/>
                  </a:lnTo>
                  <a:lnTo>
                    <a:pt x="294355" y="275071"/>
                  </a:lnTo>
                  <a:lnTo>
                    <a:pt x="297723" y="270993"/>
                  </a:lnTo>
                  <a:lnTo>
                    <a:pt x="300961" y="266811"/>
                  </a:lnTo>
                  <a:lnTo>
                    <a:pt x="304064" y="262529"/>
                  </a:lnTo>
                  <a:lnTo>
                    <a:pt x="307030" y="258150"/>
                  </a:lnTo>
                  <a:lnTo>
                    <a:pt x="309856" y="253680"/>
                  </a:lnTo>
                  <a:lnTo>
                    <a:pt x="312540" y="249123"/>
                  </a:lnTo>
                  <a:lnTo>
                    <a:pt x="315078" y="244483"/>
                  </a:lnTo>
                  <a:lnTo>
                    <a:pt x="317468" y="239765"/>
                  </a:lnTo>
                  <a:lnTo>
                    <a:pt x="319707" y="234974"/>
                  </a:lnTo>
                  <a:lnTo>
                    <a:pt x="321794" y="230115"/>
                  </a:lnTo>
                  <a:lnTo>
                    <a:pt x="323726" y="225192"/>
                  </a:lnTo>
                  <a:lnTo>
                    <a:pt x="325502" y="220210"/>
                  </a:lnTo>
                  <a:lnTo>
                    <a:pt x="327119" y="215174"/>
                  </a:lnTo>
                  <a:lnTo>
                    <a:pt x="328575" y="210090"/>
                  </a:lnTo>
                  <a:lnTo>
                    <a:pt x="329871" y="204963"/>
                  </a:lnTo>
                  <a:lnTo>
                    <a:pt x="331003" y="199797"/>
                  </a:lnTo>
                  <a:lnTo>
                    <a:pt x="331971" y="194598"/>
                  </a:lnTo>
                  <a:lnTo>
                    <a:pt x="332775" y="189370"/>
                  </a:lnTo>
                  <a:lnTo>
                    <a:pt x="333413" y="184120"/>
                  </a:lnTo>
                  <a:lnTo>
                    <a:pt x="333884" y="178853"/>
                  </a:lnTo>
                  <a:lnTo>
                    <a:pt x="334188" y="173573"/>
                  </a:lnTo>
                  <a:lnTo>
                    <a:pt x="334326" y="168286"/>
                  </a:lnTo>
                  <a:lnTo>
                    <a:pt x="334296" y="162997"/>
                  </a:lnTo>
                  <a:lnTo>
                    <a:pt x="334098" y="157712"/>
                  </a:lnTo>
                  <a:lnTo>
                    <a:pt x="333734" y="152436"/>
                  </a:lnTo>
                  <a:lnTo>
                    <a:pt x="333203" y="147174"/>
                  </a:lnTo>
                  <a:lnTo>
                    <a:pt x="332506" y="141932"/>
                  </a:lnTo>
                  <a:lnTo>
                    <a:pt x="331643" y="136714"/>
                  </a:lnTo>
                  <a:lnTo>
                    <a:pt x="330616" y="131526"/>
                  </a:lnTo>
                  <a:lnTo>
                    <a:pt x="329425" y="126374"/>
                  </a:lnTo>
                  <a:lnTo>
                    <a:pt x="328071" y="121261"/>
                  </a:lnTo>
                  <a:lnTo>
                    <a:pt x="326557" y="116194"/>
                  </a:lnTo>
                  <a:lnTo>
                    <a:pt x="324883" y="111177"/>
                  </a:lnTo>
                  <a:lnTo>
                    <a:pt x="323051" y="106216"/>
                  </a:lnTo>
                  <a:lnTo>
                    <a:pt x="321063" y="101315"/>
                  </a:lnTo>
                  <a:lnTo>
                    <a:pt x="318921" y="96479"/>
                  </a:lnTo>
                  <a:lnTo>
                    <a:pt x="316628" y="91714"/>
                  </a:lnTo>
                  <a:lnTo>
                    <a:pt x="314184" y="87024"/>
                  </a:lnTo>
                  <a:lnTo>
                    <a:pt x="311594" y="82413"/>
                  </a:lnTo>
                  <a:lnTo>
                    <a:pt x="308859" y="77886"/>
                  </a:lnTo>
                  <a:lnTo>
                    <a:pt x="305982" y="73449"/>
                  </a:lnTo>
                  <a:lnTo>
                    <a:pt x="302966" y="69104"/>
                  </a:lnTo>
                  <a:lnTo>
                    <a:pt x="299814" y="64857"/>
                  </a:lnTo>
                  <a:lnTo>
                    <a:pt x="296530" y="60712"/>
                  </a:lnTo>
                  <a:lnTo>
                    <a:pt x="293116" y="56673"/>
                  </a:lnTo>
                  <a:lnTo>
                    <a:pt x="289576" y="52744"/>
                  </a:lnTo>
                  <a:lnTo>
                    <a:pt x="285913" y="48929"/>
                  </a:lnTo>
                  <a:lnTo>
                    <a:pt x="282132" y="45231"/>
                  </a:lnTo>
                  <a:lnTo>
                    <a:pt x="278235" y="41655"/>
                  </a:lnTo>
                  <a:lnTo>
                    <a:pt x="274228" y="38205"/>
                  </a:lnTo>
                  <a:lnTo>
                    <a:pt x="270113" y="34882"/>
                  </a:lnTo>
                  <a:lnTo>
                    <a:pt x="265895" y="31692"/>
                  </a:lnTo>
                  <a:lnTo>
                    <a:pt x="261579" y="28636"/>
                  </a:lnTo>
                  <a:lnTo>
                    <a:pt x="257167" y="25719"/>
                  </a:lnTo>
                  <a:lnTo>
                    <a:pt x="252666" y="22942"/>
                  </a:lnTo>
                  <a:lnTo>
                    <a:pt x="248079" y="20309"/>
                  </a:lnTo>
                  <a:lnTo>
                    <a:pt x="243412" y="17823"/>
                  </a:lnTo>
                  <a:lnTo>
                    <a:pt x="238668" y="15486"/>
                  </a:lnTo>
                  <a:lnTo>
                    <a:pt x="233852" y="13300"/>
                  </a:lnTo>
                  <a:lnTo>
                    <a:pt x="228970" y="11267"/>
                  </a:lnTo>
                  <a:lnTo>
                    <a:pt x="224025" y="9390"/>
                  </a:lnTo>
                  <a:lnTo>
                    <a:pt x="219024" y="7670"/>
                  </a:lnTo>
                  <a:lnTo>
                    <a:pt x="213971" y="6109"/>
                  </a:lnTo>
                  <a:lnTo>
                    <a:pt x="208871" y="4709"/>
                  </a:lnTo>
                  <a:lnTo>
                    <a:pt x="203729" y="3470"/>
                  </a:lnTo>
                  <a:lnTo>
                    <a:pt x="167167" y="1665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36562" cy="167167"/>
            </a:xfrm>
            <a:custGeom>
              <a:avLst/>
              <a:pathLst>
                <a:path w="36562" h="167167">
                  <a:moveTo>
                    <a:pt x="36562" y="4047"/>
                  </a:moveTo>
                  <a:lnTo>
                    <a:pt x="30544" y="2814"/>
                  </a:lnTo>
                  <a:lnTo>
                    <a:pt x="24485" y="1802"/>
                  </a:lnTo>
                  <a:lnTo>
                    <a:pt x="18392" y="1014"/>
                  </a:lnTo>
                  <a:lnTo>
                    <a:pt x="12275" y="451"/>
                  </a:lnTo>
                  <a:lnTo>
                    <a:pt x="6142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853872" y="1322571"/>
              <a:ext cx="167166" cy="319691"/>
            </a:xfrm>
            <a:custGeom>
              <a:avLst/>
              <a:pathLst>
                <a:path w="167166" h="319691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3" y="769"/>
                  </a:lnTo>
                  <a:lnTo>
                    <a:pt x="145828" y="1367"/>
                  </a:lnTo>
                  <a:lnTo>
                    <a:pt x="140534" y="2135"/>
                  </a:lnTo>
                  <a:lnTo>
                    <a:pt x="135268" y="3071"/>
                  </a:lnTo>
                  <a:lnTo>
                    <a:pt x="130034" y="4176"/>
                  </a:lnTo>
                  <a:lnTo>
                    <a:pt x="124839" y="5447"/>
                  </a:lnTo>
                  <a:lnTo>
                    <a:pt x="119686" y="6884"/>
                  </a:lnTo>
                  <a:lnTo>
                    <a:pt x="114583" y="8485"/>
                  </a:lnTo>
                  <a:lnTo>
                    <a:pt x="109533" y="10249"/>
                  </a:lnTo>
                  <a:lnTo>
                    <a:pt x="104542" y="12173"/>
                  </a:lnTo>
                  <a:lnTo>
                    <a:pt x="99615" y="14256"/>
                  </a:lnTo>
                  <a:lnTo>
                    <a:pt x="94758" y="16495"/>
                  </a:lnTo>
                  <a:lnTo>
                    <a:pt x="89974" y="18889"/>
                  </a:lnTo>
                  <a:lnTo>
                    <a:pt x="85270" y="21435"/>
                  </a:lnTo>
                  <a:lnTo>
                    <a:pt x="80649" y="24129"/>
                  </a:lnTo>
                  <a:lnTo>
                    <a:pt x="76117" y="26971"/>
                  </a:lnTo>
                  <a:lnTo>
                    <a:pt x="71678" y="29955"/>
                  </a:lnTo>
                  <a:lnTo>
                    <a:pt x="67337" y="33081"/>
                  </a:lnTo>
                  <a:lnTo>
                    <a:pt x="63099" y="36343"/>
                  </a:lnTo>
                  <a:lnTo>
                    <a:pt x="58966" y="39740"/>
                  </a:lnTo>
                  <a:lnTo>
                    <a:pt x="54945" y="43266"/>
                  </a:lnTo>
                  <a:lnTo>
                    <a:pt x="51038" y="46920"/>
                  </a:lnTo>
                  <a:lnTo>
                    <a:pt x="47251" y="50697"/>
                  </a:lnTo>
                  <a:lnTo>
                    <a:pt x="43586" y="54593"/>
                  </a:lnTo>
                  <a:lnTo>
                    <a:pt x="40047" y="58605"/>
                  </a:lnTo>
                  <a:lnTo>
                    <a:pt x="36639" y="62727"/>
                  </a:lnTo>
                  <a:lnTo>
                    <a:pt x="33365" y="66957"/>
                  </a:lnTo>
                  <a:lnTo>
                    <a:pt x="30227" y="71289"/>
                  </a:lnTo>
                  <a:lnTo>
                    <a:pt x="27230" y="75719"/>
                  </a:lnTo>
                  <a:lnTo>
                    <a:pt x="24376" y="80243"/>
                  </a:lnTo>
                  <a:lnTo>
                    <a:pt x="21668" y="84856"/>
                  </a:lnTo>
                  <a:lnTo>
                    <a:pt x="19109" y="89553"/>
                  </a:lnTo>
                  <a:lnTo>
                    <a:pt x="16701" y="94330"/>
                  </a:lnTo>
                  <a:lnTo>
                    <a:pt x="14448" y="99181"/>
                  </a:lnTo>
                  <a:lnTo>
                    <a:pt x="12351" y="104102"/>
                  </a:lnTo>
                  <a:lnTo>
                    <a:pt x="10413" y="109087"/>
                  </a:lnTo>
                  <a:lnTo>
                    <a:pt x="8635" y="114132"/>
                  </a:lnTo>
                  <a:lnTo>
                    <a:pt x="7019" y="119231"/>
                  </a:lnTo>
                  <a:lnTo>
                    <a:pt x="5568" y="124379"/>
                  </a:lnTo>
                  <a:lnTo>
                    <a:pt x="4281" y="129571"/>
                  </a:lnTo>
                  <a:lnTo>
                    <a:pt x="3162" y="134802"/>
                  </a:lnTo>
                  <a:lnTo>
                    <a:pt x="2210" y="140065"/>
                  </a:lnTo>
                  <a:lnTo>
                    <a:pt x="1428" y="145357"/>
                  </a:lnTo>
                  <a:lnTo>
                    <a:pt x="815" y="150670"/>
                  </a:lnTo>
                  <a:lnTo>
                    <a:pt x="372" y="156001"/>
                  </a:lnTo>
                  <a:lnTo>
                    <a:pt x="100" y="161343"/>
                  </a:lnTo>
                  <a:lnTo>
                    <a:pt x="0" y="166691"/>
                  </a:lnTo>
                  <a:lnTo>
                    <a:pt x="70" y="172040"/>
                  </a:lnTo>
                  <a:lnTo>
                    <a:pt x="311" y="177383"/>
                  </a:lnTo>
                  <a:lnTo>
                    <a:pt x="724" y="182716"/>
                  </a:lnTo>
                  <a:lnTo>
                    <a:pt x="1306" y="188033"/>
                  </a:lnTo>
                  <a:lnTo>
                    <a:pt x="2059" y="193329"/>
                  </a:lnTo>
                  <a:lnTo>
                    <a:pt x="2980" y="198598"/>
                  </a:lnTo>
                  <a:lnTo>
                    <a:pt x="4070" y="203835"/>
                  </a:lnTo>
                  <a:lnTo>
                    <a:pt x="5327" y="209034"/>
                  </a:lnTo>
                  <a:lnTo>
                    <a:pt x="6749" y="214190"/>
                  </a:lnTo>
                  <a:lnTo>
                    <a:pt x="8335" y="219299"/>
                  </a:lnTo>
                  <a:lnTo>
                    <a:pt x="10085" y="224353"/>
                  </a:lnTo>
                  <a:lnTo>
                    <a:pt x="11995" y="229350"/>
                  </a:lnTo>
                  <a:lnTo>
                    <a:pt x="14063" y="234282"/>
                  </a:lnTo>
                  <a:lnTo>
                    <a:pt x="16289" y="239146"/>
                  </a:lnTo>
                  <a:lnTo>
                    <a:pt x="18669" y="243937"/>
                  </a:lnTo>
                  <a:lnTo>
                    <a:pt x="21201" y="248648"/>
                  </a:lnTo>
                  <a:lnTo>
                    <a:pt x="23883" y="253276"/>
                  </a:lnTo>
                  <a:lnTo>
                    <a:pt x="26711" y="257817"/>
                  </a:lnTo>
                  <a:lnTo>
                    <a:pt x="29683" y="262264"/>
                  </a:lnTo>
                  <a:lnTo>
                    <a:pt x="32796" y="266614"/>
                  </a:lnTo>
                  <a:lnTo>
                    <a:pt x="36047" y="270862"/>
                  </a:lnTo>
                  <a:lnTo>
                    <a:pt x="39431" y="275004"/>
                  </a:lnTo>
                  <a:lnTo>
                    <a:pt x="42947" y="279035"/>
                  </a:lnTo>
                  <a:lnTo>
                    <a:pt x="46589" y="282952"/>
                  </a:lnTo>
                  <a:lnTo>
                    <a:pt x="50356" y="286750"/>
                  </a:lnTo>
                  <a:lnTo>
                    <a:pt x="54241" y="290426"/>
                  </a:lnTo>
                  <a:lnTo>
                    <a:pt x="58243" y="293976"/>
                  </a:lnTo>
                  <a:lnTo>
                    <a:pt x="62355" y="297396"/>
                  </a:lnTo>
                  <a:lnTo>
                    <a:pt x="66576" y="300683"/>
                  </a:lnTo>
                  <a:lnTo>
                    <a:pt x="70899" y="303833"/>
                  </a:lnTo>
                  <a:lnTo>
                    <a:pt x="75320" y="306843"/>
                  </a:lnTo>
                  <a:lnTo>
                    <a:pt x="79836" y="309710"/>
                  </a:lnTo>
                  <a:lnTo>
                    <a:pt x="84441" y="312431"/>
                  </a:lnTo>
                  <a:lnTo>
                    <a:pt x="89131" y="315003"/>
                  </a:lnTo>
                  <a:lnTo>
                    <a:pt x="93901" y="317424"/>
                  </a:lnTo>
                  <a:lnTo>
                    <a:pt x="98746" y="31969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2618" y="1489739"/>
              <a:ext cx="68420" cy="152523"/>
            </a:xfrm>
            <a:custGeom>
              <a:avLst/>
              <a:pathLst>
                <a:path w="68420" h="152523">
                  <a:moveTo>
                    <a:pt x="0" y="152523"/>
                  </a:moveTo>
                  <a:lnTo>
                    <a:pt x="684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2618" y="1351104"/>
              <a:ext cx="235575" cy="305798"/>
            </a:xfrm>
            <a:custGeom>
              <a:avLst/>
              <a:pathLst>
                <a:path w="235575" h="305798">
                  <a:moveTo>
                    <a:pt x="0" y="291158"/>
                  </a:moveTo>
                  <a:lnTo>
                    <a:pt x="4905" y="293265"/>
                  </a:lnTo>
                  <a:lnTo>
                    <a:pt x="9875" y="295215"/>
                  </a:lnTo>
                  <a:lnTo>
                    <a:pt x="14906" y="297004"/>
                  </a:lnTo>
                  <a:lnTo>
                    <a:pt x="19990" y="298633"/>
                  </a:lnTo>
                  <a:lnTo>
                    <a:pt x="25124" y="300098"/>
                  </a:lnTo>
                  <a:lnTo>
                    <a:pt x="30303" y="301398"/>
                  </a:lnTo>
                  <a:lnTo>
                    <a:pt x="35520" y="302532"/>
                  </a:lnTo>
                  <a:lnTo>
                    <a:pt x="40770" y="303499"/>
                  </a:lnTo>
                  <a:lnTo>
                    <a:pt x="46049" y="304298"/>
                  </a:lnTo>
                  <a:lnTo>
                    <a:pt x="51351" y="304928"/>
                  </a:lnTo>
                  <a:lnTo>
                    <a:pt x="56670" y="305388"/>
                  </a:lnTo>
                  <a:lnTo>
                    <a:pt x="62001" y="305678"/>
                  </a:lnTo>
                  <a:lnTo>
                    <a:pt x="67339" y="305798"/>
                  </a:lnTo>
                  <a:lnTo>
                    <a:pt x="72678" y="305747"/>
                  </a:lnTo>
                  <a:lnTo>
                    <a:pt x="78012" y="305526"/>
                  </a:lnTo>
                  <a:lnTo>
                    <a:pt x="83337" y="305135"/>
                  </a:lnTo>
                  <a:lnTo>
                    <a:pt x="88646" y="304574"/>
                  </a:lnTo>
                  <a:lnTo>
                    <a:pt x="93935" y="303843"/>
                  </a:lnTo>
                  <a:lnTo>
                    <a:pt x="99198" y="302944"/>
                  </a:lnTo>
                  <a:lnTo>
                    <a:pt x="104429" y="301877"/>
                  </a:lnTo>
                  <a:lnTo>
                    <a:pt x="109624" y="300644"/>
                  </a:lnTo>
                  <a:lnTo>
                    <a:pt x="114776" y="299246"/>
                  </a:lnTo>
                  <a:lnTo>
                    <a:pt x="119881" y="297684"/>
                  </a:lnTo>
                  <a:lnTo>
                    <a:pt x="124934" y="295959"/>
                  </a:lnTo>
                  <a:lnTo>
                    <a:pt x="129929" y="294074"/>
                  </a:lnTo>
                  <a:lnTo>
                    <a:pt x="134862" y="292031"/>
                  </a:lnTo>
                  <a:lnTo>
                    <a:pt x="139727" y="289831"/>
                  </a:lnTo>
                  <a:lnTo>
                    <a:pt x="144518" y="287476"/>
                  </a:lnTo>
                  <a:lnTo>
                    <a:pt x="149233" y="284970"/>
                  </a:lnTo>
                  <a:lnTo>
                    <a:pt x="153865" y="282315"/>
                  </a:lnTo>
                  <a:lnTo>
                    <a:pt x="158409" y="279513"/>
                  </a:lnTo>
                  <a:lnTo>
                    <a:pt x="162862" y="276568"/>
                  </a:lnTo>
                  <a:lnTo>
                    <a:pt x="167219" y="273481"/>
                  </a:lnTo>
                  <a:lnTo>
                    <a:pt x="171475" y="270258"/>
                  </a:lnTo>
                  <a:lnTo>
                    <a:pt x="175625" y="266900"/>
                  </a:lnTo>
                  <a:lnTo>
                    <a:pt x="179667" y="263411"/>
                  </a:lnTo>
                  <a:lnTo>
                    <a:pt x="183595" y="259794"/>
                  </a:lnTo>
                  <a:lnTo>
                    <a:pt x="187405" y="256055"/>
                  </a:lnTo>
                  <a:lnTo>
                    <a:pt x="191094" y="252195"/>
                  </a:lnTo>
                  <a:lnTo>
                    <a:pt x="194658" y="248220"/>
                  </a:lnTo>
                  <a:lnTo>
                    <a:pt x="198093" y="244133"/>
                  </a:lnTo>
                  <a:lnTo>
                    <a:pt x="201396" y="239938"/>
                  </a:lnTo>
                  <a:lnTo>
                    <a:pt x="204563" y="235640"/>
                  </a:lnTo>
                  <a:lnTo>
                    <a:pt x="207591" y="231243"/>
                  </a:lnTo>
                  <a:lnTo>
                    <a:pt x="210478" y="226751"/>
                  </a:lnTo>
                  <a:lnTo>
                    <a:pt x="213219" y="222170"/>
                  </a:lnTo>
                  <a:lnTo>
                    <a:pt x="215813" y="217503"/>
                  </a:lnTo>
                  <a:lnTo>
                    <a:pt x="218256" y="212756"/>
                  </a:lnTo>
                  <a:lnTo>
                    <a:pt x="220547" y="207933"/>
                  </a:lnTo>
                  <a:lnTo>
                    <a:pt x="222682" y="203040"/>
                  </a:lnTo>
                  <a:lnTo>
                    <a:pt x="224660" y="198081"/>
                  </a:lnTo>
                  <a:lnTo>
                    <a:pt x="226479" y="193061"/>
                  </a:lnTo>
                  <a:lnTo>
                    <a:pt x="228137" y="187986"/>
                  </a:lnTo>
                  <a:lnTo>
                    <a:pt x="229631" y="182861"/>
                  </a:lnTo>
                  <a:lnTo>
                    <a:pt x="230961" y="177690"/>
                  </a:lnTo>
                  <a:lnTo>
                    <a:pt x="232126" y="172480"/>
                  </a:lnTo>
                  <a:lnTo>
                    <a:pt x="233123" y="167235"/>
                  </a:lnTo>
                  <a:lnTo>
                    <a:pt x="233952" y="161960"/>
                  </a:lnTo>
                  <a:lnTo>
                    <a:pt x="234613" y="156662"/>
                  </a:lnTo>
                  <a:lnTo>
                    <a:pt x="235104" y="151346"/>
                  </a:lnTo>
                  <a:lnTo>
                    <a:pt x="235425" y="146017"/>
                  </a:lnTo>
                  <a:lnTo>
                    <a:pt x="235575" y="140680"/>
                  </a:lnTo>
                  <a:lnTo>
                    <a:pt x="235555" y="135341"/>
                  </a:lnTo>
                  <a:lnTo>
                    <a:pt x="235365" y="130005"/>
                  </a:lnTo>
                  <a:lnTo>
                    <a:pt x="235004" y="124678"/>
                  </a:lnTo>
                  <a:lnTo>
                    <a:pt x="234473" y="119366"/>
                  </a:lnTo>
                  <a:lnTo>
                    <a:pt x="233773" y="114073"/>
                  </a:lnTo>
                  <a:lnTo>
                    <a:pt x="232905" y="108805"/>
                  </a:lnTo>
                  <a:lnTo>
                    <a:pt x="231868" y="103568"/>
                  </a:lnTo>
                  <a:lnTo>
                    <a:pt x="230665" y="98366"/>
                  </a:lnTo>
                  <a:lnTo>
                    <a:pt x="229296" y="93205"/>
                  </a:lnTo>
                  <a:lnTo>
                    <a:pt x="227764" y="88091"/>
                  </a:lnTo>
                  <a:lnTo>
                    <a:pt x="226068" y="83028"/>
                  </a:lnTo>
                  <a:lnTo>
                    <a:pt x="224212" y="78023"/>
                  </a:lnTo>
                  <a:lnTo>
                    <a:pt x="222197" y="73078"/>
                  </a:lnTo>
                  <a:lnTo>
                    <a:pt x="220025" y="68201"/>
                  </a:lnTo>
                  <a:lnTo>
                    <a:pt x="217699" y="63396"/>
                  </a:lnTo>
                  <a:lnTo>
                    <a:pt x="215220" y="58667"/>
                  </a:lnTo>
                  <a:lnTo>
                    <a:pt x="212592" y="54020"/>
                  </a:lnTo>
                  <a:lnTo>
                    <a:pt x="209816" y="49459"/>
                  </a:lnTo>
                  <a:lnTo>
                    <a:pt x="206896" y="44989"/>
                  </a:lnTo>
                  <a:lnTo>
                    <a:pt x="203835" y="40615"/>
                  </a:lnTo>
                  <a:lnTo>
                    <a:pt x="200636" y="36341"/>
                  </a:lnTo>
                  <a:lnTo>
                    <a:pt x="197302" y="32171"/>
                  </a:lnTo>
                  <a:lnTo>
                    <a:pt x="193836" y="28109"/>
                  </a:lnTo>
                  <a:lnTo>
                    <a:pt x="190243" y="24161"/>
                  </a:lnTo>
                  <a:lnTo>
                    <a:pt x="186525" y="20329"/>
                  </a:lnTo>
                  <a:lnTo>
                    <a:pt x="182687" y="16617"/>
                  </a:lnTo>
                  <a:lnTo>
                    <a:pt x="178732" y="13031"/>
                  </a:lnTo>
                  <a:lnTo>
                    <a:pt x="174665" y="9572"/>
                  </a:lnTo>
                  <a:lnTo>
                    <a:pt x="170489" y="6245"/>
                  </a:lnTo>
                  <a:lnTo>
                    <a:pt x="166209" y="3053"/>
                  </a:lnTo>
                  <a:lnTo>
                    <a:pt x="161830" y="0"/>
                  </a:lnTo>
                  <a:lnTo>
                    <a:pt x="68420" y="1386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93409" cy="167167"/>
            </a:xfrm>
            <a:custGeom>
              <a:avLst/>
              <a:pathLst>
                <a:path w="93409" h="167167">
                  <a:moveTo>
                    <a:pt x="93409" y="28532"/>
                  </a:moveTo>
                  <a:lnTo>
                    <a:pt x="88518" y="25359"/>
                  </a:lnTo>
                  <a:lnTo>
                    <a:pt x="83519" y="22359"/>
                  </a:lnTo>
                  <a:lnTo>
                    <a:pt x="78419" y="19535"/>
                  </a:lnTo>
                  <a:lnTo>
                    <a:pt x="73224" y="16890"/>
                  </a:lnTo>
                  <a:lnTo>
                    <a:pt x="67939" y="14428"/>
                  </a:lnTo>
                  <a:lnTo>
                    <a:pt x="62571" y="12152"/>
                  </a:lnTo>
                  <a:lnTo>
                    <a:pt x="57128" y="10064"/>
                  </a:lnTo>
                  <a:lnTo>
                    <a:pt x="51615" y="8168"/>
                  </a:lnTo>
                  <a:lnTo>
                    <a:pt x="46039" y="6464"/>
                  </a:lnTo>
                  <a:lnTo>
                    <a:pt x="40408" y="4957"/>
                  </a:lnTo>
                  <a:lnTo>
                    <a:pt x="34727" y="3646"/>
                  </a:lnTo>
                  <a:lnTo>
                    <a:pt x="29004" y="2535"/>
                  </a:lnTo>
                  <a:lnTo>
                    <a:pt x="23245" y="1624"/>
                  </a:lnTo>
                  <a:lnTo>
                    <a:pt x="17459" y="914"/>
                  </a:lnTo>
                  <a:lnTo>
                    <a:pt x="11651" y="406"/>
                  </a:lnTo>
                  <a:lnTo>
                    <a:pt x="5829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78091" y="1071028"/>
              <a:ext cx="167166" cy="291429"/>
            </a:xfrm>
            <a:custGeom>
              <a:avLst/>
              <a:pathLst>
                <a:path w="167166" h="291429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4" y="775"/>
                  </a:lnTo>
                  <a:lnTo>
                    <a:pt x="145749" y="1377"/>
                  </a:lnTo>
                  <a:lnTo>
                    <a:pt x="140436" y="2150"/>
                  </a:lnTo>
                  <a:lnTo>
                    <a:pt x="135151" y="3094"/>
                  </a:lnTo>
                  <a:lnTo>
                    <a:pt x="129899" y="4207"/>
                  </a:lnTo>
                  <a:lnTo>
                    <a:pt x="124685" y="5487"/>
                  </a:lnTo>
                  <a:lnTo>
                    <a:pt x="119515" y="6935"/>
                  </a:lnTo>
                  <a:lnTo>
                    <a:pt x="114394" y="8548"/>
                  </a:lnTo>
                  <a:lnTo>
                    <a:pt x="109327" y="10324"/>
                  </a:lnTo>
                  <a:lnTo>
                    <a:pt x="104321" y="12262"/>
                  </a:lnTo>
                  <a:lnTo>
                    <a:pt x="99379" y="14361"/>
                  </a:lnTo>
                  <a:lnTo>
                    <a:pt x="94507" y="16616"/>
                  </a:lnTo>
                  <a:lnTo>
                    <a:pt x="89710" y="19027"/>
                  </a:lnTo>
                  <a:lnTo>
                    <a:pt x="84992" y="21591"/>
                  </a:lnTo>
                  <a:lnTo>
                    <a:pt x="80360" y="24305"/>
                  </a:lnTo>
                  <a:lnTo>
                    <a:pt x="75817" y="27166"/>
                  </a:lnTo>
                  <a:lnTo>
                    <a:pt x="71368" y="30172"/>
                  </a:lnTo>
                  <a:lnTo>
                    <a:pt x="67019" y="33318"/>
                  </a:lnTo>
                  <a:lnTo>
                    <a:pt x="62772" y="36603"/>
                  </a:lnTo>
                  <a:lnTo>
                    <a:pt x="58633" y="40023"/>
                  </a:lnTo>
                  <a:lnTo>
                    <a:pt x="54606" y="43574"/>
                  </a:lnTo>
                  <a:lnTo>
                    <a:pt x="50695" y="47252"/>
                  </a:lnTo>
                  <a:lnTo>
                    <a:pt x="46905" y="51054"/>
                  </a:lnTo>
                  <a:lnTo>
                    <a:pt x="43238" y="54976"/>
                  </a:lnTo>
                  <a:lnTo>
                    <a:pt x="39699" y="59014"/>
                  </a:lnTo>
                  <a:lnTo>
                    <a:pt x="36292" y="63163"/>
                  </a:lnTo>
                  <a:lnTo>
                    <a:pt x="33020" y="67419"/>
                  </a:lnTo>
                  <a:lnTo>
                    <a:pt x="29886" y="71778"/>
                  </a:lnTo>
                  <a:lnTo>
                    <a:pt x="26893" y="76236"/>
                  </a:lnTo>
                  <a:lnTo>
                    <a:pt x="24046" y="80787"/>
                  </a:lnTo>
                  <a:lnTo>
                    <a:pt x="21346" y="85428"/>
                  </a:lnTo>
                  <a:lnTo>
                    <a:pt x="18796" y="90152"/>
                  </a:lnTo>
                  <a:lnTo>
                    <a:pt x="16399" y="94957"/>
                  </a:lnTo>
                  <a:lnTo>
                    <a:pt x="14158" y="99835"/>
                  </a:lnTo>
                  <a:lnTo>
                    <a:pt x="12075" y="104784"/>
                  </a:lnTo>
                  <a:lnTo>
                    <a:pt x="10152" y="109796"/>
                  </a:lnTo>
                  <a:lnTo>
                    <a:pt x="8390" y="114868"/>
                  </a:lnTo>
                  <a:lnTo>
                    <a:pt x="6793" y="119993"/>
                  </a:lnTo>
                  <a:lnTo>
                    <a:pt x="5361" y="125168"/>
                  </a:lnTo>
                  <a:lnTo>
                    <a:pt x="4095" y="130385"/>
                  </a:lnTo>
                  <a:lnTo>
                    <a:pt x="2998" y="135641"/>
                  </a:lnTo>
                  <a:lnTo>
                    <a:pt x="2071" y="140929"/>
                  </a:lnTo>
                  <a:lnTo>
                    <a:pt x="1313" y="146244"/>
                  </a:lnTo>
                  <a:lnTo>
                    <a:pt x="727" y="151581"/>
                  </a:lnTo>
                  <a:lnTo>
                    <a:pt x="312" y="156934"/>
                  </a:lnTo>
                  <a:lnTo>
                    <a:pt x="70" y="162297"/>
                  </a:lnTo>
                  <a:lnTo>
                    <a:pt x="0" y="167665"/>
                  </a:lnTo>
                  <a:lnTo>
                    <a:pt x="102" y="173033"/>
                  </a:lnTo>
                  <a:lnTo>
                    <a:pt x="376" y="178395"/>
                  </a:lnTo>
                  <a:lnTo>
                    <a:pt x="823" y="183745"/>
                  </a:lnTo>
                  <a:lnTo>
                    <a:pt x="1441" y="189078"/>
                  </a:lnTo>
                  <a:lnTo>
                    <a:pt x="2230" y="194389"/>
                  </a:lnTo>
                  <a:lnTo>
                    <a:pt x="3189" y="199671"/>
                  </a:lnTo>
                  <a:lnTo>
                    <a:pt x="4318" y="204920"/>
                  </a:lnTo>
                  <a:lnTo>
                    <a:pt x="5614" y="210130"/>
                  </a:lnTo>
                  <a:lnTo>
                    <a:pt x="7077" y="215296"/>
                  </a:lnTo>
                  <a:lnTo>
                    <a:pt x="8705" y="220412"/>
                  </a:lnTo>
                  <a:lnTo>
                    <a:pt x="10497" y="225473"/>
                  </a:lnTo>
                  <a:lnTo>
                    <a:pt x="12450" y="230474"/>
                  </a:lnTo>
                  <a:lnTo>
                    <a:pt x="14563" y="235410"/>
                  </a:lnTo>
                  <a:lnTo>
                    <a:pt x="16833" y="240275"/>
                  </a:lnTo>
                  <a:lnTo>
                    <a:pt x="19258" y="245065"/>
                  </a:lnTo>
                  <a:lnTo>
                    <a:pt x="21836" y="249774"/>
                  </a:lnTo>
                  <a:lnTo>
                    <a:pt x="24563" y="254399"/>
                  </a:lnTo>
                  <a:lnTo>
                    <a:pt x="27438" y="258933"/>
                  </a:lnTo>
                  <a:lnTo>
                    <a:pt x="30457" y="263373"/>
                  </a:lnTo>
                  <a:lnTo>
                    <a:pt x="33617" y="267713"/>
                  </a:lnTo>
                  <a:lnTo>
                    <a:pt x="36915" y="271950"/>
                  </a:lnTo>
                  <a:lnTo>
                    <a:pt x="40347" y="276079"/>
                  </a:lnTo>
                  <a:lnTo>
                    <a:pt x="43909" y="280095"/>
                  </a:lnTo>
                  <a:lnTo>
                    <a:pt x="47599" y="283995"/>
                  </a:lnTo>
                  <a:lnTo>
                    <a:pt x="51413" y="287774"/>
                  </a:lnTo>
                  <a:lnTo>
                    <a:pt x="55345" y="29142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3437" y="1238196"/>
              <a:ext cx="111820" cy="124262"/>
            </a:xfrm>
            <a:custGeom>
              <a:avLst/>
              <a:pathLst>
                <a:path w="111820" h="124262">
                  <a:moveTo>
                    <a:pt x="0" y="124262"/>
                  </a:moveTo>
                  <a:lnTo>
                    <a:pt x="1118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3437" y="1172623"/>
              <a:ext cx="278978" cy="232740"/>
            </a:xfrm>
            <a:custGeom>
              <a:avLst/>
              <a:pathLst>
                <a:path w="278978" h="232740">
                  <a:moveTo>
                    <a:pt x="0" y="189834"/>
                  </a:moveTo>
                  <a:lnTo>
                    <a:pt x="4012" y="193331"/>
                  </a:lnTo>
                  <a:lnTo>
                    <a:pt x="8135" y="196699"/>
                  </a:lnTo>
                  <a:lnTo>
                    <a:pt x="12362" y="199933"/>
                  </a:lnTo>
                  <a:lnTo>
                    <a:pt x="16690" y="203032"/>
                  </a:lnTo>
                  <a:lnTo>
                    <a:pt x="21114" y="205991"/>
                  </a:lnTo>
                  <a:lnTo>
                    <a:pt x="25631" y="208807"/>
                  </a:lnTo>
                  <a:lnTo>
                    <a:pt x="30235" y="211479"/>
                  </a:lnTo>
                  <a:lnTo>
                    <a:pt x="34922" y="214002"/>
                  </a:lnTo>
                  <a:lnTo>
                    <a:pt x="39686" y="216375"/>
                  </a:lnTo>
                  <a:lnTo>
                    <a:pt x="44524" y="218595"/>
                  </a:lnTo>
                  <a:lnTo>
                    <a:pt x="49430" y="220660"/>
                  </a:lnTo>
                  <a:lnTo>
                    <a:pt x="54399" y="222568"/>
                  </a:lnTo>
                  <a:lnTo>
                    <a:pt x="59427" y="224317"/>
                  </a:lnTo>
                  <a:lnTo>
                    <a:pt x="64507" y="225904"/>
                  </a:lnTo>
                  <a:lnTo>
                    <a:pt x="69636" y="227329"/>
                  </a:lnTo>
                  <a:lnTo>
                    <a:pt x="74807" y="228590"/>
                  </a:lnTo>
                  <a:lnTo>
                    <a:pt x="80016" y="229686"/>
                  </a:lnTo>
                  <a:lnTo>
                    <a:pt x="85257" y="230616"/>
                  </a:lnTo>
                  <a:lnTo>
                    <a:pt x="90525" y="231378"/>
                  </a:lnTo>
                  <a:lnTo>
                    <a:pt x="95814" y="231972"/>
                  </a:lnTo>
                  <a:lnTo>
                    <a:pt x="101120" y="232397"/>
                  </a:lnTo>
                  <a:lnTo>
                    <a:pt x="106437" y="232653"/>
                  </a:lnTo>
                  <a:lnTo>
                    <a:pt x="111759" y="232740"/>
                  </a:lnTo>
                  <a:lnTo>
                    <a:pt x="117081" y="232657"/>
                  </a:lnTo>
                  <a:lnTo>
                    <a:pt x="122398" y="232405"/>
                  </a:lnTo>
                  <a:lnTo>
                    <a:pt x="127704" y="231983"/>
                  </a:lnTo>
                  <a:lnTo>
                    <a:pt x="132994" y="231393"/>
                  </a:lnTo>
                  <a:lnTo>
                    <a:pt x="138263" y="230635"/>
                  </a:lnTo>
                  <a:lnTo>
                    <a:pt x="143505" y="229709"/>
                  </a:lnTo>
                  <a:lnTo>
                    <a:pt x="148714" y="228617"/>
                  </a:lnTo>
                  <a:lnTo>
                    <a:pt x="153886" y="227360"/>
                  </a:lnTo>
                  <a:lnTo>
                    <a:pt x="159016" y="225939"/>
                  </a:lnTo>
                  <a:lnTo>
                    <a:pt x="164098" y="224355"/>
                  </a:lnTo>
                  <a:lnTo>
                    <a:pt x="169126" y="222610"/>
                  </a:lnTo>
                  <a:lnTo>
                    <a:pt x="174097" y="220706"/>
                  </a:lnTo>
                  <a:lnTo>
                    <a:pt x="179005" y="218645"/>
                  </a:lnTo>
                  <a:lnTo>
                    <a:pt x="183844" y="216428"/>
                  </a:lnTo>
                  <a:lnTo>
                    <a:pt x="188610" y="214059"/>
                  </a:lnTo>
                  <a:lnTo>
                    <a:pt x="193299" y="211539"/>
                  </a:lnTo>
                  <a:lnTo>
                    <a:pt x="197905" y="208871"/>
                  </a:lnTo>
                  <a:lnTo>
                    <a:pt x="202423" y="206057"/>
                  </a:lnTo>
                  <a:lnTo>
                    <a:pt x="206850" y="203101"/>
                  </a:lnTo>
                  <a:lnTo>
                    <a:pt x="211180" y="200006"/>
                  </a:lnTo>
                  <a:lnTo>
                    <a:pt x="215410" y="196775"/>
                  </a:lnTo>
                  <a:lnTo>
                    <a:pt x="219535" y="193410"/>
                  </a:lnTo>
                  <a:lnTo>
                    <a:pt x="223550" y="189916"/>
                  </a:lnTo>
                  <a:lnTo>
                    <a:pt x="227452" y="186296"/>
                  </a:lnTo>
                  <a:lnTo>
                    <a:pt x="231237" y="182553"/>
                  </a:lnTo>
                  <a:lnTo>
                    <a:pt x="234901" y="178692"/>
                  </a:lnTo>
                  <a:lnTo>
                    <a:pt x="238440" y="174716"/>
                  </a:lnTo>
                  <a:lnTo>
                    <a:pt x="241851" y="170630"/>
                  </a:lnTo>
                  <a:lnTo>
                    <a:pt x="245129" y="166437"/>
                  </a:lnTo>
                  <a:lnTo>
                    <a:pt x="248273" y="162141"/>
                  </a:lnTo>
                  <a:lnTo>
                    <a:pt x="251278" y="157748"/>
                  </a:lnTo>
                  <a:lnTo>
                    <a:pt x="254142" y="153261"/>
                  </a:lnTo>
                  <a:lnTo>
                    <a:pt x="256862" y="148686"/>
                  </a:lnTo>
                  <a:lnTo>
                    <a:pt x="259435" y="144026"/>
                  </a:lnTo>
                  <a:lnTo>
                    <a:pt x="261858" y="139286"/>
                  </a:lnTo>
                  <a:lnTo>
                    <a:pt x="264128" y="134472"/>
                  </a:lnTo>
                  <a:lnTo>
                    <a:pt x="266245" y="129588"/>
                  </a:lnTo>
                  <a:lnTo>
                    <a:pt x="268205" y="124639"/>
                  </a:lnTo>
                  <a:lnTo>
                    <a:pt x="270006" y="119631"/>
                  </a:lnTo>
                  <a:lnTo>
                    <a:pt x="271647" y="114567"/>
                  </a:lnTo>
                  <a:lnTo>
                    <a:pt x="273126" y="109454"/>
                  </a:lnTo>
                  <a:lnTo>
                    <a:pt x="274441" y="104296"/>
                  </a:lnTo>
                  <a:lnTo>
                    <a:pt x="275591" y="99099"/>
                  </a:lnTo>
                  <a:lnTo>
                    <a:pt x="276576" y="93868"/>
                  </a:lnTo>
                  <a:lnTo>
                    <a:pt x="277393" y="88608"/>
                  </a:lnTo>
                  <a:lnTo>
                    <a:pt x="278042" y="83325"/>
                  </a:lnTo>
                  <a:lnTo>
                    <a:pt x="278523" y="78024"/>
                  </a:lnTo>
                  <a:lnTo>
                    <a:pt x="278835" y="72710"/>
                  </a:lnTo>
                  <a:lnTo>
                    <a:pt x="278978" y="67389"/>
                  </a:lnTo>
                  <a:lnTo>
                    <a:pt x="278951" y="62067"/>
                  </a:lnTo>
                  <a:lnTo>
                    <a:pt x="278755" y="56747"/>
                  </a:lnTo>
                  <a:lnTo>
                    <a:pt x="278389" y="51437"/>
                  </a:lnTo>
                  <a:lnTo>
                    <a:pt x="277855" y="46141"/>
                  </a:lnTo>
                  <a:lnTo>
                    <a:pt x="277152" y="40865"/>
                  </a:lnTo>
                  <a:lnTo>
                    <a:pt x="276281" y="35614"/>
                  </a:lnTo>
                  <a:lnTo>
                    <a:pt x="275244" y="30393"/>
                  </a:lnTo>
                  <a:lnTo>
                    <a:pt x="274041" y="25208"/>
                  </a:lnTo>
                  <a:lnTo>
                    <a:pt x="272674" y="20064"/>
                  </a:lnTo>
                  <a:lnTo>
                    <a:pt x="271144" y="14965"/>
                  </a:lnTo>
                  <a:lnTo>
                    <a:pt x="269452" y="9919"/>
                  </a:lnTo>
                  <a:lnTo>
                    <a:pt x="267600" y="4928"/>
                  </a:lnTo>
                  <a:lnTo>
                    <a:pt x="265590" y="0"/>
                  </a:lnTo>
                  <a:lnTo>
                    <a:pt x="111820" y="655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153769" cy="167167"/>
            </a:xfrm>
            <a:custGeom>
              <a:avLst/>
              <a:pathLst>
                <a:path w="153769" h="167167">
                  <a:moveTo>
                    <a:pt x="153769" y="101594"/>
                  </a:moveTo>
                  <a:lnTo>
                    <a:pt x="151562" y="96642"/>
                  </a:lnTo>
                  <a:lnTo>
                    <a:pt x="149195" y="91764"/>
                  </a:lnTo>
                  <a:lnTo>
                    <a:pt x="146671" y="86965"/>
                  </a:lnTo>
                  <a:lnTo>
                    <a:pt x="143993" y="82250"/>
                  </a:lnTo>
                  <a:lnTo>
                    <a:pt x="141163" y="77625"/>
                  </a:lnTo>
                  <a:lnTo>
                    <a:pt x="138185" y="73094"/>
                  </a:lnTo>
                  <a:lnTo>
                    <a:pt x="135062" y="68662"/>
                  </a:lnTo>
                  <a:lnTo>
                    <a:pt x="131796" y="64334"/>
                  </a:lnTo>
                  <a:lnTo>
                    <a:pt x="128392" y="60114"/>
                  </a:lnTo>
                  <a:lnTo>
                    <a:pt x="124852" y="56006"/>
                  </a:lnTo>
                  <a:lnTo>
                    <a:pt x="121182" y="52016"/>
                  </a:lnTo>
                  <a:lnTo>
                    <a:pt x="117384" y="48146"/>
                  </a:lnTo>
                  <a:lnTo>
                    <a:pt x="113462" y="44402"/>
                  </a:lnTo>
                  <a:lnTo>
                    <a:pt x="109421" y="40787"/>
                  </a:lnTo>
                  <a:lnTo>
                    <a:pt x="105265" y="37305"/>
                  </a:lnTo>
                  <a:lnTo>
                    <a:pt x="100998" y="33959"/>
                  </a:lnTo>
                  <a:lnTo>
                    <a:pt x="96625" y="30754"/>
                  </a:lnTo>
                  <a:lnTo>
                    <a:pt x="92150" y="27692"/>
                  </a:lnTo>
                  <a:lnTo>
                    <a:pt x="87578" y="24777"/>
                  </a:lnTo>
                  <a:lnTo>
                    <a:pt x="82914" y="22011"/>
                  </a:lnTo>
                  <a:lnTo>
                    <a:pt x="78163" y="19399"/>
                  </a:lnTo>
                  <a:lnTo>
                    <a:pt x="73330" y="16942"/>
                  </a:lnTo>
                  <a:lnTo>
                    <a:pt x="68419" y="14643"/>
                  </a:lnTo>
                  <a:lnTo>
                    <a:pt x="63437" y="12504"/>
                  </a:lnTo>
                  <a:lnTo>
                    <a:pt x="58387" y="10528"/>
                  </a:lnTo>
                  <a:lnTo>
                    <a:pt x="53277" y="8717"/>
                  </a:lnTo>
                  <a:lnTo>
                    <a:pt x="48110" y="7072"/>
                  </a:lnTo>
                  <a:lnTo>
                    <a:pt x="42893" y="5596"/>
                  </a:lnTo>
                  <a:lnTo>
                    <a:pt x="37630" y="4290"/>
                  </a:lnTo>
                  <a:lnTo>
                    <a:pt x="32328" y="3155"/>
                  </a:lnTo>
                  <a:lnTo>
                    <a:pt x="26992" y="2193"/>
                  </a:lnTo>
                  <a:lnTo>
                    <a:pt x="21628" y="1405"/>
                  </a:lnTo>
                  <a:lnTo>
                    <a:pt x="16241" y="790"/>
                  </a:lnTo>
                  <a:lnTo>
                    <a:pt x="10837" y="351"/>
                  </a:lnTo>
                  <a:lnTo>
                    <a:pt x="542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365" y="941493"/>
              <a:ext cx="78178" cy="167167"/>
            </a:xfrm>
            <a:custGeom>
              <a:avLst/>
              <a:pathLst>
                <a:path w="78178" h="167167">
                  <a:moveTo>
                    <a:pt x="78178" y="0"/>
                  </a:moveTo>
                  <a:lnTo>
                    <a:pt x="72368" y="100"/>
                  </a:lnTo>
                  <a:lnTo>
                    <a:pt x="66566" y="403"/>
                  </a:lnTo>
                  <a:lnTo>
                    <a:pt x="60777" y="908"/>
                  </a:lnTo>
                  <a:lnTo>
                    <a:pt x="55009" y="1613"/>
                  </a:lnTo>
                  <a:lnTo>
                    <a:pt x="49270" y="2518"/>
                  </a:lnTo>
                  <a:lnTo>
                    <a:pt x="43565" y="3622"/>
                  </a:lnTo>
                  <a:lnTo>
                    <a:pt x="37902" y="4924"/>
                  </a:lnTo>
                  <a:lnTo>
                    <a:pt x="32288" y="6422"/>
                  </a:lnTo>
                  <a:lnTo>
                    <a:pt x="26729" y="8113"/>
                  </a:lnTo>
                  <a:lnTo>
                    <a:pt x="21233" y="9998"/>
                  </a:lnTo>
                  <a:lnTo>
                    <a:pt x="15805" y="12072"/>
                  </a:lnTo>
                  <a:lnTo>
                    <a:pt x="10453" y="14333"/>
                  </a:lnTo>
                  <a:lnTo>
                    <a:pt x="5182" y="16779"/>
                  </a:lnTo>
                  <a:lnTo>
                    <a:pt x="0" y="19407"/>
                  </a:lnTo>
                  <a:lnTo>
                    <a:pt x="7817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5365" y="960900"/>
              <a:ext cx="78178" cy="147760"/>
            </a:xfrm>
            <a:custGeom>
              <a:avLst/>
              <a:pathLst>
                <a:path w="78178" h="147760">
                  <a:moveTo>
                    <a:pt x="0" y="0"/>
                  </a:moveTo>
                  <a:lnTo>
                    <a:pt x="78178" y="1477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56377" y="960900"/>
              <a:ext cx="334333" cy="314907"/>
            </a:xfrm>
            <a:custGeom>
              <a:avLst/>
              <a:pathLst>
                <a:path w="334333" h="314907">
                  <a:moveTo>
                    <a:pt x="88988" y="0"/>
                  </a:moveTo>
                  <a:lnTo>
                    <a:pt x="84331" y="2559"/>
                  </a:lnTo>
                  <a:lnTo>
                    <a:pt x="79757" y="5265"/>
                  </a:lnTo>
                  <a:lnTo>
                    <a:pt x="75272" y="8115"/>
                  </a:lnTo>
                  <a:lnTo>
                    <a:pt x="70880" y="11107"/>
                  </a:lnTo>
                  <a:lnTo>
                    <a:pt x="66586" y="14236"/>
                  </a:lnTo>
                  <a:lnTo>
                    <a:pt x="62392" y="17501"/>
                  </a:lnTo>
                  <a:lnTo>
                    <a:pt x="58305" y="20897"/>
                  </a:lnTo>
                  <a:lnTo>
                    <a:pt x="54328" y="24421"/>
                  </a:lnTo>
                  <a:lnTo>
                    <a:pt x="50465" y="28070"/>
                  </a:lnTo>
                  <a:lnTo>
                    <a:pt x="46719" y="31839"/>
                  </a:lnTo>
                  <a:lnTo>
                    <a:pt x="43096" y="35726"/>
                  </a:lnTo>
                  <a:lnTo>
                    <a:pt x="39597" y="39726"/>
                  </a:lnTo>
                  <a:lnTo>
                    <a:pt x="36228" y="43836"/>
                  </a:lnTo>
                  <a:lnTo>
                    <a:pt x="32991" y="48050"/>
                  </a:lnTo>
                  <a:lnTo>
                    <a:pt x="29890" y="52365"/>
                  </a:lnTo>
                  <a:lnTo>
                    <a:pt x="26927" y="56776"/>
                  </a:lnTo>
                  <a:lnTo>
                    <a:pt x="24106" y="61280"/>
                  </a:lnTo>
                  <a:lnTo>
                    <a:pt x="21430" y="65871"/>
                  </a:lnTo>
                  <a:lnTo>
                    <a:pt x="18900" y="70544"/>
                  </a:lnTo>
                  <a:lnTo>
                    <a:pt x="16521" y="75296"/>
                  </a:lnTo>
                  <a:lnTo>
                    <a:pt x="14294" y="80120"/>
                  </a:lnTo>
                  <a:lnTo>
                    <a:pt x="12221" y="85014"/>
                  </a:lnTo>
                  <a:lnTo>
                    <a:pt x="10305" y="89970"/>
                  </a:lnTo>
                  <a:lnTo>
                    <a:pt x="8548" y="94985"/>
                  </a:lnTo>
                  <a:lnTo>
                    <a:pt x="6950" y="100053"/>
                  </a:lnTo>
                  <a:lnTo>
                    <a:pt x="5515" y="105170"/>
                  </a:lnTo>
                  <a:lnTo>
                    <a:pt x="4243" y="110329"/>
                  </a:lnTo>
                  <a:lnTo>
                    <a:pt x="3136" y="115527"/>
                  </a:lnTo>
                  <a:lnTo>
                    <a:pt x="2194" y="120757"/>
                  </a:lnTo>
                  <a:lnTo>
                    <a:pt x="1419" y="126014"/>
                  </a:lnTo>
                  <a:lnTo>
                    <a:pt x="812" y="131293"/>
                  </a:lnTo>
                  <a:lnTo>
                    <a:pt x="372" y="136589"/>
                  </a:lnTo>
                  <a:lnTo>
                    <a:pt x="101" y="141896"/>
                  </a:lnTo>
                  <a:lnTo>
                    <a:pt x="0" y="147209"/>
                  </a:lnTo>
                  <a:lnTo>
                    <a:pt x="66" y="152522"/>
                  </a:lnTo>
                  <a:lnTo>
                    <a:pt x="302" y="157831"/>
                  </a:lnTo>
                  <a:lnTo>
                    <a:pt x="707" y="163130"/>
                  </a:lnTo>
                  <a:lnTo>
                    <a:pt x="1279" y="168413"/>
                  </a:lnTo>
                  <a:lnTo>
                    <a:pt x="2020" y="173675"/>
                  </a:lnTo>
                  <a:lnTo>
                    <a:pt x="2927" y="178911"/>
                  </a:lnTo>
                  <a:lnTo>
                    <a:pt x="4000" y="184115"/>
                  </a:lnTo>
                  <a:lnTo>
                    <a:pt x="5238" y="189283"/>
                  </a:lnTo>
                  <a:lnTo>
                    <a:pt x="6639" y="194409"/>
                  </a:lnTo>
                  <a:lnTo>
                    <a:pt x="8203" y="199488"/>
                  </a:lnTo>
                  <a:lnTo>
                    <a:pt x="9928" y="204514"/>
                  </a:lnTo>
                  <a:lnTo>
                    <a:pt x="11811" y="209483"/>
                  </a:lnTo>
                  <a:lnTo>
                    <a:pt x="13851" y="214390"/>
                  </a:lnTo>
                  <a:lnTo>
                    <a:pt x="16047" y="219229"/>
                  </a:lnTo>
                  <a:lnTo>
                    <a:pt x="18395" y="223996"/>
                  </a:lnTo>
                  <a:lnTo>
                    <a:pt x="20893" y="228686"/>
                  </a:lnTo>
                  <a:lnTo>
                    <a:pt x="23539" y="233295"/>
                  </a:lnTo>
                  <a:lnTo>
                    <a:pt x="26330" y="237817"/>
                  </a:lnTo>
                  <a:lnTo>
                    <a:pt x="29264" y="242248"/>
                  </a:lnTo>
                  <a:lnTo>
                    <a:pt x="32337" y="246583"/>
                  </a:lnTo>
                  <a:lnTo>
                    <a:pt x="35546" y="250819"/>
                  </a:lnTo>
                  <a:lnTo>
                    <a:pt x="38888" y="254950"/>
                  </a:lnTo>
                  <a:lnTo>
                    <a:pt x="42360" y="258973"/>
                  </a:lnTo>
                  <a:lnTo>
                    <a:pt x="45958" y="262884"/>
                  </a:lnTo>
                  <a:lnTo>
                    <a:pt x="49678" y="266678"/>
                  </a:lnTo>
                  <a:lnTo>
                    <a:pt x="53517" y="270352"/>
                  </a:lnTo>
                  <a:lnTo>
                    <a:pt x="57471" y="273903"/>
                  </a:lnTo>
                  <a:lnTo>
                    <a:pt x="61536" y="277325"/>
                  </a:lnTo>
                  <a:lnTo>
                    <a:pt x="65708" y="280617"/>
                  </a:lnTo>
                  <a:lnTo>
                    <a:pt x="69982" y="283775"/>
                  </a:lnTo>
                  <a:lnTo>
                    <a:pt x="74354" y="286795"/>
                  </a:lnTo>
                  <a:lnTo>
                    <a:pt x="78820" y="289675"/>
                  </a:lnTo>
                  <a:lnTo>
                    <a:pt x="83375" y="292411"/>
                  </a:lnTo>
                  <a:lnTo>
                    <a:pt x="88015" y="295001"/>
                  </a:lnTo>
                  <a:lnTo>
                    <a:pt x="92735" y="297443"/>
                  </a:lnTo>
                  <a:lnTo>
                    <a:pt x="97531" y="299733"/>
                  </a:lnTo>
                  <a:lnTo>
                    <a:pt x="102396" y="301870"/>
                  </a:lnTo>
                  <a:lnTo>
                    <a:pt x="107327" y="303850"/>
                  </a:lnTo>
                  <a:lnTo>
                    <a:pt x="112319" y="305673"/>
                  </a:lnTo>
                  <a:lnTo>
                    <a:pt x="117366" y="307337"/>
                  </a:lnTo>
                  <a:lnTo>
                    <a:pt x="122463" y="308839"/>
                  </a:lnTo>
                  <a:lnTo>
                    <a:pt x="127605" y="310179"/>
                  </a:lnTo>
                  <a:lnTo>
                    <a:pt x="132788" y="311354"/>
                  </a:lnTo>
                  <a:lnTo>
                    <a:pt x="138005" y="312364"/>
                  </a:lnTo>
                  <a:lnTo>
                    <a:pt x="143251" y="313208"/>
                  </a:lnTo>
                  <a:lnTo>
                    <a:pt x="148522" y="313884"/>
                  </a:lnTo>
                  <a:lnTo>
                    <a:pt x="153812" y="314393"/>
                  </a:lnTo>
                  <a:lnTo>
                    <a:pt x="159115" y="314733"/>
                  </a:lnTo>
                  <a:lnTo>
                    <a:pt x="164426" y="314905"/>
                  </a:lnTo>
                  <a:lnTo>
                    <a:pt x="169740" y="314907"/>
                  </a:lnTo>
                  <a:lnTo>
                    <a:pt x="175051" y="314741"/>
                  </a:lnTo>
                  <a:lnTo>
                    <a:pt x="180355" y="314406"/>
                  </a:lnTo>
                  <a:lnTo>
                    <a:pt x="185645" y="313903"/>
                  </a:lnTo>
                  <a:lnTo>
                    <a:pt x="190916" y="313231"/>
                  </a:lnTo>
                  <a:lnTo>
                    <a:pt x="196164" y="312393"/>
                  </a:lnTo>
                  <a:lnTo>
                    <a:pt x="201382" y="311388"/>
                  </a:lnTo>
                  <a:lnTo>
                    <a:pt x="206565" y="310218"/>
                  </a:lnTo>
                  <a:lnTo>
                    <a:pt x="211709" y="308884"/>
                  </a:lnTo>
                  <a:lnTo>
                    <a:pt x="216808" y="307386"/>
                  </a:lnTo>
                  <a:lnTo>
                    <a:pt x="221856" y="305728"/>
                  </a:lnTo>
                  <a:lnTo>
                    <a:pt x="226850" y="303910"/>
                  </a:lnTo>
                  <a:lnTo>
                    <a:pt x="231783" y="301934"/>
                  </a:lnTo>
                  <a:lnTo>
                    <a:pt x="236650" y="299802"/>
                  </a:lnTo>
                  <a:lnTo>
                    <a:pt x="241448" y="297517"/>
                  </a:lnTo>
                  <a:lnTo>
                    <a:pt x="246170" y="295080"/>
                  </a:lnTo>
                  <a:lnTo>
                    <a:pt x="250813" y="292495"/>
                  </a:lnTo>
                  <a:lnTo>
                    <a:pt x="255371" y="289763"/>
                  </a:lnTo>
                  <a:lnTo>
                    <a:pt x="259840" y="286887"/>
                  </a:lnTo>
                  <a:lnTo>
                    <a:pt x="264215" y="283872"/>
                  </a:lnTo>
                  <a:lnTo>
                    <a:pt x="268492" y="280718"/>
                  </a:lnTo>
                  <a:lnTo>
                    <a:pt x="272667" y="277430"/>
                  </a:lnTo>
                  <a:lnTo>
                    <a:pt x="276735" y="274012"/>
                  </a:lnTo>
                  <a:lnTo>
                    <a:pt x="280693" y="270465"/>
                  </a:lnTo>
                  <a:lnTo>
                    <a:pt x="284536" y="266795"/>
                  </a:lnTo>
                  <a:lnTo>
                    <a:pt x="288260" y="263004"/>
                  </a:lnTo>
                  <a:lnTo>
                    <a:pt x="291862" y="259097"/>
                  </a:lnTo>
                  <a:lnTo>
                    <a:pt x="295337" y="255077"/>
                  </a:lnTo>
                  <a:lnTo>
                    <a:pt x="298684" y="250949"/>
                  </a:lnTo>
                  <a:lnTo>
                    <a:pt x="301897" y="246717"/>
                  </a:lnTo>
                  <a:lnTo>
                    <a:pt x="304974" y="242385"/>
                  </a:lnTo>
                  <a:lnTo>
                    <a:pt x="307912" y="237957"/>
                  </a:lnTo>
                  <a:lnTo>
                    <a:pt x="310708" y="233438"/>
                  </a:lnTo>
                  <a:lnTo>
                    <a:pt x="313359" y="228832"/>
                  </a:lnTo>
                  <a:lnTo>
                    <a:pt x="315862" y="224144"/>
                  </a:lnTo>
                  <a:lnTo>
                    <a:pt x="318214" y="219379"/>
                  </a:lnTo>
                  <a:lnTo>
                    <a:pt x="320414" y="214542"/>
                  </a:lnTo>
                  <a:lnTo>
                    <a:pt x="322460" y="209638"/>
                  </a:lnTo>
                  <a:lnTo>
                    <a:pt x="324348" y="204670"/>
                  </a:lnTo>
                  <a:lnTo>
                    <a:pt x="326077" y="199646"/>
                  </a:lnTo>
                  <a:lnTo>
                    <a:pt x="327646" y="194569"/>
                  </a:lnTo>
                  <a:lnTo>
                    <a:pt x="329053" y="189444"/>
                  </a:lnTo>
                  <a:lnTo>
                    <a:pt x="330296" y="184278"/>
                  </a:lnTo>
                  <a:lnTo>
                    <a:pt x="331374" y="179074"/>
                  </a:lnTo>
                  <a:lnTo>
                    <a:pt x="332287" y="173839"/>
                  </a:lnTo>
                  <a:lnTo>
                    <a:pt x="333032" y="168578"/>
                  </a:lnTo>
                  <a:lnTo>
                    <a:pt x="333610" y="163295"/>
                  </a:lnTo>
                  <a:lnTo>
                    <a:pt x="334020" y="157997"/>
                  </a:lnTo>
                  <a:lnTo>
                    <a:pt x="334261" y="152688"/>
                  </a:lnTo>
                  <a:lnTo>
                    <a:pt x="334333" y="147375"/>
                  </a:lnTo>
                  <a:lnTo>
                    <a:pt x="334236" y="142062"/>
                  </a:lnTo>
                  <a:lnTo>
                    <a:pt x="333971" y="136755"/>
                  </a:lnTo>
                  <a:lnTo>
                    <a:pt x="333537" y="131458"/>
                  </a:lnTo>
                  <a:lnTo>
                    <a:pt x="332935" y="126179"/>
                  </a:lnTo>
                  <a:lnTo>
                    <a:pt x="332165" y="120921"/>
                  </a:lnTo>
                  <a:lnTo>
                    <a:pt x="331228" y="115690"/>
                  </a:lnTo>
                  <a:lnTo>
                    <a:pt x="330126" y="110491"/>
                  </a:lnTo>
                  <a:lnTo>
                    <a:pt x="328859" y="105331"/>
                  </a:lnTo>
                  <a:lnTo>
                    <a:pt x="327429" y="100213"/>
                  </a:lnTo>
                  <a:lnTo>
                    <a:pt x="325837" y="95143"/>
                  </a:lnTo>
                  <a:lnTo>
                    <a:pt x="324084" y="90126"/>
                  </a:lnTo>
                  <a:lnTo>
                    <a:pt x="322173" y="85168"/>
                  </a:lnTo>
                  <a:lnTo>
                    <a:pt x="320105" y="80272"/>
                  </a:lnTo>
                  <a:lnTo>
                    <a:pt x="317883" y="75445"/>
                  </a:lnTo>
                  <a:lnTo>
                    <a:pt x="315508" y="70692"/>
                  </a:lnTo>
                  <a:lnTo>
                    <a:pt x="312984" y="66016"/>
                  </a:lnTo>
                  <a:lnTo>
                    <a:pt x="310312" y="61422"/>
                  </a:lnTo>
                  <a:lnTo>
                    <a:pt x="307495" y="56916"/>
                  </a:lnTo>
                  <a:lnTo>
                    <a:pt x="304537" y="52502"/>
                  </a:lnTo>
                  <a:lnTo>
                    <a:pt x="301440" y="48183"/>
                  </a:lnTo>
                  <a:lnTo>
                    <a:pt x="298207" y="43966"/>
                  </a:lnTo>
                  <a:lnTo>
                    <a:pt x="294842" y="39853"/>
                  </a:lnTo>
                  <a:lnTo>
                    <a:pt x="291348" y="35850"/>
                  </a:lnTo>
                  <a:lnTo>
                    <a:pt x="287728" y="31959"/>
                  </a:lnTo>
                  <a:lnTo>
                    <a:pt x="283986" y="28186"/>
                  </a:lnTo>
                  <a:lnTo>
                    <a:pt x="280127" y="24533"/>
                  </a:lnTo>
                  <a:lnTo>
                    <a:pt x="276153" y="21005"/>
                  </a:lnTo>
                  <a:lnTo>
                    <a:pt x="272069" y="17605"/>
                  </a:lnTo>
                  <a:lnTo>
                    <a:pt x="267879" y="14336"/>
                  </a:lnTo>
                  <a:lnTo>
                    <a:pt x="263587" y="11203"/>
                  </a:lnTo>
                  <a:lnTo>
                    <a:pt x="259198" y="8207"/>
                  </a:lnTo>
                  <a:lnTo>
                    <a:pt x="167166" y="1477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92032" cy="167167"/>
            </a:xfrm>
            <a:custGeom>
              <a:avLst/>
              <a:pathLst>
                <a:path w="92032" h="167167">
                  <a:moveTo>
                    <a:pt x="92032" y="27614"/>
                  </a:moveTo>
                  <a:lnTo>
                    <a:pt x="87193" y="24541"/>
                  </a:lnTo>
                  <a:lnTo>
                    <a:pt x="82251" y="21635"/>
                  </a:lnTo>
                  <a:lnTo>
                    <a:pt x="77213" y="18900"/>
                  </a:lnTo>
                  <a:lnTo>
                    <a:pt x="72084" y="16340"/>
                  </a:lnTo>
                  <a:lnTo>
                    <a:pt x="66870" y="13957"/>
                  </a:lnTo>
                  <a:lnTo>
                    <a:pt x="61577" y="11754"/>
                  </a:lnTo>
                  <a:lnTo>
                    <a:pt x="56212" y="9734"/>
                  </a:lnTo>
                  <a:lnTo>
                    <a:pt x="50781" y="7899"/>
                  </a:lnTo>
                  <a:lnTo>
                    <a:pt x="45290" y="6252"/>
                  </a:lnTo>
                  <a:lnTo>
                    <a:pt x="39746" y="4793"/>
                  </a:lnTo>
                  <a:lnTo>
                    <a:pt x="34155" y="3526"/>
                  </a:lnTo>
                  <a:lnTo>
                    <a:pt x="28524" y="2451"/>
                  </a:lnTo>
                  <a:lnTo>
                    <a:pt x="22860" y="1570"/>
                  </a:lnTo>
                  <a:lnTo>
                    <a:pt x="17168" y="883"/>
                  </a:lnTo>
                  <a:lnTo>
                    <a:pt x="11456" y="393"/>
                  </a:lnTo>
                  <a:lnTo>
                    <a:pt x="5731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8598" y="941493"/>
              <a:ext cx="47617" cy="167167"/>
            </a:xfrm>
            <a:custGeom>
              <a:avLst/>
              <a:pathLst>
                <a:path w="47617" h="167167">
                  <a:moveTo>
                    <a:pt x="47617" y="0"/>
                  </a:moveTo>
                  <a:lnTo>
                    <a:pt x="41583" y="108"/>
                  </a:lnTo>
                  <a:lnTo>
                    <a:pt x="35556" y="435"/>
                  </a:lnTo>
                  <a:lnTo>
                    <a:pt x="29545" y="979"/>
                  </a:lnTo>
                  <a:lnTo>
                    <a:pt x="23558" y="1740"/>
                  </a:lnTo>
                  <a:lnTo>
                    <a:pt x="17602" y="2716"/>
                  </a:lnTo>
                  <a:lnTo>
                    <a:pt x="11685" y="3907"/>
                  </a:lnTo>
                  <a:lnTo>
                    <a:pt x="5815" y="5310"/>
                  </a:lnTo>
                  <a:lnTo>
                    <a:pt x="0" y="6925"/>
                  </a:lnTo>
                  <a:lnTo>
                    <a:pt x="4761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598" y="948418"/>
              <a:ext cx="47617" cy="160242"/>
            </a:xfrm>
            <a:custGeom>
              <a:avLst/>
              <a:pathLst>
                <a:path w="47617" h="160242">
                  <a:moveTo>
                    <a:pt x="0" y="0"/>
                  </a:moveTo>
                  <a:lnTo>
                    <a:pt x="47617" y="1602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48" y="948418"/>
              <a:ext cx="167167" cy="303350"/>
            </a:xfrm>
            <a:custGeom>
              <a:avLst/>
              <a:pathLst>
                <a:path w="167167" h="303350">
                  <a:moveTo>
                    <a:pt x="119549" y="0"/>
                  </a:moveTo>
                  <a:lnTo>
                    <a:pt x="114435" y="1609"/>
                  </a:lnTo>
                  <a:lnTo>
                    <a:pt x="109374" y="3382"/>
                  </a:lnTo>
                  <a:lnTo>
                    <a:pt x="104373" y="5316"/>
                  </a:lnTo>
                  <a:lnTo>
                    <a:pt x="99436" y="7410"/>
                  </a:lnTo>
                  <a:lnTo>
                    <a:pt x="94570" y="9661"/>
                  </a:lnTo>
                  <a:lnTo>
                    <a:pt x="89778" y="12066"/>
                  </a:lnTo>
                  <a:lnTo>
                    <a:pt x="85065" y="14625"/>
                  </a:lnTo>
                  <a:lnTo>
                    <a:pt x="80437" y="17333"/>
                  </a:lnTo>
                  <a:lnTo>
                    <a:pt x="75898" y="20188"/>
                  </a:lnTo>
                  <a:lnTo>
                    <a:pt x="71454" y="23187"/>
                  </a:lnTo>
                  <a:lnTo>
                    <a:pt x="67107" y="26327"/>
                  </a:lnTo>
                  <a:lnTo>
                    <a:pt x="62864" y="29605"/>
                  </a:lnTo>
                  <a:lnTo>
                    <a:pt x="58728" y="33018"/>
                  </a:lnTo>
                  <a:lnTo>
                    <a:pt x="54703" y="36561"/>
                  </a:lnTo>
                  <a:lnTo>
                    <a:pt x="50794" y="40232"/>
                  </a:lnTo>
                  <a:lnTo>
                    <a:pt x="47005" y="44026"/>
                  </a:lnTo>
                  <a:lnTo>
                    <a:pt x="43340" y="47939"/>
                  </a:lnTo>
                  <a:lnTo>
                    <a:pt x="39802" y="51969"/>
                  </a:lnTo>
                  <a:lnTo>
                    <a:pt x="36395" y="56109"/>
                  </a:lnTo>
                  <a:lnTo>
                    <a:pt x="33122" y="60357"/>
                  </a:lnTo>
                  <a:lnTo>
                    <a:pt x="29988" y="64707"/>
                  </a:lnTo>
                  <a:lnTo>
                    <a:pt x="26994" y="69156"/>
                  </a:lnTo>
                  <a:lnTo>
                    <a:pt x="24145" y="73698"/>
                  </a:lnTo>
                  <a:lnTo>
                    <a:pt x="21443" y="78330"/>
                  </a:lnTo>
                  <a:lnTo>
                    <a:pt x="18891" y="83046"/>
                  </a:lnTo>
                  <a:lnTo>
                    <a:pt x="16491" y="87841"/>
                  </a:lnTo>
                  <a:lnTo>
                    <a:pt x="14247" y="92711"/>
                  </a:lnTo>
                  <a:lnTo>
                    <a:pt x="12160" y="97650"/>
                  </a:lnTo>
                  <a:lnTo>
                    <a:pt x="10232" y="102654"/>
                  </a:lnTo>
                  <a:lnTo>
                    <a:pt x="8466" y="107716"/>
                  </a:lnTo>
                  <a:lnTo>
                    <a:pt x="6863" y="112833"/>
                  </a:lnTo>
                  <a:lnTo>
                    <a:pt x="5425" y="117999"/>
                  </a:lnTo>
                  <a:lnTo>
                    <a:pt x="4153" y="123208"/>
                  </a:lnTo>
                  <a:lnTo>
                    <a:pt x="3049" y="128455"/>
                  </a:lnTo>
                  <a:lnTo>
                    <a:pt x="2114" y="133735"/>
                  </a:lnTo>
                  <a:lnTo>
                    <a:pt x="1349" y="139042"/>
                  </a:lnTo>
                  <a:lnTo>
                    <a:pt x="754" y="144371"/>
                  </a:lnTo>
                  <a:lnTo>
                    <a:pt x="331" y="149717"/>
                  </a:lnTo>
                  <a:lnTo>
                    <a:pt x="79" y="155073"/>
                  </a:lnTo>
                  <a:lnTo>
                    <a:pt x="0" y="160434"/>
                  </a:lnTo>
                  <a:lnTo>
                    <a:pt x="92" y="165796"/>
                  </a:lnTo>
                  <a:lnTo>
                    <a:pt x="356" y="171151"/>
                  </a:lnTo>
                  <a:lnTo>
                    <a:pt x="791" y="176496"/>
                  </a:lnTo>
                  <a:lnTo>
                    <a:pt x="1398" y="181823"/>
                  </a:lnTo>
                  <a:lnTo>
                    <a:pt x="2176" y="187129"/>
                  </a:lnTo>
                  <a:lnTo>
                    <a:pt x="3123" y="192407"/>
                  </a:lnTo>
                  <a:lnTo>
                    <a:pt x="4239" y="197651"/>
                  </a:lnTo>
                  <a:lnTo>
                    <a:pt x="5523" y="202857"/>
                  </a:lnTo>
                  <a:lnTo>
                    <a:pt x="6973" y="208020"/>
                  </a:lnTo>
                  <a:lnTo>
                    <a:pt x="8587" y="213133"/>
                  </a:lnTo>
                  <a:lnTo>
                    <a:pt x="10365" y="218192"/>
                  </a:lnTo>
                  <a:lnTo>
                    <a:pt x="12304" y="223191"/>
                  </a:lnTo>
                  <a:lnTo>
                    <a:pt x="14403" y="228125"/>
                  </a:lnTo>
                  <a:lnTo>
                    <a:pt x="16659" y="232990"/>
                  </a:lnTo>
                  <a:lnTo>
                    <a:pt x="19069" y="237779"/>
                  </a:lnTo>
                  <a:lnTo>
                    <a:pt x="21632" y="242489"/>
                  </a:lnTo>
                  <a:lnTo>
                    <a:pt x="24345" y="247115"/>
                  </a:lnTo>
                  <a:lnTo>
                    <a:pt x="27205" y="251650"/>
                  </a:lnTo>
                  <a:lnTo>
                    <a:pt x="30208" y="256092"/>
                  </a:lnTo>
                  <a:lnTo>
                    <a:pt x="33353" y="260436"/>
                  </a:lnTo>
                  <a:lnTo>
                    <a:pt x="36635" y="264676"/>
                  </a:lnTo>
                  <a:lnTo>
                    <a:pt x="40052" y="268808"/>
                  </a:lnTo>
                  <a:lnTo>
                    <a:pt x="43599" y="272829"/>
                  </a:lnTo>
                  <a:lnTo>
                    <a:pt x="47274" y="276734"/>
                  </a:lnTo>
                  <a:lnTo>
                    <a:pt x="51072" y="280520"/>
                  </a:lnTo>
                  <a:lnTo>
                    <a:pt x="54989" y="284181"/>
                  </a:lnTo>
                  <a:lnTo>
                    <a:pt x="59022" y="287715"/>
                  </a:lnTo>
                  <a:lnTo>
                    <a:pt x="63166" y="291118"/>
                  </a:lnTo>
                  <a:lnTo>
                    <a:pt x="67416" y="294386"/>
                  </a:lnTo>
                  <a:lnTo>
                    <a:pt x="71770" y="297517"/>
                  </a:lnTo>
                  <a:lnTo>
                    <a:pt x="76222" y="300506"/>
                  </a:lnTo>
                  <a:lnTo>
                    <a:pt x="80767" y="303350"/>
                  </a:lnTo>
                  <a:lnTo>
                    <a:pt x="167167" y="1602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99816" y="941493"/>
              <a:ext cx="253549" cy="334334"/>
            </a:xfrm>
            <a:custGeom>
              <a:avLst/>
              <a:pathLst>
                <a:path w="253549" h="334334">
                  <a:moveTo>
                    <a:pt x="0" y="310275"/>
                  </a:moveTo>
                  <a:lnTo>
                    <a:pt x="4588" y="312947"/>
                  </a:lnTo>
                  <a:lnTo>
                    <a:pt x="9259" y="315472"/>
                  </a:lnTo>
                  <a:lnTo>
                    <a:pt x="14008" y="317847"/>
                  </a:lnTo>
                  <a:lnTo>
                    <a:pt x="18831" y="320070"/>
                  </a:lnTo>
                  <a:lnTo>
                    <a:pt x="23721" y="322139"/>
                  </a:lnTo>
                  <a:lnTo>
                    <a:pt x="28674" y="324052"/>
                  </a:lnTo>
                  <a:lnTo>
                    <a:pt x="33686" y="325806"/>
                  </a:lnTo>
                  <a:lnTo>
                    <a:pt x="38751" y="327400"/>
                  </a:lnTo>
                  <a:lnTo>
                    <a:pt x="43864" y="328832"/>
                  </a:lnTo>
                  <a:lnTo>
                    <a:pt x="49020" y="330102"/>
                  </a:lnTo>
                  <a:lnTo>
                    <a:pt x="54214" y="331207"/>
                  </a:lnTo>
                  <a:lnTo>
                    <a:pt x="59440" y="332146"/>
                  </a:lnTo>
                  <a:lnTo>
                    <a:pt x="64693" y="332919"/>
                  </a:lnTo>
                  <a:lnTo>
                    <a:pt x="69968" y="333525"/>
                  </a:lnTo>
                  <a:lnTo>
                    <a:pt x="75260" y="333963"/>
                  </a:lnTo>
                  <a:lnTo>
                    <a:pt x="80563" y="334232"/>
                  </a:lnTo>
                  <a:lnTo>
                    <a:pt x="85872" y="334334"/>
                  </a:lnTo>
                  <a:lnTo>
                    <a:pt x="91181" y="334266"/>
                  </a:lnTo>
                  <a:lnTo>
                    <a:pt x="96486" y="334030"/>
                  </a:lnTo>
                  <a:lnTo>
                    <a:pt x="101780" y="333625"/>
                  </a:lnTo>
                  <a:lnTo>
                    <a:pt x="107059" y="333053"/>
                  </a:lnTo>
                  <a:lnTo>
                    <a:pt x="112317" y="332313"/>
                  </a:lnTo>
                  <a:lnTo>
                    <a:pt x="117549" y="331406"/>
                  </a:lnTo>
                  <a:lnTo>
                    <a:pt x="122750" y="330334"/>
                  </a:lnTo>
                  <a:lnTo>
                    <a:pt x="127914" y="329097"/>
                  </a:lnTo>
                  <a:lnTo>
                    <a:pt x="133036" y="327697"/>
                  </a:lnTo>
                  <a:lnTo>
                    <a:pt x="138110" y="326135"/>
                  </a:lnTo>
                  <a:lnTo>
                    <a:pt x="143133" y="324413"/>
                  </a:lnTo>
                  <a:lnTo>
                    <a:pt x="148099" y="322531"/>
                  </a:lnTo>
                  <a:lnTo>
                    <a:pt x="153002" y="320494"/>
                  </a:lnTo>
                  <a:lnTo>
                    <a:pt x="157838" y="318301"/>
                  </a:lnTo>
                  <a:lnTo>
                    <a:pt x="162602" y="315956"/>
                  </a:lnTo>
                  <a:lnTo>
                    <a:pt x="167289" y="313461"/>
                  </a:lnTo>
                  <a:lnTo>
                    <a:pt x="171894" y="310818"/>
                  </a:lnTo>
                  <a:lnTo>
                    <a:pt x="176413" y="308030"/>
                  </a:lnTo>
                  <a:lnTo>
                    <a:pt x="180842" y="305100"/>
                  </a:lnTo>
                  <a:lnTo>
                    <a:pt x="185175" y="302031"/>
                  </a:lnTo>
                  <a:lnTo>
                    <a:pt x="189408" y="298826"/>
                  </a:lnTo>
                  <a:lnTo>
                    <a:pt x="193538" y="295488"/>
                  </a:lnTo>
                  <a:lnTo>
                    <a:pt x="197559" y="292020"/>
                  </a:lnTo>
                  <a:lnTo>
                    <a:pt x="201468" y="288427"/>
                  </a:lnTo>
                  <a:lnTo>
                    <a:pt x="205262" y="284711"/>
                  </a:lnTo>
                  <a:lnTo>
                    <a:pt x="208935" y="280877"/>
                  </a:lnTo>
                  <a:lnTo>
                    <a:pt x="212484" y="276928"/>
                  </a:lnTo>
                  <a:lnTo>
                    <a:pt x="215907" y="272868"/>
                  </a:lnTo>
                  <a:lnTo>
                    <a:pt x="219198" y="268702"/>
                  </a:lnTo>
                  <a:lnTo>
                    <a:pt x="222356" y="264433"/>
                  </a:lnTo>
                  <a:lnTo>
                    <a:pt x="225377" y="260066"/>
                  </a:lnTo>
                  <a:lnTo>
                    <a:pt x="228257" y="255605"/>
                  </a:lnTo>
                  <a:lnTo>
                    <a:pt x="230994" y="251055"/>
                  </a:lnTo>
                  <a:lnTo>
                    <a:pt x="233586" y="246420"/>
                  </a:lnTo>
                  <a:lnTo>
                    <a:pt x="236028" y="241706"/>
                  </a:lnTo>
                  <a:lnTo>
                    <a:pt x="238320" y="236916"/>
                  </a:lnTo>
                  <a:lnTo>
                    <a:pt x="240459" y="232056"/>
                  </a:lnTo>
                  <a:lnTo>
                    <a:pt x="242442" y="227130"/>
                  </a:lnTo>
                  <a:lnTo>
                    <a:pt x="244268" y="222144"/>
                  </a:lnTo>
                  <a:lnTo>
                    <a:pt x="245934" y="217102"/>
                  </a:lnTo>
                  <a:lnTo>
                    <a:pt x="247440" y="212010"/>
                  </a:lnTo>
                  <a:lnTo>
                    <a:pt x="248783" y="206873"/>
                  </a:lnTo>
                  <a:lnTo>
                    <a:pt x="249962" y="201696"/>
                  </a:lnTo>
                  <a:lnTo>
                    <a:pt x="250976" y="196484"/>
                  </a:lnTo>
                  <a:lnTo>
                    <a:pt x="251824" y="191242"/>
                  </a:lnTo>
                  <a:lnTo>
                    <a:pt x="252505" y="185976"/>
                  </a:lnTo>
                  <a:lnTo>
                    <a:pt x="253019" y="180691"/>
                  </a:lnTo>
                  <a:lnTo>
                    <a:pt x="253364" y="175392"/>
                  </a:lnTo>
                  <a:lnTo>
                    <a:pt x="253541" y="170085"/>
                  </a:lnTo>
                  <a:lnTo>
                    <a:pt x="253549" y="164776"/>
                  </a:lnTo>
                  <a:lnTo>
                    <a:pt x="253389" y="159468"/>
                  </a:lnTo>
                  <a:lnTo>
                    <a:pt x="253060" y="154168"/>
                  </a:lnTo>
                  <a:lnTo>
                    <a:pt x="252564" y="148882"/>
                  </a:lnTo>
                  <a:lnTo>
                    <a:pt x="251899" y="143614"/>
                  </a:lnTo>
                  <a:lnTo>
                    <a:pt x="251067" y="138369"/>
                  </a:lnTo>
                  <a:lnTo>
                    <a:pt x="250070" y="133154"/>
                  </a:lnTo>
                  <a:lnTo>
                    <a:pt x="248907" y="127973"/>
                  </a:lnTo>
                  <a:lnTo>
                    <a:pt x="247580" y="122832"/>
                  </a:lnTo>
                  <a:lnTo>
                    <a:pt x="246091" y="117735"/>
                  </a:lnTo>
                  <a:lnTo>
                    <a:pt x="244440" y="112688"/>
                  </a:lnTo>
                  <a:lnTo>
                    <a:pt x="242630" y="107696"/>
                  </a:lnTo>
                  <a:lnTo>
                    <a:pt x="240663" y="102764"/>
                  </a:lnTo>
                  <a:lnTo>
                    <a:pt x="238540" y="97898"/>
                  </a:lnTo>
                  <a:lnTo>
                    <a:pt x="236263" y="93101"/>
                  </a:lnTo>
                  <a:lnTo>
                    <a:pt x="233835" y="88378"/>
                  </a:lnTo>
                  <a:lnTo>
                    <a:pt x="231258" y="83735"/>
                  </a:lnTo>
                  <a:lnTo>
                    <a:pt x="228535" y="79177"/>
                  </a:lnTo>
                  <a:lnTo>
                    <a:pt x="225669" y="74707"/>
                  </a:lnTo>
                  <a:lnTo>
                    <a:pt x="222662" y="70331"/>
                  </a:lnTo>
                  <a:lnTo>
                    <a:pt x="219518" y="66052"/>
                  </a:lnTo>
                  <a:lnTo>
                    <a:pt x="216240" y="61875"/>
                  </a:lnTo>
                  <a:lnTo>
                    <a:pt x="212830" y="57804"/>
                  </a:lnTo>
                  <a:lnTo>
                    <a:pt x="209293" y="53844"/>
                  </a:lnTo>
                  <a:lnTo>
                    <a:pt x="205632" y="49998"/>
                  </a:lnTo>
                  <a:lnTo>
                    <a:pt x="201850" y="46270"/>
                  </a:lnTo>
                  <a:lnTo>
                    <a:pt x="197952" y="42665"/>
                  </a:lnTo>
                  <a:lnTo>
                    <a:pt x="193942" y="39185"/>
                  </a:lnTo>
                  <a:lnTo>
                    <a:pt x="189823" y="35834"/>
                  </a:lnTo>
                  <a:lnTo>
                    <a:pt x="185600" y="32615"/>
                  </a:lnTo>
                  <a:lnTo>
                    <a:pt x="181276" y="29532"/>
                  </a:lnTo>
                  <a:lnTo>
                    <a:pt x="176857" y="26589"/>
                  </a:lnTo>
                  <a:lnTo>
                    <a:pt x="172347" y="23787"/>
                  </a:lnTo>
                  <a:lnTo>
                    <a:pt x="167750" y="21129"/>
                  </a:lnTo>
                  <a:lnTo>
                    <a:pt x="163071" y="18619"/>
                  </a:lnTo>
                  <a:lnTo>
                    <a:pt x="158314" y="16259"/>
                  </a:lnTo>
                  <a:lnTo>
                    <a:pt x="153485" y="14051"/>
                  </a:lnTo>
                  <a:lnTo>
                    <a:pt x="148588" y="11998"/>
                  </a:lnTo>
                  <a:lnTo>
                    <a:pt x="143629" y="10101"/>
                  </a:lnTo>
                  <a:lnTo>
                    <a:pt x="138612" y="8363"/>
                  </a:lnTo>
                  <a:lnTo>
                    <a:pt x="133542" y="6784"/>
                  </a:lnTo>
                  <a:lnTo>
                    <a:pt x="128424" y="5368"/>
                  </a:lnTo>
                  <a:lnTo>
                    <a:pt x="123264" y="4115"/>
                  </a:lnTo>
                  <a:lnTo>
                    <a:pt x="118067" y="3026"/>
                  </a:lnTo>
                  <a:lnTo>
                    <a:pt x="112838" y="2104"/>
                  </a:lnTo>
                  <a:lnTo>
                    <a:pt x="107582" y="1347"/>
                  </a:lnTo>
                  <a:lnTo>
                    <a:pt x="102305" y="758"/>
                  </a:lnTo>
                  <a:lnTo>
                    <a:pt x="97012" y="337"/>
                  </a:lnTo>
                  <a:lnTo>
                    <a:pt x="91708" y="84"/>
                  </a:lnTo>
                  <a:lnTo>
                    <a:pt x="86399" y="0"/>
                  </a:lnTo>
                  <a:lnTo>
                    <a:pt x="863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341" y="1071028"/>
              <a:ext cx="167159" cy="176408"/>
            </a:xfrm>
            <a:custGeom>
              <a:avLst/>
              <a:pathLst>
                <a:path w="167159" h="176408">
                  <a:moveTo>
                    <a:pt x="167159" y="0"/>
                  </a:moveTo>
                  <a:lnTo>
                    <a:pt x="161723" y="88"/>
                  </a:lnTo>
                  <a:lnTo>
                    <a:pt x="156293" y="353"/>
                  </a:lnTo>
                  <a:lnTo>
                    <a:pt x="150875" y="795"/>
                  </a:lnTo>
                  <a:lnTo>
                    <a:pt x="145474" y="1412"/>
                  </a:lnTo>
                  <a:lnTo>
                    <a:pt x="140096" y="2205"/>
                  </a:lnTo>
                  <a:lnTo>
                    <a:pt x="134746" y="3172"/>
                  </a:lnTo>
                  <a:lnTo>
                    <a:pt x="129430" y="4313"/>
                  </a:lnTo>
                  <a:lnTo>
                    <a:pt x="124155" y="5626"/>
                  </a:lnTo>
                  <a:lnTo>
                    <a:pt x="118925" y="7109"/>
                  </a:lnTo>
                  <a:lnTo>
                    <a:pt x="113746" y="8762"/>
                  </a:lnTo>
                  <a:lnTo>
                    <a:pt x="108624" y="10583"/>
                  </a:lnTo>
                  <a:lnTo>
                    <a:pt x="103563" y="12569"/>
                  </a:lnTo>
                  <a:lnTo>
                    <a:pt x="98570" y="14719"/>
                  </a:lnTo>
                  <a:lnTo>
                    <a:pt x="93649" y="17030"/>
                  </a:lnTo>
                  <a:lnTo>
                    <a:pt x="88806" y="19499"/>
                  </a:lnTo>
                  <a:lnTo>
                    <a:pt x="84046" y="22125"/>
                  </a:lnTo>
                  <a:lnTo>
                    <a:pt x="79373" y="24904"/>
                  </a:lnTo>
                  <a:lnTo>
                    <a:pt x="74794" y="27834"/>
                  </a:lnTo>
                  <a:lnTo>
                    <a:pt x="70312" y="30911"/>
                  </a:lnTo>
                  <a:lnTo>
                    <a:pt x="65933" y="34132"/>
                  </a:lnTo>
                  <a:lnTo>
                    <a:pt x="61661" y="37494"/>
                  </a:lnTo>
                  <a:lnTo>
                    <a:pt x="57500" y="40993"/>
                  </a:lnTo>
                  <a:lnTo>
                    <a:pt x="53455" y="44626"/>
                  </a:lnTo>
                  <a:lnTo>
                    <a:pt x="49531" y="48388"/>
                  </a:lnTo>
                  <a:lnTo>
                    <a:pt x="45731" y="52275"/>
                  </a:lnTo>
                  <a:lnTo>
                    <a:pt x="42059" y="56284"/>
                  </a:lnTo>
                  <a:lnTo>
                    <a:pt x="38520" y="60411"/>
                  </a:lnTo>
                  <a:lnTo>
                    <a:pt x="35116" y="64650"/>
                  </a:lnTo>
                  <a:lnTo>
                    <a:pt x="31853" y="68998"/>
                  </a:lnTo>
                  <a:lnTo>
                    <a:pt x="28732" y="73449"/>
                  </a:lnTo>
                  <a:lnTo>
                    <a:pt x="25758" y="78000"/>
                  </a:lnTo>
                  <a:lnTo>
                    <a:pt x="22933" y="82645"/>
                  </a:lnTo>
                  <a:lnTo>
                    <a:pt x="20261" y="87380"/>
                  </a:lnTo>
                  <a:lnTo>
                    <a:pt x="17745" y="92198"/>
                  </a:lnTo>
                  <a:lnTo>
                    <a:pt x="15386" y="97096"/>
                  </a:lnTo>
                  <a:lnTo>
                    <a:pt x="13188" y="102069"/>
                  </a:lnTo>
                  <a:lnTo>
                    <a:pt x="11152" y="107110"/>
                  </a:lnTo>
                  <a:lnTo>
                    <a:pt x="9282" y="112214"/>
                  </a:lnTo>
                  <a:lnTo>
                    <a:pt x="7579" y="117377"/>
                  </a:lnTo>
                  <a:lnTo>
                    <a:pt x="6044" y="122592"/>
                  </a:lnTo>
                  <a:lnTo>
                    <a:pt x="4680" y="127854"/>
                  </a:lnTo>
                  <a:lnTo>
                    <a:pt x="3487" y="133158"/>
                  </a:lnTo>
                  <a:lnTo>
                    <a:pt x="2468" y="138498"/>
                  </a:lnTo>
                  <a:lnTo>
                    <a:pt x="1623" y="143869"/>
                  </a:lnTo>
                  <a:lnTo>
                    <a:pt x="953" y="149264"/>
                  </a:lnTo>
                  <a:lnTo>
                    <a:pt x="459" y="154677"/>
                  </a:lnTo>
                  <a:lnTo>
                    <a:pt x="141" y="160105"/>
                  </a:lnTo>
                  <a:lnTo>
                    <a:pt x="0" y="165539"/>
                  </a:lnTo>
                  <a:lnTo>
                    <a:pt x="35" y="170975"/>
                  </a:lnTo>
                  <a:lnTo>
                    <a:pt x="247" y="176408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589" y="1238196"/>
              <a:ext cx="166911" cy="9240"/>
            </a:xfrm>
            <a:custGeom>
              <a:avLst/>
              <a:pathLst>
                <a:path w="166911" h="9240">
                  <a:moveTo>
                    <a:pt x="0" y="9240"/>
                  </a:moveTo>
                  <a:lnTo>
                    <a:pt x="1669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589" y="1072577"/>
              <a:ext cx="334078" cy="332773"/>
            </a:xfrm>
            <a:custGeom>
              <a:avLst/>
              <a:pathLst>
                <a:path w="334078" h="332773">
                  <a:moveTo>
                    <a:pt x="0" y="174859"/>
                  </a:moveTo>
                  <a:lnTo>
                    <a:pt x="378" y="180168"/>
                  </a:lnTo>
                  <a:lnTo>
                    <a:pt x="926" y="185461"/>
                  </a:lnTo>
                  <a:lnTo>
                    <a:pt x="1641" y="190735"/>
                  </a:lnTo>
                  <a:lnTo>
                    <a:pt x="2525" y="195983"/>
                  </a:lnTo>
                  <a:lnTo>
                    <a:pt x="3575" y="201200"/>
                  </a:lnTo>
                  <a:lnTo>
                    <a:pt x="4790" y="206382"/>
                  </a:lnTo>
                  <a:lnTo>
                    <a:pt x="6170" y="211521"/>
                  </a:lnTo>
                  <a:lnTo>
                    <a:pt x="7712" y="216615"/>
                  </a:lnTo>
                  <a:lnTo>
                    <a:pt x="9416" y="221657"/>
                  </a:lnTo>
                  <a:lnTo>
                    <a:pt x="11280" y="226642"/>
                  </a:lnTo>
                  <a:lnTo>
                    <a:pt x="13301" y="231565"/>
                  </a:lnTo>
                  <a:lnTo>
                    <a:pt x="15478" y="236421"/>
                  </a:lnTo>
                  <a:lnTo>
                    <a:pt x="17809" y="241205"/>
                  </a:lnTo>
                  <a:lnTo>
                    <a:pt x="20290" y="245913"/>
                  </a:lnTo>
                  <a:lnTo>
                    <a:pt x="22921" y="250540"/>
                  </a:lnTo>
                  <a:lnTo>
                    <a:pt x="25697" y="255080"/>
                  </a:lnTo>
                  <a:lnTo>
                    <a:pt x="28616" y="259530"/>
                  </a:lnTo>
                  <a:lnTo>
                    <a:pt x="31676" y="263885"/>
                  </a:lnTo>
                  <a:lnTo>
                    <a:pt x="34872" y="268140"/>
                  </a:lnTo>
                  <a:lnTo>
                    <a:pt x="38202" y="272291"/>
                  </a:lnTo>
                  <a:lnTo>
                    <a:pt x="41663" y="276334"/>
                  </a:lnTo>
                  <a:lnTo>
                    <a:pt x="45251" y="280264"/>
                  </a:lnTo>
                  <a:lnTo>
                    <a:pt x="48962" y="284079"/>
                  </a:lnTo>
                  <a:lnTo>
                    <a:pt x="52792" y="287774"/>
                  </a:lnTo>
                  <a:lnTo>
                    <a:pt x="56739" y="291344"/>
                  </a:lnTo>
                  <a:lnTo>
                    <a:pt x="60797" y="294787"/>
                  </a:lnTo>
                  <a:lnTo>
                    <a:pt x="64962" y="298100"/>
                  </a:lnTo>
                  <a:lnTo>
                    <a:pt x="69231" y="301278"/>
                  </a:lnTo>
                  <a:lnTo>
                    <a:pt x="73599" y="304319"/>
                  </a:lnTo>
                  <a:lnTo>
                    <a:pt x="78061" y="307219"/>
                  </a:lnTo>
                  <a:lnTo>
                    <a:pt x="82613" y="309975"/>
                  </a:lnTo>
                  <a:lnTo>
                    <a:pt x="87251" y="312585"/>
                  </a:lnTo>
                  <a:lnTo>
                    <a:pt x="91970" y="315046"/>
                  </a:lnTo>
                  <a:lnTo>
                    <a:pt x="96764" y="317356"/>
                  </a:lnTo>
                  <a:lnTo>
                    <a:pt x="101630" y="319512"/>
                  </a:lnTo>
                  <a:lnTo>
                    <a:pt x="106562" y="321512"/>
                  </a:lnTo>
                  <a:lnTo>
                    <a:pt x="111555" y="323354"/>
                  </a:lnTo>
                  <a:lnTo>
                    <a:pt x="116604" y="325037"/>
                  </a:lnTo>
                  <a:lnTo>
                    <a:pt x="121704" y="326557"/>
                  </a:lnTo>
                  <a:lnTo>
                    <a:pt x="126850" y="327915"/>
                  </a:lnTo>
                  <a:lnTo>
                    <a:pt x="132036" y="329108"/>
                  </a:lnTo>
                  <a:lnTo>
                    <a:pt x="137258" y="330135"/>
                  </a:lnTo>
                  <a:lnTo>
                    <a:pt x="142510" y="330995"/>
                  </a:lnTo>
                  <a:lnTo>
                    <a:pt x="147786" y="331688"/>
                  </a:lnTo>
                  <a:lnTo>
                    <a:pt x="153082" y="332213"/>
                  </a:lnTo>
                  <a:lnTo>
                    <a:pt x="158392" y="332569"/>
                  </a:lnTo>
                  <a:lnTo>
                    <a:pt x="163711" y="332755"/>
                  </a:lnTo>
                  <a:lnTo>
                    <a:pt x="169033" y="332773"/>
                  </a:lnTo>
                  <a:lnTo>
                    <a:pt x="174353" y="332620"/>
                  </a:lnTo>
                  <a:lnTo>
                    <a:pt x="179665" y="332299"/>
                  </a:lnTo>
                  <a:lnTo>
                    <a:pt x="184964" y="331808"/>
                  </a:lnTo>
                  <a:lnTo>
                    <a:pt x="190245" y="331149"/>
                  </a:lnTo>
                  <a:lnTo>
                    <a:pt x="195502" y="330323"/>
                  </a:lnTo>
                  <a:lnTo>
                    <a:pt x="200731" y="329329"/>
                  </a:lnTo>
                  <a:lnTo>
                    <a:pt x="205925" y="328170"/>
                  </a:lnTo>
                  <a:lnTo>
                    <a:pt x="211079" y="326846"/>
                  </a:lnTo>
                  <a:lnTo>
                    <a:pt x="216189" y="325358"/>
                  </a:lnTo>
                  <a:lnTo>
                    <a:pt x="221249" y="323708"/>
                  </a:lnTo>
                  <a:lnTo>
                    <a:pt x="226254" y="321899"/>
                  </a:lnTo>
                  <a:lnTo>
                    <a:pt x="231198" y="319930"/>
                  </a:lnTo>
                  <a:lnTo>
                    <a:pt x="236078" y="317806"/>
                  </a:lnTo>
                  <a:lnTo>
                    <a:pt x="240887" y="315527"/>
                  </a:lnTo>
                  <a:lnTo>
                    <a:pt x="245621" y="313096"/>
                  </a:lnTo>
                  <a:lnTo>
                    <a:pt x="250276" y="310516"/>
                  </a:lnTo>
                  <a:lnTo>
                    <a:pt x="254846" y="307789"/>
                  </a:lnTo>
                  <a:lnTo>
                    <a:pt x="259327" y="304918"/>
                  </a:lnTo>
                  <a:lnTo>
                    <a:pt x="263714" y="301906"/>
                  </a:lnTo>
                  <a:lnTo>
                    <a:pt x="268003" y="298755"/>
                  </a:lnTo>
                  <a:lnTo>
                    <a:pt x="272190" y="295470"/>
                  </a:lnTo>
                  <a:lnTo>
                    <a:pt x="276270" y="292053"/>
                  </a:lnTo>
                  <a:lnTo>
                    <a:pt x="280239" y="288508"/>
                  </a:lnTo>
                  <a:lnTo>
                    <a:pt x="284094" y="284838"/>
                  </a:lnTo>
                  <a:lnTo>
                    <a:pt x="287829" y="281047"/>
                  </a:lnTo>
                  <a:lnTo>
                    <a:pt x="291442" y="277140"/>
                  </a:lnTo>
                  <a:lnTo>
                    <a:pt x="294929" y="273119"/>
                  </a:lnTo>
                  <a:lnTo>
                    <a:pt x="298286" y="268990"/>
                  </a:lnTo>
                  <a:lnTo>
                    <a:pt x="301510" y="264755"/>
                  </a:lnTo>
                  <a:lnTo>
                    <a:pt x="304598" y="260421"/>
                  </a:lnTo>
                  <a:lnTo>
                    <a:pt x="307546" y="255990"/>
                  </a:lnTo>
                  <a:lnTo>
                    <a:pt x="310351" y="251467"/>
                  </a:lnTo>
                  <a:lnTo>
                    <a:pt x="313011" y="246858"/>
                  </a:lnTo>
                  <a:lnTo>
                    <a:pt x="315523" y="242166"/>
                  </a:lnTo>
                  <a:lnTo>
                    <a:pt x="317884" y="237397"/>
                  </a:lnTo>
                  <a:lnTo>
                    <a:pt x="320093" y="232555"/>
                  </a:lnTo>
                  <a:lnTo>
                    <a:pt x="322146" y="227645"/>
                  </a:lnTo>
                  <a:lnTo>
                    <a:pt x="324041" y="222672"/>
                  </a:lnTo>
                  <a:lnTo>
                    <a:pt x="325778" y="217641"/>
                  </a:lnTo>
                  <a:lnTo>
                    <a:pt x="327353" y="212558"/>
                  </a:lnTo>
                  <a:lnTo>
                    <a:pt x="328766" y="207427"/>
                  </a:lnTo>
                  <a:lnTo>
                    <a:pt x="330015" y="202254"/>
                  </a:lnTo>
                  <a:lnTo>
                    <a:pt x="331099" y="197043"/>
                  </a:lnTo>
                  <a:lnTo>
                    <a:pt x="332016" y="191801"/>
                  </a:lnTo>
                  <a:lnTo>
                    <a:pt x="332765" y="186532"/>
                  </a:lnTo>
                  <a:lnTo>
                    <a:pt x="333347" y="181242"/>
                  </a:lnTo>
                  <a:lnTo>
                    <a:pt x="333760" y="175936"/>
                  </a:lnTo>
                  <a:lnTo>
                    <a:pt x="334004" y="170620"/>
                  </a:lnTo>
                  <a:lnTo>
                    <a:pt x="334078" y="165299"/>
                  </a:lnTo>
                  <a:lnTo>
                    <a:pt x="333984" y="159978"/>
                  </a:lnTo>
                  <a:lnTo>
                    <a:pt x="333719" y="154662"/>
                  </a:lnTo>
                  <a:lnTo>
                    <a:pt x="333286" y="149358"/>
                  </a:lnTo>
                  <a:lnTo>
                    <a:pt x="332684" y="144070"/>
                  </a:lnTo>
                  <a:lnTo>
                    <a:pt x="331914" y="138804"/>
                  </a:lnTo>
                  <a:lnTo>
                    <a:pt x="330977" y="133566"/>
                  </a:lnTo>
                  <a:lnTo>
                    <a:pt x="329874" y="128359"/>
                  </a:lnTo>
                  <a:lnTo>
                    <a:pt x="328605" y="123191"/>
                  </a:lnTo>
                  <a:lnTo>
                    <a:pt x="327173" y="118065"/>
                  </a:lnTo>
                  <a:lnTo>
                    <a:pt x="325578" y="112988"/>
                  </a:lnTo>
                  <a:lnTo>
                    <a:pt x="323822" y="107964"/>
                  </a:lnTo>
                  <a:lnTo>
                    <a:pt x="321907" y="102999"/>
                  </a:lnTo>
                  <a:lnTo>
                    <a:pt x="319835" y="98097"/>
                  </a:lnTo>
                  <a:lnTo>
                    <a:pt x="317608" y="93263"/>
                  </a:lnTo>
                  <a:lnTo>
                    <a:pt x="315229" y="88503"/>
                  </a:lnTo>
                  <a:lnTo>
                    <a:pt x="312699" y="83821"/>
                  </a:lnTo>
                  <a:lnTo>
                    <a:pt x="310021" y="79221"/>
                  </a:lnTo>
                  <a:lnTo>
                    <a:pt x="307199" y="74710"/>
                  </a:lnTo>
                  <a:lnTo>
                    <a:pt x="304234" y="70290"/>
                  </a:lnTo>
                  <a:lnTo>
                    <a:pt x="301130" y="65967"/>
                  </a:lnTo>
                  <a:lnTo>
                    <a:pt x="297890" y="61745"/>
                  </a:lnTo>
                  <a:lnTo>
                    <a:pt x="294517" y="57629"/>
                  </a:lnTo>
                  <a:lnTo>
                    <a:pt x="291015" y="53622"/>
                  </a:lnTo>
                  <a:lnTo>
                    <a:pt x="287387" y="49728"/>
                  </a:lnTo>
                  <a:lnTo>
                    <a:pt x="283637" y="45952"/>
                  </a:lnTo>
                  <a:lnTo>
                    <a:pt x="279768" y="42297"/>
                  </a:lnTo>
                  <a:lnTo>
                    <a:pt x="275786" y="38767"/>
                  </a:lnTo>
                  <a:lnTo>
                    <a:pt x="271692" y="35365"/>
                  </a:lnTo>
                  <a:lnTo>
                    <a:pt x="267493" y="32096"/>
                  </a:lnTo>
                  <a:lnTo>
                    <a:pt x="263192" y="28962"/>
                  </a:lnTo>
                  <a:lnTo>
                    <a:pt x="258793" y="25967"/>
                  </a:lnTo>
                  <a:lnTo>
                    <a:pt x="254301" y="23113"/>
                  </a:lnTo>
                  <a:lnTo>
                    <a:pt x="249721" y="20403"/>
                  </a:lnTo>
                  <a:lnTo>
                    <a:pt x="245056" y="17841"/>
                  </a:lnTo>
                  <a:lnTo>
                    <a:pt x="240313" y="15428"/>
                  </a:lnTo>
                  <a:lnTo>
                    <a:pt x="235495" y="13168"/>
                  </a:lnTo>
                  <a:lnTo>
                    <a:pt x="230607" y="11062"/>
                  </a:lnTo>
                  <a:lnTo>
                    <a:pt x="225655" y="9113"/>
                  </a:lnTo>
                  <a:lnTo>
                    <a:pt x="220643" y="7322"/>
                  </a:lnTo>
                  <a:lnTo>
                    <a:pt x="215577" y="5692"/>
                  </a:lnTo>
                  <a:lnTo>
                    <a:pt x="210462" y="4224"/>
                  </a:lnTo>
                  <a:lnTo>
                    <a:pt x="205302" y="2919"/>
                  </a:lnTo>
                  <a:lnTo>
                    <a:pt x="200104" y="1780"/>
                  </a:lnTo>
                  <a:lnTo>
                    <a:pt x="194872" y="806"/>
                  </a:lnTo>
                  <a:lnTo>
                    <a:pt x="189611" y="0"/>
                  </a:lnTo>
                  <a:lnTo>
                    <a:pt x="166911" y="1656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22700" cy="167167"/>
            </a:xfrm>
            <a:custGeom>
              <a:avLst/>
              <a:pathLst>
                <a:path w="22700" h="167167">
                  <a:moveTo>
                    <a:pt x="22700" y="1548"/>
                  </a:moveTo>
                  <a:lnTo>
                    <a:pt x="15159" y="688"/>
                  </a:lnTo>
                  <a:lnTo>
                    <a:pt x="7587" y="17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2888" y="1322571"/>
              <a:ext cx="65832" cy="167167"/>
            </a:xfrm>
            <a:custGeom>
              <a:avLst/>
              <a:pathLst>
                <a:path w="65832" h="167167">
                  <a:moveTo>
                    <a:pt x="65832" y="0"/>
                  </a:moveTo>
                  <a:lnTo>
                    <a:pt x="59682" y="113"/>
                  </a:lnTo>
                  <a:lnTo>
                    <a:pt x="53540" y="452"/>
                  </a:lnTo>
                  <a:lnTo>
                    <a:pt x="47415" y="1017"/>
                  </a:lnTo>
                  <a:lnTo>
                    <a:pt x="41315" y="1807"/>
                  </a:lnTo>
                  <a:lnTo>
                    <a:pt x="35248" y="2821"/>
                  </a:lnTo>
                  <a:lnTo>
                    <a:pt x="29223" y="4057"/>
                  </a:lnTo>
                  <a:lnTo>
                    <a:pt x="23247" y="5515"/>
                  </a:lnTo>
                  <a:lnTo>
                    <a:pt x="17329" y="7191"/>
                  </a:lnTo>
                  <a:lnTo>
                    <a:pt x="11476" y="9083"/>
                  </a:lnTo>
                  <a:lnTo>
                    <a:pt x="5697" y="11190"/>
                  </a:lnTo>
                  <a:lnTo>
                    <a:pt x="0" y="13508"/>
                  </a:lnTo>
                  <a:lnTo>
                    <a:pt x="6583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2888" y="1336080"/>
              <a:ext cx="65832" cy="153658"/>
            </a:xfrm>
            <a:custGeom>
              <a:avLst/>
              <a:pathLst>
                <a:path w="65832" h="153658">
                  <a:moveTo>
                    <a:pt x="0" y="0"/>
                  </a:moveTo>
                  <a:lnTo>
                    <a:pt x="65832" y="1536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21556" y="1336080"/>
              <a:ext cx="334331" cy="320815"/>
            </a:xfrm>
            <a:custGeom>
              <a:avLst/>
              <a:pathLst>
                <a:path w="334331" h="320815">
                  <a:moveTo>
                    <a:pt x="101331" y="0"/>
                  </a:moveTo>
                  <a:lnTo>
                    <a:pt x="96496" y="2162"/>
                  </a:lnTo>
                  <a:lnTo>
                    <a:pt x="91731" y="4477"/>
                  </a:lnTo>
                  <a:lnTo>
                    <a:pt x="87043" y="6942"/>
                  </a:lnTo>
                  <a:lnTo>
                    <a:pt x="82434" y="9554"/>
                  </a:lnTo>
                  <a:lnTo>
                    <a:pt x="77911" y="12311"/>
                  </a:lnTo>
                  <a:lnTo>
                    <a:pt x="73478" y="15210"/>
                  </a:lnTo>
                  <a:lnTo>
                    <a:pt x="69138" y="18248"/>
                  </a:lnTo>
                  <a:lnTo>
                    <a:pt x="64897" y="21422"/>
                  </a:lnTo>
                  <a:lnTo>
                    <a:pt x="60759" y="24728"/>
                  </a:lnTo>
                  <a:lnTo>
                    <a:pt x="56727" y="28164"/>
                  </a:lnTo>
                  <a:lnTo>
                    <a:pt x="52807" y="31726"/>
                  </a:lnTo>
                  <a:lnTo>
                    <a:pt x="49001" y="35410"/>
                  </a:lnTo>
                  <a:lnTo>
                    <a:pt x="45314" y="39214"/>
                  </a:lnTo>
                  <a:lnTo>
                    <a:pt x="41749" y="43132"/>
                  </a:lnTo>
                  <a:lnTo>
                    <a:pt x="38310" y="47161"/>
                  </a:lnTo>
                  <a:lnTo>
                    <a:pt x="35001" y="51297"/>
                  </a:lnTo>
                  <a:lnTo>
                    <a:pt x="31824" y="55535"/>
                  </a:lnTo>
                  <a:lnTo>
                    <a:pt x="28783" y="59872"/>
                  </a:lnTo>
                  <a:lnTo>
                    <a:pt x="25881" y="64304"/>
                  </a:lnTo>
                  <a:lnTo>
                    <a:pt x="23121" y="68825"/>
                  </a:lnTo>
                  <a:lnTo>
                    <a:pt x="20505" y="73431"/>
                  </a:lnTo>
                  <a:lnTo>
                    <a:pt x="18037" y="78118"/>
                  </a:lnTo>
                  <a:lnTo>
                    <a:pt x="15719" y="82881"/>
                  </a:lnTo>
                  <a:lnTo>
                    <a:pt x="13552" y="87715"/>
                  </a:lnTo>
                  <a:lnTo>
                    <a:pt x="11540" y="92615"/>
                  </a:lnTo>
                  <a:lnTo>
                    <a:pt x="9684" y="97576"/>
                  </a:lnTo>
                  <a:lnTo>
                    <a:pt x="7986" y="102594"/>
                  </a:lnTo>
                  <a:lnTo>
                    <a:pt x="6448" y="107663"/>
                  </a:lnTo>
                  <a:lnTo>
                    <a:pt x="5072" y="112778"/>
                  </a:lnTo>
                  <a:lnTo>
                    <a:pt x="3858" y="117934"/>
                  </a:lnTo>
                  <a:lnTo>
                    <a:pt x="2808" y="123126"/>
                  </a:lnTo>
                  <a:lnTo>
                    <a:pt x="1923" y="128348"/>
                  </a:lnTo>
                  <a:lnTo>
                    <a:pt x="1204" y="133596"/>
                  </a:lnTo>
                  <a:lnTo>
                    <a:pt x="652" y="138865"/>
                  </a:lnTo>
                  <a:lnTo>
                    <a:pt x="267" y="144148"/>
                  </a:lnTo>
                  <a:lnTo>
                    <a:pt x="49" y="149440"/>
                  </a:lnTo>
                  <a:lnTo>
                    <a:pt x="0" y="154737"/>
                  </a:lnTo>
                  <a:lnTo>
                    <a:pt x="118" y="160033"/>
                  </a:lnTo>
                  <a:lnTo>
                    <a:pt x="403" y="165322"/>
                  </a:lnTo>
                  <a:lnTo>
                    <a:pt x="857" y="170600"/>
                  </a:lnTo>
                  <a:lnTo>
                    <a:pt x="1477" y="175860"/>
                  </a:lnTo>
                  <a:lnTo>
                    <a:pt x="2264" y="181099"/>
                  </a:lnTo>
                  <a:lnTo>
                    <a:pt x="3216" y="186309"/>
                  </a:lnTo>
                  <a:lnTo>
                    <a:pt x="4333" y="191487"/>
                  </a:lnTo>
                  <a:lnTo>
                    <a:pt x="5613" y="196627"/>
                  </a:lnTo>
                  <a:lnTo>
                    <a:pt x="7055" y="201724"/>
                  </a:lnTo>
                  <a:lnTo>
                    <a:pt x="8659" y="206773"/>
                  </a:lnTo>
                  <a:lnTo>
                    <a:pt x="10421" y="211768"/>
                  </a:lnTo>
                  <a:lnTo>
                    <a:pt x="12341" y="216705"/>
                  </a:lnTo>
                  <a:lnTo>
                    <a:pt x="14416" y="221579"/>
                  </a:lnTo>
                  <a:lnTo>
                    <a:pt x="16645" y="226384"/>
                  </a:lnTo>
                  <a:lnTo>
                    <a:pt x="19024" y="231117"/>
                  </a:lnTo>
                  <a:lnTo>
                    <a:pt x="21553" y="235771"/>
                  </a:lnTo>
                  <a:lnTo>
                    <a:pt x="24228" y="240343"/>
                  </a:lnTo>
                  <a:lnTo>
                    <a:pt x="27046" y="244829"/>
                  </a:lnTo>
                  <a:lnTo>
                    <a:pt x="30005" y="249222"/>
                  </a:lnTo>
                  <a:lnTo>
                    <a:pt x="33101" y="253520"/>
                  </a:lnTo>
                  <a:lnTo>
                    <a:pt x="36333" y="257717"/>
                  </a:lnTo>
                  <a:lnTo>
                    <a:pt x="39695" y="261810"/>
                  </a:lnTo>
                  <a:lnTo>
                    <a:pt x="43186" y="265794"/>
                  </a:lnTo>
                  <a:lnTo>
                    <a:pt x="46801" y="269666"/>
                  </a:lnTo>
                  <a:lnTo>
                    <a:pt x="50537" y="273421"/>
                  </a:lnTo>
                  <a:lnTo>
                    <a:pt x="54390" y="277056"/>
                  </a:lnTo>
                  <a:lnTo>
                    <a:pt x="58356" y="280567"/>
                  </a:lnTo>
                  <a:lnTo>
                    <a:pt x="62432" y="283951"/>
                  </a:lnTo>
                  <a:lnTo>
                    <a:pt x="66612" y="287204"/>
                  </a:lnTo>
                  <a:lnTo>
                    <a:pt x="70894" y="290323"/>
                  </a:lnTo>
                  <a:lnTo>
                    <a:pt x="75272" y="293304"/>
                  </a:lnTo>
                  <a:lnTo>
                    <a:pt x="79743" y="296145"/>
                  </a:lnTo>
                  <a:lnTo>
                    <a:pt x="84301" y="298844"/>
                  </a:lnTo>
                  <a:lnTo>
                    <a:pt x="88943" y="301396"/>
                  </a:lnTo>
                  <a:lnTo>
                    <a:pt x="93663" y="303800"/>
                  </a:lnTo>
                  <a:lnTo>
                    <a:pt x="98457" y="306054"/>
                  </a:lnTo>
                  <a:lnTo>
                    <a:pt x="103319" y="308154"/>
                  </a:lnTo>
                  <a:lnTo>
                    <a:pt x="108246" y="310099"/>
                  </a:lnTo>
                  <a:lnTo>
                    <a:pt x="113233" y="311887"/>
                  </a:lnTo>
                  <a:lnTo>
                    <a:pt x="118273" y="313517"/>
                  </a:lnTo>
                  <a:lnTo>
                    <a:pt x="123362" y="314985"/>
                  </a:lnTo>
                  <a:lnTo>
                    <a:pt x="128495" y="316292"/>
                  </a:lnTo>
                  <a:lnTo>
                    <a:pt x="133668" y="317436"/>
                  </a:lnTo>
                  <a:lnTo>
                    <a:pt x="138873" y="318415"/>
                  </a:lnTo>
                  <a:lnTo>
                    <a:pt x="144108" y="319228"/>
                  </a:lnTo>
                  <a:lnTo>
                    <a:pt x="149365" y="319876"/>
                  </a:lnTo>
                  <a:lnTo>
                    <a:pt x="154640" y="320356"/>
                  </a:lnTo>
                  <a:lnTo>
                    <a:pt x="159928" y="320669"/>
                  </a:lnTo>
                  <a:lnTo>
                    <a:pt x="165223" y="320815"/>
                  </a:lnTo>
                  <a:lnTo>
                    <a:pt x="170520" y="320792"/>
                  </a:lnTo>
                  <a:lnTo>
                    <a:pt x="175814" y="320602"/>
                  </a:lnTo>
                  <a:lnTo>
                    <a:pt x="181099" y="320244"/>
                  </a:lnTo>
                  <a:lnTo>
                    <a:pt x="186370" y="319719"/>
                  </a:lnTo>
                  <a:lnTo>
                    <a:pt x="191621" y="319027"/>
                  </a:lnTo>
                  <a:lnTo>
                    <a:pt x="196849" y="318169"/>
                  </a:lnTo>
                  <a:lnTo>
                    <a:pt x="202046" y="317146"/>
                  </a:lnTo>
                  <a:lnTo>
                    <a:pt x="207208" y="315959"/>
                  </a:lnTo>
                  <a:lnTo>
                    <a:pt x="212330" y="314608"/>
                  </a:lnTo>
                  <a:lnTo>
                    <a:pt x="217407" y="313097"/>
                  </a:lnTo>
                  <a:lnTo>
                    <a:pt x="222433" y="311425"/>
                  </a:lnTo>
                  <a:lnTo>
                    <a:pt x="227404" y="309594"/>
                  </a:lnTo>
                  <a:lnTo>
                    <a:pt x="232314" y="307607"/>
                  </a:lnTo>
                  <a:lnTo>
                    <a:pt x="237159" y="305466"/>
                  </a:lnTo>
                  <a:lnTo>
                    <a:pt x="241934" y="303172"/>
                  </a:lnTo>
                  <a:lnTo>
                    <a:pt x="246633" y="300728"/>
                  </a:lnTo>
                  <a:lnTo>
                    <a:pt x="251253" y="298136"/>
                  </a:lnTo>
                  <a:lnTo>
                    <a:pt x="255788" y="295400"/>
                  </a:lnTo>
                  <a:lnTo>
                    <a:pt x="260235" y="292520"/>
                  </a:lnTo>
                  <a:lnTo>
                    <a:pt x="264588" y="289502"/>
                  </a:lnTo>
                  <a:lnTo>
                    <a:pt x="268843" y="286347"/>
                  </a:lnTo>
                  <a:lnTo>
                    <a:pt x="272996" y="283059"/>
                  </a:lnTo>
                  <a:lnTo>
                    <a:pt x="277042" y="279641"/>
                  </a:lnTo>
                  <a:lnTo>
                    <a:pt x="280979" y="276096"/>
                  </a:lnTo>
                  <a:lnTo>
                    <a:pt x="284801" y="272429"/>
                  </a:lnTo>
                  <a:lnTo>
                    <a:pt x="288505" y="268642"/>
                  </a:lnTo>
                  <a:lnTo>
                    <a:pt x="292087" y="264740"/>
                  </a:lnTo>
                  <a:lnTo>
                    <a:pt x="295544" y="260726"/>
                  </a:lnTo>
                  <a:lnTo>
                    <a:pt x="298871" y="256605"/>
                  </a:lnTo>
                  <a:lnTo>
                    <a:pt x="302067" y="252380"/>
                  </a:lnTo>
                  <a:lnTo>
                    <a:pt x="305127" y="248057"/>
                  </a:lnTo>
                  <a:lnTo>
                    <a:pt x="308049" y="243638"/>
                  </a:lnTo>
                  <a:lnTo>
                    <a:pt x="310829" y="239129"/>
                  </a:lnTo>
                  <a:lnTo>
                    <a:pt x="313465" y="234534"/>
                  </a:lnTo>
                  <a:lnTo>
                    <a:pt x="315954" y="229859"/>
                  </a:lnTo>
                  <a:lnTo>
                    <a:pt x="318293" y="225106"/>
                  </a:lnTo>
                  <a:lnTo>
                    <a:pt x="320481" y="220282"/>
                  </a:lnTo>
                  <a:lnTo>
                    <a:pt x="322515" y="215391"/>
                  </a:lnTo>
                  <a:lnTo>
                    <a:pt x="324393" y="210438"/>
                  </a:lnTo>
                  <a:lnTo>
                    <a:pt x="326113" y="205428"/>
                  </a:lnTo>
                  <a:lnTo>
                    <a:pt x="327673" y="200366"/>
                  </a:lnTo>
                  <a:lnTo>
                    <a:pt x="329072" y="195257"/>
                  </a:lnTo>
                  <a:lnTo>
                    <a:pt x="330309" y="190106"/>
                  </a:lnTo>
                  <a:lnTo>
                    <a:pt x="331382" y="184919"/>
                  </a:lnTo>
                  <a:lnTo>
                    <a:pt x="332290" y="179700"/>
                  </a:lnTo>
                  <a:lnTo>
                    <a:pt x="333032" y="174456"/>
                  </a:lnTo>
                  <a:lnTo>
                    <a:pt x="333608" y="169190"/>
                  </a:lnTo>
                  <a:lnTo>
                    <a:pt x="334016" y="163909"/>
                  </a:lnTo>
                  <a:lnTo>
                    <a:pt x="334257" y="158617"/>
                  </a:lnTo>
                  <a:lnTo>
                    <a:pt x="334331" y="153320"/>
                  </a:lnTo>
                  <a:lnTo>
                    <a:pt x="334236" y="148024"/>
                  </a:lnTo>
                  <a:lnTo>
                    <a:pt x="333974" y="142734"/>
                  </a:lnTo>
                  <a:lnTo>
                    <a:pt x="333544" y="137454"/>
                  </a:lnTo>
                  <a:lnTo>
                    <a:pt x="332947" y="132191"/>
                  </a:lnTo>
                  <a:lnTo>
                    <a:pt x="332183" y="126949"/>
                  </a:lnTo>
                  <a:lnTo>
                    <a:pt x="331254" y="121734"/>
                  </a:lnTo>
                  <a:lnTo>
                    <a:pt x="330160" y="116551"/>
                  </a:lnTo>
                  <a:lnTo>
                    <a:pt x="328903" y="111406"/>
                  </a:lnTo>
                  <a:lnTo>
                    <a:pt x="327483" y="106302"/>
                  </a:lnTo>
                  <a:lnTo>
                    <a:pt x="325902" y="101247"/>
                  </a:lnTo>
                  <a:lnTo>
                    <a:pt x="324162" y="96244"/>
                  </a:lnTo>
                  <a:lnTo>
                    <a:pt x="322264" y="91298"/>
                  </a:lnTo>
                  <a:lnTo>
                    <a:pt x="320210" y="86415"/>
                  </a:lnTo>
                  <a:lnTo>
                    <a:pt x="318003" y="81600"/>
                  </a:lnTo>
                  <a:lnTo>
                    <a:pt x="315644" y="76857"/>
                  </a:lnTo>
                  <a:lnTo>
                    <a:pt x="313136" y="72192"/>
                  </a:lnTo>
                  <a:lnTo>
                    <a:pt x="310482" y="67608"/>
                  </a:lnTo>
                  <a:lnTo>
                    <a:pt x="307684" y="63110"/>
                  </a:lnTo>
                  <a:lnTo>
                    <a:pt x="304744" y="58703"/>
                  </a:lnTo>
                  <a:lnTo>
                    <a:pt x="301667" y="54392"/>
                  </a:lnTo>
                  <a:lnTo>
                    <a:pt x="298454" y="50180"/>
                  </a:lnTo>
                  <a:lnTo>
                    <a:pt x="295110" y="46073"/>
                  </a:lnTo>
                  <a:lnTo>
                    <a:pt x="291637" y="42073"/>
                  </a:lnTo>
                  <a:lnTo>
                    <a:pt x="288039" y="38185"/>
                  </a:lnTo>
                  <a:lnTo>
                    <a:pt x="284320" y="34413"/>
                  </a:lnTo>
                  <a:lnTo>
                    <a:pt x="280483" y="30761"/>
                  </a:lnTo>
                  <a:lnTo>
                    <a:pt x="276532" y="27233"/>
                  </a:lnTo>
                  <a:lnTo>
                    <a:pt x="167163" y="153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109368" cy="167167"/>
            </a:xfrm>
            <a:custGeom>
              <a:avLst/>
              <a:pathLst>
                <a:path w="109368" h="167167">
                  <a:moveTo>
                    <a:pt x="109368" y="40741"/>
                  </a:moveTo>
                  <a:lnTo>
                    <a:pt x="105012" y="37101"/>
                  </a:lnTo>
                  <a:lnTo>
                    <a:pt x="100536" y="33610"/>
                  </a:lnTo>
                  <a:lnTo>
                    <a:pt x="95943" y="30273"/>
                  </a:lnTo>
                  <a:lnTo>
                    <a:pt x="91239" y="27095"/>
                  </a:lnTo>
                  <a:lnTo>
                    <a:pt x="86430" y="24077"/>
                  </a:lnTo>
                  <a:lnTo>
                    <a:pt x="81522" y="21225"/>
                  </a:lnTo>
                  <a:lnTo>
                    <a:pt x="76520" y="18541"/>
                  </a:lnTo>
                  <a:lnTo>
                    <a:pt x="71429" y="16029"/>
                  </a:lnTo>
                  <a:lnTo>
                    <a:pt x="66256" y="13690"/>
                  </a:lnTo>
                  <a:lnTo>
                    <a:pt x="61006" y="11529"/>
                  </a:lnTo>
                  <a:lnTo>
                    <a:pt x="55687" y="9547"/>
                  </a:lnTo>
                  <a:lnTo>
                    <a:pt x="50303" y="7748"/>
                  </a:lnTo>
                  <a:lnTo>
                    <a:pt x="44861" y="6131"/>
                  </a:lnTo>
                  <a:lnTo>
                    <a:pt x="39367" y="4701"/>
                  </a:lnTo>
                  <a:lnTo>
                    <a:pt x="33828" y="3458"/>
                  </a:lnTo>
                  <a:lnTo>
                    <a:pt x="28249" y="2404"/>
                  </a:lnTo>
                  <a:lnTo>
                    <a:pt x="22639" y="1540"/>
                  </a:lnTo>
                  <a:lnTo>
                    <a:pt x="17002" y="866"/>
                  </a:lnTo>
                  <a:lnTo>
                    <a:pt x="11345" y="385"/>
                  </a:lnTo>
                  <a:lnTo>
                    <a:pt x="567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2689" y="1681503"/>
              <a:ext cx="3835" cy="167167"/>
            </a:xfrm>
            <a:custGeom>
              <a:avLst/>
              <a:pathLst>
                <a:path w="3835" h="167167">
                  <a:moveTo>
                    <a:pt x="3835" y="0"/>
                  </a:moveTo>
                  <a:lnTo>
                    <a:pt x="0" y="43"/>
                  </a:lnTo>
                  <a:lnTo>
                    <a:pt x="38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2689" y="1681547"/>
              <a:ext cx="3835" cy="167123"/>
            </a:xfrm>
            <a:custGeom>
              <a:avLst/>
              <a:pathLst>
                <a:path w="3835" h="167123">
                  <a:moveTo>
                    <a:pt x="0" y="0"/>
                  </a:moveTo>
                  <a:lnTo>
                    <a:pt x="3835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65555" y="1681547"/>
              <a:ext cx="120969" cy="167123"/>
            </a:xfrm>
            <a:custGeom>
              <a:avLst/>
              <a:pathLst>
                <a:path w="120969" h="167123">
                  <a:moveTo>
                    <a:pt x="117134" y="0"/>
                  </a:moveTo>
                  <a:lnTo>
                    <a:pt x="111663" y="215"/>
                  </a:lnTo>
                  <a:lnTo>
                    <a:pt x="106202" y="609"/>
                  </a:lnTo>
                  <a:lnTo>
                    <a:pt x="100756" y="1182"/>
                  </a:lnTo>
                  <a:lnTo>
                    <a:pt x="95333" y="1933"/>
                  </a:lnTo>
                  <a:lnTo>
                    <a:pt x="89937" y="2861"/>
                  </a:lnTo>
                  <a:lnTo>
                    <a:pt x="84574" y="3966"/>
                  </a:lnTo>
                  <a:lnTo>
                    <a:pt x="79250" y="5245"/>
                  </a:lnTo>
                  <a:lnTo>
                    <a:pt x="73971" y="6698"/>
                  </a:lnTo>
                  <a:lnTo>
                    <a:pt x="68743" y="8323"/>
                  </a:lnTo>
                  <a:lnTo>
                    <a:pt x="63570" y="10119"/>
                  </a:lnTo>
                  <a:lnTo>
                    <a:pt x="58459" y="12083"/>
                  </a:lnTo>
                  <a:lnTo>
                    <a:pt x="53415" y="14213"/>
                  </a:lnTo>
                  <a:lnTo>
                    <a:pt x="48444" y="16507"/>
                  </a:lnTo>
                  <a:lnTo>
                    <a:pt x="43550" y="18963"/>
                  </a:lnTo>
                  <a:lnTo>
                    <a:pt x="38739" y="21578"/>
                  </a:lnTo>
                  <a:lnTo>
                    <a:pt x="34017" y="24349"/>
                  </a:lnTo>
                  <a:lnTo>
                    <a:pt x="29388" y="27274"/>
                  </a:lnTo>
                  <a:lnTo>
                    <a:pt x="24857" y="30348"/>
                  </a:lnTo>
                  <a:lnTo>
                    <a:pt x="20429" y="33569"/>
                  </a:lnTo>
                  <a:lnTo>
                    <a:pt x="16110" y="36933"/>
                  </a:lnTo>
                  <a:lnTo>
                    <a:pt x="11902" y="40437"/>
                  </a:lnTo>
                  <a:lnTo>
                    <a:pt x="7812" y="44077"/>
                  </a:lnTo>
                  <a:lnTo>
                    <a:pt x="3843" y="47848"/>
                  </a:lnTo>
                  <a:lnTo>
                    <a:pt x="0" y="51748"/>
                  </a:lnTo>
                  <a:lnTo>
                    <a:pt x="120969" y="167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46197" y="51792"/>
                  </a:moveTo>
                  <a:lnTo>
                    <a:pt x="42607" y="55677"/>
                  </a:lnTo>
                  <a:lnTo>
                    <a:pt x="39143" y="59674"/>
                  </a:lnTo>
                  <a:lnTo>
                    <a:pt x="35806" y="63778"/>
                  </a:lnTo>
                  <a:lnTo>
                    <a:pt x="32601" y="67985"/>
                  </a:lnTo>
                  <a:lnTo>
                    <a:pt x="29530" y="72292"/>
                  </a:lnTo>
                  <a:lnTo>
                    <a:pt x="26598" y="76694"/>
                  </a:lnTo>
                  <a:lnTo>
                    <a:pt x="23806" y="81187"/>
                  </a:lnTo>
                  <a:lnTo>
                    <a:pt x="21157" y="85765"/>
                  </a:lnTo>
                  <a:lnTo>
                    <a:pt x="18655" y="90425"/>
                  </a:lnTo>
                  <a:lnTo>
                    <a:pt x="16301" y="95162"/>
                  </a:lnTo>
                  <a:lnTo>
                    <a:pt x="14099" y="99971"/>
                  </a:lnTo>
                  <a:lnTo>
                    <a:pt x="12050" y="104847"/>
                  </a:lnTo>
                  <a:lnTo>
                    <a:pt x="10156" y="109786"/>
                  </a:lnTo>
                  <a:lnTo>
                    <a:pt x="8419" y="114782"/>
                  </a:lnTo>
                  <a:lnTo>
                    <a:pt x="6841" y="119831"/>
                  </a:lnTo>
                  <a:lnTo>
                    <a:pt x="5424" y="124926"/>
                  </a:lnTo>
                  <a:lnTo>
                    <a:pt x="4168" y="130065"/>
                  </a:lnTo>
                  <a:lnTo>
                    <a:pt x="3076" y="135240"/>
                  </a:lnTo>
                  <a:lnTo>
                    <a:pt x="2148" y="140447"/>
                  </a:lnTo>
                  <a:lnTo>
                    <a:pt x="1386" y="145681"/>
                  </a:lnTo>
                  <a:lnTo>
                    <a:pt x="789" y="150937"/>
                  </a:lnTo>
                  <a:lnTo>
                    <a:pt x="359" y="156209"/>
                  </a:lnTo>
                  <a:lnTo>
                    <a:pt x="95" y="161492"/>
                  </a:lnTo>
                  <a:lnTo>
                    <a:pt x="0" y="166780"/>
                  </a:lnTo>
                  <a:lnTo>
                    <a:pt x="71" y="172069"/>
                  </a:lnTo>
                  <a:lnTo>
                    <a:pt x="310" y="177353"/>
                  </a:lnTo>
                  <a:lnTo>
                    <a:pt x="715" y="182627"/>
                  </a:lnTo>
                  <a:lnTo>
                    <a:pt x="1288" y="187885"/>
                  </a:lnTo>
                  <a:lnTo>
                    <a:pt x="2026" y="193122"/>
                  </a:lnTo>
                  <a:lnTo>
                    <a:pt x="2930" y="198334"/>
                  </a:lnTo>
                  <a:lnTo>
                    <a:pt x="3998" y="203514"/>
                  </a:lnTo>
                  <a:lnTo>
                    <a:pt x="5230" y="208658"/>
                  </a:lnTo>
                  <a:lnTo>
                    <a:pt x="6624" y="213761"/>
                  </a:lnTo>
                  <a:lnTo>
                    <a:pt x="8178" y="218816"/>
                  </a:lnTo>
                  <a:lnTo>
                    <a:pt x="9892" y="223821"/>
                  </a:lnTo>
                  <a:lnTo>
                    <a:pt x="11763" y="228768"/>
                  </a:lnTo>
                  <a:lnTo>
                    <a:pt x="13790" y="233654"/>
                  </a:lnTo>
                  <a:lnTo>
                    <a:pt x="15970" y="238473"/>
                  </a:lnTo>
                  <a:lnTo>
                    <a:pt x="18301" y="243220"/>
                  </a:lnTo>
                  <a:lnTo>
                    <a:pt x="20782" y="247892"/>
                  </a:lnTo>
                  <a:lnTo>
                    <a:pt x="23409" y="252483"/>
                  </a:lnTo>
                  <a:lnTo>
                    <a:pt x="26180" y="256988"/>
                  </a:lnTo>
                  <a:lnTo>
                    <a:pt x="29092" y="261403"/>
                  </a:lnTo>
                  <a:lnTo>
                    <a:pt x="32143" y="265725"/>
                  </a:lnTo>
                  <a:lnTo>
                    <a:pt x="35329" y="269947"/>
                  </a:lnTo>
                  <a:lnTo>
                    <a:pt x="38646" y="274066"/>
                  </a:lnTo>
                  <a:lnTo>
                    <a:pt x="42093" y="278079"/>
                  </a:lnTo>
                  <a:lnTo>
                    <a:pt x="45664" y="281980"/>
                  </a:lnTo>
                  <a:lnTo>
                    <a:pt x="49357" y="285767"/>
                  </a:lnTo>
                  <a:lnTo>
                    <a:pt x="53168" y="289435"/>
                  </a:lnTo>
                  <a:lnTo>
                    <a:pt x="57094" y="292980"/>
                  </a:lnTo>
                  <a:lnTo>
                    <a:pt x="61129" y="296399"/>
                  </a:lnTo>
                  <a:lnTo>
                    <a:pt x="65271" y="299689"/>
                  </a:lnTo>
                  <a:lnTo>
                    <a:pt x="69514" y="302847"/>
                  </a:lnTo>
                  <a:lnTo>
                    <a:pt x="73856" y="305868"/>
                  </a:lnTo>
                  <a:lnTo>
                    <a:pt x="78291" y="308751"/>
                  </a:lnTo>
                  <a:lnTo>
                    <a:pt x="82814" y="311492"/>
                  </a:lnTo>
                  <a:lnTo>
                    <a:pt x="87423" y="314088"/>
                  </a:lnTo>
                  <a:lnTo>
                    <a:pt x="92111" y="316538"/>
                  </a:lnTo>
                  <a:lnTo>
                    <a:pt x="96874" y="318837"/>
                  </a:lnTo>
                  <a:lnTo>
                    <a:pt x="101707" y="320985"/>
                  </a:lnTo>
                  <a:lnTo>
                    <a:pt x="106607" y="322979"/>
                  </a:lnTo>
                  <a:lnTo>
                    <a:pt x="111566" y="324817"/>
                  </a:lnTo>
                  <a:lnTo>
                    <a:pt x="116582" y="326497"/>
                  </a:lnTo>
                  <a:lnTo>
                    <a:pt x="121648" y="328018"/>
                  </a:lnTo>
                  <a:lnTo>
                    <a:pt x="126759" y="329377"/>
                  </a:lnTo>
                  <a:lnTo>
                    <a:pt x="131912" y="330575"/>
                  </a:lnTo>
                  <a:lnTo>
                    <a:pt x="137099" y="331608"/>
                  </a:lnTo>
                  <a:lnTo>
                    <a:pt x="142316" y="332477"/>
                  </a:lnTo>
                  <a:lnTo>
                    <a:pt x="147559" y="333180"/>
                  </a:lnTo>
                  <a:lnTo>
                    <a:pt x="152821" y="333718"/>
                  </a:lnTo>
                  <a:lnTo>
                    <a:pt x="158097" y="334088"/>
                  </a:lnTo>
                  <a:lnTo>
                    <a:pt x="163382" y="334292"/>
                  </a:lnTo>
                  <a:lnTo>
                    <a:pt x="168672" y="334328"/>
                  </a:lnTo>
                  <a:lnTo>
                    <a:pt x="173959" y="334196"/>
                  </a:lnTo>
                  <a:lnTo>
                    <a:pt x="179240" y="333898"/>
                  </a:lnTo>
                  <a:lnTo>
                    <a:pt x="184509" y="333432"/>
                  </a:lnTo>
                  <a:lnTo>
                    <a:pt x="189761" y="332800"/>
                  </a:lnTo>
                  <a:lnTo>
                    <a:pt x="194989" y="332003"/>
                  </a:lnTo>
                  <a:lnTo>
                    <a:pt x="200190" y="331040"/>
                  </a:lnTo>
                  <a:lnTo>
                    <a:pt x="205358" y="329913"/>
                  </a:lnTo>
                  <a:lnTo>
                    <a:pt x="210488" y="328623"/>
                  </a:lnTo>
                  <a:lnTo>
                    <a:pt x="215574" y="327172"/>
                  </a:lnTo>
                  <a:lnTo>
                    <a:pt x="220612" y="325560"/>
                  </a:lnTo>
                  <a:lnTo>
                    <a:pt x="225597" y="323790"/>
                  </a:lnTo>
                  <a:lnTo>
                    <a:pt x="230522" y="321863"/>
                  </a:lnTo>
                  <a:lnTo>
                    <a:pt x="235385" y="319782"/>
                  </a:lnTo>
                  <a:lnTo>
                    <a:pt x="240179" y="317547"/>
                  </a:lnTo>
                  <a:lnTo>
                    <a:pt x="244900" y="315162"/>
                  </a:lnTo>
                  <a:lnTo>
                    <a:pt x="249543" y="312628"/>
                  </a:lnTo>
                  <a:lnTo>
                    <a:pt x="254104" y="309949"/>
                  </a:lnTo>
                  <a:lnTo>
                    <a:pt x="258578" y="307128"/>
                  </a:lnTo>
                  <a:lnTo>
                    <a:pt x="262960" y="304165"/>
                  </a:lnTo>
                  <a:lnTo>
                    <a:pt x="267246" y="301066"/>
                  </a:lnTo>
                  <a:lnTo>
                    <a:pt x="271432" y="297833"/>
                  </a:lnTo>
                  <a:lnTo>
                    <a:pt x="275514" y="294469"/>
                  </a:lnTo>
                  <a:lnTo>
                    <a:pt x="279487" y="290977"/>
                  </a:lnTo>
                  <a:lnTo>
                    <a:pt x="283348" y="287362"/>
                  </a:lnTo>
                  <a:lnTo>
                    <a:pt x="287092" y="283626"/>
                  </a:lnTo>
                  <a:lnTo>
                    <a:pt x="290717" y="279774"/>
                  </a:lnTo>
                  <a:lnTo>
                    <a:pt x="294217" y="275809"/>
                  </a:lnTo>
                  <a:lnTo>
                    <a:pt x="297591" y="271735"/>
                  </a:lnTo>
                  <a:lnTo>
                    <a:pt x="300834" y="267556"/>
                  </a:lnTo>
                  <a:lnTo>
                    <a:pt x="303943" y="263277"/>
                  </a:lnTo>
                  <a:lnTo>
                    <a:pt x="306915" y="258902"/>
                  </a:lnTo>
                  <a:lnTo>
                    <a:pt x="309747" y="254435"/>
                  </a:lnTo>
                  <a:lnTo>
                    <a:pt x="312437" y="249880"/>
                  </a:lnTo>
                  <a:lnTo>
                    <a:pt x="314981" y="245243"/>
                  </a:lnTo>
                  <a:lnTo>
                    <a:pt x="317377" y="240527"/>
                  </a:lnTo>
                  <a:lnTo>
                    <a:pt x="319623" y="235738"/>
                  </a:lnTo>
                  <a:lnTo>
                    <a:pt x="321716" y="230881"/>
                  </a:lnTo>
                  <a:lnTo>
                    <a:pt x="323654" y="225959"/>
                  </a:lnTo>
                  <a:lnTo>
                    <a:pt x="325436" y="220979"/>
                  </a:lnTo>
                  <a:lnTo>
                    <a:pt x="327059" y="215945"/>
                  </a:lnTo>
                  <a:lnTo>
                    <a:pt x="328522" y="210862"/>
                  </a:lnTo>
                  <a:lnTo>
                    <a:pt x="329824" y="205735"/>
                  </a:lnTo>
                  <a:lnTo>
                    <a:pt x="330963" y="200570"/>
                  </a:lnTo>
                  <a:lnTo>
                    <a:pt x="331937" y="195371"/>
                  </a:lnTo>
                  <a:lnTo>
                    <a:pt x="332747" y="190144"/>
                  </a:lnTo>
                  <a:lnTo>
                    <a:pt x="333391" y="184894"/>
                  </a:lnTo>
                  <a:lnTo>
                    <a:pt x="333869" y="179627"/>
                  </a:lnTo>
                  <a:lnTo>
                    <a:pt x="334180" y="174346"/>
                  </a:lnTo>
                  <a:lnTo>
                    <a:pt x="334323" y="169059"/>
                  </a:lnTo>
                  <a:lnTo>
                    <a:pt x="334299" y="163770"/>
                  </a:lnTo>
                  <a:lnTo>
                    <a:pt x="334108" y="158484"/>
                  </a:lnTo>
                  <a:lnTo>
                    <a:pt x="333750" y="153207"/>
                  </a:lnTo>
                  <a:lnTo>
                    <a:pt x="333225" y="147943"/>
                  </a:lnTo>
                  <a:lnTo>
                    <a:pt x="332534" y="142700"/>
                  </a:lnTo>
                  <a:lnTo>
                    <a:pt x="331677" y="137480"/>
                  </a:lnTo>
                  <a:lnTo>
                    <a:pt x="330655" y="132290"/>
                  </a:lnTo>
                  <a:lnTo>
                    <a:pt x="329470" y="127135"/>
                  </a:lnTo>
                  <a:lnTo>
                    <a:pt x="328122" y="122021"/>
                  </a:lnTo>
                  <a:lnTo>
                    <a:pt x="326613" y="116951"/>
                  </a:lnTo>
                  <a:lnTo>
                    <a:pt x="324945" y="111932"/>
                  </a:lnTo>
                  <a:lnTo>
                    <a:pt x="323118" y="106968"/>
                  </a:lnTo>
                  <a:lnTo>
                    <a:pt x="321136" y="102064"/>
                  </a:lnTo>
                  <a:lnTo>
                    <a:pt x="318999" y="97226"/>
                  </a:lnTo>
                  <a:lnTo>
                    <a:pt x="316710" y="92457"/>
                  </a:lnTo>
                  <a:lnTo>
                    <a:pt x="314272" y="87763"/>
                  </a:lnTo>
                  <a:lnTo>
                    <a:pt x="311686" y="83149"/>
                  </a:lnTo>
                  <a:lnTo>
                    <a:pt x="308956" y="78619"/>
                  </a:lnTo>
                  <a:lnTo>
                    <a:pt x="306083" y="74177"/>
                  </a:lnTo>
                  <a:lnTo>
                    <a:pt x="303072" y="69829"/>
                  </a:lnTo>
                  <a:lnTo>
                    <a:pt x="299924" y="65578"/>
                  </a:lnTo>
                  <a:lnTo>
                    <a:pt x="296644" y="61429"/>
                  </a:lnTo>
                  <a:lnTo>
                    <a:pt x="293234" y="57386"/>
                  </a:lnTo>
                  <a:lnTo>
                    <a:pt x="289698" y="53452"/>
                  </a:lnTo>
                  <a:lnTo>
                    <a:pt x="286039" y="49633"/>
                  </a:lnTo>
                  <a:lnTo>
                    <a:pt x="282261" y="45931"/>
                  </a:lnTo>
                  <a:lnTo>
                    <a:pt x="278368" y="42350"/>
                  </a:lnTo>
                  <a:lnTo>
                    <a:pt x="274363" y="38894"/>
                  </a:lnTo>
                  <a:lnTo>
                    <a:pt x="270251" y="35567"/>
                  </a:lnTo>
                  <a:lnTo>
                    <a:pt x="266036" y="32372"/>
                  </a:lnTo>
                  <a:lnTo>
                    <a:pt x="261722" y="29311"/>
                  </a:lnTo>
                  <a:lnTo>
                    <a:pt x="257314" y="26389"/>
                  </a:lnTo>
                  <a:lnTo>
                    <a:pt x="252815" y="23607"/>
                  </a:lnTo>
                  <a:lnTo>
                    <a:pt x="248230" y="20970"/>
                  </a:lnTo>
                  <a:lnTo>
                    <a:pt x="243564" y="18478"/>
                  </a:lnTo>
                  <a:lnTo>
                    <a:pt x="238822" y="16136"/>
                  </a:lnTo>
                  <a:lnTo>
                    <a:pt x="234008" y="13944"/>
                  </a:lnTo>
                  <a:lnTo>
                    <a:pt x="229127" y="11906"/>
                  </a:lnTo>
                  <a:lnTo>
                    <a:pt x="224184" y="10024"/>
                  </a:lnTo>
                  <a:lnTo>
                    <a:pt x="219184" y="8299"/>
                  </a:lnTo>
                  <a:lnTo>
                    <a:pt x="214132" y="6732"/>
                  </a:lnTo>
                  <a:lnTo>
                    <a:pt x="209033" y="5327"/>
                  </a:lnTo>
                  <a:lnTo>
                    <a:pt x="203891" y="4083"/>
                  </a:lnTo>
                  <a:lnTo>
                    <a:pt x="198714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7685" y="2126963"/>
              <a:ext cx="33602" cy="167167"/>
            </a:xfrm>
            <a:custGeom>
              <a:avLst/>
              <a:pathLst>
                <a:path w="33602" h="167167">
                  <a:moveTo>
                    <a:pt x="33602" y="0"/>
                  </a:moveTo>
                  <a:lnTo>
                    <a:pt x="26837" y="136"/>
                  </a:lnTo>
                  <a:lnTo>
                    <a:pt x="20083" y="547"/>
                  </a:lnTo>
                  <a:lnTo>
                    <a:pt x="13352" y="1230"/>
                  </a:lnTo>
                  <a:lnTo>
                    <a:pt x="6654" y="2186"/>
                  </a:lnTo>
                  <a:lnTo>
                    <a:pt x="0" y="3411"/>
                  </a:lnTo>
                  <a:lnTo>
                    <a:pt x="336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7685" y="2130375"/>
              <a:ext cx="33602" cy="163755"/>
            </a:xfrm>
            <a:custGeom>
              <a:avLst/>
              <a:pathLst>
                <a:path w="33602" h="163755">
                  <a:moveTo>
                    <a:pt x="0" y="0"/>
                  </a:moveTo>
                  <a:lnTo>
                    <a:pt x="33602" y="1637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614121" y="2130375"/>
              <a:ext cx="334334" cy="330906"/>
            </a:xfrm>
            <a:custGeom>
              <a:avLst/>
              <a:pathLst>
                <a:path w="334334" h="330906">
                  <a:moveTo>
                    <a:pt x="133564" y="0"/>
                  </a:moveTo>
                  <a:lnTo>
                    <a:pt x="128382" y="1149"/>
                  </a:lnTo>
                  <a:lnTo>
                    <a:pt x="123239" y="2462"/>
                  </a:lnTo>
                  <a:lnTo>
                    <a:pt x="118140" y="3938"/>
                  </a:lnTo>
                  <a:lnTo>
                    <a:pt x="113091" y="5575"/>
                  </a:lnTo>
                  <a:lnTo>
                    <a:pt x="108096" y="7372"/>
                  </a:lnTo>
                  <a:lnTo>
                    <a:pt x="103161" y="9326"/>
                  </a:lnTo>
                  <a:lnTo>
                    <a:pt x="98290" y="11436"/>
                  </a:lnTo>
                  <a:lnTo>
                    <a:pt x="93489" y="13700"/>
                  </a:lnTo>
                  <a:lnTo>
                    <a:pt x="88762" y="16114"/>
                  </a:lnTo>
                  <a:lnTo>
                    <a:pt x="84114" y="18678"/>
                  </a:lnTo>
                  <a:lnTo>
                    <a:pt x="79550" y="21388"/>
                  </a:lnTo>
                  <a:lnTo>
                    <a:pt x="75074" y="24242"/>
                  </a:lnTo>
                  <a:lnTo>
                    <a:pt x="70691" y="27236"/>
                  </a:lnTo>
                  <a:lnTo>
                    <a:pt x="66405" y="30367"/>
                  </a:lnTo>
                  <a:lnTo>
                    <a:pt x="62221" y="33634"/>
                  </a:lnTo>
                  <a:lnTo>
                    <a:pt x="58143" y="37031"/>
                  </a:lnTo>
                  <a:lnTo>
                    <a:pt x="54175" y="40557"/>
                  </a:lnTo>
                  <a:lnTo>
                    <a:pt x="50320" y="44206"/>
                  </a:lnTo>
                  <a:lnTo>
                    <a:pt x="46583" y="47976"/>
                  </a:lnTo>
                  <a:lnTo>
                    <a:pt x="42968" y="51863"/>
                  </a:lnTo>
                  <a:lnTo>
                    <a:pt x="39479" y="55862"/>
                  </a:lnTo>
                  <a:lnTo>
                    <a:pt x="36117" y="59971"/>
                  </a:lnTo>
                  <a:lnTo>
                    <a:pt x="32888" y="64184"/>
                  </a:lnTo>
                  <a:lnTo>
                    <a:pt x="29795" y="68497"/>
                  </a:lnTo>
                  <a:lnTo>
                    <a:pt x="26840" y="72906"/>
                  </a:lnTo>
                  <a:lnTo>
                    <a:pt x="24026" y="77407"/>
                  </a:lnTo>
                  <a:lnTo>
                    <a:pt x="21357" y="81996"/>
                  </a:lnTo>
                  <a:lnTo>
                    <a:pt x="18835" y="86666"/>
                  </a:lnTo>
                  <a:lnTo>
                    <a:pt x="16462" y="91414"/>
                  </a:lnTo>
                  <a:lnTo>
                    <a:pt x="14241" y="96235"/>
                  </a:lnTo>
                  <a:lnTo>
                    <a:pt x="12175" y="101125"/>
                  </a:lnTo>
                  <a:lnTo>
                    <a:pt x="10264" y="106077"/>
                  </a:lnTo>
                  <a:lnTo>
                    <a:pt x="8512" y="111088"/>
                  </a:lnTo>
                  <a:lnTo>
                    <a:pt x="6920" y="116151"/>
                  </a:lnTo>
                  <a:lnTo>
                    <a:pt x="5489" y="121263"/>
                  </a:lnTo>
                  <a:lnTo>
                    <a:pt x="4222" y="126417"/>
                  </a:lnTo>
                  <a:lnTo>
                    <a:pt x="3119" y="131610"/>
                  </a:lnTo>
                  <a:lnTo>
                    <a:pt x="2181" y="136834"/>
                  </a:lnTo>
                  <a:lnTo>
                    <a:pt x="1409" y="142086"/>
                  </a:lnTo>
                  <a:lnTo>
                    <a:pt x="805" y="147359"/>
                  </a:lnTo>
                  <a:lnTo>
                    <a:pt x="368" y="152649"/>
                  </a:lnTo>
                  <a:lnTo>
                    <a:pt x="100" y="157951"/>
                  </a:lnTo>
                  <a:lnTo>
                    <a:pt x="0" y="163258"/>
                  </a:lnTo>
                  <a:lnTo>
                    <a:pt x="68" y="168565"/>
                  </a:lnTo>
                  <a:lnTo>
                    <a:pt x="305" y="173868"/>
                  </a:lnTo>
                  <a:lnTo>
                    <a:pt x="710" y="179161"/>
                  </a:lnTo>
                  <a:lnTo>
                    <a:pt x="1283" y="184438"/>
                  </a:lnTo>
                  <a:lnTo>
                    <a:pt x="2023" y="189694"/>
                  </a:lnTo>
                  <a:lnTo>
                    <a:pt x="2930" y="194924"/>
                  </a:lnTo>
                  <a:lnTo>
                    <a:pt x="4003" y="200123"/>
                  </a:lnTo>
                  <a:lnTo>
                    <a:pt x="5240" y="205285"/>
                  </a:lnTo>
                  <a:lnTo>
                    <a:pt x="6640" y="210405"/>
                  </a:lnTo>
                  <a:lnTo>
                    <a:pt x="8202" y="215478"/>
                  </a:lnTo>
                  <a:lnTo>
                    <a:pt x="9924" y="220499"/>
                  </a:lnTo>
                  <a:lnTo>
                    <a:pt x="11805" y="225462"/>
                  </a:lnTo>
                  <a:lnTo>
                    <a:pt x="13842" y="230364"/>
                  </a:lnTo>
                  <a:lnTo>
                    <a:pt x="16034" y="235198"/>
                  </a:lnTo>
                  <a:lnTo>
                    <a:pt x="18379" y="239960"/>
                  </a:lnTo>
                  <a:lnTo>
                    <a:pt x="20873" y="244646"/>
                  </a:lnTo>
                  <a:lnTo>
                    <a:pt x="23515" y="249250"/>
                  </a:lnTo>
                  <a:lnTo>
                    <a:pt x="26302" y="253767"/>
                  </a:lnTo>
                  <a:lnTo>
                    <a:pt x="29231" y="258194"/>
                  </a:lnTo>
                  <a:lnTo>
                    <a:pt x="32299" y="262526"/>
                  </a:lnTo>
                  <a:lnTo>
                    <a:pt x="35503" y="266758"/>
                  </a:lnTo>
                  <a:lnTo>
                    <a:pt x="38839" y="270886"/>
                  </a:lnTo>
                  <a:lnTo>
                    <a:pt x="42305" y="274907"/>
                  </a:lnTo>
                  <a:lnTo>
                    <a:pt x="45897" y="278815"/>
                  </a:lnTo>
                  <a:lnTo>
                    <a:pt x="49611" y="282607"/>
                  </a:lnTo>
                  <a:lnTo>
                    <a:pt x="53444" y="286279"/>
                  </a:lnTo>
                  <a:lnTo>
                    <a:pt x="57391" y="289828"/>
                  </a:lnTo>
                  <a:lnTo>
                    <a:pt x="61449" y="293250"/>
                  </a:lnTo>
                  <a:lnTo>
                    <a:pt x="65614" y="296541"/>
                  </a:lnTo>
                  <a:lnTo>
                    <a:pt x="69881" y="299698"/>
                  </a:lnTo>
                  <a:lnTo>
                    <a:pt x="74246" y="302718"/>
                  </a:lnTo>
                  <a:lnTo>
                    <a:pt x="78705" y="305598"/>
                  </a:lnTo>
                  <a:lnTo>
                    <a:pt x="83253" y="308335"/>
                  </a:lnTo>
                  <a:lnTo>
                    <a:pt x="87885" y="310927"/>
                  </a:lnTo>
                  <a:lnTo>
                    <a:pt x="92598" y="313370"/>
                  </a:lnTo>
                  <a:lnTo>
                    <a:pt x="97386" y="315662"/>
                  </a:lnTo>
                  <a:lnTo>
                    <a:pt x="102244" y="317800"/>
                  </a:lnTo>
                  <a:lnTo>
                    <a:pt x="107167" y="319784"/>
                  </a:lnTo>
                  <a:lnTo>
                    <a:pt x="112151" y="321610"/>
                  </a:lnTo>
                  <a:lnTo>
                    <a:pt x="117191" y="323277"/>
                  </a:lnTo>
                  <a:lnTo>
                    <a:pt x="122280" y="324784"/>
                  </a:lnTo>
                  <a:lnTo>
                    <a:pt x="127416" y="326128"/>
                  </a:lnTo>
                  <a:lnTo>
                    <a:pt x="132591" y="327308"/>
                  </a:lnTo>
                  <a:lnTo>
                    <a:pt x="137801" y="328323"/>
                  </a:lnTo>
                  <a:lnTo>
                    <a:pt x="143040" y="329172"/>
                  </a:lnTo>
                  <a:lnTo>
                    <a:pt x="148304" y="329855"/>
                  </a:lnTo>
                  <a:lnTo>
                    <a:pt x="153587" y="330370"/>
                  </a:lnTo>
                  <a:lnTo>
                    <a:pt x="158884" y="330717"/>
                  </a:lnTo>
                  <a:lnTo>
                    <a:pt x="164189" y="330896"/>
                  </a:lnTo>
                  <a:lnTo>
                    <a:pt x="169497" y="330906"/>
                  </a:lnTo>
                  <a:lnTo>
                    <a:pt x="174803" y="330748"/>
                  </a:lnTo>
                  <a:lnTo>
                    <a:pt x="180101" y="330421"/>
                  </a:lnTo>
                  <a:lnTo>
                    <a:pt x="185386" y="329927"/>
                  </a:lnTo>
                  <a:lnTo>
                    <a:pt x="190653" y="329264"/>
                  </a:lnTo>
                  <a:lnTo>
                    <a:pt x="195895" y="328435"/>
                  </a:lnTo>
                  <a:lnTo>
                    <a:pt x="201109" y="327440"/>
                  </a:lnTo>
                  <a:lnTo>
                    <a:pt x="206289" y="326280"/>
                  </a:lnTo>
                  <a:lnTo>
                    <a:pt x="211429" y="324956"/>
                  </a:lnTo>
                  <a:lnTo>
                    <a:pt x="216525" y="323469"/>
                  </a:lnTo>
                  <a:lnTo>
                    <a:pt x="221571" y="321822"/>
                  </a:lnTo>
                  <a:lnTo>
                    <a:pt x="226562" y="320015"/>
                  </a:lnTo>
                  <a:lnTo>
                    <a:pt x="231493" y="318050"/>
                  </a:lnTo>
                  <a:lnTo>
                    <a:pt x="236359" y="315930"/>
                  </a:lnTo>
                  <a:lnTo>
                    <a:pt x="241156" y="313657"/>
                  </a:lnTo>
                  <a:lnTo>
                    <a:pt x="245878" y="311232"/>
                  </a:lnTo>
                  <a:lnTo>
                    <a:pt x="250520" y="308659"/>
                  </a:lnTo>
                  <a:lnTo>
                    <a:pt x="255079" y="305939"/>
                  </a:lnTo>
                  <a:lnTo>
                    <a:pt x="259549" y="303076"/>
                  </a:lnTo>
                  <a:lnTo>
                    <a:pt x="263926" y="300073"/>
                  </a:lnTo>
                  <a:lnTo>
                    <a:pt x="268205" y="296932"/>
                  </a:lnTo>
                  <a:lnTo>
                    <a:pt x="272382" y="293657"/>
                  </a:lnTo>
                  <a:lnTo>
                    <a:pt x="276453" y="290251"/>
                  </a:lnTo>
                  <a:lnTo>
                    <a:pt x="280414" y="286718"/>
                  </a:lnTo>
                  <a:lnTo>
                    <a:pt x="284261" y="283060"/>
                  </a:lnTo>
                  <a:lnTo>
                    <a:pt x="287990" y="279282"/>
                  </a:lnTo>
                  <a:lnTo>
                    <a:pt x="291597" y="275388"/>
                  </a:lnTo>
                  <a:lnTo>
                    <a:pt x="295078" y="271381"/>
                  </a:lnTo>
                  <a:lnTo>
                    <a:pt x="298431" y="267266"/>
                  </a:lnTo>
                  <a:lnTo>
                    <a:pt x="301651" y="263046"/>
                  </a:lnTo>
                  <a:lnTo>
                    <a:pt x="304736" y="258726"/>
                  </a:lnTo>
                  <a:lnTo>
                    <a:pt x="307682" y="254311"/>
                  </a:lnTo>
                  <a:lnTo>
                    <a:pt x="310486" y="249804"/>
                  </a:lnTo>
                  <a:lnTo>
                    <a:pt x="313146" y="245210"/>
                  </a:lnTo>
                  <a:lnTo>
                    <a:pt x="315658" y="240535"/>
                  </a:lnTo>
                  <a:lnTo>
                    <a:pt x="318021" y="235781"/>
                  </a:lnTo>
                  <a:lnTo>
                    <a:pt x="320232" y="230956"/>
                  </a:lnTo>
                  <a:lnTo>
                    <a:pt x="322288" y="226062"/>
                  </a:lnTo>
                  <a:lnTo>
                    <a:pt x="324188" y="221106"/>
                  </a:lnTo>
                  <a:lnTo>
                    <a:pt x="325930" y="216092"/>
                  </a:lnTo>
                  <a:lnTo>
                    <a:pt x="327511" y="211025"/>
                  </a:lnTo>
                  <a:lnTo>
                    <a:pt x="328931" y="205910"/>
                  </a:lnTo>
                  <a:lnTo>
                    <a:pt x="330188" y="200753"/>
                  </a:lnTo>
                  <a:lnTo>
                    <a:pt x="331280" y="195558"/>
                  </a:lnTo>
                  <a:lnTo>
                    <a:pt x="332207" y="190332"/>
                  </a:lnTo>
                  <a:lnTo>
                    <a:pt x="332968" y="185079"/>
                  </a:lnTo>
                  <a:lnTo>
                    <a:pt x="333561" y="179804"/>
                  </a:lnTo>
                  <a:lnTo>
                    <a:pt x="333987" y="174513"/>
                  </a:lnTo>
                  <a:lnTo>
                    <a:pt x="334245" y="169211"/>
                  </a:lnTo>
                  <a:lnTo>
                    <a:pt x="334334" y="163904"/>
                  </a:lnTo>
                  <a:lnTo>
                    <a:pt x="334254" y="158596"/>
                  </a:lnTo>
                  <a:lnTo>
                    <a:pt x="334006" y="153294"/>
                  </a:lnTo>
                  <a:lnTo>
                    <a:pt x="333590" y="148002"/>
                  </a:lnTo>
                  <a:lnTo>
                    <a:pt x="333006" y="142727"/>
                  </a:lnTo>
                  <a:lnTo>
                    <a:pt x="332255" y="137472"/>
                  </a:lnTo>
                  <a:lnTo>
                    <a:pt x="331337" y="132244"/>
                  </a:lnTo>
                  <a:lnTo>
                    <a:pt x="330254" y="127047"/>
                  </a:lnTo>
                  <a:lnTo>
                    <a:pt x="329006" y="121888"/>
                  </a:lnTo>
                  <a:lnTo>
                    <a:pt x="327595" y="116771"/>
                  </a:lnTo>
                  <a:lnTo>
                    <a:pt x="326023" y="111701"/>
                  </a:lnTo>
                  <a:lnTo>
                    <a:pt x="324290" y="106684"/>
                  </a:lnTo>
                  <a:lnTo>
                    <a:pt x="322399" y="101724"/>
                  </a:lnTo>
                  <a:lnTo>
                    <a:pt x="320351" y="96827"/>
                  </a:lnTo>
                  <a:lnTo>
                    <a:pt x="318149" y="91997"/>
                  </a:lnTo>
                  <a:lnTo>
                    <a:pt x="315795" y="87240"/>
                  </a:lnTo>
                  <a:lnTo>
                    <a:pt x="313290" y="82560"/>
                  </a:lnTo>
                  <a:lnTo>
                    <a:pt x="310639" y="77961"/>
                  </a:lnTo>
                  <a:lnTo>
                    <a:pt x="307843" y="73449"/>
                  </a:lnTo>
                  <a:lnTo>
                    <a:pt x="304905" y="69029"/>
                  </a:lnTo>
                  <a:lnTo>
                    <a:pt x="301828" y="64703"/>
                  </a:lnTo>
                  <a:lnTo>
                    <a:pt x="298615" y="60478"/>
                  </a:lnTo>
                  <a:lnTo>
                    <a:pt x="295270" y="56357"/>
                  </a:lnTo>
                  <a:lnTo>
                    <a:pt x="291795" y="52344"/>
                  </a:lnTo>
                  <a:lnTo>
                    <a:pt x="288195" y="48443"/>
                  </a:lnTo>
                  <a:lnTo>
                    <a:pt x="284473" y="44658"/>
                  </a:lnTo>
                  <a:lnTo>
                    <a:pt x="280633" y="40994"/>
                  </a:lnTo>
                  <a:lnTo>
                    <a:pt x="276678" y="37454"/>
                  </a:lnTo>
                  <a:lnTo>
                    <a:pt x="272613" y="34040"/>
                  </a:lnTo>
                  <a:lnTo>
                    <a:pt x="268442" y="30758"/>
                  </a:lnTo>
                  <a:lnTo>
                    <a:pt x="264168" y="27610"/>
                  </a:lnTo>
                  <a:lnTo>
                    <a:pt x="259797" y="24598"/>
                  </a:lnTo>
                  <a:lnTo>
                    <a:pt x="255332" y="21728"/>
                  </a:lnTo>
                  <a:lnTo>
                    <a:pt x="250778" y="19000"/>
                  </a:lnTo>
                  <a:lnTo>
                    <a:pt x="246140" y="16418"/>
                  </a:lnTo>
                  <a:lnTo>
                    <a:pt x="241423" y="13985"/>
                  </a:lnTo>
                  <a:lnTo>
                    <a:pt x="236630" y="11703"/>
                  </a:lnTo>
                  <a:lnTo>
                    <a:pt x="231768" y="9575"/>
                  </a:lnTo>
                  <a:lnTo>
                    <a:pt x="226840" y="7601"/>
                  </a:lnTo>
                  <a:lnTo>
                    <a:pt x="221852" y="5785"/>
                  </a:lnTo>
                  <a:lnTo>
                    <a:pt x="216809" y="4129"/>
                  </a:lnTo>
                  <a:lnTo>
                    <a:pt x="211716" y="2633"/>
                  </a:lnTo>
                  <a:lnTo>
                    <a:pt x="206578" y="1300"/>
                  </a:lnTo>
                  <a:lnTo>
                    <a:pt x="201401" y="131"/>
                  </a:lnTo>
                  <a:lnTo>
                    <a:pt x="167166" y="163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34234" cy="167167"/>
            </a:xfrm>
            <a:custGeom>
              <a:avLst/>
              <a:pathLst>
                <a:path w="34234" h="167167">
                  <a:moveTo>
                    <a:pt x="34234" y="3543"/>
                  </a:moveTo>
                  <a:lnTo>
                    <a:pt x="27457" y="2270"/>
                  </a:lnTo>
                  <a:lnTo>
                    <a:pt x="20634" y="1278"/>
                  </a:lnTo>
                  <a:lnTo>
                    <a:pt x="13775" y="568"/>
                  </a:lnTo>
                  <a:lnTo>
                    <a:pt x="6893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492" y="2633064"/>
              <a:ext cx="6256" cy="167167"/>
            </a:xfrm>
            <a:custGeom>
              <a:avLst/>
              <a:pathLst>
                <a:path w="6256" h="167167">
                  <a:moveTo>
                    <a:pt x="6256" y="0"/>
                  </a:moveTo>
                  <a:lnTo>
                    <a:pt x="0" y="117"/>
                  </a:lnTo>
                  <a:lnTo>
                    <a:pt x="62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492" y="2633181"/>
              <a:ext cx="6256" cy="167050"/>
            </a:xfrm>
            <a:custGeom>
              <a:avLst/>
              <a:pathLst>
                <a:path w="6256" h="167050">
                  <a:moveTo>
                    <a:pt x="0" y="0"/>
                  </a:moveTo>
                  <a:lnTo>
                    <a:pt x="6256" y="1670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423601" y="2633181"/>
              <a:ext cx="334312" cy="334215"/>
            </a:xfrm>
            <a:custGeom>
              <a:avLst/>
              <a:pathLst>
                <a:path w="334312" h="334215">
                  <a:moveTo>
                    <a:pt x="160890" y="0"/>
                  </a:moveTo>
                  <a:lnTo>
                    <a:pt x="155612" y="281"/>
                  </a:lnTo>
                  <a:lnTo>
                    <a:pt x="150346" y="729"/>
                  </a:lnTo>
                  <a:lnTo>
                    <a:pt x="145096" y="1343"/>
                  </a:lnTo>
                  <a:lnTo>
                    <a:pt x="139868" y="2123"/>
                  </a:lnTo>
                  <a:lnTo>
                    <a:pt x="134668" y="3068"/>
                  </a:lnTo>
                  <a:lnTo>
                    <a:pt x="129500" y="4177"/>
                  </a:lnTo>
                  <a:lnTo>
                    <a:pt x="124369" y="5448"/>
                  </a:lnTo>
                  <a:lnTo>
                    <a:pt x="119282" y="6881"/>
                  </a:lnTo>
                  <a:lnTo>
                    <a:pt x="114242" y="8475"/>
                  </a:lnTo>
                  <a:lnTo>
                    <a:pt x="109255" y="10226"/>
                  </a:lnTo>
                  <a:lnTo>
                    <a:pt x="104326" y="12135"/>
                  </a:lnTo>
                  <a:lnTo>
                    <a:pt x="99460" y="14198"/>
                  </a:lnTo>
                  <a:lnTo>
                    <a:pt x="94662" y="16415"/>
                  </a:lnTo>
                  <a:lnTo>
                    <a:pt x="89936" y="18782"/>
                  </a:lnTo>
                  <a:lnTo>
                    <a:pt x="85287" y="21297"/>
                  </a:lnTo>
                  <a:lnTo>
                    <a:pt x="80720" y="23957"/>
                  </a:lnTo>
                  <a:lnTo>
                    <a:pt x="76240" y="26761"/>
                  </a:lnTo>
                  <a:lnTo>
                    <a:pt x="71850" y="29705"/>
                  </a:lnTo>
                  <a:lnTo>
                    <a:pt x="67555" y="32787"/>
                  </a:lnTo>
                  <a:lnTo>
                    <a:pt x="63361" y="36002"/>
                  </a:lnTo>
                  <a:lnTo>
                    <a:pt x="59269" y="39349"/>
                  </a:lnTo>
                  <a:lnTo>
                    <a:pt x="55286" y="42823"/>
                  </a:lnTo>
                  <a:lnTo>
                    <a:pt x="51415" y="46422"/>
                  </a:lnTo>
                  <a:lnTo>
                    <a:pt x="47659" y="50141"/>
                  </a:lnTo>
                  <a:lnTo>
                    <a:pt x="44023" y="53977"/>
                  </a:lnTo>
                  <a:lnTo>
                    <a:pt x="40510" y="57926"/>
                  </a:lnTo>
                  <a:lnTo>
                    <a:pt x="37123" y="61984"/>
                  </a:lnTo>
                  <a:lnTo>
                    <a:pt x="33866" y="66147"/>
                  </a:lnTo>
                  <a:lnTo>
                    <a:pt x="30743" y="70411"/>
                  </a:lnTo>
                  <a:lnTo>
                    <a:pt x="27756" y="74772"/>
                  </a:lnTo>
                  <a:lnTo>
                    <a:pt x="24908" y="79225"/>
                  </a:lnTo>
                  <a:lnTo>
                    <a:pt x="22203" y="83765"/>
                  </a:lnTo>
                  <a:lnTo>
                    <a:pt x="19642" y="88389"/>
                  </a:lnTo>
                  <a:lnTo>
                    <a:pt x="17229" y="93092"/>
                  </a:lnTo>
                  <a:lnTo>
                    <a:pt x="14966" y="97868"/>
                  </a:lnTo>
                  <a:lnTo>
                    <a:pt x="12855" y="102714"/>
                  </a:lnTo>
                  <a:lnTo>
                    <a:pt x="10898" y="107624"/>
                  </a:lnTo>
                  <a:lnTo>
                    <a:pt x="9098" y="112593"/>
                  </a:lnTo>
                  <a:lnTo>
                    <a:pt x="7455" y="117617"/>
                  </a:lnTo>
                  <a:lnTo>
                    <a:pt x="5972" y="122690"/>
                  </a:lnTo>
                  <a:lnTo>
                    <a:pt x="4650" y="127808"/>
                  </a:lnTo>
                  <a:lnTo>
                    <a:pt x="3491" y="132965"/>
                  </a:lnTo>
                  <a:lnTo>
                    <a:pt x="2495" y="138156"/>
                  </a:lnTo>
                  <a:lnTo>
                    <a:pt x="1664" y="143376"/>
                  </a:lnTo>
                  <a:lnTo>
                    <a:pt x="998" y="148619"/>
                  </a:lnTo>
                  <a:lnTo>
                    <a:pt x="499" y="153881"/>
                  </a:lnTo>
                  <a:lnTo>
                    <a:pt x="166" y="159156"/>
                  </a:lnTo>
                  <a:lnTo>
                    <a:pt x="0" y="164439"/>
                  </a:lnTo>
                  <a:lnTo>
                    <a:pt x="1" y="169724"/>
                  </a:lnTo>
                  <a:lnTo>
                    <a:pt x="169" y="175007"/>
                  </a:lnTo>
                  <a:lnTo>
                    <a:pt x="504" y="180282"/>
                  </a:lnTo>
                  <a:lnTo>
                    <a:pt x="1005" y="185544"/>
                  </a:lnTo>
                  <a:lnTo>
                    <a:pt x="1673" y="190787"/>
                  </a:lnTo>
                  <a:lnTo>
                    <a:pt x="2506" y="196007"/>
                  </a:lnTo>
                  <a:lnTo>
                    <a:pt x="3504" y="201197"/>
                  </a:lnTo>
                  <a:lnTo>
                    <a:pt x="4665" y="206354"/>
                  </a:lnTo>
                  <a:lnTo>
                    <a:pt x="5989" y="211471"/>
                  </a:lnTo>
                  <a:lnTo>
                    <a:pt x="7474" y="216543"/>
                  </a:lnTo>
                  <a:lnTo>
                    <a:pt x="9118" y="221567"/>
                  </a:lnTo>
                  <a:lnTo>
                    <a:pt x="10921" y="226535"/>
                  </a:lnTo>
                  <a:lnTo>
                    <a:pt x="12880" y="231445"/>
                  </a:lnTo>
                  <a:lnTo>
                    <a:pt x="14993" y="236289"/>
                  </a:lnTo>
                  <a:lnTo>
                    <a:pt x="17258" y="241065"/>
                  </a:lnTo>
                  <a:lnTo>
                    <a:pt x="19672" y="245767"/>
                  </a:lnTo>
                  <a:lnTo>
                    <a:pt x="22235" y="250390"/>
                  </a:lnTo>
                  <a:lnTo>
                    <a:pt x="24942" y="254929"/>
                  </a:lnTo>
                  <a:lnTo>
                    <a:pt x="27791" y="259381"/>
                  </a:lnTo>
                  <a:lnTo>
                    <a:pt x="30780" y="263741"/>
                  </a:lnTo>
                  <a:lnTo>
                    <a:pt x="33905" y="268003"/>
                  </a:lnTo>
                  <a:lnTo>
                    <a:pt x="37163" y="272165"/>
                  </a:lnTo>
                  <a:lnTo>
                    <a:pt x="40551" y="276222"/>
                  </a:lnTo>
                  <a:lnTo>
                    <a:pt x="44066" y="280170"/>
                  </a:lnTo>
                  <a:lnTo>
                    <a:pt x="47704" y="284004"/>
                  </a:lnTo>
                  <a:lnTo>
                    <a:pt x="51461" y="287722"/>
                  </a:lnTo>
                  <a:lnTo>
                    <a:pt x="55334" y="291319"/>
                  </a:lnTo>
                  <a:lnTo>
                    <a:pt x="59318" y="294792"/>
                  </a:lnTo>
                  <a:lnTo>
                    <a:pt x="63411" y="298137"/>
                  </a:lnTo>
                  <a:lnTo>
                    <a:pt x="67607" y="301351"/>
                  </a:lnTo>
                  <a:lnTo>
                    <a:pt x="71902" y="304431"/>
                  </a:lnTo>
                  <a:lnTo>
                    <a:pt x="76293" y="307373"/>
                  </a:lnTo>
                  <a:lnTo>
                    <a:pt x="80775" y="310175"/>
                  </a:lnTo>
                  <a:lnTo>
                    <a:pt x="85343" y="312834"/>
                  </a:lnTo>
                  <a:lnTo>
                    <a:pt x="89992" y="315347"/>
                  </a:lnTo>
                  <a:lnTo>
                    <a:pt x="94719" y="317713"/>
                  </a:lnTo>
                  <a:lnTo>
                    <a:pt x="99519" y="319927"/>
                  </a:lnTo>
                  <a:lnTo>
                    <a:pt x="104386" y="321989"/>
                  </a:lnTo>
                  <a:lnTo>
                    <a:pt x="109315" y="323895"/>
                  </a:lnTo>
                  <a:lnTo>
                    <a:pt x="114303" y="325645"/>
                  </a:lnTo>
                  <a:lnTo>
                    <a:pt x="119343" y="327237"/>
                  </a:lnTo>
                  <a:lnTo>
                    <a:pt x="124431" y="328668"/>
                  </a:lnTo>
                  <a:lnTo>
                    <a:pt x="129562" y="329937"/>
                  </a:lnTo>
                  <a:lnTo>
                    <a:pt x="134730" y="331044"/>
                  </a:lnTo>
                  <a:lnTo>
                    <a:pt x="139931" y="331987"/>
                  </a:lnTo>
                  <a:lnTo>
                    <a:pt x="145159" y="332765"/>
                  </a:lnTo>
                  <a:lnTo>
                    <a:pt x="150409" y="333377"/>
                  </a:lnTo>
                  <a:lnTo>
                    <a:pt x="155676" y="333823"/>
                  </a:lnTo>
                  <a:lnTo>
                    <a:pt x="160954" y="334103"/>
                  </a:lnTo>
                  <a:lnTo>
                    <a:pt x="166238" y="334215"/>
                  </a:lnTo>
                  <a:lnTo>
                    <a:pt x="171524" y="334160"/>
                  </a:lnTo>
                  <a:lnTo>
                    <a:pt x="176804" y="333938"/>
                  </a:lnTo>
                  <a:lnTo>
                    <a:pt x="182076" y="333549"/>
                  </a:lnTo>
                  <a:lnTo>
                    <a:pt x="187332" y="332994"/>
                  </a:lnTo>
                  <a:lnTo>
                    <a:pt x="192568" y="332273"/>
                  </a:lnTo>
                  <a:lnTo>
                    <a:pt x="197779" y="331387"/>
                  </a:lnTo>
                  <a:lnTo>
                    <a:pt x="202959" y="330336"/>
                  </a:lnTo>
                  <a:lnTo>
                    <a:pt x="208103" y="329122"/>
                  </a:lnTo>
                  <a:lnTo>
                    <a:pt x="213207" y="327747"/>
                  </a:lnTo>
                  <a:lnTo>
                    <a:pt x="218264" y="326210"/>
                  </a:lnTo>
                  <a:lnTo>
                    <a:pt x="223270" y="324514"/>
                  </a:lnTo>
                  <a:lnTo>
                    <a:pt x="228220" y="322661"/>
                  </a:lnTo>
                  <a:lnTo>
                    <a:pt x="233109" y="320653"/>
                  </a:lnTo>
                  <a:lnTo>
                    <a:pt x="237932" y="318491"/>
                  </a:lnTo>
                  <a:lnTo>
                    <a:pt x="242685" y="316177"/>
                  </a:lnTo>
                  <a:lnTo>
                    <a:pt x="247361" y="313715"/>
                  </a:lnTo>
                  <a:lnTo>
                    <a:pt x="251958" y="311105"/>
                  </a:lnTo>
                  <a:lnTo>
                    <a:pt x="256470" y="308352"/>
                  </a:lnTo>
                  <a:lnTo>
                    <a:pt x="260892" y="305457"/>
                  </a:lnTo>
                  <a:lnTo>
                    <a:pt x="265221" y="302425"/>
                  </a:lnTo>
                  <a:lnTo>
                    <a:pt x="269452" y="299256"/>
                  </a:lnTo>
                  <a:lnTo>
                    <a:pt x="273580" y="295956"/>
                  </a:lnTo>
                  <a:lnTo>
                    <a:pt x="277603" y="292527"/>
                  </a:lnTo>
                  <a:lnTo>
                    <a:pt x="281514" y="288972"/>
                  </a:lnTo>
                  <a:lnTo>
                    <a:pt x="285312" y="285295"/>
                  </a:lnTo>
                  <a:lnTo>
                    <a:pt x="288991" y="281500"/>
                  </a:lnTo>
                  <a:lnTo>
                    <a:pt x="292548" y="277591"/>
                  </a:lnTo>
                  <a:lnTo>
                    <a:pt x="295980" y="273571"/>
                  </a:lnTo>
                  <a:lnTo>
                    <a:pt x="299283" y="269445"/>
                  </a:lnTo>
                  <a:lnTo>
                    <a:pt x="302454" y="265217"/>
                  </a:lnTo>
                  <a:lnTo>
                    <a:pt x="305490" y="260890"/>
                  </a:lnTo>
                  <a:lnTo>
                    <a:pt x="308388" y="256469"/>
                  </a:lnTo>
                  <a:lnTo>
                    <a:pt x="311144" y="251959"/>
                  </a:lnTo>
                  <a:lnTo>
                    <a:pt x="313757" y="247365"/>
                  </a:lnTo>
                  <a:lnTo>
                    <a:pt x="316222" y="242689"/>
                  </a:lnTo>
                  <a:lnTo>
                    <a:pt x="318539" y="237939"/>
                  </a:lnTo>
                  <a:lnTo>
                    <a:pt x="320705" y="233117"/>
                  </a:lnTo>
                  <a:lnTo>
                    <a:pt x="322717" y="228229"/>
                  </a:lnTo>
                  <a:lnTo>
                    <a:pt x="324573" y="223281"/>
                  </a:lnTo>
                  <a:lnTo>
                    <a:pt x="326272" y="218276"/>
                  </a:lnTo>
                  <a:lnTo>
                    <a:pt x="327812" y="213219"/>
                  </a:lnTo>
                  <a:lnTo>
                    <a:pt x="329191" y="208117"/>
                  </a:lnTo>
                  <a:lnTo>
                    <a:pt x="330408" y="202973"/>
                  </a:lnTo>
                  <a:lnTo>
                    <a:pt x="331463" y="197794"/>
                  </a:lnTo>
                  <a:lnTo>
                    <a:pt x="332352" y="192584"/>
                  </a:lnTo>
                  <a:lnTo>
                    <a:pt x="333077" y="187348"/>
                  </a:lnTo>
                  <a:lnTo>
                    <a:pt x="333636" y="182092"/>
                  </a:lnTo>
                  <a:lnTo>
                    <a:pt x="334028" y="176821"/>
                  </a:lnTo>
                  <a:lnTo>
                    <a:pt x="334254" y="171541"/>
                  </a:lnTo>
                  <a:lnTo>
                    <a:pt x="334312" y="166255"/>
                  </a:lnTo>
                  <a:lnTo>
                    <a:pt x="334203" y="160971"/>
                  </a:lnTo>
                  <a:lnTo>
                    <a:pt x="333928" y="155693"/>
                  </a:lnTo>
                  <a:lnTo>
                    <a:pt x="333485" y="150426"/>
                  </a:lnTo>
                  <a:lnTo>
                    <a:pt x="332877" y="145175"/>
                  </a:lnTo>
                  <a:lnTo>
                    <a:pt x="332102" y="139947"/>
                  </a:lnTo>
                  <a:lnTo>
                    <a:pt x="331163" y="134745"/>
                  </a:lnTo>
                  <a:lnTo>
                    <a:pt x="330060" y="129576"/>
                  </a:lnTo>
                  <a:lnTo>
                    <a:pt x="328794" y="124444"/>
                  </a:lnTo>
                  <a:lnTo>
                    <a:pt x="327366" y="119355"/>
                  </a:lnTo>
                  <a:lnTo>
                    <a:pt x="325778" y="114314"/>
                  </a:lnTo>
                  <a:lnTo>
                    <a:pt x="324031" y="109325"/>
                  </a:lnTo>
                  <a:lnTo>
                    <a:pt x="322128" y="104394"/>
                  </a:lnTo>
                  <a:lnTo>
                    <a:pt x="320070" y="99526"/>
                  </a:lnTo>
                  <a:lnTo>
                    <a:pt x="317859" y="94725"/>
                  </a:lnTo>
                  <a:lnTo>
                    <a:pt x="315497" y="89997"/>
                  </a:lnTo>
                  <a:lnTo>
                    <a:pt x="312987" y="85345"/>
                  </a:lnTo>
                  <a:lnTo>
                    <a:pt x="310331" y="80775"/>
                  </a:lnTo>
                  <a:lnTo>
                    <a:pt x="307532" y="76292"/>
                  </a:lnTo>
                  <a:lnTo>
                    <a:pt x="304592" y="71899"/>
                  </a:lnTo>
                  <a:lnTo>
                    <a:pt x="301515" y="67601"/>
                  </a:lnTo>
                  <a:lnTo>
                    <a:pt x="298304" y="63403"/>
                  </a:lnTo>
                  <a:lnTo>
                    <a:pt x="294962" y="59308"/>
                  </a:lnTo>
                  <a:lnTo>
                    <a:pt x="291492" y="55322"/>
                  </a:lnTo>
                  <a:lnTo>
                    <a:pt x="287897" y="51446"/>
                  </a:lnTo>
                  <a:lnTo>
                    <a:pt x="284182" y="47687"/>
                  </a:lnTo>
                  <a:lnTo>
                    <a:pt x="280350" y="44046"/>
                  </a:lnTo>
                  <a:lnTo>
                    <a:pt x="276405" y="40529"/>
                  </a:lnTo>
                  <a:lnTo>
                    <a:pt x="272350" y="37138"/>
                  </a:lnTo>
                  <a:lnTo>
                    <a:pt x="268191" y="33877"/>
                  </a:lnTo>
                  <a:lnTo>
                    <a:pt x="263930" y="30749"/>
                  </a:lnTo>
                  <a:lnTo>
                    <a:pt x="259573" y="27757"/>
                  </a:lnTo>
                  <a:lnTo>
                    <a:pt x="255123" y="24905"/>
                  </a:lnTo>
                  <a:lnTo>
                    <a:pt x="250585" y="22195"/>
                  </a:lnTo>
                  <a:lnTo>
                    <a:pt x="245964" y="19629"/>
                  </a:lnTo>
                  <a:lnTo>
                    <a:pt x="241264" y="17211"/>
                  </a:lnTo>
                  <a:lnTo>
                    <a:pt x="167147" y="167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74117" cy="167167"/>
            </a:xfrm>
            <a:custGeom>
              <a:avLst/>
              <a:pathLst>
                <a:path w="74117" h="167167">
                  <a:moveTo>
                    <a:pt x="74117" y="17328"/>
                  </a:moveTo>
                  <a:lnTo>
                    <a:pt x="68777" y="14804"/>
                  </a:lnTo>
                  <a:lnTo>
                    <a:pt x="63351" y="12469"/>
                  </a:lnTo>
                  <a:lnTo>
                    <a:pt x="57847" y="10327"/>
                  </a:lnTo>
                  <a:lnTo>
                    <a:pt x="52270" y="8382"/>
                  </a:lnTo>
                  <a:lnTo>
                    <a:pt x="46628" y="6634"/>
                  </a:lnTo>
                  <a:lnTo>
                    <a:pt x="40927" y="5087"/>
                  </a:lnTo>
                  <a:lnTo>
                    <a:pt x="35176" y="3742"/>
                  </a:lnTo>
                  <a:lnTo>
                    <a:pt x="29380" y="2602"/>
                  </a:lnTo>
                  <a:lnTo>
                    <a:pt x="23548" y="1666"/>
                  </a:lnTo>
                  <a:lnTo>
                    <a:pt x="17687" y="938"/>
                  </a:lnTo>
                  <a:lnTo>
                    <a:pt x="11803" y="417"/>
                  </a:lnTo>
                  <a:lnTo>
                    <a:pt x="5905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9287" y="3170392"/>
              <a:ext cx="26692" cy="167167"/>
            </a:xfrm>
            <a:custGeom>
              <a:avLst/>
              <a:pathLst>
                <a:path w="26692" h="167167">
                  <a:moveTo>
                    <a:pt x="26692" y="0"/>
                  </a:moveTo>
                  <a:lnTo>
                    <a:pt x="19992" y="134"/>
                  </a:lnTo>
                  <a:lnTo>
                    <a:pt x="13303" y="537"/>
                  </a:lnTo>
                  <a:lnTo>
                    <a:pt x="6635" y="1207"/>
                  </a:lnTo>
                  <a:lnTo>
                    <a:pt x="0" y="2144"/>
                  </a:lnTo>
                  <a:lnTo>
                    <a:pt x="266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287" y="3172537"/>
              <a:ext cx="26692" cy="165022"/>
            </a:xfrm>
            <a:custGeom>
              <a:avLst/>
              <a:pathLst>
                <a:path w="26692" h="165022">
                  <a:moveTo>
                    <a:pt x="0" y="0"/>
                  </a:moveTo>
                  <a:lnTo>
                    <a:pt x="26692" y="1650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358829" y="3172537"/>
              <a:ext cx="334316" cy="332186"/>
            </a:xfrm>
            <a:custGeom>
              <a:avLst/>
              <a:pathLst>
                <a:path w="334316" h="332186">
                  <a:moveTo>
                    <a:pt x="140458" y="0"/>
                  </a:moveTo>
                  <a:lnTo>
                    <a:pt x="135250" y="927"/>
                  </a:lnTo>
                  <a:lnTo>
                    <a:pt x="130073" y="2018"/>
                  </a:lnTo>
                  <a:lnTo>
                    <a:pt x="124934" y="3273"/>
                  </a:lnTo>
                  <a:lnTo>
                    <a:pt x="119837" y="4690"/>
                  </a:lnTo>
                  <a:lnTo>
                    <a:pt x="114787" y="6268"/>
                  </a:lnTo>
                  <a:lnTo>
                    <a:pt x="109790" y="8004"/>
                  </a:lnTo>
                  <a:lnTo>
                    <a:pt x="104850" y="9898"/>
                  </a:lnTo>
                  <a:lnTo>
                    <a:pt x="99973" y="11947"/>
                  </a:lnTo>
                  <a:lnTo>
                    <a:pt x="95163" y="14149"/>
                  </a:lnTo>
                  <a:lnTo>
                    <a:pt x="90425" y="16503"/>
                  </a:lnTo>
                  <a:lnTo>
                    <a:pt x="85764" y="19005"/>
                  </a:lnTo>
                  <a:lnTo>
                    <a:pt x="81184" y="21653"/>
                  </a:lnTo>
                  <a:lnTo>
                    <a:pt x="76690" y="24445"/>
                  </a:lnTo>
                  <a:lnTo>
                    <a:pt x="72287" y="27378"/>
                  </a:lnTo>
                  <a:lnTo>
                    <a:pt x="67980" y="30449"/>
                  </a:lnTo>
                  <a:lnTo>
                    <a:pt x="63771" y="33654"/>
                  </a:lnTo>
                  <a:lnTo>
                    <a:pt x="59666" y="36991"/>
                  </a:lnTo>
                  <a:lnTo>
                    <a:pt x="55668" y="40457"/>
                  </a:lnTo>
                  <a:lnTo>
                    <a:pt x="51783" y="44047"/>
                  </a:lnTo>
                  <a:lnTo>
                    <a:pt x="48012" y="47758"/>
                  </a:lnTo>
                  <a:lnTo>
                    <a:pt x="44361" y="51586"/>
                  </a:lnTo>
                  <a:lnTo>
                    <a:pt x="40833" y="55529"/>
                  </a:lnTo>
                  <a:lnTo>
                    <a:pt x="37432" y="59581"/>
                  </a:lnTo>
                  <a:lnTo>
                    <a:pt x="34161" y="63738"/>
                  </a:lnTo>
                  <a:lnTo>
                    <a:pt x="31022" y="67997"/>
                  </a:lnTo>
                  <a:lnTo>
                    <a:pt x="28020" y="72353"/>
                  </a:lnTo>
                  <a:lnTo>
                    <a:pt x="25158" y="76802"/>
                  </a:lnTo>
                  <a:lnTo>
                    <a:pt x="22437" y="81339"/>
                  </a:lnTo>
                  <a:lnTo>
                    <a:pt x="19862" y="85960"/>
                  </a:lnTo>
                  <a:lnTo>
                    <a:pt x="17434" y="90661"/>
                  </a:lnTo>
                  <a:lnTo>
                    <a:pt x="15156" y="95435"/>
                  </a:lnTo>
                  <a:lnTo>
                    <a:pt x="13030" y="100280"/>
                  </a:lnTo>
                  <a:lnTo>
                    <a:pt x="11058" y="105189"/>
                  </a:lnTo>
                  <a:lnTo>
                    <a:pt x="9243" y="110158"/>
                  </a:lnTo>
                  <a:lnTo>
                    <a:pt x="7586" y="115182"/>
                  </a:lnTo>
                  <a:lnTo>
                    <a:pt x="6089" y="120256"/>
                  </a:lnTo>
                  <a:lnTo>
                    <a:pt x="4753" y="125375"/>
                  </a:lnTo>
                  <a:lnTo>
                    <a:pt x="3580" y="130534"/>
                  </a:lnTo>
                  <a:lnTo>
                    <a:pt x="2571" y="135727"/>
                  </a:lnTo>
                  <a:lnTo>
                    <a:pt x="1726" y="140950"/>
                  </a:lnTo>
                  <a:lnTo>
                    <a:pt x="1047" y="146196"/>
                  </a:lnTo>
                  <a:lnTo>
                    <a:pt x="535" y="151462"/>
                  </a:lnTo>
                  <a:lnTo>
                    <a:pt x="189" y="156741"/>
                  </a:lnTo>
                  <a:lnTo>
                    <a:pt x="11" y="162028"/>
                  </a:lnTo>
                  <a:lnTo>
                    <a:pt x="0" y="167318"/>
                  </a:lnTo>
                  <a:lnTo>
                    <a:pt x="156" y="172606"/>
                  </a:lnTo>
                  <a:lnTo>
                    <a:pt x="479" y="177887"/>
                  </a:lnTo>
                  <a:lnTo>
                    <a:pt x="970" y="183154"/>
                  </a:lnTo>
                  <a:lnTo>
                    <a:pt x="1627" y="188404"/>
                  </a:lnTo>
                  <a:lnTo>
                    <a:pt x="2450" y="193629"/>
                  </a:lnTo>
                  <a:lnTo>
                    <a:pt x="3437" y="198827"/>
                  </a:lnTo>
                  <a:lnTo>
                    <a:pt x="4589" y="203990"/>
                  </a:lnTo>
                  <a:lnTo>
                    <a:pt x="5904" y="209115"/>
                  </a:lnTo>
                  <a:lnTo>
                    <a:pt x="7380" y="214195"/>
                  </a:lnTo>
                  <a:lnTo>
                    <a:pt x="9015" y="219226"/>
                  </a:lnTo>
                  <a:lnTo>
                    <a:pt x="10810" y="224203"/>
                  </a:lnTo>
                  <a:lnTo>
                    <a:pt x="12761" y="229120"/>
                  </a:lnTo>
                  <a:lnTo>
                    <a:pt x="14866" y="233973"/>
                  </a:lnTo>
                  <a:lnTo>
                    <a:pt x="17124" y="238758"/>
                  </a:lnTo>
                  <a:lnTo>
                    <a:pt x="19533" y="243468"/>
                  </a:lnTo>
                  <a:lnTo>
                    <a:pt x="22089" y="248100"/>
                  </a:lnTo>
                  <a:lnTo>
                    <a:pt x="24790" y="252648"/>
                  </a:lnTo>
                  <a:lnTo>
                    <a:pt x="27634" y="257109"/>
                  </a:lnTo>
                  <a:lnTo>
                    <a:pt x="30618" y="261478"/>
                  </a:lnTo>
                  <a:lnTo>
                    <a:pt x="33739" y="265750"/>
                  </a:lnTo>
                  <a:lnTo>
                    <a:pt x="36993" y="269921"/>
                  </a:lnTo>
                  <a:lnTo>
                    <a:pt x="40377" y="273987"/>
                  </a:lnTo>
                  <a:lnTo>
                    <a:pt x="43889" y="277944"/>
                  </a:lnTo>
                  <a:lnTo>
                    <a:pt x="47524" y="281788"/>
                  </a:lnTo>
                  <a:lnTo>
                    <a:pt x="51278" y="285515"/>
                  </a:lnTo>
                  <a:lnTo>
                    <a:pt x="55149" y="289121"/>
                  </a:lnTo>
                  <a:lnTo>
                    <a:pt x="59132" y="292603"/>
                  </a:lnTo>
                  <a:lnTo>
                    <a:pt x="63223" y="295957"/>
                  </a:lnTo>
                  <a:lnTo>
                    <a:pt x="67418" y="299180"/>
                  </a:lnTo>
                  <a:lnTo>
                    <a:pt x="71713" y="302269"/>
                  </a:lnTo>
                  <a:lnTo>
                    <a:pt x="76104" y="305220"/>
                  </a:lnTo>
                  <a:lnTo>
                    <a:pt x="80586" y="308031"/>
                  </a:lnTo>
                  <a:lnTo>
                    <a:pt x="85155" y="310698"/>
                  </a:lnTo>
                  <a:lnTo>
                    <a:pt x="89805" y="313220"/>
                  </a:lnTo>
                  <a:lnTo>
                    <a:pt x="94533" y="315593"/>
                  </a:lnTo>
                  <a:lnTo>
                    <a:pt x="99334" y="317815"/>
                  </a:lnTo>
                  <a:lnTo>
                    <a:pt x="104203" y="319885"/>
                  </a:lnTo>
                  <a:lnTo>
                    <a:pt x="109135" y="321799"/>
                  </a:lnTo>
                  <a:lnTo>
                    <a:pt x="114125" y="323556"/>
                  </a:lnTo>
                  <a:lnTo>
                    <a:pt x="119168" y="325155"/>
                  </a:lnTo>
                  <a:lnTo>
                    <a:pt x="124259" y="326593"/>
                  </a:lnTo>
                  <a:lnTo>
                    <a:pt x="129393" y="327869"/>
                  </a:lnTo>
                  <a:lnTo>
                    <a:pt x="134565" y="328983"/>
                  </a:lnTo>
                  <a:lnTo>
                    <a:pt x="139769" y="329932"/>
                  </a:lnTo>
                  <a:lnTo>
                    <a:pt x="145001" y="330716"/>
                  </a:lnTo>
                  <a:lnTo>
                    <a:pt x="150255" y="331333"/>
                  </a:lnTo>
                  <a:lnTo>
                    <a:pt x="155526" y="331785"/>
                  </a:lnTo>
                  <a:lnTo>
                    <a:pt x="160809" y="332069"/>
                  </a:lnTo>
                  <a:lnTo>
                    <a:pt x="166098" y="332186"/>
                  </a:lnTo>
                  <a:lnTo>
                    <a:pt x="171388" y="332136"/>
                  </a:lnTo>
                  <a:lnTo>
                    <a:pt x="176674" y="331918"/>
                  </a:lnTo>
                  <a:lnTo>
                    <a:pt x="181950" y="331533"/>
                  </a:lnTo>
                  <a:lnTo>
                    <a:pt x="187212" y="330981"/>
                  </a:lnTo>
                  <a:lnTo>
                    <a:pt x="192453" y="330264"/>
                  </a:lnTo>
                  <a:lnTo>
                    <a:pt x="197669" y="329380"/>
                  </a:lnTo>
                  <a:lnTo>
                    <a:pt x="202855" y="328332"/>
                  </a:lnTo>
                  <a:lnTo>
                    <a:pt x="208004" y="327121"/>
                  </a:lnTo>
                  <a:lnTo>
                    <a:pt x="213113" y="325747"/>
                  </a:lnTo>
                  <a:lnTo>
                    <a:pt x="218176" y="324212"/>
                  </a:lnTo>
                  <a:lnTo>
                    <a:pt x="223188" y="322518"/>
                  </a:lnTo>
                  <a:lnTo>
                    <a:pt x="228143" y="320666"/>
                  </a:lnTo>
                  <a:lnTo>
                    <a:pt x="233038" y="318658"/>
                  </a:lnTo>
                  <a:lnTo>
                    <a:pt x="237866" y="316496"/>
                  </a:lnTo>
                  <a:lnTo>
                    <a:pt x="242624" y="314182"/>
                  </a:lnTo>
                  <a:lnTo>
                    <a:pt x="247306" y="311720"/>
                  </a:lnTo>
                  <a:lnTo>
                    <a:pt x="251908" y="309110"/>
                  </a:lnTo>
                  <a:lnTo>
                    <a:pt x="256425" y="306356"/>
                  </a:lnTo>
                  <a:lnTo>
                    <a:pt x="260852" y="303460"/>
                  </a:lnTo>
                  <a:lnTo>
                    <a:pt x="265186" y="300426"/>
                  </a:lnTo>
                  <a:lnTo>
                    <a:pt x="269421" y="297256"/>
                  </a:lnTo>
                  <a:lnTo>
                    <a:pt x="273554" y="293953"/>
                  </a:lnTo>
                  <a:lnTo>
                    <a:pt x="277581" y="290522"/>
                  </a:lnTo>
                  <a:lnTo>
                    <a:pt x="281497" y="286965"/>
                  </a:lnTo>
                  <a:lnTo>
                    <a:pt x="285298" y="283286"/>
                  </a:lnTo>
                  <a:lnTo>
                    <a:pt x="288981" y="279488"/>
                  </a:lnTo>
                  <a:lnTo>
                    <a:pt x="292542" y="275575"/>
                  </a:lnTo>
                  <a:lnTo>
                    <a:pt x="295978" y="271552"/>
                  </a:lnTo>
                  <a:lnTo>
                    <a:pt x="299284" y="267423"/>
                  </a:lnTo>
                  <a:lnTo>
                    <a:pt x="302458" y="263190"/>
                  </a:lnTo>
                  <a:lnTo>
                    <a:pt x="305497" y="258860"/>
                  </a:lnTo>
                  <a:lnTo>
                    <a:pt x="308397" y="254435"/>
                  </a:lnTo>
                  <a:lnTo>
                    <a:pt x="311155" y="249921"/>
                  </a:lnTo>
                  <a:lnTo>
                    <a:pt x="313770" y="245322"/>
                  </a:lnTo>
                  <a:lnTo>
                    <a:pt x="316237" y="240642"/>
                  </a:lnTo>
                  <a:lnTo>
                    <a:pt x="318555" y="235886"/>
                  </a:lnTo>
                  <a:lnTo>
                    <a:pt x="320722" y="231060"/>
                  </a:lnTo>
                  <a:lnTo>
                    <a:pt x="322734" y="226168"/>
                  </a:lnTo>
                  <a:lnTo>
                    <a:pt x="324591" y="221214"/>
                  </a:lnTo>
                  <a:lnTo>
                    <a:pt x="326291" y="216204"/>
                  </a:lnTo>
                  <a:lnTo>
                    <a:pt x="327830" y="211143"/>
                  </a:lnTo>
                  <a:lnTo>
                    <a:pt x="329209" y="206035"/>
                  </a:lnTo>
                  <a:lnTo>
                    <a:pt x="330426" y="200887"/>
                  </a:lnTo>
                  <a:lnTo>
                    <a:pt x="331479" y="195702"/>
                  </a:lnTo>
                  <a:lnTo>
                    <a:pt x="332368" y="190487"/>
                  </a:lnTo>
                  <a:lnTo>
                    <a:pt x="333091" y="185246"/>
                  </a:lnTo>
                  <a:lnTo>
                    <a:pt x="333648" y="179985"/>
                  </a:lnTo>
                  <a:lnTo>
                    <a:pt x="334038" y="174710"/>
                  </a:lnTo>
                  <a:lnTo>
                    <a:pt x="334261" y="169424"/>
                  </a:lnTo>
                  <a:lnTo>
                    <a:pt x="334316" y="164134"/>
                  </a:lnTo>
                  <a:lnTo>
                    <a:pt x="334204" y="158845"/>
                  </a:lnTo>
                  <a:lnTo>
                    <a:pt x="333925" y="153562"/>
                  </a:lnTo>
                  <a:lnTo>
                    <a:pt x="333479" y="148290"/>
                  </a:lnTo>
                  <a:lnTo>
                    <a:pt x="332866" y="143036"/>
                  </a:lnTo>
                  <a:lnTo>
                    <a:pt x="332088" y="137803"/>
                  </a:lnTo>
                  <a:lnTo>
                    <a:pt x="331144" y="132597"/>
                  </a:lnTo>
                  <a:lnTo>
                    <a:pt x="330036" y="127424"/>
                  </a:lnTo>
                  <a:lnTo>
                    <a:pt x="328764" y="122289"/>
                  </a:lnTo>
                  <a:lnTo>
                    <a:pt x="327331" y="117197"/>
                  </a:lnTo>
                  <a:lnTo>
                    <a:pt x="325738" y="112152"/>
                  </a:lnTo>
                  <a:lnTo>
                    <a:pt x="323985" y="107160"/>
                  </a:lnTo>
                  <a:lnTo>
                    <a:pt x="322076" y="102227"/>
                  </a:lnTo>
                  <a:lnTo>
                    <a:pt x="320011" y="97356"/>
                  </a:lnTo>
                  <a:lnTo>
                    <a:pt x="317794" y="92553"/>
                  </a:lnTo>
                  <a:lnTo>
                    <a:pt x="315425" y="87822"/>
                  </a:lnTo>
                  <a:lnTo>
                    <a:pt x="312908" y="83169"/>
                  </a:lnTo>
                  <a:lnTo>
                    <a:pt x="310245" y="78598"/>
                  </a:lnTo>
                  <a:lnTo>
                    <a:pt x="307439" y="74113"/>
                  </a:lnTo>
                  <a:lnTo>
                    <a:pt x="304492" y="69720"/>
                  </a:lnTo>
                  <a:lnTo>
                    <a:pt x="301407" y="65422"/>
                  </a:lnTo>
                  <a:lnTo>
                    <a:pt x="298188" y="61223"/>
                  </a:lnTo>
                  <a:lnTo>
                    <a:pt x="294838" y="57129"/>
                  </a:lnTo>
                  <a:lnTo>
                    <a:pt x="291360" y="53142"/>
                  </a:lnTo>
                  <a:lnTo>
                    <a:pt x="287758" y="49268"/>
                  </a:lnTo>
                  <a:lnTo>
                    <a:pt x="167151" y="165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120606" cy="167167"/>
            </a:xfrm>
            <a:custGeom>
              <a:avLst/>
              <a:pathLst>
                <a:path w="120606" h="167167">
                  <a:moveTo>
                    <a:pt x="120606" y="51413"/>
                  </a:moveTo>
                  <a:lnTo>
                    <a:pt x="116652" y="47429"/>
                  </a:lnTo>
                  <a:lnTo>
                    <a:pt x="112566" y="43580"/>
                  </a:lnTo>
                  <a:lnTo>
                    <a:pt x="108353" y="39870"/>
                  </a:lnTo>
                  <a:lnTo>
                    <a:pt x="104018" y="36304"/>
                  </a:lnTo>
                  <a:lnTo>
                    <a:pt x="99566" y="32886"/>
                  </a:lnTo>
                  <a:lnTo>
                    <a:pt x="95002" y="29619"/>
                  </a:lnTo>
                  <a:lnTo>
                    <a:pt x="90330" y="26507"/>
                  </a:lnTo>
                  <a:lnTo>
                    <a:pt x="85557" y="23553"/>
                  </a:lnTo>
                  <a:lnTo>
                    <a:pt x="80687" y="20762"/>
                  </a:lnTo>
                  <a:lnTo>
                    <a:pt x="75726" y="18135"/>
                  </a:lnTo>
                  <a:lnTo>
                    <a:pt x="70680" y="15677"/>
                  </a:lnTo>
                  <a:lnTo>
                    <a:pt x="65554" y="13389"/>
                  </a:lnTo>
                  <a:lnTo>
                    <a:pt x="60354" y="11275"/>
                  </a:lnTo>
                  <a:lnTo>
                    <a:pt x="55086" y="9336"/>
                  </a:lnTo>
                  <a:lnTo>
                    <a:pt x="49756" y="7576"/>
                  </a:lnTo>
                  <a:lnTo>
                    <a:pt x="44370" y="5995"/>
                  </a:lnTo>
                  <a:lnTo>
                    <a:pt x="38933" y="4597"/>
                  </a:lnTo>
                  <a:lnTo>
                    <a:pt x="33453" y="3381"/>
                  </a:lnTo>
                  <a:lnTo>
                    <a:pt x="27935" y="2350"/>
                  </a:lnTo>
                  <a:lnTo>
                    <a:pt x="22386" y="1505"/>
                  </a:lnTo>
                  <a:lnTo>
                    <a:pt x="16812" y="847"/>
                  </a:lnTo>
                  <a:lnTo>
                    <a:pt x="11218" y="376"/>
                  </a:lnTo>
                  <a:lnTo>
                    <a:pt x="561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4048" y="3707720"/>
              <a:ext cx="6700" cy="167167"/>
            </a:xfrm>
            <a:custGeom>
              <a:avLst/>
              <a:pathLst>
                <a:path w="6700" h="167167">
                  <a:moveTo>
                    <a:pt x="6700" y="0"/>
                  </a:moveTo>
                  <a:lnTo>
                    <a:pt x="0" y="134"/>
                  </a:lnTo>
                  <a:lnTo>
                    <a:pt x="67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048" y="37078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423590" y="3707855"/>
              <a:ext cx="334306" cy="334200"/>
            </a:xfrm>
            <a:custGeom>
              <a:avLst/>
              <a:pathLst>
                <a:path w="334306" h="334200">
                  <a:moveTo>
                    <a:pt x="160458" y="0"/>
                  </a:moveTo>
                  <a:lnTo>
                    <a:pt x="155172" y="295"/>
                  </a:lnTo>
                  <a:lnTo>
                    <a:pt x="149898" y="759"/>
                  </a:lnTo>
                  <a:lnTo>
                    <a:pt x="144641" y="1389"/>
                  </a:lnTo>
                  <a:lnTo>
                    <a:pt x="139407" y="2185"/>
                  </a:lnTo>
                  <a:lnTo>
                    <a:pt x="134201" y="3146"/>
                  </a:lnTo>
                  <a:lnTo>
                    <a:pt x="129027" y="4272"/>
                  </a:lnTo>
                  <a:lnTo>
                    <a:pt x="123893" y="5561"/>
                  </a:lnTo>
                  <a:lnTo>
                    <a:pt x="118801" y="7012"/>
                  </a:lnTo>
                  <a:lnTo>
                    <a:pt x="113758" y="8624"/>
                  </a:lnTo>
                  <a:lnTo>
                    <a:pt x="108768" y="10394"/>
                  </a:lnTo>
                  <a:lnTo>
                    <a:pt x="103838" y="12322"/>
                  </a:lnTo>
                  <a:lnTo>
                    <a:pt x="98970" y="14404"/>
                  </a:lnTo>
                  <a:lnTo>
                    <a:pt x="94171" y="16640"/>
                  </a:lnTo>
                  <a:lnTo>
                    <a:pt x="89445" y="19027"/>
                  </a:lnTo>
                  <a:lnTo>
                    <a:pt x="84797" y="21562"/>
                  </a:lnTo>
                  <a:lnTo>
                    <a:pt x="80232" y="24243"/>
                  </a:lnTo>
                  <a:lnTo>
                    <a:pt x="75754" y="27067"/>
                  </a:lnTo>
                  <a:lnTo>
                    <a:pt x="71368" y="30032"/>
                  </a:lnTo>
                  <a:lnTo>
                    <a:pt x="67077" y="33134"/>
                  </a:lnTo>
                  <a:lnTo>
                    <a:pt x="62887" y="36370"/>
                  </a:lnTo>
                  <a:lnTo>
                    <a:pt x="58802" y="39738"/>
                  </a:lnTo>
                  <a:lnTo>
                    <a:pt x="54825" y="43233"/>
                  </a:lnTo>
                  <a:lnTo>
                    <a:pt x="50961" y="46852"/>
                  </a:lnTo>
                  <a:lnTo>
                    <a:pt x="47214" y="50592"/>
                  </a:lnTo>
                  <a:lnTo>
                    <a:pt x="43587" y="54448"/>
                  </a:lnTo>
                  <a:lnTo>
                    <a:pt x="40084" y="58418"/>
                  </a:lnTo>
                  <a:lnTo>
                    <a:pt x="36708" y="62496"/>
                  </a:lnTo>
                  <a:lnTo>
                    <a:pt x="33463" y="66680"/>
                  </a:lnTo>
                  <a:lnTo>
                    <a:pt x="30352" y="70964"/>
                  </a:lnTo>
                  <a:lnTo>
                    <a:pt x="27379" y="75344"/>
                  </a:lnTo>
                  <a:lnTo>
                    <a:pt x="24545" y="79816"/>
                  </a:lnTo>
                  <a:lnTo>
                    <a:pt x="21855" y="84376"/>
                  </a:lnTo>
                  <a:lnTo>
                    <a:pt x="19311" y="89019"/>
                  </a:lnTo>
                  <a:lnTo>
                    <a:pt x="16914" y="93740"/>
                  </a:lnTo>
                  <a:lnTo>
                    <a:pt x="14669" y="98534"/>
                  </a:lnTo>
                  <a:lnTo>
                    <a:pt x="12576" y="103397"/>
                  </a:lnTo>
                  <a:lnTo>
                    <a:pt x="10638" y="108324"/>
                  </a:lnTo>
                  <a:lnTo>
                    <a:pt x="8858" y="113310"/>
                  </a:lnTo>
                  <a:lnTo>
                    <a:pt x="7236" y="118350"/>
                  </a:lnTo>
                  <a:lnTo>
                    <a:pt x="5775" y="123439"/>
                  </a:lnTo>
                  <a:lnTo>
                    <a:pt x="4475" y="128571"/>
                  </a:lnTo>
                  <a:lnTo>
                    <a:pt x="3339" y="133742"/>
                  </a:lnTo>
                  <a:lnTo>
                    <a:pt x="2367" y="138946"/>
                  </a:lnTo>
                  <a:lnTo>
                    <a:pt x="1560" y="144179"/>
                  </a:lnTo>
                  <a:lnTo>
                    <a:pt x="919" y="149434"/>
                  </a:lnTo>
                  <a:lnTo>
                    <a:pt x="445" y="154707"/>
                  </a:lnTo>
                  <a:lnTo>
                    <a:pt x="139" y="159992"/>
                  </a:lnTo>
                  <a:lnTo>
                    <a:pt x="0" y="165285"/>
                  </a:lnTo>
                  <a:lnTo>
                    <a:pt x="28" y="170579"/>
                  </a:lnTo>
                  <a:lnTo>
                    <a:pt x="224" y="175870"/>
                  </a:lnTo>
                  <a:lnTo>
                    <a:pt x="588" y="181152"/>
                  </a:lnTo>
                  <a:lnTo>
                    <a:pt x="1118" y="186419"/>
                  </a:lnTo>
                  <a:lnTo>
                    <a:pt x="1815" y="191667"/>
                  </a:lnTo>
                  <a:lnTo>
                    <a:pt x="2679" y="196891"/>
                  </a:lnTo>
                  <a:lnTo>
                    <a:pt x="3706" y="202084"/>
                  </a:lnTo>
                  <a:lnTo>
                    <a:pt x="4898" y="207243"/>
                  </a:lnTo>
                  <a:lnTo>
                    <a:pt x="6253" y="212361"/>
                  </a:lnTo>
                  <a:lnTo>
                    <a:pt x="7769" y="217433"/>
                  </a:lnTo>
                  <a:lnTo>
                    <a:pt x="9445" y="222455"/>
                  </a:lnTo>
                  <a:lnTo>
                    <a:pt x="11279" y="227422"/>
                  </a:lnTo>
                  <a:lnTo>
                    <a:pt x="13270" y="232328"/>
                  </a:lnTo>
                  <a:lnTo>
                    <a:pt x="15415" y="237168"/>
                  </a:lnTo>
                  <a:lnTo>
                    <a:pt x="17712" y="241938"/>
                  </a:lnTo>
                  <a:lnTo>
                    <a:pt x="20159" y="246633"/>
                  </a:lnTo>
                  <a:lnTo>
                    <a:pt x="22753" y="251248"/>
                  </a:lnTo>
                  <a:lnTo>
                    <a:pt x="25492" y="255778"/>
                  </a:lnTo>
                  <a:lnTo>
                    <a:pt x="28374" y="260220"/>
                  </a:lnTo>
                  <a:lnTo>
                    <a:pt x="31394" y="264568"/>
                  </a:lnTo>
                  <a:lnTo>
                    <a:pt x="34551" y="268818"/>
                  </a:lnTo>
                  <a:lnTo>
                    <a:pt x="37841" y="272967"/>
                  </a:lnTo>
                  <a:lnTo>
                    <a:pt x="41260" y="277008"/>
                  </a:lnTo>
                  <a:lnTo>
                    <a:pt x="44806" y="280940"/>
                  </a:lnTo>
                  <a:lnTo>
                    <a:pt x="48474" y="284757"/>
                  </a:lnTo>
                  <a:lnTo>
                    <a:pt x="52262" y="288457"/>
                  </a:lnTo>
                  <a:lnTo>
                    <a:pt x="56164" y="292034"/>
                  </a:lnTo>
                  <a:lnTo>
                    <a:pt x="60178" y="295486"/>
                  </a:lnTo>
                  <a:lnTo>
                    <a:pt x="64300" y="298809"/>
                  </a:lnTo>
                  <a:lnTo>
                    <a:pt x="68524" y="302001"/>
                  </a:lnTo>
                  <a:lnTo>
                    <a:pt x="72848" y="305056"/>
                  </a:lnTo>
                  <a:lnTo>
                    <a:pt x="77266" y="307974"/>
                  </a:lnTo>
                  <a:lnTo>
                    <a:pt x="81774" y="310749"/>
                  </a:lnTo>
                  <a:lnTo>
                    <a:pt x="86368" y="313381"/>
                  </a:lnTo>
                  <a:lnTo>
                    <a:pt x="91043" y="315866"/>
                  </a:lnTo>
                  <a:lnTo>
                    <a:pt x="95794" y="318202"/>
                  </a:lnTo>
                  <a:lnTo>
                    <a:pt x="100617" y="320386"/>
                  </a:lnTo>
                  <a:lnTo>
                    <a:pt x="105506" y="322416"/>
                  </a:lnTo>
                  <a:lnTo>
                    <a:pt x="110457" y="324290"/>
                  </a:lnTo>
                  <a:lnTo>
                    <a:pt x="115466" y="326007"/>
                  </a:lnTo>
                  <a:lnTo>
                    <a:pt x="120526" y="327564"/>
                  </a:lnTo>
                  <a:lnTo>
                    <a:pt x="125633" y="328960"/>
                  </a:lnTo>
                  <a:lnTo>
                    <a:pt x="130781" y="330194"/>
                  </a:lnTo>
                  <a:lnTo>
                    <a:pt x="135966" y="331264"/>
                  </a:lnTo>
                  <a:lnTo>
                    <a:pt x="141183" y="332170"/>
                  </a:lnTo>
                  <a:lnTo>
                    <a:pt x="146425" y="332909"/>
                  </a:lnTo>
                  <a:lnTo>
                    <a:pt x="151688" y="333483"/>
                  </a:lnTo>
                  <a:lnTo>
                    <a:pt x="156967" y="333889"/>
                  </a:lnTo>
                  <a:lnTo>
                    <a:pt x="162256" y="334128"/>
                  </a:lnTo>
                  <a:lnTo>
                    <a:pt x="167549" y="334200"/>
                  </a:lnTo>
                  <a:lnTo>
                    <a:pt x="172843" y="334103"/>
                  </a:lnTo>
                  <a:lnTo>
                    <a:pt x="178130" y="333840"/>
                  </a:lnTo>
                  <a:lnTo>
                    <a:pt x="183407" y="333408"/>
                  </a:lnTo>
                  <a:lnTo>
                    <a:pt x="188668" y="332810"/>
                  </a:lnTo>
                  <a:lnTo>
                    <a:pt x="193906" y="332046"/>
                  </a:lnTo>
                  <a:lnTo>
                    <a:pt x="199118" y="331116"/>
                  </a:lnTo>
                  <a:lnTo>
                    <a:pt x="204298" y="330022"/>
                  </a:lnTo>
                  <a:lnTo>
                    <a:pt x="209441" y="328764"/>
                  </a:lnTo>
                  <a:lnTo>
                    <a:pt x="214541" y="327344"/>
                  </a:lnTo>
                  <a:lnTo>
                    <a:pt x="219594" y="325763"/>
                  </a:lnTo>
                  <a:lnTo>
                    <a:pt x="224594" y="324023"/>
                  </a:lnTo>
                  <a:lnTo>
                    <a:pt x="229537" y="322126"/>
                  </a:lnTo>
                  <a:lnTo>
                    <a:pt x="234417" y="320072"/>
                  </a:lnTo>
                  <a:lnTo>
                    <a:pt x="239229" y="317866"/>
                  </a:lnTo>
                  <a:lnTo>
                    <a:pt x="243970" y="315508"/>
                  </a:lnTo>
                  <a:lnTo>
                    <a:pt x="248633" y="313001"/>
                  </a:lnTo>
                  <a:lnTo>
                    <a:pt x="253214" y="310348"/>
                  </a:lnTo>
                  <a:lnTo>
                    <a:pt x="257709" y="307551"/>
                  </a:lnTo>
                  <a:lnTo>
                    <a:pt x="262114" y="304613"/>
                  </a:lnTo>
                  <a:lnTo>
                    <a:pt x="266423" y="301537"/>
                  </a:lnTo>
                  <a:lnTo>
                    <a:pt x="270632" y="298326"/>
                  </a:lnTo>
                  <a:lnTo>
                    <a:pt x="274738" y="294984"/>
                  </a:lnTo>
                  <a:lnTo>
                    <a:pt x="278736" y="291513"/>
                  </a:lnTo>
                  <a:lnTo>
                    <a:pt x="282622" y="287917"/>
                  </a:lnTo>
                  <a:lnTo>
                    <a:pt x="286392" y="284200"/>
                  </a:lnTo>
                  <a:lnTo>
                    <a:pt x="290042" y="280366"/>
                  </a:lnTo>
                  <a:lnTo>
                    <a:pt x="293569" y="276417"/>
                  </a:lnTo>
                  <a:lnTo>
                    <a:pt x="296970" y="272360"/>
                  </a:lnTo>
                  <a:lnTo>
                    <a:pt x="300240" y="268196"/>
                  </a:lnTo>
                  <a:lnTo>
                    <a:pt x="303377" y="263931"/>
                  </a:lnTo>
                  <a:lnTo>
                    <a:pt x="306377" y="259569"/>
                  </a:lnTo>
                  <a:lnTo>
                    <a:pt x="309238" y="255114"/>
                  </a:lnTo>
                  <a:lnTo>
                    <a:pt x="311956" y="250570"/>
                  </a:lnTo>
                  <a:lnTo>
                    <a:pt x="314528" y="245943"/>
                  </a:lnTo>
                  <a:lnTo>
                    <a:pt x="316953" y="241237"/>
                  </a:lnTo>
                  <a:lnTo>
                    <a:pt x="319228" y="236456"/>
                  </a:lnTo>
                  <a:lnTo>
                    <a:pt x="321350" y="231606"/>
                  </a:lnTo>
                  <a:lnTo>
                    <a:pt x="323318" y="226691"/>
                  </a:lnTo>
                  <a:lnTo>
                    <a:pt x="325128" y="221716"/>
                  </a:lnTo>
                  <a:lnTo>
                    <a:pt x="326781" y="216686"/>
                  </a:lnTo>
                  <a:lnTo>
                    <a:pt x="328273" y="211606"/>
                  </a:lnTo>
                  <a:lnTo>
                    <a:pt x="329604" y="206482"/>
                  </a:lnTo>
                  <a:lnTo>
                    <a:pt x="330772" y="201318"/>
                  </a:lnTo>
                  <a:lnTo>
                    <a:pt x="331775" y="196120"/>
                  </a:lnTo>
                  <a:lnTo>
                    <a:pt x="332614" y="190892"/>
                  </a:lnTo>
                  <a:lnTo>
                    <a:pt x="333286" y="185641"/>
                  </a:lnTo>
                  <a:lnTo>
                    <a:pt x="333792" y="180371"/>
                  </a:lnTo>
                  <a:lnTo>
                    <a:pt x="334131" y="175088"/>
                  </a:lnTo>
                  <a:lnTo>
                    <a:pt x="334302" y="169796"/>
                  </a:lnTo>
                  <a:lnTo>
                    <a:pt x="334306" y="164502"/>
                  </a:lnTo>
                  <a:lnTo>
                    <a:pt x="334142" y="159210"/>
                  </a:lnTo>
                  <a:lnTo>
                    <a:pt x="333811" y="153926"/>
                  </a:lnTo>
                  <a:lnTo>
                    <a:pt x="333312" y="148655"/>
                  </a:lnTo>
                  <a:lnTo>
                    <a:pt x="332647" y="143403"/>
                  </a:lnTo>
                  <a:lnTo>
                    <a:pt x="331816" y="138174"/>
                  </a:lnTo>
                  <a:lnTo>
                    <a:pt x="330819" y="132975"/>
                  </a:lnTo>
                  <a:lnTo>
                    <a:pt x="329659" y="127809"/>
                  </a:lnTo>
                  <a:lnTo>
                    <a:pt x="328335" y="122683"/>
                  </a:lnTo>
                  <a:lnTo>
                    <a:pt x="326850" y="117601"/>
                  </a:lnTo>
                  <a:lnTo>
                    <a:pt x="325204" y="112569"/>
                  </a:lnTo>
                  <a:lnTo>
                    <a:pt x="323400" y="107592"/>
                  </a:lnTo>
                  <a:lnTo>
                    <a:pt x="321440" y="102674"/>
                  </a:lnTo>
                  <a:lnTo>
                    <a:pt x="319324" y="97821"/>
                  </a:lnTo>
                  <a:lnTo>
                    <a:pt x="317056" y="93037"/>
                  </a:lnTo>
                  <a:lnTo>
                    <a:pt x="314638" y="88327"/>
                  </a:lnTo>
                  <a:lnTo>
                    <a:pt x="312072" y="83696"/>
                  </a:lnTo>
                  <a:lnTo>
                    <a:pt x="309360" y="79149"/>
                  </a:lnTo>
                  <a:lnTo>
                    <a:pt x="306506" y="74690"/>
                  </a:lnTo>
                  <a:lnTo>
                    <a:pt x="303512" y="70324"/>
                  </a:lnTo>
                  <a:lnTo>
                    <a:pt x="300381" y="66055"/>
                  </a:lnTo>
                  <a:lnTo>
                    <a:pt x="297116" y="61886"/>
                  </a:lnTo>
                  <a:lnTo>
                    <a:pt x="293722" y="57824"/>
                  </a:lnTo>
                  <a:lnTo>
                    <a:pt x="290200" y="53871"/>
                  </a:lnTo>
                  <a:lnTo>
                    <a:pt x="286555" y="50031"/>
                  </a:lnTo>
                  <a:lnTo>
                    <a:pt x="282790" y="46309"/>
                  </a:lnTo>
                  <a:lnTo>
                    <a:pt x="278909" y="42708"/>
                  </a:lnTo>
                  <a:lnTo>
                    <a:pt x="274916" y="39231"/>
                  </a:lnTo>
                  <a:lnTo>
                    <a:pt x="270815" y="35883"/>
                  </a:lnTo>
                  <a:lnTo>
                    <a:pt x="266610" y="32667"/>
                  </a:lnTo>
                  <a:lnTo>
                    <a:pt x="262305" y="29585"/>
                  </a:lnTo>
                  <a:lnTo>
                    <a:pt x="257905" y="26641"/>
                  </a:lnTo>
                  <a:lnTo>
                    <a:pt x="253414" y="23837"/>
                  </a:lnTo>
                  <a:lnTo>
                    <a:pt x="248836" y="21178"/>
                  </a:lnTo>
                  <a:lnTo>
                    <a:pt x="244176" y="18664"/>
                  </a:lnTo>
                  <a:lnTo>
                    <a:pt x="239439" y="16300"/>
                  </a:lnTo>
                  <a:lnTo>
                    <a:pt x="234630" y="14087"/>
                  </a:lnTo>
                  <a:lnTo>
                    <a:pt x="229753" y="12027"/>
                  </a:lnTo>
                  <a:lnTo>
                    <a:pt x="224813" y="10122"/>
                  </a:lnTo>
                  <a:lnTo>
                    <a:pt x="167158" y="167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57654" cy="167167"/>
            </a:xfrm>
            <a:custGeom>
              <a:avLst/>
              <a:pathLst>
                <a:path w="57654" h="167167">
                  <a:moveTo>
                    <a:pt x="57654" y="10257"/>
                  </a:moveTo>
                  <a:lnTo>
                    <a:pt x="52095" y="8324"/>
                  </a:lnTo>
                  <a:lnTo>
                    <a:pt x="46470" y="6589"/>
                  </a:lnTo>
                  <a:lnTo>
                    <a:pt x="40788" y="5052"/>
                  </a:lnTo>
                  <a:lnTo>
                    <a:pt x="35056" y="3717"/>
                  </a:lnTo>
                  <a:lnTo>
                    <a:pt x="29280" y="2584"/>
                  </a:lnTo>
                  <a:lnTo>
                    <a:pt x="23467" y="1655"/>
                  </a:lnTo>
                  <a:lnTo>
                    <a:pt x="17626" y="931"/>
                  </a:lnTo>
                  <a:lnTo>
                    <a:pt x="11763" y="414"/>
                  </a:lnTo>
                  <a:lnTo>
                    <a:pt x="5885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587" y="4213821"/>
              <a:ext cx="6700" cy="167167"/>
            </a:xfrm>
            <a:custGeom>
              <a:avLst/>
              <a:pathLst>
                <a:path w="6700" h="167167">
                  <a:moveTo>
                    <a:pt x="6700" y="0"/>
                  </a:moveTo>
                  <a:lnTo>
                    <a:pt x="0" y="134"/>
                  </a:lnTo>
                  <a:lnTo>
                    <a:pt x="67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587" y="4213955"/>
              <a:ext cx="6700" cy="167033"/>
            </a:xfrm>
            <a:custGeom>
              <a:avLst/>
              <a:pathLst>
                <a:path w="6700" h="167033">
                  <a:moveTo>
                    <a:pt x="0" y="0"/>
                  </a:moveTo>
                  <a:lnTo>
                    <a:pt x="6700" y="167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14129" y="4213955"/>
              <a:ext cx="334306" cy="334200"/>
            </a:xfrm>
            <a:custGeom>
              <a:avLst/>
              <a:pathLst>
                <a:path w="334306" h="334200">
                  <a:moveTo>
                    <a:pt x="160458" y="0"/>
                  </a:moveTo>
                  <a:lnTo>
                    <a:pt x="155172" y="295"/>
                  </a:lnTo>
                  <a:lnTo>
                    <a:pt x="149898" y="759"/>
                  </a:lnTo>
                  <a:lnTo>
                    <a:pt x="144641" y="1389"/>
                  </a:lnTo>
                  <a:lnTo>
                    <a:pt x="139407" y="2185"/>
                  </a:lnTo>
                  <a:lnTo>
                    <a:pt x="134201" y="3146"/>
                  </a:lnTo>
                  <a:lnTo>
                    <a:pt x="129027" y="4272"/>
                  </a:lnTo>
                  <a:lnTo>
                    <a:pt x="123893" y="5561"/>
                  </a:lnTo>
                  <a:lnTo>
                    <a:pt x="118801" y="7012"/>
                  </a:lnTo>
                  <a:lnTo>
                    <a:pt x="113758" y="8624"/>
                  </a:lnTo>
                  <a:lnTo>
                    <a:pt x="108768" y="10394"/>
                  </a:lnTo>
                  <a:lnTo>
                    <a:pt x="103838" y="12322"/>
                  </a:lnTo>
                  <a:lnTo>
                    <a:pt x="98970" y="14404"/>
                  </a:lnTo>
                  <a:lnTo>
                    <a:pt x="94171" y="16640"/>
                  </a:lnTo>
                  <a:lnTo>
                    <a:pt x="89445" y="19027"/>
                  </a:lnTo>
                  <a:lnTo>
                    <a:pt x="84797" y="21562"/>
                  </a:lnTo>
                  <a:lnTo>
                    <a:pt x="80232" y="24243"/>
                  </a:lnTo>
                  <a:lnTo>
                    <a:pt x="75754" y="27067"/>
                  </a:lnTo>
                  <a:lnTo>
                    <a:pt x="71368" y="30032"/>
                  </a:lnTo>
                  <a:lnTo>
                    <a:pt x="67077" y="33134"/>
                  </a:lnTo>
                  <a:lnTo>
                    <a:pt x="62887" y="36370"/>
                  </a:lnTo>
                  <a:lnTo>
                    <a:pt x="58802" y="39738"/>
                  </a:lnTo>
                  <a:lnTo>
                    <a:pt x="54825" y="43233"/>
                  </a:lnTo>
                  <a:lnTo>
                    <a:pt x="50961" y="46852"/>
                  </a:lnTo>
                  <a:lnTo>
                    <a:pt x="47214" y="50592"/>
                  </a:lnTo>
                  <a:lnTo>
                    <a:pt x="43587" y="54448"/>
                  </a:lnTo>
                  <a:lnTo>
                    <a:pt x="40084" y="58418"/>
                  </a:lnTo>
                  <a:lnTo>
                    <a:pt x="36708" y="62496"/>
                  </a:lnTo>
                  <a:lnTo>
                    <a:pt x="33463" y="66680"/>
                  </a:lnTo>
                  <a:lnTo>
                    <a:pt x="30352" y="70964"/>
                  </a:lnTo>
                  <a:lnTo>
                    <a:pt x="27379" y="75344"/>
                  </a:lnTo>
                  <a:lnTo>
                    <a:pt x="24545" y="79816"/>
                  </a:lnTo>
                  <a:lnTo>
                    <a:pt x="21855" y="84376"/>
                  </a:lnTo>
                  <a:lnTo>
                    <a:pt x="19311" y="89019"/>
                  </a:lnTo>
                  <a:lnTo>
                    <a:pt x="16914" y="93740"/>
                  </a:lnTo>
                  <a:lnTo>
                    <a:pt x="14669" y="98534"/>
                  </a:lnTo>
                  <a:lnTo>
                    <a:pt x="12576" y="103397"/>
                  </a:lnTo>
                  <a:lnTo>
                    <a:pt x="10638" y="108324"/>
                  </a:lnTo>
                  <a:lnTo>
                    <a:pt x="8858" y="113310"/>
                  </a:lnTo>
                  <a:lnTo>
                    <a:pt x="7236" y="118350"/>
                  </a:lnTo>
                  <a:lnTo>
                    <a:pt x="5775" y="123439"/>
                  </a:lnTo>
                  <a:lnTo>
                    <a:pt x="4475" y="128571"/>
                  </a:lnTo>
                  <a:lnTo>
                    <a:pt x="3339" y="133742"/>
                  </a:lnTo>
                  <a:lnTo>
                    <a:pt x="2367" y="138946"/>
                  </a:lnTo>
                  <a:lnTo>
                    <a:pt x="1560" y="144179"/>
                  </a:lnTo>
                  <a:lnTo>
                    <a:pt x="919" y="149434"/>
                  </a:lnTo>
                  <a:lnTo>
                    <a:pt x="445" y="154707"/>
                  </a:lnTo>
                  <a:lnTo>
                    <a:pt x="139" y="159992"/>
                  </a:lnTo>
                  <a:lnTo>
                    <a:pt x="0" y="165285"/>
                  </a:lnTo>
                  <a:lnTo>
                    <a:pt x="28" y="170579"/>
                  </a:lnTo>
                  <a:lnTo>
                    <a:pt x="224" y="175870"/>
                  </a:lnTo>
                  <a:lnTo>
                    <a:pt x="588" y="181152"/>
                  </a:lnTo>
                  <a:lnTo>
                    <a:pt x="1118" y="186419"/>
                  </a:lnTo>
                  <a:lnTo>
                    <a:pt x="1815" y="191667"/>
                  </a:lnTo>
                  <a:lnTo>
                    <a:pt x="2679" y="196891"/>
                  </a:lnTo>
                  <a:lnTo>
                    <a:pt x="3706" y="202084"/>
                  </a:lnTo>
                  <a:lnTo>
                    <a:pt x="4898" y="207243"/>
                  </a:lnTo>
                  <a:lnTo>
                    <a:pt x="6253" y="212361"/>
                  </a:lnTo>
                  <a:lnTo>
                    <a:pt x="7769" y="217433"/>
                  </a:lnTo>
                  <a:lnTo>
                    <a:pt x="9445" y="222455"/>
                  </a:lnTo>
                  <a:lnTo>
                    <a:pt x="11279" y="227422"/>
                  </a:lnTo>
                  <a:lnTo>
                    <a:pt x="13270" y="232328"/>
                  </a:lnTo>
                  <a:lnTo>
                    <a:pt x="15415" y="237168"/>
                  </a:lnTo>
                  <a:lnTo>
                    <a:pt x="17712" y="241938"/>
                  </a:lnTo>
                  <a:lnTo>
                    <a:pt x="20159" y="246633"/>
                  </a:lnTo>
                  <a:lnTo>
                    <a:pt x="22753" y="251248"/>
                  </a:lnTo>
                  <a:lnTo>
                    <a:pt x="25492" y="255778"/>
                  </a:lnTo>
                  <a:lnTo>
                    <a:pt x="28374" y="260220"/>
                  </a:lnTo>
                  <a:lnTo>
                    <a:pt x="31394" y="264568"/>
                  </a:lnTo>
                  <a:lnTo>
                    <a:pt x="34551" y="268818"/>
                  </a:lnTo>
                  <a:lnTo>
                    <a:pt x="37841" y="272967"/>
                  </a:lnTo>
                  <a:lnTo>
                    <a:pt x="41260" y="277008"/>
                  </a:lnTo>
                  <a:lnTo>
                    <a:pt x="44806" y="280940"/>
                  </a:lnTo>
                  <a:lnTo>
                    <a:pt x="48474" y="284757"/>
                  </a:lnTo>
                  <a:lnTo>
                    <a:pt x="52262" y="288457"/>
                  </a:lnTo>
                  <a:lnTo>
                    <a:pt x="56164" y="292034"/>
                  </a:lnTo>
                  <a:lnTo>
                    <a:pt x="60178" y="295486"/>
                  </a:lnTo>
                  <a:lnTo>
                    <a:pt x="64300" y="298809"/>
                  </a:lnTo>
                  <a:lnTo>
                    <a:pt x="68524" y="302001"/>
                  </a:lnTo>
                  <a:lnTo>
                    <a:pt x="72848" y="305056"/>
                  </a:lnTo>
                  <a:lnTo>
                    <a:pt x="77266" y="307974"/>
                  </a:lnTo>
                  <a:lnTo>
                    <a:pt x="81774" y="310749"/>
                  </a:lnTo>
                  <a:lnTo>
                    <a:pt x="86368" y="313381"/>
                  </a:lnTo>
                  <a:lnTo>
                    <a:pt x="91043" y="315866"/>
                  </a:lnTo>
                  <a:lnTo>
                    <a:pt x="95794" y="318202"/>
                  </a:lnTo>
                  <a:lnTo>
                    <a:pt x="100617" y="320386"/>
                  </a:lnTo>
                  <a:lnTo>
                    <a:pt x="105506" y="322416"/>
                  </a:lnTo>
                  <a:lnTo>
                    <a:pt x="110457" y="324290"/>
                  </a:lnTo>
                  <a:lnTo>
                    <a:pt x="115466" y="326007"/>
                  </a:lnTo>
                  <a:lnTo>
                    <a:pt x="120526" y="327564"/>
                  </a:lnTo>
                  <a:lnTo>
                    <a:pt x="125633" y="328960"/>
                  </a:lnTo>
                  <a:lnTo>
                    <a:pt x="130781" y="330194"/>
                  </a:lnTo>
                  <a:lnTo>
                    <a:pt x="135966" y="331264"/>
                  </a:lnTo>
                  <a:lnTo>
                    <a:pt x="141183" y="332170"/>
                  </a:lnTo>
                  <a:lnTo>
                    <a:pt x="146425" y="332909"/>
                  </a:lnTo>
                  <a:lnTo>
                    <a:pt x="151688" y="333483"/>
                  </a:lnTo>
                  <a:lnTo>
                    <a:pt x="156967" y="333889"/>
                  </a:lnTo>
                  <a:lnTo>
                    <a:pt x="162256" y="334128"/>
                  </a:lnTo>
                  <a:lnTo>
                    <a:pt x="167549" y="334200"/>
                  </a:lnTo>
                  <a:lnTo>
                    <a:pt x="172843" y="334103"/>
                  </a:lnTo>
                  <a:lnTo>
                    <a:pt x="178130" y="333840"/>
                  </a:lnTo>
                  <a:lnTo>
                    <a:pt x="183407" y="333408"/>
                  </a:lnTo>
                  <a:lnTo>
                    <a:pt x="188668" y="332810"/>
                  </a:lnTo>
                  <a:lnTo>
                    <a:pt x="193906" y="332046"/>
                  </a:lnTo>
                  <a:lnTo>
                    <a:pt x="199118" y="331116"/>
                  </a:lnTo>
                  <a:lnTo>
                    <a:pt x="204298" y="330022"/>
                  </a:lnTo>
                  <a:lnTo>
                    <a:pt x="209441" y="328764"/>
                  </a:lnTo>
                  <a:lnTo>
                    <a:pt x="214541" y="327344"/>
                  </a:lnTo>
                  <a:lnTo>
                    <a:pt x="219594" y="325763"/>
                  </a:lnTo>
                  <a:lnTo>
                    <a:pt x="224594" y="324023"/>
                  </a:lnTo>
                  <a:lnTo>
                    <a:pt x="229537" y="322126"/>
                  </a:lnTo>
                  <a:lnTo>
                    <a:pt x="234417" y="320072"/>
                  </a:lnTo>
                  <a:lnTo>
                    <a:pt x="239229" y="317866"/>
                  </a:lnTo>
                  <a:lnTo>
                    <a:pt x="243970" y="315508"/>
                  </a:lnTo>
                  <a:lnTo>
                    <a:pt x="248633" y="313001"/>
                  </a:lnTo>
                  <a:lnTo>
                    <a:pt x="253214" y="310348"/>
                  </a:lnTo>
                  <a:lnTo>
                    <a:pt x="257709" y="307551"/>
                  </a:lnTo>
                  <a:lnTo>
                    <a:pt x="262114" y="304613"/>
                  </a:lnTo>
                  <a:lnTo>
                    <a:pt x="266423" y="301537"/>
                  </a:lnTo>
                  <a:lnTo>
                    <a:pt x="270632" y="298326"/>
                  </a:lnTo>
                  <a:lnTo>
                    <a:pt x="274738" y="294984"/>
                  </a:lnTo>
                  <a:lnTo>
                    <a:pt x="278736" y="291513"/>
                  </a:lnTo>
                  <a:lnTo>
                    <a:pt x="282622" y="287917"/>
                  </a:lnTo>
                  <a:lnTo>
                    <a:pt x="286392" y="284200"/>
                  </a:lnTo>
                  <a:lnTo>
                    <a:pt x="290042" y="280366"/>
                  </a:lnTo>
                  <a:lnTo>
                    <a:pt x="293569" y="276417"/>
                  </a:lnTo>
                  <a:lnTo>
                    <a:pt x="296970" y="272360"/>
                  </a:lnTo>
                  <a:lnTo>
                    <a:pt x="300240" y="268196"/>
                  </a:lnTo>
                  <a:lnTo>
                    <a:pt x="303377" y="263931"/>
                  </a:lnTo>
                  <a:lnTo>
                    <a:pt x="306377" y="259569"/>
                  </a:lnTo>
                  <a:lnTo>
                    <a:pt x="309238" y="255114"/>
                  </a:lnTo>
                  <a:lnTo>
                    <a:pt x="311956" y="250570"/>
                  </a:lnTo>
                  <a:lnTo>
                    <a:pt x="314528" y="245943"/>
                  </a:lnTo>
                  <a:lnTo>
                    <a:pt x="316953" y="241237"/>
                  </a:lnTo>
                  <a:lnTo>
                    <a:pt x="319228" y="236456"/>
                  </a:lnTo>
                  <a:lnTo>
                    <a:pt x="321350" y="231606"/>
                  </a:lnTo>
                  <a:lnTo>
                    <a:pt x="323318" y="226691"/>
                  </a:lnTo>
                  <a:lnTo>
                    <a:pt x="325128" y="221716"/>
                  </a:lnTo>
                  <a:lnTo>
                    <a:pt x="326781" y="216686"/>
                  </a:lnTo>
                  <a:lnTo>
                    <a:pt x="328273" y="211606"/>
                  </a:lnTo>
                  <a:lnTo>
                    <a:pt x="329604" y="206482"/>
                  </a:lnTo>
                  <a:lnTo>
                    <a:pt x="330772" y="201318"/>
                  </a:lnTo>
                  <a:lnTo>
                    <a:pt x="331775" y="196120"/>
                  </a:lnTo>
                  <a:lnTo>
                    <a:pt x="332614" y="190892"/>
                  </a:lnTo>
                  <a:lnTo>
                    <a:pt x="333286" y="185641"/>
                  </a:lnTo>
                  <a:lnTo>
                    <a:pt x="333792" y="180371"/>
                  </a:lnTo>
                  <a:lnTo>
                    <a:pt x="334131" y="175088"/>
                  </a:lnTo>
                  <a:lnTo>
                    <a:pt x="334302" y="169796"/>
                  </a:lnTo>
                  <a:lnTo>
                    <a:pt x="334306" y="164502"/>
                  </a:lnTo>
                  <a:lnTo>
                    <a:pt x="334142" y="159210"/>
                  </a:lnTo>
                  <a:lnTo>
                    <a:pt x="333811" y="153926"/>
                  </a:lnTo>
                  <a:lnTo>
                    <a:pt x="333312" y="148655"/>
                  </a:lnTo>
                  <a:lnTo>
                    <a:pt x="332647" y="143403"/>
                  </a:lnTo>
                  <a:lnTo>
                    <a:pt x="331816" y="138174"/>
                  </a:lnTo>
                  <a:lnTo>
                    <a:pt x="330819" y="132975"/>
                  </a:lnTo>
                  <a:lnTo>
                    <a:pt x="329659" y="127809"/>
                  </a:lnTo>
                  <a:lnTo>
                    <a:pt x="328335" y="122683"/>
                  </a:lnTo>
                  <a:lnTo>
                    <a:pt x="326850" y="117601"/>
                  </a:lnTo>
                  <a:lnTo>
                    <a:pt x="325204" y="112569"/>
                  </a:lnTo>
                  <a:lnTo>
                    <a:pt x="323400" y="107592"/>
                  </a:lnTo>
                  <a:lnTo>
                    <a:pt x="321440" y="102674"/>
                  </a:lnTo>
                  <a:lnTo>
                    <a:pt x="319324" y="97821"/>
                  </a:lnTo>
                  <a:lnTo>
                    <a:pt x="317056" y="93037"/>
                  </a:lnTo>
                  <a:lnTo>
                    <a:pt x="314638" y="88327"/>
                  </a:lnTo>
                  <a:lnTo>
                    <a:pt x="312072" y="83696"/>
                  </a:lnTo>
                  <a:lnTo>
                    <a:pt x="309360" y="79149"/>
                  </a:lnTo>
                  <a:lnTo>
                    <a:pt x="306506" y="74690"/>
                  </a:lnTo>
                  <a:lnTo>
                    <a:pt x="303512" y="70324"/>
                  </a:lnTo>
                  <a:lnTo>
                    <a:pt x="300381" y="66055"/>
                  </a:lnTo>
                  <a:lnTo>
                    <a:pt x="297116" y="61886"/>
                  </a:lnTo>
                  <a:lnTo>
                    <a:pt x="293722" y="57824"/>
                  </a:lnTo>
                  <a:lnTo>
                    <a:pt x="290200" y="53871"/>
                  </a:lnTo>
                  <a:lnTo>
                    <a:pt x="286555" y="50031"/>
                  </a:lnTo>
                  <a:lnTo>
                    <a:pt x="282790" y="46309"/>
                  </a:lnTo>
                  <a:lnTo>
                    <a:pt x="278909" y="42708"/>
                  </a:lnTo>
                  <a:lnTo>
                    <a:pt x="274916" y="39231"/>
                  </a:lnTo>
                  <a:lnTo>
                    <a:pt x="270815" y="35883"/>
                  </a:lnTo>
                  <a:lnTo>
                    <a:pt x="266610" y="32667"/>
                  </a:lnTo>
                  <a:lnTo>
                    <a:pt x="262305" y="29585"/>
                  </a:lnTo>
                  <a:lnTo>
                    <a:pt x="257905" y="26641"/>
                  </a:lnTo>
                  <a:lnTo>
                    <a:pt x="253414" y="23837"/>
                  </a:lnTo>
                  <a:lnTo>
                    <a:pt x="248836" y="21178"/>
                  </a:lnTo>
                  <a:lnTo>
                    <a:pt x="244176" y="18664"/>
                  </a:lnTo>
                  <a:lnTo>
                    <a:pt x="239439" y="16300"/>
                  </a:lnTo>
                  <a:lnTo>
                    <a:pt x="234630" y="14087"/>
                  </a:lnTo>
                  <a:lnTo>
                    <a:pt x="229753" y="12027"/>
                  </a:lnTo>
                  <a:lnTo>
                    <a:pt x="224813" y="10122"/>
                  </a:lnTo>
                  <a:lnTo>
                    <a:pt x="167158" y="167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57654" cy="167167"/>
            </a:xfrm>
            <a:custGeom>
              <a:avLst/>
              <a:pathLst>
                <a:path w="57654" h="167167">
                  <a:moveTo>
                    <a:pt x="57654" y="10257"/>
                  </a:moveTo>
                  <a:lnTo>
                    <a:pt x="52095" y="8324"/>
                  </a:lnTo>
                  <a:lnTo>
                    <a:pt x="46470" y="6589"/>
                  </a:lnTo>
                  <a:lnTo>
                    <a:pt x="40788" y="5052"/>
                  </a:lnTo>
                  <a:lnTo>
                    <a:pt x="35056" y="3717"/>
                  </a:lnTo>
                  <a:lnTo>
                    <a:pt x="29280" y="2584"/>
                  </a:lnTo>
                  <a:lnTo>
                    <a:pt x="23467" y="1655"/>
                  </a:lnTo>
                  <a:lnTo>
                    <a:pt x="17626" y="931"/>
                  </a:lnTo>
                  <a:lnTo>
                    <a:pt x="11763" y="414"/>
                  </a:lnTo>
                  <a:lnTo>
                    <a:pt x="5885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587" y="4659281"/>
              <a:ext cx="1937" cy="167167"/>
            </a:xfrm>
            <a:custGeom>
              <a:avLst/>
              <a:pathLst>
                <a:path w="1937" h="167167">
                  <a:moveTo>
                    <a:pt x="1937" y="0"/>
                  </a:moveTo>
                  <a:lnTo>
                    <a:pt x="0" y="11"/>
                  </a:lnTo>
                  <a:lnTo>
                    <a:pt x="193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587" y="4659293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1017" y="4659293"/>
              <a:ext cx="165507" cy="167156"/>
            </a:xfrm>
            <a:custGeom>
              <a:avLst/>
              <a:pathLst>
                <a:path w="165507" h="167156">
                  <a:moveTo>
                    <a:pt x="163569" y="0"/>
                  </a:moveTo>
                  <a:lnTo>
                    <a:pt x="158183" y="149"/>
                  </a:lnTo>
                  <a:lnTo>
                    <a:pt x="152805" y="472"/>
                  </a:lnTo>
                  <a:lnTo>
                    <a:pt x="147441" y="967"/>
                  </a:lnTo>
                  <a:lnTo>
                    <a:pt x="142094" y="1636"/>
                  </a:lnTo>
                  <a:lnTo>
                    <a:pt x="136773" y="2476"/>
                  </a:lnTo>
                  <a:lnTo>
                    <a:pt x="131481" y="3488"/>
                  </a:lnTo>
                  <a:lnTo>
                    <a:pt x="126224" y="4669"/>
                  </a:lnTo>
                  <a:lnTo>
                    <a:pt x="121008" y="6020"/>
                  </a:lnTo>
                  <a:lnTo>
                    <a:pt x="115839" y="7537"/>
                  </a:lnTo>
                  <a:lnTo>
                    <a:pt x="110721" y="9221"/>
                  </a:lnTo>
                  <a:lnTo>
                    <a:pt x="105660" y="11068"/>
                  </a:lnTo>
                  <a:lnTo>
                    <a:pt x="100661" y="13078"/>
                  </a:lnTo>
                  <a:lnTo>
                    <a:pt x="95729" y="15248"/>
                  </a:lnTo>
                  <a:lnTo>
                    <a:pt x="90870" y="17575"/>
                  </a:lnTo>
                  <a:lnTo>
                    <a:pt x="86089" y="20058"/>
                  </a:lnTo>
                  <a:lnTo>
                    <a:pt x="81390" y="22694"/>
                  </a:lnTo>
                  <a:lnTo>
                    <a:pt x="76778" y="25479"/>
                  </a:lnTo>
                  <a:lnTo>
                    <a:pt x="72259" y="28412"/>
                  </a:lnTo>
                  <a:lnTo>
                    <a:pt x="67836" y="31489"/>
                  </a:lnTo>
                  <a:lnTo>
                    <a:pt x="63515" y="34707"/>
                  </a:lnTo>
                  <a:lnTo>
                    <a:pt x="59300" y="38063"/>
                  </a:lnTo>
                  <a:lnTo>
                    <a:pt x="55195" y="41552"/>
                  </a:lnTo>
                  <a:lnTo>
                    <a:pt x="51204" y="45173"/>
                  </a:lnTo>
                  <a:lnTo>
                    <a:pt x="47333" y="48919"/>
                  </a:lnTo>
                  <a:lnTo>
                    <a:pt x="43584" y="52789"/>
                  </a:lnTo>
                  <a:lnTo>
                    <a:pt x="39962" y="56777"/>
                  </a:lnTo>
                  <a:lnTo>
                    <a:pt x="36470" y="60880"/>
                  </a:lnTo>
                  <a:lnTo>
                    <a:pt x="33112" y="65094"/>
                  </a:lnTo>
                  <a:lnTo>
                    <a:pt x="29892" y="69413"/>
                  </a:lnTo>
                  <a:lnTo>
                    <a:pt x="26813" y="73834"/>
                  </a:lnTo>
                  <a:lnTo>
                    <a:pt x="23877" y="78352"/>
                  </a:lnTo>
                  <a:lnTo>
                    <a:pt x="21089" y="82962"/>
                  </a:lnTo>
                  <a:lnTo>
                    <a:pt x="18451" y="87660"/>
                  </a:lnTo>
                  <a:lnTo>
                    <a:pt x="15966" y="92440"/>
                  </a:lnTo>
                  <a:lnTo>
                    <a:pt x="13636" y="97298"/>
                  </a:lnTo>
                  <a:lnTo>
                    <a:pt x="11463" y="102229"/>
                  </a:lnTo>
                  <a:lnTo>
                    <a:pt x="9451" y="107226"/>
                  </a:lnTo>
                  <a:lnTo>
                    <a:pt x="7601" y="112286"/>
                  </a:lnTo>
                  <a:lnTo>
                    <a:pt x="5915" y="117403"/>
                  </a:lnTo>
                  <a:lnTo>
                    <a:pt x="4394" y="122572"/>
                  </a:lnTo>
                  <a:lnTo>
                    <a:pt x="3041" y="127787"/>
                  </a:lnTo>
                  <a:lnTo>
                    <a:pt x="1857" y="133043"/>
                  </a:lnTo>
                  <a:lnTo>
                    <a:pt x="843" y="138335"/>
                  </a:lnTo>
                  <a:lnTo>
                    <a:pt x="0" y="143656"/>
                  </a:lnTo>
                  <a:lnTo>
                    <a:pt x="165507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374" y="4659281"/>
              <a:ext cx="334298" cy="334334"/>
            </a:xfrm>
            <a:custGeom>
              <a:avLst/>
              <a:pathLst>
                <a:path w="334298" h="334334">
                  <a:moveTo>
                    <a:pt x="1643" y="143667"/>
                  </a:moveTo>
                  <a:lnTo>
                    <a:pt x="981" y="148928"/>
                  </a:lnTo>
                  <a:lnTo>
                    <a:pt x="486" y="154208"/>
                  </a:lnTo>
                  <a:lnTo>
                    <a:pt x="159" y="159500"/>
                  </a:lnTo>
                  <a:lnTo>
                    <a:pt x="0" y="164801"/>
                  </a:lnTo>
                  <a:lnTo>
                    <a:pt x="9" y="170103"/>
                  </a:lnTo>
                  <a:lnTo>
                    <a:pt x="186" y="175403"/>
                  </a:lnTo>
                  <a:lnTo>
                    <a:pt x="531" y="180694"/>
                  </a:lnTo>
                  <a:lnTo>
                    <a:pt x="1044" y="185972"/>
                  </a:lnTo>
                  <a:lnTo>
                    <a:pt x="1724" y="191231"/>
                  </a:lnTo>
                  <a:lnTo>
                    <a:pt x="2570" y="196465"/>
                  </a:lnTo>
                  <a:lnTo>
                    <a:pt x="3582" y="201671"/>
                  </a:lnTo>
                  <a:lnTo>
                    <a:pt x="4759" y="206841"/>
                  </a:lnTo>
                  <a:lnTo>
                    <a:pt x="6099" y="211972"/>
                  </a:lnTo>
                  <a:lnTo>
                    <a:pt x="7601" y="217057"/>
                  </a:lnTo>
                  <a:lnTo>
                    <a:pt x="9264" y="222092"/>
                  </a:lnTo>
                  <a:lnTo>
                    <a:pt x="11085" y="227072"/>
                  </a:lnTo>
                  <a:lnTo>
                    <a:pt x="13064" y="231992"/>
                  </a:lnTo>
                  <a:lnTo>
                    <a:pt x="15197" y="236846"/>
                  </a:lnTo>
                  <a:lnTo>
                    <a:pt x="17484" y="241631"/>
                  </a:lnTo>
                  <a:lnTo>
                    <a:pt x="19921" y="246340"/>
                  </a:lnTo>
                  <a:lnTo>
                    <a:pt x="22506" y="250970"/>
                  </a:lnTo>
                  <a:lnTo>
                    <a:pt x="25236" y="255515"/>
                  </a:lnTo>
                  <a:lnTo>
                    <a:pt x="28110" y="259972"/>
                  </a:lnTo>
                  <a:lnTo>
                    <a:pt x="31123" y="264335"/>
                  </a:lnTo>
                  <a:lnTo>
                    <a:pt x="34274" y="268601"/>
                  </a:lnTo>
                  <a:lnTo>
                    <a:pt x="37558" y="272764"/>
                  </a:lnTo>
                  <a:lnTo>
                    <a:pt x="40972" y="276821"/>
                  </a:lnTo>
                  <a:lnTo>
                    <a:pt x="44513" y="280768"/>
                  </a:lnTo>
                  <a:lnTo>
                    <a:pt x="48178" y="284600"/>
                  </a:lnTo>
                  <a:lnTo>
                    <a:pt x="51962" y="288314"/>
                  </a:lnTo>
                  <a:lnTo>
                    <a:pt x="55863" y="291907"/>
                  </a:lnTo>
                  <a:lnTo>
                    <a:pt x="59875" y="295374"/>
                  </a:lnTo>
                  <a:lnTo>
                    <a:pt x="63995" y="298712"/>
                  </a:lnTo>
                  <a:lnTo>
                    <a:pt x="68219" y="301917"/>
                  </a:lnTo>
                  <a:lnTo>
                    <a:pt x="72543" y="304987"/>
                  </a:lnTo>
                  <a:lnTo>
                    <a:pt x="76962" y="307918"/>
                  </a:lnTo>
                  <a:lnTo>
                    <a:pt x="81471" y="310708"/>
                  </a:lnTo>
                  <a:lnTo>
                    <a:pt x="86067" y="313353"/>
                  </a:lnTo>
                  <a:lnTo>
                    <a:pt x="90744" y="315851"/>
                  </a:lnTo>
                  <a:lnTo>
                    <a:pt x="95498" y="318200"/>
                  </a:lnTo>
                  <a:lnTo>
                    <a:pt x="100325" y="320396"/>
                  </a:lnTo>
                  <a:lnTo>
                    <a:pt x="105218" y="322439"/>
                  </a:lnTo>
                  <a:lnTo>
                    <a:pt x="110174" y="324325"/>
                  </a:lnTo>
                  <a:lnTo>
                    <a:pt x="115187" y="326053"/>
                  </a:lnTo>
                  <a:lnTo>
                    <a:pt x="120253" y="327621"/>
                  </a:lnTo>
                  <a:lnTo>
                    <a:pt x="125365" y="329028"/>
                  </a:lnTo>
                  <a:lnTo>
                    <a:pt x="130520" y="330272"/>
                  </a:lnTo>
                  <a:lnTo>
                    <a:pt x="135711" y="331351"/>
                  </a:lnTo>
                  <a:lnTo>
                    <a:pt x="140935" y="332266"/>
                  </a:lnTo>
                  <a:lnTo>
                    <a:pt x="146184" y="333014"/>
                  </a:lnTo>
                  <a:lnTo>
                    <a:pt x="151455" y="333596"/>
                  </a:lnTo>
                  <a:lnTo>
                    <a:pt x="156741" y="334010"/>
                  </a:lnTo>
                  <a:lnTo>
                    <a:pt x="162038" y="334256"/>
                  </a:lnTo>
                  <a:lnTo>
                    <a:pt x="167340" y="334334"/>
                  </a:lnTo>
                  <a:lnTo>
                    <a:pt x="172642" y="334244"/>
                  </a:lnTo>
                  <a:lnTo>
                    <a:pt x="177938" y="333986"/>
                  </a:lnTo>
                  <a:lnTo>
                    <a:pt x="183224" y="333560"/>
                  </a:lnTo>
                  <a:lnTo>
                    <a:pt x="188493" y="332966"/>
                  </a:lnTo>
                  <a:lnTo>
                    <a:pt x="193741" y="332206"/>
                  </a:lnTo>
                  <a:lnTo>
                    <a:pt x="198962" y="331280"/>
                  </a:lnTo>
                  <a:lnTo>
                    <a:pt x="204151" y="330188"/>
                  </a:lnTo>
                  <a:lnTo>
                    <a:pt x="209303" y="328933"/>
                  </a:lnTo>
                  <a:lnTo>
                    <a:pt x="214412" y="327514"/>
                  </a:lnTo>
                  <a:lnTo>
                    <a:pt x="219474" y="325935"/>
                  </a:lnTo>
                  <a:lnTo>
                    <a:pt x="224483" y="324195"/>
                  </a:lnTo>
                  <a:lnTo>
                    <a:pt x="229435" y="322298"/>
                  </a:lnTo>
                  <a:lnTo>
                    <a:pt x="234324" y="320244"/>
                  </a:lnTo>
                  <a:lnTo>
                    <a:pt x="239145" y="318037"/>
                  </a:lnTo>
                  <a:lnTo>
                    <a:pt x="243894" y="315677"/>
                  </a:lnTo>
                  <a:lnTo>
                    <a:pt x="248566" y="313169"/>
                  </a:lnTo>
                  <a:lnTo>
                    <a:pt x="253155" y="310513"/>
                  </a:lnTo>
                  <a:lnTo>
                    <a:pt x="257658" y="307713"/>
                  </a:lnTo>
                  <a:lnTo>
                    <a:pt x="262071" y="304772"/>
                  </a:lnTo>
                  <a:lnTo>
                    <a:pt x="266387" y="301692"/>
                  </a:lnTo>
                  <a:lnTo>
                    <a:pt x="270604" y="298477"/>
                  </a:lnTo>
                  <a:lnTo>
                    <a:pt x="274717" y="295130"/>
                  </a:lnTo>
                  <a:lnTo>
                    <a:pt x="278721" y="291654"/>
                  </a:lnTo>
                  <a:lnTo>
                    <a:pt x="282613" y="288052"/>
                  </a:lnTo>
                  <a:lnTo>
                    <a:pt x="286389" y="284329"/>
                  </a:lnTo>
                  <a:lnTo>
                    <a:pt x="290045" y="280489"/>
                  </a:lnTo>
                  <a:lnTo>
                    <a:pt x="293577" y="276534"/>
                  </a:lnTo>
                  <a:lnTo>
                    <a:pt x="296982" y="272469"/>
                  </a:lnTo>
                  <a:lnTo>
                    <a:pt x="300257" y="268298"/>
                  </a:lnTo>
                  <a:lnTo>
                    <a:pt x="303398" y="264026"/>
                  </a:lnTo>
                  <a:lnTo>
                    <a:pt x="306401" y="259656"/>
                  </a:lnTo>
                  <a:lnTo>
                    <a:pt x="309264" y="255193"/>
                  </a:lnTo>
                  <a:lnTo>
                    <a:pt x="311985" y="250641"/>
                  </a:lnTo>
                  <a:lnTo>
                    <a:pt x="314559" y="246005"/>
                  </a:lnTo>
                  <a:lnTo>
                    <a:pt x="316986" y="241290"/>
                  </a:lnTo>
                  <a:lnTo>
                    <a:pt x="319261" y="236501"/>
                  </a:lnTo>
                  <a:lnTo>
                    <a:pt x="321384" y="231642"/>
                  </a:lnTo>
                  <a:lnTo>
                    <a:pt x="323351" y="226717"/>
                  </a:lnTo>
                  <a:lnTo>
                    <a:pt x="325161" y="221733"/>
                  </a:lnTo>
                  <a:lnTo>
                    <a:pt x="326812" y="216694"/>
                  </a:lnTo>
                  <a:lnTo>
                    <a:pt x="328303" y="211605"/>
                  </a:lnTo>
                  <a:lnTo>
                    <a:pt x="329631" y="206472"/>
                  </a:lnTo>
                  <a:lnTo>
                    <a:pt x="330796" y="201299"/>
                  </a:lnTo>
                  <a:lnTo>
                    <a:pt x="331796" y="196091"/>
                  </a:lnTo>
                  <a:lnTo>
                    <a:pt x="332631" y="190855"/>
                  </a:lnTo>
                  <a:lnTo>
                    <a:pt x="333299" y="185594"/>
                  </a:lnTo>
                  <a:lnTo>
                    <a:pt x="333800" y="180315"/>
                  </a:lnTo>
                  <a:lnTo>
                    <a:pt x="334133" y="175023"/>
                  </a:lnTo>
                  <a:lnTo>
                    <a:pt x="334298" y="169723"/>
                  </a:lnTo>
                  <a:lnTo>
                    <a:pt x="334295" y="164421"/>
                  </a:lnTo>
                  <a:lnTo>
                    <a:pt x="334124" y="159121"/>
                  </a:lnTo>
                  <a:lnTo>
                    <a:pt x="333785" y="153829"/>
                  </a:lnTo>
                  <a:lnTo>
                    <a:pt x="333278" y="148551"/>
                  </a:lnTo>
                  <a:lnTo>
                    <a:pt x="332604" y="143291"/>
                  </a:lnTo>
                  <a:lnTo>
                    <a:pt x="331763" y="138055"/>
                  </a:lnTo>
                  <a:lnTo>
                    <a:pt x="330757" y="132849"/>
                  </a:lnTo>
                  <a:lnTo>
                    <a:pt x="329586" y="127677"/>
                  </a:lnTo>
                  <a:lnTo>
                    <a:pt x="328252" y="122545"/>
                  </a:lnTo>
                  <a:lnTo>
                    <a:pt x="326756" y="117458"/>
                  </a:lnTo>
                  <a:lnTo>
                    <a:pt x="325099" y="112421"/>
                  </a:lnTo>
                  <a:lnTo>
                    <a:pt x="323283" y="107439"/>
                  </a:lnTo>
                  <a:lnTo>
                    <a:pt x="321310" y="102517"/>
                  </a:lnTo>
                  <a:lnTo>
                    <a:pt x="319182" y="97660"/>
                  </a:lnTo>
                  <a:lnTo>
                    <a:pt x="316901" y="92873"/>
                  </a:lnTo>
                  <a:lnTo>
                    <a:pt x="314470" y="88161"/>
                  </a:lnTo>
                  <a:lnTo>
                    <a:pt x="311890" y="83528"/>
                  </a:lnTo>
                  <a:lnTo>
                    <a:pt x="309164" y="78980"/>
                  </a:lnTo>
                  <a:lnTo>
                    <a:pt x="306296" y="74520"/>
                  </a:lnTo>
                  <a:lnTo>
                    <a:pt x="303287" y="70153"/>
                  </a:lnTo>
                  <a:lnTo>
                    <a:pt x="300142" y="65884"/>
                  </a:lnTo>
                  <a:lnTo>
                    <a:pt x="296863" y="61717"/>
                  </a:lnTo>
                  <a:lnTo>
                    <a:pt x="293453" y="57656"/>
                  </a:lnTo>
                  <a:lnTo>
                    <a:pt x="289916" y="53706"/>
                  </a:lnTo>
                  <a:lnTo>
                    <a:pt x="286256" y="49869"/>
                  </a:lnTo>
                  <a:lnTo>
                    <a:pt x="282476" y="46150"/>
                  </a:lnTo>
                  <a:lnTo>
                    <a:pt x="278579" y="42554"/>
                  </a:lnTo>
                  <a:lnTo>
                    <a:pt x="274571" y="39082"/>
                  </a:lnTo>
                  <a:lnTo>
                    <a:pt x="270455" y="35740"/>
                  </a:lnTo>
                  <a:lnTo>
                    <a:pt x="266234" y="32529"/>
                  </a:lnTo>
                  <a:lnTo>
                    <a:pt x="261914" y="29454"/>
                  </a:lnTo>
                  <a:lnTo>
                    <a:pt x="257499" y="26518"/>
                  </a:lnTo>
                  <a:lnTo>
                    <a:pt x="252992" y="23723"/>
                  </a:lnTo>
                  <a:lnTo>
                    <a:pt x="248400" y="21073"/>
                  </a:lnTo>
                  <a:lnTo>
                    <a:pt x="243725" y="18569"/>
                  </a:lnTo>
                  <a:lnTo>
                    <a:pt x="238974" y="16215"/>
                  </a:lnTo>
                  <a:lnTo>
                    <a:pt x="234150" y="14013"/>
                  </a:lnTo>
                  <a:lnTo>
                    <a:pt x="229259" y="11965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322" y="0"/>
                  </a:moveTo>
                  <a:lnTo>
                    <a:pt x="0" y="0"/>
                  </a:lnTo>
                  <a:lnTo>
                    <a:pt x="32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397" y="5018213"/>
              <a:ext cx="322" cy="167167"/>
            </a:xfrm>
            <a:custGeom>
              <a:avLst/>
              <a:pathLst>
                <a:path w="322" h="167167">
                  <a:moveTo>
                    <a:pt x="0" y="0"/>
                  </a:moveTo>
                  <a:lnTo>
                    <a:pt x="32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321562" y="5018213"/>
              <a:ext cx="334324" cy="334321"/>
            </a:xfrm>
            <a:custGeom>
              <a:avLst/>
              <a:pathLst>
                <a:path w="334324" h="334321">
                  <a:moveTo>
                    <a:pt x="166835" y="0"/>
                  </a:moveTo>
                  <a:lnTo>
                    <a:pt x="161556" y="93"/>
                  </a:lnTo>
                  <a:lnTo>
                    <a:pt x="156282" y="353"/>
                  </a:lnTo>
                  <a:lnTo>
                    <a:pt x="151019" y="780"/>
                  </a:lnTo>
                  <a:lnTo>
                    <a:pt x="145773" y="1373"/>
                  </a:lnTo>
                  <a:lnTo>
                    <a:pt x="140548" y="2131"/>
                  </a:lnTo>
                  <a:lnTo>
                    <a:pt x="135349" y="3053"/>
                  </a:lnTo>
                  <a:lnTo>
                    <a:pt x="130182" y="4140"/>
                  </a:lnTo>
                  <a:lnTo>
                    <a:pt x="125052" y="5389"/>
                  </a:lnTo>
                  <a:lnTo>
                    <a:pt x="119964" y="6799"/>
                  </a:lnTo>
                  <a:lnTo>
                    <a:pt x="114923" y="8370"/>
                  </a:lnTo>
                  <a:lnTo>
                    <a:pt x="109934" y="10099"/>
                  </a:lnTo>
                  <a:lnTo>
                    <a:pt x="105002" y="11984"/>
                  </a:lnTo>
                  <a:lnTo>
                    <a:pt x="100132" y="14024"/>
                  </a:lnTo>
                  <a:lnTo>
                    <a:pt x="95329" y="16218"/>
                  </a:lnTo>
                  <a:lnTo>
                    <a:pt x="90598" y="18561"/>
                  </a:lnTo>
                  <a:lnTo>
                    <a:pt x="85943" y="21053"/>
                  </a:lnTo>
                  <a:lnTo>
                    <a:pt x="81369" y="23691"/>
                  </a:lnTo>
                  <a:lnTo>
                    <a:pt x="76881" y="26472"/>
                  </a:lnTo>
                  <a:lnTo>
                    <a:pt x="72483" y="29393"/>
                  </a:lnTo>
                  <a:lnTo>
                    <a:pt x="68179" y="32452"/>
                  </a:lnTo>
                  <a:lnTo>
                    <a:pt x="63974" y="35645"/>
                  </a:lnTo>
                  <a:lnTo>
                    <a:pt x="59872" y="38969"/>
                  </a:lnTo>
                  <a:lnTo>
                    <a:pt x="55877" y="42421"/>
                  </a:lnTo>
                  <a:lnTo>
                    <a:pt x="51993" y="45998"/>
                  </a:lnTo>
                  <a:lnTo>
                    <a:pt x="48223" y="49695"/>
                  </a:lnTo>
                  <a:lnTo>
                    <a:pt x="44573" y="53510"/>
                  </a:lnTo>
                  <a:lnTo>
                    <a:pt x="41045" y="57438"/>
                  </a:lnTo>
                  <a:lnTo>
                    <a:pt x="37642" y="61475"/>
                  </a:lnTo>
                  <a:lnTo>
                    <a:pt x="34369" y="65618"/>
                  </a:lnTo>
                  <a:lnTo>
                    <a:pt x="31228" y="69863"/>
                  </a:lnTo>
                  <a:lnTo>
                    <a:pt x="28223" y="74204"/>
                  </a:lnTo>
                  <a:lnTo>
                    <a:pt x="25356" y="78638"/>
                  </a:lnTo>
                  <a:lnTo>
                    <a:pt x="22631" y="83160"/>
                  </a:lnTo>
                  <a:lnTo>
                    <a:pt x="20050" y="87766"/>
                  </a:lnTo>
                  <a:lnTo>
                    <a:pt x="17616" y="92452"/>
                  </a:lnTo>
                  <a:lnTo>
                    <a:pt x="15331" y="97212"/>
                  </a:lnTo>
                  <a:lnTo>
                    <a:pt x="13198" y="102042"/>
                  </a:lnTo>
                  <a:lnTo>
                    <a:pt x="11218" y="106936"/>
                  </a:lnTo>
                  <a:lnTo>
                    <a:pt x="9394" y="111891"/>
                  </a:lnTo>
                  <a:lnTo>
                    <a:pt x="7727" y="116901"/>
                  </a:lnTo>
                  <a:lnTo>
                    <a:pt x="6219" y="121961"/>
                  </a:lnTo>
                  <a:lnTo>
                    <a:pt x="4871" y="127066"/>
                  </a:lnTo>
                  <a:lnTo>
                    <a:pt x="3686" y="132211"/>
                  </a:lnTo>
                  <a:lnTo>
                    <a:pt x="2663" y="137391"/>
                  </a:lnTo>
                  <a:lnTo>
                    <a:pt x="1805" y="142601"/>
                  </a:lnTo>
                  <a:lnTo>
                    <a:pt x="1112" y="147835"/>
                  </a:lnTo>
                  <a:lnTo>
                    <a:pt x="584" y="153089"/>
                  </a:lnTo>
                  <a:lnTo>
                    <a:pt x="223" y="158356"/>
                  </a:lnTo>
                  <a:lnTo>
                    <a:pt x="28" y="163633"/>
                  </a:lnTo>
                  <a:lnTo>
                    <a:pt x="0" y="168913"/>
                  </a:lnTo>
                  <a:lnTo>
                    <a:pt x="138" y="174191"/>
                  </a:lnTo>
                  <a:lnTo>
                    <a:pt x="443" y="179462"/>
                  </a:lnTo>
                  <a:lnTo>
                    <a:pt x="915" y="184721"/>
                  </a:lnTo>
                  <a:lnTo>
                    <a:pt x="1552" y="189962"/>
                  </a:lnTo>
                  <a:lnTo>
                    <a:pt x="2354" y="195181"/>
                  </a:lnTo>
                  <a:lnTo>
                    <a:pt x="3321" y="200371"/>
                  </a:lnTo>
                  <a:lnTo>
                    <a:pt x="4452" y="205529"/>
                  </a:lnTo>
                  <a:lnTo>
                    <a:pt x="5744" y="210648"/>
                  </a:lnTo>
                  <a:lnTo>
                    <a:pt x="7198" y="215724"/>
                  </a:lnTo>
                  <a:lnTo>
                    <a:pt x="8811" y="220752"/>
                  </a:lnTo>
                  <a:lnTo>
                    <a:pt x="10583" y="225726"/>
                  </a:lnTo>
                  <a:lnTo>
                    <a:pt x="12510" y="230641"/>
                  </a:lnTo>
                  <a:lnTo>
                    <a:pt x="14592" y="235493"/>
                  </a:lnTo>
                  <a:lnTo>
                    <a:pt x="16826" y="240278"/>
                  </a:lnTo>
                  <a:lnTo>
                    <a:pt x="19210" y="244989"/>
                  </a:lnTo>
                  <a:lnTo>
                    <a:pt x="21741" y="249622"/>
                  </a:lnTo>
                  <a:lnTo>
                    <a:pt x="24418" y="254173"/>
                  </a:lnTo>
                  <a:lnTo>
                    <a:pt x="27237" y="258638"/>
                  </a:lnTo>
                  <a:lnTo>
                    <a:pt x="30195" y="263011"/>
                  </a:lnTo>
                  <a:lnTo>
                    <a:pt x="33290" y="267289"/>
                  </a:lnTo>
                  <a:lnTo>
                    <a:pt x="36519" y="271466"/>
                  </a:lnTo>
                  <a:lnTo>
                    <a:pt x="39878" y="275540"/>
                  </a:lnTo>
                  <a:lnTo>
                    <a:pt x="43364" y="279506"/>
                  </a:lnTo>
                  <a:lnTo>
                    <a:pt x="46974" y="283359"/>
                  </a:lnTo>
                  <a:lnTo>
                    <a:pt x="50703" y="287097"/>
                  </a:lnTo>
                  <a:lnTo>
                    <a:pt x="54549" y="290715"/>
                  </a:lnTo>
                  <a:lnTo>
                    <a:pt x="58507" y="294209"/>
                  </a:lnTo>
                  <a:lnTo>
                    <a:pt x="62573" y="297577"/>
                  </a:lnTo>
                  <a:lnTo>
                    <a:pt x="66744" y="300815"/>
                  </a:lnTo>
                  <a:lnTo>
                    <a:pt x="71014" y="303920"/>
                  </a:lnTo>
                  <a:lnTo>
                    <a:pt x="75381" y="306888"/>
                  </a:lnTo>
                  <a:lnTo>
                    <a:pt x="79839" y="309716"/>
                  </a:lnTo>
                  <a:lnTo>
                    <a:pt x="84385" y="312403"/>
                  </a:lnTo>
                  <a:lnTo>
                    <a:pt x="89013" y="314945"/>
                  </a:lnTo>
                  <a:lnTo>
                    <a:pt x="93719" y="317339"/>
                  </a:lnTo>
                  <a:lnTo>
                    <a:pt x="98498" y="319583"/>
                  </a:lnTo>
                  <a:lnTo>
                    <a:pt x="103346" y="321675"/>
                  </a:lnTo>
                  <a:lnTo>
                    <a:pt x="108257" y="323614"/>
                  </a:lnTo>
                  <a:lnTo>
                    <a:pt x="113227" y="325396"/>
                  </a:lnTo>
                  <a:lnTo>
                    <a:pt x="118251" y="327020"/>
                  </a:lnTo>
                  <a:lnTo>
                    <a:pt x="123324" y="328485"/>
                  </a:lnTo>
                  <a:lnTo>
                    <a:pt x="128440" y="329789"/>
                  </a:lnTo>
                  <a:lnTo>
                    <a:pt x="133595" y="330930"/>
                  </a:lnTo>
                  <a:lnTo>
                    <a:pt x="138784" y="331908"/>
                  </a:lnTo>
                  <a:lnTo>
                    <a:pt x="144001" y="332722"/>
                  </a:lnTo>
                  <a:lnTo>
                    <a:pt x="149241" y="333371"/>
                  </a:lnTo>
                  <a:lnTo>
                    <a:pt x="154498" y="333854"/>
                  </a:lnTo>
                  <a:lnTo>
                    <a:pt x="159769" y="334171"/>
                  </a:lnTo>
                  <a:lnTo>
                    <a:pt x="165047" y="334321"/>
                  </a:lnTo>
                  <a:lnTo>
                    <a:pt x="170327" y="334304"/>
                  </a:lnTo>
                  <a:lnTo>
                    <a:pt x="175603" y="334121"/>
                  </a:lnTo>
                  <a:lnTo>
                    <a:pt x="180872" y="333771"/>
                  </a:lnTo>
                  <a:lnTo>
                    <a:pt x="186126" y="333254"/>
                  </a:lnTo>
                  <a:lnTo>
                    <a:pt x="191362" y="332572"/>
                  </a:lnTo>
                  <a:lnTo>
                    <a:pt x="196574" y="331726"/>
                  </a:lnTo>
                  <a:lnTo>
                    <a:pt x="201756" y="330715"/>
                  </a:lnTo>
                  <a:lnTo>
                    <a:pt x="206904" y="329540"/>
                  </a:lnTo>
                  <a:lnTo>
                    <a:pt x="212012" y="328204"/>
                  </a:lnTo>
                  <a:lnTo>
                    <a:pt x="217075" y="326707"/>
                  </a:lnTo>
                  <a:lnTo>
                    <a:pt x="222089" y="325051"/>
                  </a:lnTo>
                  <a:lnTo>
                    <a:pt x="227048" y="323238"/>
                  </a:lnTo>
                  <a:lnTo>
                    <a:pt x="231947" y="321268"/>
                  </a:lnTo>
                  <a:lnTo>
                    <a:pt x="236781" y="319146"/>
                  </a:lnTo>
                  <a:lnTo>
                    <a:pt x="241546" y="316871"/>
                  </a:lnTo>
                  <a:lnTo>
                    <a:pt x="246236" y="314447"/>
                  </a:lnTo>
                  <a:lnTo>
                    <a:pt x="250848" y="311876"/>
                  </a:lnTo>
                  <a:lnTo>
                    <a:pt x="255377" y="309161"/>
                  </a:lnTo>
                  <a:lnTo>
                    <a:pt x="259817" y="306304"/>
                  </a:lnTo>
                  <a:lnTo>
                    <a:pt x="264165" y="303308"/>
                  </a:lnTo>
                  <a:lnTo>
                    <a:pt x="268416" y="300177"/>
                  </a:lnTo>
                  <a:lnTo>
                    <a:pt x="272566" y="296913"/>
                  </a:lnTo>
                  <a:lnTo>
                    <a:pt x="276611" y="293519"/>
                  </a:lnTo>
                  <a:lnTo>
                    <a:pt x="280547" y="290000"/>
                  </a:lnTo>
                  <a:lnTo>
                    <a:pt x="284369" y="286357"/>
                  </a:lnTo>
                  <a:lnTo>
                    <a:pt x="288075" y="282596"/>
                  </a:lnTo>
                  <a:lnTo>
                    <a:pt x="291660" y="278720"/>
                  </a:lnTo>
                  <a:lnTo>
                    <a:pt x="295121" y="274732"/>
                  </a:lnTo>
                  <a:lnTo>
                    <a:pt x="298454" y="270638"/>
                  </a:lnTo>
                  <a:lnTo>
                    <a:pt x="301656" y="266440"/>
                  </a:lnTo>
                  <a:lnTo>
                    <a:pt x="304724" y="262142"/>
                  </a:lnTo>
                  <a:lnTo>
                    <a:pt x="307655" y="257751"/>
                  </a:lnTo>
                  <a:lnTo>
                    <a:pt x="310446" y="253268"/>
                  </a:lnTo>
                  <a:lnTo>
                    <a:pt x="313093" y="248700"/>
                  </a:lnTo>
                  <a:lnTo>
                    <a:pt x="315596" y="244051"/>
                  </a:lnTo>
                  <a:lnTo>
                    <a:pt x="317950" y="239325"/>
                  </a:lnTo>
                  <a:lnTo>
                    <a:pt x="320153" y="234527"/>
                  </a:lnTo>
                  <a:lnTo>
                    <a:pt x="322204" y="229661"/>
                  </a:lnTo>
                  <a:lnTo>
                    <a:pt x="324101" y="224734"/>
                  </a:lnTo>
                  <a:lnTo>
                    <a:pt x="325840" y="219748"/>
                  </a:lnTo>
                  <a:lnTo>
                    <a:pt x="327422" y="214711"/>
                  </a:lnTo>
                  <a:lnTo>
                    <a:pt x="328843" y="209626"/>
                  </a:lnTo>
                  <a:lnTo>
                    <a:pt x="330103" y="204498"/>
                  </a:lnTo>
                  <a:lnTo>
                    <a:pt x="331201" y="199334"/>
                  </a:lnTo>
                  <a:lnTo>
                    <a:pt x="332135" y="194137"/>
                  </a:lnTo>
                  <a:lnTo>
                    <a:pt x="332905" y="188914"/>
                  </a:lnTo>
                  <a:lnTo>
                    <a:pt x="333509" y="183668"/>
                  </a:lnTo>
                  <a:lnTo>
                    <a:pt x="333947" y="178407"/>
                  </a:lnTo>
                  <a:lnTo>
                    <a:pt x="334219" y="173134"/>
                  </a:lnTo>
                  <a:lnTo>
                    <a:pt x="334324" y="167855"/>
                  </a:lnTo>
                  <a:lnTo>
                    <a:pt x="334262" y="162575"/>
                  </a:lnTo>
                  <a:lnTo>
                    <a:pt x="334034" y="157300"/>
                  </a:lnTo>
                  <a:lnTo>
                    <a:pt x="333639" y="152035"/>
                  </a:lnTo>
                  <a:lnTo>
                    <a:pt x="333078" y="146785"/>
                  </a:lnTo>
                  <a:lnTo>
                    <a:pt x="332352" y="141555"/>
                  </a:lnTo>
                  <a:lnTo>
                    <a:pt x="331460" y="136351"/>
                  </a:lnTo>
                  <a:lnTo>
                    <a:pt x="330405" y="131177"/>
                  </a:lnTo>
                  <a:lnTo>
                    <a:pt x="329187" y="126040"/>
                  </a:lnTo>
                  <a:lnTo>
                    <a:pt x="327808" y="120943"/>
                  </a:lnTo>
                  <a:lnTo>
                    <a:pt x="326268" y="115893"/>
                  </a:lnTo>
                  <a:lnTo>
                    <a:pt x="324569" y="110894"/>
                  </a:lnTo>
                  <a:lnTo>
                    <a:pt x="322713" y="105951"/>
                  </a:lnTo>
                  <a:lnTo>
                    <a:pt x="320703" y="101068"/>
                  </a:lnTo>
                  <a:lnTo>
                    <a:pt x="318539" y="96252"/>
                  </a:lnTo>
                  <a:lnTo>
                    <a:pt x="316223" y="91507"/>
                  </a:lnTo>
                  <a:lnTo>
                    <a:pt x="313760" y="86837"/>
                  </a:lnTo>
                  <a:lnTo>
                    <a:pt x="311150" y="82247"/>
                  </a:lnTo>
                  <a:lnTo>
                    <a:pt x="308396" y="77742"/>
                  </a:lnTo>
                  <a:lnTo>
                    <a:pt x="305502" y="73326"/>
                  </a:lnTo>
                  <a:lnTo>
                    <a:pt x="302469" y="69004"/>
                  </a:lnTo>
                  <a:lnTo>
                    <a:pt x="299301" y="64780"/>
                  </a:lnTo>
                  <a:lnTo>
                    <a:pt x="296002" y="60658"/>
                  </a:lnTo>
                  <a:lnTo>
                    <a:pt x="292574" y="56642"/>
                  </a:lnTo>
                  <a:lnTo>
                    <a:pt x="289021" y="52736"/>
                  </a:lnTo>
                  <a:lnTo>
                    <a:pt x="285346" y="48945"/>
                  </a:lnTo>
                  <a:lnTo>
                    <a:pt x="281554" y="45271"/>
                  </a:lnTo>
                  <a:lnTo>
                    <a:pt x="277647" y="41719"/>
                  </a:lnTo>
                  <a:lnTo>
                    <a:pt x="273630" y="38293"/>
                  </a:lnTo>
                  <a:lnTo>
                    <a:pt x="269507" y="34994"/>
                  </a:lnTo>
                  <a:lnTo>
                    <a:pt x="265282" y="31828"/>
                  </a:lnTo>
                  <a:lnTo>
                    <a:pt x="260959" y="28797"/>
                  </a:lnTo>
                  <a:lnTo>
                    <a:pt x="256543" y="25903"/>
                  </a:lnTo>
                  <a:lnTo>
                    <a:pt x="252037" y="23151"/>
                  </a:lnTo>
                  <a:lnTo>
                    <a:pt x="247446" y="20542"/>
                  </a:lnTo>
                  <a:lnTo>
                    <a:pt x="242776" y="18080"/>
                  </a:lnTo>
                  <a:lnTo>
                    <a:pt x="238030" y="15766"/>
                  </a:lnTo>
                  <a:lnTo>
                    <a:pt x="233213" y="1360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66055" cy="167167"/>
            </a:xfrm>
            <a:custGeom>
              <a:avLst/>
              <a:pathLst>
                <a:path w="66055" h="167167">
                  <a:moveTo>
                    <a:pt x="66055" y="13604"/>
                  </a:moveTo>
                  <a:lnTo>
                    <a:pt x="60340" y="11270"/>
                  </a:lnTo>
                  <a:lnTo>
                    <a:pt x="54543" y="9148"/>
                  </a:lnTo>
                  <a:lnTo>
                    <a:pt x="48671" y="7242"/>
                  </a:lnTo>
                  <a:lnTo>
                    <a:pt x="42734" y="5554"/>
                  </a:lnTo>
                  <a:lnTo>
                    <a:pt x="36738" y="4086"/>
                  </a:lnTo>
                  <a:lnTo>
                    <a:pt x="30691" y="2841"/>
                  </a:lnTo>
                  <a:lnTo>
                    <a:pt x="24603" y="1820"/>
                  </a:lnTo>
                  <a:lnTo>
                    <a:pt x="18482" y="1024"/>
                  </a:lnTo>
                  <a:lnTo>
                    <a:pt x="12335" y="455"/>
                  </a:lnTo>
                  <a:lnTo>
                    <a:pt x="6171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7958" y="5269756"/>
              <a:ext cx="166542" cy="167167"/>
            </a:xfrm>
            <a:custGeom>
              <a:avLst/>
              <a:pathLst>
                <a:path w="166542" h="167167">
                  <a:moveTo>
                    <a:pt x="166502" y="0"/>
                  </a:moveTo>
                  <a:lnTo>
                    <a:pt x="161110" y="88"/>
                  </a:lnTo>
                  <a:lnTo>
                    <a:pt x="155723" y="350"/>
                  </a:lnTo>
                  <a:lnTo>
                    <a:pt x="150348" y="786"/>
                  </a:lnTo>
                  <a:lnTo>
                    <a:pt x="144989" y="1395"/>
                  </a:lnTo>
                  <a:lnTo>
                    <a:pt x="139653" y="2176"/>
                  </a:lnTo>
                  <a:lnTo>
                    <a:pt x="134345" y="3130"/>
                  </a:lnTo>
                  <a:lnTo>
                    <a:pt x="129070" y="4254"/>
                  </a:lnTo>
                  <a:lnTo>
                    <a:pt x="123834" y="5547"/>
                  </a:lnTo>
                  <a:lnTo>
                    <a:pt x="118643" y="7009"/>
                  </a:lnTo>
                  <a:lnTo>
                    <a:pt x="113502" y="8637"/>
                  </a:lnTo>
                  <a:lnTo>
                    <a:pt x="108416" y="10431"/>
                  </a:lnTo>
                  <a:lnTo>
                    <a:pt x="103390" y="12387"/>
                  </a:lnTo>
                  <a:lnTo>
                    <a:pt x="98430" y="14505"/>
                  </a:lnTo>
                  <a:lnTo>
                    <a:pt x="93541" y="16782"/>
                  </a:lnTo>
                  <a:lnTo>
                    <a:pt x="88728" y="19215"/>
                  </a:lnTo>
                  <a:lnTo>
                    <a:pt x="83996" y="21802"/>
                  </a:lnTo>
                  <a:lnTo>
                    <a:pt x="79350" y="24540"/>
                  </a:lnTo>
                  <a:lnTo>
                    <a:pt x="74795" y="27427"/>
                  </a:lnTo>
                  <a:lnTo>
                    <a:pt x="70335" y="30459"/>
                  </a:lnTo>
                  <a:lnTo>
                    <a:pt x="65975" y="33634"/>
                  </a:lnTo>
                  <a:lnTo>
                    <a:pt x="61720" y="36947"/>
                  </a:lnTo>
                  <a:lnTo>
                    <a:pt x="57574" y="40396"/>
                  </a:lnTo>
                  <a:lnTo>
                    <a:pt x="53541" y="43977"/>
                  </a:lnTo>
                  <a:lnTo>
                    <a:pt x="49626" y="47687"/>
                  </a:lnTo>
                  <a:lnTo>
                    <a:pt x="45833" y="51520"/>
                  </a:lnTo>
                  <a:lnTo>
                    <a:pt x="42165" y="55474"/>
                  </a:lnTo>
                  <a:lnTo>
                    <a:pt x="38627" y="59544"/>
                  </a:lnTo>
                  <a:lnTo>
                    <a:pt x="35222" y="63726"/>
                  </a:lnTo>
                  <a:lnTo>
                    <a:pt x="31954" y="68016"/>
                  </a:lnTo>
                  <a:lnTo>
                    <a:pt x="28826" y="72409"/>
                  </a:lnTo>
                  <a:lnTo>
                    <a:pt x="25841" y="76901"/>
                  </a:lnTo>
                  <a:lnTo>
                    <a:pt x="23002" y="81487"/>
                  </a:lnTo>
                  <a:lnTo>
                    <a:pt x="20313" y="86162"/>
                  </a:lnTo>
                  <a:lnTo>
                    <a:pt x="17776" y="90921"/>
                  </a:lnTo>
                  <a:lnTo>
                    <a:pt x="15394" y="95759"/>
                  </a:lnTo>
                  <a:lnTo>
                    <a:pt x="13169" y="100672"/>
                  </a:lnTo>
                  <a:lnTo>
                    <a:pt x="11104" y="105654"/>
                  </a:lnTo>
                  <a:lnTo>
                    <a:pt x="9201" y="110700"/>
                  </a:lnTo>
                  <a:lnTo>
                    <a:pt x="7461" y="115805"/>
                  </a:lnTo>
                  <a:lnTo>
                    <a:pt x="5887" y="120963"/>
                  </a:lnTo>
                  <a:lnTo>
                    <a:pt x="4480" y="126169"/>
                  </a:lnTo>
                  <a:lnTo>
                    <a:pt x="3242" y="131418"/>
                  </a:lnTo>
                  <a:lnTo>
                    <a:pt x="2174" y="136705"/>
                  </a:lnTo>
                  <a:lnTo>
                    <a:pt x="1277" y="142023"/>
                  </a:lnTo>
                  <a:lnTo>
                    <a:pt x="552" y="147367"/>
                  </a:lnTo>
                  <a:lnTo>
                    <a:pt x="0" y="152731"/>
                  </a:lnTo>
                  <a:lnTo>
                    <a:pt x="16654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40" y="5269756"/>
              <a:ext cx="334312" cy="334333"/>
            </a:xfrm>
            <a:custGeom>
              <a:avLst/>
              <a:pathLst>
                <a:path w="334312" h="334333">
                  <a:moveTo>
                    <a:pt x="617" y="152731"/>
                  </a:moveTo>
                  <a:lnTo>
                    <a:pt x="243" y="158031"/>
                  </a:lnTo>
                  <a:lnTo>
                    <a:pt x="37" y="163339"/>
                  </a:lnTo>
                  <a:lnTo>
                    <a:pt x="0" y="168651"/>
                  </a:lnTo>
                  <a:lnTo>
                    <a:pt x="131" y="173962"/>
                  </a:lnTo>
                  <a:lnTo>
                    <a:pt x="431" y="179266"/>
                  </a:lnTo>
                  <a:lnTo>
                    <a:pt x="900" y="184558"/>
                  </a:lnTo>
                  <a:lnTo>
                    <a:pt x="1537" y="189832"/>
                  </a:lnTo>
                  <a:lnTo>
                    <a:pt x="2340" y="195083"/>
                  </a:lnTo>
                  <a:lnTo>
                    <a:pt x="3311" y="200306"/>
                  </a:lnTo>
                  <a:lnTo>
                    <a:pt x="4446" y="205496"/>
                  </a:lnTo>
                  <a:lnTo>
                    <a:pt x="5746" y="210647"/>
                  </a:lnTo>
                  <a:lnTo>
                    <a:pt x="7210" y="215754"/>
                  </a:lnTo>
                  <a:lnTo>
                    <a:pt x="8834" y="220812"/>
                  </a:lnTo>
                  <a:lnTo>
                    <a:pt x="10619" y="225816"/>
                  </a:lnTo>
                  <a:lnTo>
                    <a:pt x="12561" y="230760"/>
                  </a:lnTo>
                  <a:lnTo>
                    <a:pt x="14660" y="235640"/>
                  </a:lnTo>
                  <a:lnTo>
                    <a:pt x="16913" y="240451"/>
                  </a:lnTo>
                  <a:lnTo>
                    <a:pt x="19317" y="245189"/>
                  </a:lnTo>
                  <a:lnTo>
                    <a:pt x="21871" y="249847"/>
                  </a:lnTo>
                  <a:lnTo>
                    <a:pt x="24572" y="254422"/>
                  </a:lnTo>
                  <a:lnTo>
                    <a:pt x="27416" y="258908"/>
                  </a:lnTo>
                  <a:lnTo>
                    <a:pt x="30402" y="263303"/>
                  </a:lnTo>
                  <a:lnTo>
                    <a:pt x="33526" y="267600"/>
                  </a:lnTo>
                  <a:lnTo>
                    <a:pt x="36784" y="271795"/>
                  </a:lnTo>
                  <a:lnTo>
                    <a:pt x="40175" y="275885"/>
                  </a:lnTo>
                  <a:lnTo>
                    <a:pt x="43693" y="279865"/>
                  </a:lnTo>
                  <a:lnTo>
                    <a:pt x="47337" y="283731"/>
                  </a:lnTo>
                  <a:lnTo>
                    <a:pt x="51101" y="287480"/>
                  </a:lnTo>
                  <a:lnTo>
                    <a:pt x="54983" y="291107"/>
                  </a:lnTo>
                  <a:lnTo>
                    <a:pt x="58977" y="294609"/>
                  </a:lnTo>
                  <a:lnTo>
                    <a:pt x="63082" y="297982"/>
                  </a:lnTo>
                  <a:lnTo>
                    <a:pt x="67291" y="301223"/>
                  </a:lnTo>
                  <a:lnTo>
                    <a:pt x="71601" y="304329"/>
                  </a:lnTo>
                  <a:lnTo>
                    <a:pt x="76007" y="307296"/>
                  </a:lnTo>
                  <a:lnTo>
                    <a:pt x="80506" y="310121"/>
                  </a:lnTo>
                  <a:lnTo>
                    <a:pt x="85092" y="312803"/>
                  </a:lnTo>
                  <a:lnTo>
                    <a:pt x="89761" y="315337"/>
                  </a:lnTo>
                  <a:lnTo>
                    <a:pt x="94508" y="317721"/>
                  </a:lnTo>
                  <a:lnTo>
                    <a:pt x="99329" y="319954"/>
                  </a:lnTo>
                  <a:lnTo>
                    <a:pt x="104218" y="322032"/>
                  </a:lnTo>
                  <a:lnTo>
                    <a:pt x="109171" y="323954"/>
                  </a:lnTo>
                  <a:lnTo>
                    <a:pt x="114182" y="325717"/>
                  </a:lnTo>
                  <a:lnTo>
                    <a:pt x="119247" y="327321"/>
                  </a:lnTo>
                  <a:lnTo>
                    <a:pt x="124360" y="328762"/>
                  </a:lnTo>
                  <a:lnTo>
                    <a:pt x="129516" y="330041"/>
                  </a:lnTo>
                  <a:lnTo>
                    <a:pt x="134710" y="331155"/>
                  </a:lnTo>
                  <a:lnTo>
                    <a:pt x="139938" y="332103"/>
                  </a:lnTo>
                  <a:lnTo>
                    <a:pt x="145192" y="332885"/>
                  </a:lnTo>
                  <a:lnTo>
                    <a:pt x="150469" y="333499"/>
                  </a:lnTo>
                  <a:lnTo>
                    <a:pt x="155763" y="333945"/>
                  </a:lnTo>
                  <a:lnTo>
                    <a:pt x="161068" y="334223"/>
                  </a:lnTo>
                  <a:lnTo>
                    <a:pt x="166379" y="334333"/>
                  </a:lnTo>
                  <a:lnTo>
                    <a:pt x="171691" y="334273"/>
                  </a:lnTo>
                  <a:lnTo>
                    <a:pt x="176999" y="334045"/>
                  </a:lnTo>
                  <a:lnTo>
                    <a:pt x="182296" y="333648"/>
                  </a:lnTo>
                  <a:lnTo>
                    <a:pt x="187579" y="333083"/>
                  </a:lnTo>
                  <a:lnTo>
                    <a:pt x="192840" y="332350"/>
                  </a:lnTo>
                  <a:lnTo>
                    <a:pt x="198076" y="331451"/>
                  </a:lnTo>
                  <a:lnTo>
                    <a:pt x="203281" y="330385"/>
                  </a:lnTo>
                  <a:lnTo>
                    <a:pt x="208449" y="329155"/>
                  </a:lnTo>
                  <a:lnTo>
                    <a:pt x="213575" y="327762"/>
                  </a:lnTo>
                  <a:lnTo>
                    <a:pt x="218654" y="326206"/>
                  </a:lnTo>
                  <a:lnTo>
                    <a:pt x="223682" y="324489"/>
                  </a:lnTo>
                  <a:lnTo>
                    <a:pt x="228652" y="322614"/>
                  </a:lnTo>
                  <a:lnTo>
                    <a:pt x="233561" y="320581"/>
                  </a:lnTo>
                  <a:lnTo>
                    <a:pt x="238402" y="318394"/>
                  </a:lnTo>
                  <a:lnTo>
                    <a:pt x="243171" y="316054"/>
                  </a:lnTo>
                  <a:lnTo>
                    <a:pt x="247864" y="313563"/>
                  </a:lnTo>
                  <a:lnTo>
                    <a:pt x="252475" y="310925"/>
                  </a:lnTo>
                  <a:lnTo>
                    <a:pt x="256999" y="308142"/>
                  </a:lnTo>
                  <a:lnTo>
                    <a:pt x="261434" y="305216"/>
                  </a:lnTo>
                  <a:lnTo>
                    <a:pt x="265773" y="302151"/>
                  </a:lnTo>
                  <a:lnTo>
                    <a:pt x="270012" y="298949"/>
                  </a:lnTo>
                  <a:lnTo>
                    <a:pt x="274147" y="295614"/>
                  </a:lnTo>
                  <a:lnTo>
                    <a:pt x="278175" y="292150"/>
                  </a:lnTo>
                  <a:lnTo>
                    <a:pt x="282090" y="288559"/>
                  </a:lnTo>
                  <a:lnTo>
                    <a:pt x="285889" y="284846"/>
                  </a:lnTo>
                  <a:lnTo>
                    <a:pt x="289569" y="281014"/>
                  </a:lnTo>
                  <a:lnTo>
                    <a:pt x="293124" y="277067"/>
                  </a:lnTo>
                  <a:lnTo>
                    <a:pt x="296553" y="273009"/>
                  </a:lnTo>
                  <a:lnTo>
                    <a:pt x="299851" y="268844"/>
                  </a:lnTo>
                  <a:lnTo>
                    <a:pt x="303014" y="264577"/>
                  </a:lnTo>
                  <a:lnTo>
                    <a:pt x="306041" y="260211"/>
                  </a:lnTo>
                  <a:lnTo>
                    <a:pt x="308927" y="255751"/>
                  </a:lnTo>
                  <a:lnTo>
                    <a:pt x="311670" y="251201"/>
                  </a:lnTo>
                  <a:lnTo>
                    <a:pt x="314268" y="246567"/>
                  </a:lnTo>
                  <a:lnTo>
                    <a:pt x="316716" y="241853"/>
                  </a:lnTo>
                  <a:lnTo>
                    <a:pt x="319014" y="237063"/>
                  </a:lnTo>
                  <a:lnTo>
                    <a:pt x="321158" y="232202"/>
                  </a:lnTo>
                  <a:lnTo>
                    <a:pt x="323147" y="227276"/>
                  </a:lnTo>
                  <a:lnTo>
                    <a:pt x="324978" y="222289"/>
                  </a:lnTo>
                  <a:lnTo>
                    <a:pt x="326650" y="217247"/>
                  </a:lnTo>
                  <a:lnTo>
                    <a:pt x="328161" y="212154"/>
                  </a:lnTo>
                  <a:lnTo>
                    <a:pt x="329509" y="207015"/>
                  </a:lnTo>
                  <a:lnTo>
                    <a:pt x="330693" y="201836"/>
                  </a:lnTo>
                  <a:lnTo>
                    <a:pt x="331712" y="196623"/>
                  </a:lnTo>
                  <a:lnTo>
                    <a:pt x="332565" y="191379"/>
                  </a:lnTo>
                  <a:lnTo>
                    <a:pt x="333251" y="186111"/>
                  </a:lnTo>
                  <a:lnTo>
                    <a:pt x="333769" y="180824"/>
                  </a:lnTo>
                  <a:lnTo>
                    <a:pt x="334119" y="175523"/>
                  </a:lnTo>
                  <a:lnTo>
                    <a:pt x="334300" y="170214"/>
                  </a:lnTo>
                  <a:lnTo>
                    <a:pt x="334312" y="164901"/>
                  </a:lnTo>
                  <a:lnTo>
                    <a:pt x="334156" y="159591"/>
                  </a:lnTo>
                  <a:lnTo>
                    <a:pt x="333831" y="154289"/>
                  </a:lnTo>
                  <a:lnTo>
                    <a:pt x="333338" y="148999"/>
                  </a:lnTo>
                  <a:lnTo>
                    <a:pt x="332676" y="143728"/>
                  </a:lnTo>
                  <a:lnTo>
                    <a:pt x="331848" y="138481"/>
                  </a:lnTo>
                  <a:lnTo>
                    <a:pt x="330853" y="133262"/>
                  </a:lnTo>
                  <a:lnTo>
                    <a:pt x="329693" y="128078"/>
                  </a:lnTo>
                  <a:lnTo>
                    <a:pt x="328369" y="122933"/>
                  </a:lnTo>
                  <a:lnTo>
                    <a:pt x="326882" y="117833"/>
                  </a:lnTo>
                  <a:lnTo>
                    <a:pt x="325234" y="112783"/>
                  </a:lnTo>
                  <a:lnTo>
                    <a:pt x="323426" y="107787"/>
                  </a:lnTo>
                  <a:lnTo>
                    <a:pt x="321461" y="102852"/>
                  </a:lnTo>
                  <a:lnTo>
                    <a:pt x="319339" y="97982"/>
                  </a:lnTo>
                  <a:lnTo>
                    <a:pt x="317064" y="93181"/>
                  </a:lnTo>
                  <a:lnTo>
                    <a:pt x="314637" y="88455"/>
                  </a:lnTo>
                  <a:lnTo>
                    <a:pt x="312062" y="83809"/>
                  </a:lnTo>
                  <a:lnTo>
                    <a:pt x="309340" y="79247"/>
                  </a:lnTo>
                  <a:lnTo>
                    <a:pt x="306474" y="74773"/>
                  </a:lnTo>
                  <a:lnTo>
                    <a:pt x="303468" y="70393"/>
                  </a:lnTo>
                  <a:lnTo>
                    <a:pt x="300324" y="66111"/>
                  </a:lnTo>
                  <a:lnTo>
                    <a:pt x="297046" y="61931"/>
                  </a:lnTo>
                  <a:lnTo>
                    <a:pt x="293637" y="57857"/>
                  </a:lnTo>
                  <a:lnTo>
                    <a:pt x="290099" y="53893"/>
                  </a:lnTo>
                  <a:lnTo>
                    <a:pt x="286438" y="50044"/>
                  </a:lnTo>
                  <a:lnTo>
                    <a:pt x="282656" y="46313"/>
                  </a:lnTo>
                  <a:lnTo>
                    <a:pt x="278758" y="42704"/>
                  </a:lnTo>
                  <a:lnTo>
                    <a:pt x="274746" y="39221"/>
                  </a:lnTo>
                  <a:lnTo>
                    <a:pt x="270627" y="35867"/>
                  </a:lnTo>
                  <a:lnTo>
                    <a:pt x="266402" y="32646"/>
                  </a:lnTo>
                  <a:lnTo>
                    <a:pt x="262078" y="29560"/>
                  </a:lnTo>
                  <a:lnTo>
                    <a:pt x="257657" y="26614"/>
                  </a:lnTo>
                  <a:lnTo>
                    <a:pt x="253146" y="23809"/>
                  </a:lnTo>
                  <a:lnTo>
                    <a:pt x="248547" y="21149"/>
                  </a:lnTo>
                  <a:lnTo>
                    <a:pt x="243866" y="18637"/>
                  </a:lnTo>
                  <a:lnTo>
                    <a:pt x="239108" y="16275"/>
                  </a:lnTo>
                  <a:lnTo>
                    <a:pt x="234277" y="14065"/>
                  </a:lnTo>
                  <a:lnTo>
                    <a:pt x="229378" y="12009"/>
                  </a:lnTo>
                  <a:lnTo>
                    <a:pt x="224417" y="10111"/>
                  </a:lnTo>
                  <a:lnTo>
                    <a:pt x="219397" y="8371"/>
                  </a:lnTo>
                  <a:lnTo>
                    <a:pt x="214325" y="6791"/>
                  </a:lnTo>
                  <a:lnTo>
                    <a:pt x="209205" y="5373"/>
                  </a:lnTo>
                  <a:lnTo>
                    <a:pt x="204043" y="4119"/>
                  </a:lnTo>
                  <a:lnTo>
                    <a:pt x="198843" y="3029"/>
                  </a:lnTo>
                  <a:lnTo>
                    <a:pt x="193612" y="2106"/>
                  </a:lnTo>
                  <a:lnTo>
                    <a:pt x="188354" y="1348"/>
                  </a:lnTo>
                  <a:lnTo>
                    <a:pt x="183074" y="759"/>
                  </a:lnTo>
                  <a:lnTo>
                    <a:pt x="177779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7136" y="5399291"/>
              <a:ext cx="9079" cy="167167"/>
            </a:xfrm>
            <a:custGeom>
              <a:avLst/>
              <a:pathLst>
                <a:path w="9079" h="167167">
                  <a:moveTo>
                    <a:pt x="9079" y="0"/>
                  </a:moveTo>
                  <a:lnTo>
                    <a:pt x="0" y="246"/>
                  </a:lnTo>
                  <a:lnTo>
                    <a:pt x="90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319052" y="5399538"/>
              <a:ext cx="334327" cy="334081"/>
            </a:xfrm>
            <a:custGeom>
              <a:avLst/>
              <a:pathLst>
                <a:path w="334327" h="334081">
                  <a:moveTo>
                    <a:pt x="158084" y="0"/>
                  </a:moveTo>
                  <a:lnTo>
                    <a:pt x="152792" y="372"/>
                  </a:lnTo>
                  <a:lnTo>
                    <a:pt x="147515" y="911"/>
                  </a:lnTo>
                  <a:lnTo>
                    <a:pt x="142258" y="1618"/>
                  </a:lnTo>
                  <a:lnTo>
                    <a:pt x="137026" y="2492"/>
                  </a:lnTo>
                  <a:lnTo>
                    <a:pt x="131824" y="3531"/>
                  </a:lnTo>
                  <a:lnTo>
                    <a:pt x="126657" y="4734"/>
                  </a:lnTo>
                  <a:lnTo>
                    <a:pt x="121532" y="6101"/>
                  </a:lnTo>
                  <a:lnTo>
                    <a:pt x="116452" y="7630"/>
                  </a:lnTo>
                  <a:lnTo>
                    <a:pt x="111424" y="9319"/>
                  </a:lnTo>
                  <a:lnTo>
                    <a:pt x="106451" y="11167"/>
                  </a:lnTo>
                  <a:lnTo>
                    <a:pt x="101540" y="13172"/>
                  </a:lnTo>
                  <a:lnTo>
                    <a:pt x="96695" y="15331"/>
                  </a:lnTo>
                  <a:lnTo>
                    <a:pt x="91921" y="17643"/>
                  </a:lnTo>
                  <a:lnTo>
                    <a:pt x="87222" y="20106"/>
                  </a:lnTo>
                  <a:lnTo>
                    <a:pt x="82605" y="22716"/>
                  </a:lnTo>
                  <a:lnTo>
                    <a:pt x="78072" y="25472"/>
                  </a:lnTo>
                  <a:lnTo>
                    <a:pt x="73629" y="28370"/>
                  </a:lnTo>
                  <a:lnTo>
                    <a:pt x="69280" y="31407"/>
                  </a:lnTo>
                  <a:lnTo>
                    <a:pt x="65029" y="34581"/>
                  </a:lnTo>
                  <a:lnTo>
                    <a:pt x="60882" y="37888"/>
                  </a:lnTo>
                  <a:lnTo>
                    <a:pt x="56842" y="41325"/>
                  </a:lnTo>
                  <a:lnTo>
                    <a:pt x="52912" y="44889"/>
                  </a:lnTo>
                  <a:lnTo>
                    <a:pt x="49098" y="48575"/>
                  </a:lnTo>
                  <a:lnTo>
                    <a:pt x="45402" y="52381"/>
                  </a:lnTo>
                  <a:lnTo>
                    <a:pt x="41830" y="56302"/>
                  </a:lnTo>
                  <a:lnTo>
                    <a:pt x="38383" y="60334"/>
                  </a:lnTo>
                  <a:lnTo>
                    <a:pt x="35066" y="64474"/>
                  </a:lnTo>
                  <a:lnTo>
                    <a:pt x="31882" y="68717"/>
                  </a:lnTo>
                  <a:lnTo>
                    <a:pt x="28834" y="73058"/>
                  </a:lnTo>
                  <a:lnTo>
                    <a:pt x="25926" y="77494"/>
                  </a:lnTo>
                  <a:lnTo>
                    <a:pt x="23160" y="82021"/>
                  </a:lnTo>
                  <a:lnTo>
                    <a:pt x="20538" y="86632"/>
                  </a:lnTo>
                  <a:lnTo>
                    <a:pt x="18065" y="91325"/>
                  </a:lnTo>
                  <a:lnTo>
                    <a:pt x="15741" y="96094"/>
                  </a:lnTo>
                  <a:lnTo>
                    <a:pt x="13570" y="100934"/>
                  </a:lnTo>
                  <a:lnTo>
                    <a:pt x="11554" y="105840"/>
                  </a:lnTo>
                  <a:lnTo>
                    <a:pt x="9694" y="110808"/>
                  </a:lnTo>
                  <a:lnTo>
                    <a:pt x="7993" y="115833"/>
                  </a:lnTo>
                  <a:lnTo>
                    <a:pt x="6453" y="120909"/>
                  </a:lnTo>
                  <a:lnTo>
                    <a:pt x="5074" y="126031"/>
                  </a:lnTo>
                  <a:lnTo>
                    <a:pt x="3858" y="131194"/>
                  </a:lnTo>
                  <a:lnTo>
                    <a:pt x="2807" y="136394"/>
                  </a:lnTo>
                  <a:lnTo>
                    <a:pt x="1921" y="141624"/>
                  </a:lnTo>
                  <a:lnTo>
                    <a:pt x="1201" y="146879"/>
                  </a:lnTo>
                  <a:lnTo>
                    <a:pt x="649" y="152155"/>
                  </a:lnTo>
                  <a:lnTo>
                    <a:pt x="264" y="157446"/>
                  </a:lnTo>
                  <a:lnTo>
                    <a:pt x="48" y="162746"/>
                  </a:lnTo>
                  <a:lnTo>
                    <a:pt x="0" y="168050"/>
                  </a:lnTo>
                  <a:lnTo>
                    <a:pt x="120" y="173354"/>
                  </a:lnTo>
                  <a:lnTo>
                    <a:pt x="408" y="178650"/>
                  </a:lnTo>
                  <a:lnTo>
                    <a:pt x="864" y="183935"/>
                  </a:lnTo>
                  <a:lnTo>
                    <a:pt x="1487" y="189203"/>
                  </a:lnTo>
                  <a:lnTo>
                    <a:pt x="2278" y="194449"/>
                  </a:lnTo>
                  <a:lnTo>
                    <a:pt x="3234" y="199666"/>
                  </a:lnTo>
                  <a:lnTo>
                    <a:pt x="4356" y="204851"/>
                  </a:lnTo>
                  <a:lnTo>
                    <a:pt x="5641" y="209998"/>
                  </a:lnTo>
                  <a:lnTo>
                    <a:pt x="7089" y="215101"/>
                  </a:lnTo>
                  <a:lnTo>
                    <a:pt x="8699" y="220155"/>
                  </a:lnTo>
                  <a:lnTo>
                    <a:pt x="10468" y="225156"/>
                  </a:lnTo>
                  <a:lnTo>
                    <a:pt x="12394" y="230099"/>
                  </a:lnTo>
                  <a:lnTo>
                    <a:pt x="14477" y="234977"/>
                  </a:lnTo>
                  <a:lnTo>
                    <a:pt x="16713" y="239788"/>
                  </a:lnTo>
                  <a:lnTo>
                    <a:pt x="19101" y="244525"/>
                  </a:lnTo>
                  <a:lnTo>
                    <a:pt x="21637" y="249183"/>
                  </a:lnTo>
                  <a:lnTo>
                    <a:pt x="24321" y="253759"/>
                  </a:lnTo>
                  <a:lnTo>
                    <a:pt x="27148" y="258248"/>
                  </a:lnTo>
                  <a:lnTo>
                    <a:pt x="30116" y="262644"/>
                  </a:lnTo>
                  <a:lnTo>
                    <a:pt x="33222" y="266944"/>
                  </a:lnTo>
                  <a:lnTo>
                    <a:pt x="36463" y="271143"/>
                  </a:lnTo>
                  <a:lnTo>
                    <a:pt x="39836" y="275238"/>
                  </a:lnTo>
                  <a:lnTo>
                    <a:pt x="43337" y="279223"/>
                  </a:lnTo>
                  <a:lnTo>
                    <a:pt x="46962" y="283096"/>
                  </a:lnTo>
                  <a:lnTo>
                    <a:pt x="50709" y="286851"/>
                  </a:lnTo>
                  <a:lnTo>
                    <a:pt x="54573" y="290485"/>
                  </a:lnTo>
                  <a:lnTo>
                    <a:pt x="58550" y="293995"/>
                  </a:lnTo>
                  <a:lnTo>
                    <a:pt x="62636" y="297378"/>
                  </a:lnTo>
                  <a:lnTo>
                    <a:pt x="66828" y="300628"/>
                  </a:lnTo>
                  <a:lnTo>
                    <a:pt x="71121" y="303744"/>
                  </a:lnTo>
                  <a:lnTo>
                    <a:pt x="75511" y="306723"/>
                  </a:lnTo>
                  <a:lnTo>
                    <a:pt x="79993" y="309560"/>
                  </a:lnTo>
                  <a:lnTo>
                    <a:pt x="84562" y="312254"/>
                  </a:lnTo>
                  <a:lnTo>
                    <a:pt x="89215" y="314802"/>
                  </a:lnTo>
                  <a:lnTo>
                    <a:pt x="93946" y="317201"/>
                  </a:lnTo>
                  <a:lnTo>
                    <a:pt x="98751" y="319448"/>
                  </a:lnTo>
                  <a:lnTo>
                    <a:pt x="103625" y="321542"/>
                  </a:lnTo>
                  <a:lnTo>
                    <a:pt x="108563" y="323480"/>
                  </a:lnTo>
                  <a:lnTo>
                    <a:pt x="113560" y="325261"/>
                  </a:lnTo>
                  <a:lnTo>
                    <a:pt x="118611" y="326882"/>
                  </a:lnTo>
                  <a:lnTo>
                    <a:pt x="123711" y="328341"/>
                  </a:lnTo>
                  <a:lnTo>
                    <a:pt x="128854" y="329639"/>
                  </a:lnTo>
                  <a:lnTo>
                    <a:pt x="134036" y="330772"/>
                  </a:lnTo>
                  <a:lnTo>
                    <a:pt x="139252" y="331741"/>
                  </a:lnTo>
                  <a:lnTo>
                    <a:pt x="144495" y="332544"/>
                  </a:lnTo>
                  <a:lnTo>
                    <a:pt x="149762" y="333179"/>
                  </a:lnTo>
                  <a:lnTo>
                    <a:pt x="155045" y="333648"/>
                  </a:lnTo>
                  <a:lnTo>
                    <a:pt x="160342" y="333948"/>
                  </a:lnTo>
                  <a:lnTo>
                    <a:pt x="165645" y="334081"/>
                  </a:lnTo>
                  <a:lnTo>
                    <a:pt x="170949" y="334045"/>
                  </a:lnTo>
                  <a:lnTo>
                    <a:pt x="176250" y="333840"/>
                  </a:lnTo>
                  <a:lnTo>
                    <a:pt x="181541" y="333468"/>
                  </a:lnTo>
                  <a:lnTo>
                    <a:pt x="186818" y="332928"/>
                  </a:lnTo>
                  <a:lnTo>
                    <a:pt x="192076" y="332221"/>
                  </a:lnTo>
                  <a:lnTo>
                    <a:pt x="197308" y="331347"/>
                  </a:lnTo>
                  <a:lnTo>
                    <a:pt x="202510" y="330308"/>
                  </a:lnTo>
                  <a:lnTo>
                    <a:pt x="207676" y="329104"/>
                  </a:lnTo>
                  <a:lnTo>
                    <a:pt x="212801" y="327737"/>
                  </a:lnTo>
                  <a:lnTo>
                    <a:pt x="217881" y="326208"/>
                  </a:lnTo>
                  <a:lnTo>
                    <a:pt x="222909" y="324519"/>
                  </a:lnTo>
                  <a:lnTo>
                    <a:pt x="227881" y="322671"/>
                  </a:lnTo>
                  <a:lnTo>
                    <a:pt x="232793" y="320666"/>
                  </a:lnTo>
                  <a:lnTo>
                    <a:pt x="237638" y="318506"/>
                  </a:lnTo>
                  <a:lnTo>
                    <a:pt x="242412" y="316194"/>
                  </a:lnTo>
                  <a:lnTo>
                    <a:pt x="247110" y="313731"/>
                  </a:lnTo>
                  <a:lnTo>
                    <a:pt x="251728" y="311121"/>
                  </a:lnTo>
                  <a:lnTo>
                    <a:pt x="256260" y="308365"/>
                  </a:lnTo>
                  <a:lnTo>
                    <a:pt x="260703" y="305467"/>
                  </a:lnTo>
                  <a:lnTo>
                    <a:pt x="265052" y="302429"/>
                  </a:lnTo>
                  <a:lnTo>
                    <a:pt x="269302" y="299255"/>
                  </a:lnTo>
                  <a:lnTo>
                    <a:pt x="273450" y="295948"/>
                  </a:lnTo>
                  <a:lnTo>
                    <a:pt x="277490" y="292510"/>
                  </a:lnTo>
                  <a:lnTo>
                    <a:pt x="281419" y="288947"/>
                  </a:lnTo>
                  <a:lnTo>
                    <a:pt x="285233" y="285260"/>
                  </a:lnTo>
                  <a:lnTo>
                    <a:pt x="288929" y="281454"/>
                  </a:lnTo>
                  <a:lnTo>
                    <a:pt x="292501" y="277533"/>
                  </a:lnTo>
                  <a:lnTo>
                    <a:pt x="295948" y="273501"/>
                  </a:lnTo>
                  <a:lnTo>
                    <a:pt x="299265" y="269361"/>
                  </a:lnTo>
                  <a:lnTo>
                    <a:pt x="302448" y="265118"/>
                  </a:lnTo>
                  <a:lnTo>
                    <a:pt x="305496" y="260776"/>
                  </a:lnTo>
                  <a:lnTo>
                    <a:pt x="308404" y="256340"/>
                  </a:lnTo>
                  <a:lnTo>
                    <a:pt x="311170" y="251814"/>
                  </a:lnTo>
                  <a:lnTo>
                    <a:pt x="313791" y="247202"/>
                  </a:lnTo>
                  <a:lnTo>
                    <a:pt x="316265" y="242509"/>
                  </a:lnTo>
                  <a:lnTo>
                    <a:pt x="318588" y="237740"/>
                  </a:lnTo>
                  <a:lnTo>
                    <a:pt x="320759" y="232900"/>
                  </a:lnTo>
                  <a:lnTo>
                    <a:pt x="322775" y="227994"/>
                  </a:lnTo>
                  <a:lnTo>
                    <a:pt x="324634" y="223025"/>
                  </a:lnTo>
                  <a:lnTo>
                    <a:pt x="326335" y="218001"/>
                  </a:lnTo>
                  <a:lnTo>
                    <a:pt x="327876" y="212925"/>
                  </a:lnTo>
                  <a:lnTo>
                    <a:pt x="329254" y="207803"/>
                  </a:lnTo>
                  <a:lnTo>
                    <a:pt x="330470" y="202639"/>
                  </a:lnTo>
                  <a:lnTo>
                    <a:pt x="331521" y="197440"/>
                  </a:lnTo>
                  <a:lnTo>
                    <a:pt x="332407" y="192210"/>
                  </a:lnTo>
                  <a:lnTo>
                    <a:pt x="333126" y="186954"/>
                  </a:lnTo>
                  <a:lnTo>
                    <a:pt x="333678" y="181678"/>
                  </a:lnTo>
                  <a:lnTo>
                    <a:pt x="334062" y="176387"/>
                  </a:lnTo>
                  <a:lnTo>
                    <a:pt x="334279" y="171087"/>
                  </a:lnTo>
                  <a:lnTo>
                    <a:pt x="334327" y="165783"/>
                  </a:lnTo>
                  <a:lnTo>
                    <a:pt x="334206" y="160480"/>
                  </a:lnTo>
                  <a:lnTo>
                    <a:pt x="333918" y="155183"/>
                  </a:lnTo>
                  <a:lnTo>
                    <a:pt x="333462" y="149898"/>
                  </a:lnTo>
                  <a:lnTo>
                    <a:pt x="332838" y="144630"/>
                  </a:lnTo>
                  <a:lnTo>
                    <a:pt x="332047" y="139385"/>
                  </a:lnTo>
                  <a:lnTo>
                    <a:pt x="331091" y="134167"/>
                  </a:lnTo>
                  <a:lnTo>
                    <a:pt x="329969" y="128982"/>
                  </a:lnTo>
                  <a:lnTo>
                    <a:pt x="328683" y="123836"/>
                  </a:lnTo>
                  <a:lnTo>
                    <a:pt x="327235" y="118733"/>
                  </a:lnTo>
                  <a:lnTo>
                    <a:pt x="325625" y="113678"/>
                  </a:lnTo>
                  <a:lnTo>
                    <a:pt x="323856" y="108677"/>
                  </a:lnTo>
                  <a:lnTo>
                    <a:pt x="321929" y="103735"/>
                  </a:lnTo>
                  <a:lnTo>
                    <a:pt x="319847" y="98856"/>
                  </a:lnTo>
                  <a:lnTo>
                    <a:pt x="317610" y="94046"/>
                  </a:lnTo>
                  <a:lnTo>
                    <a:pt x="315222" y="89310"/>
                  </a:lnTo>
                  <a:lnTo>
                    <a:pt x="312685" y="84651"/>
                  </a:lnTo>
                  <a:lnTo>
                    <a:pt x="310002" y="80075"/>
                  </a:lnTo>
                  <a:lnTo>
                    <a:pt x="307174" y="75587"/>
                  </a:lnTo>
                  <a:lnTo>
                    <a:pt x="304206" y="71191"/>
                  </a:lnTo>
                  <a:lnTo>
                    <a:pt x="301100" y="66891"/>
                  </a:lnTo>
                  <a:lnTo>
                    <a:pt x="297859" y="62691"/>
                  </a:lnTo>
                  <a:lnTo>
                    <a:pt x="294486" y="58597"/>
                  </a:lnTo>
                  <a:lnTo>
                    <a:pt x="290985" y="54612"/>
                  </a:lnTo>
                  <a:lnTo>
                    <a:pt x="287359" y="50740"/>
                  </a:lnTo>
                  <a:lnTo>
                    <a:pt x="283612" y="46985"/>
                  </a:lnTo>
                  <a:lnTo>
                    <a:pt x="279748" y="43350"/>
                  </a:lnTo>
                  <a:lnTo>
                    <a:pt x="275771" y="39840"/>
                  </a:lnTo>
                  <a:lnTo>
                    <a:pt x="271684" y="36458"/>
                  </a:lnTo>
                  <a:lnTo>
                    <a:pt x="267492" y="33208"/>
                  </a:lnTo>
                  <a:lnTo>
                    <a:pt x="263199" y="30092"/>
                  </a:lnTo>
                  <a:lnTo>
                    <a:pt x="258810" y="27114"/>
                  </a:lnTo>
                  <a:lnTo>
                    <a:pt x="254328" y="24276"/>
                  </a:lnTo>
                  <a:lnTo>
                    <a:pt x="249758" y="21582"/>
                  </a:lnTo>
                  <a:lnTo>
                    <a:pt x="245105" y="19035"/>
                  </a:lnTo>
                  <a:lnTo>
                    <a:pt x="240374" y="16637"/>
                  </a:lnTo>
                  <a:lnTo>
                    <a:pt x="235568" y="14389"/>
                  </a:lnTo>
                  <a:lnTo>
                    <a:pt x="230694" y="12296"/>
                  </a:lnTo>
                  <a:lnTo>
                    <a:pt x="225756" y="10358"/>
                  </a:lnTo>
                  <a:lnTo>
                    <a:pt x="220760" y="8578"/>
                  </a:lnTo>
                  <a:lnTo>
                    <a:pt x="215709" y="6957"/>
                  </a:lnTo>
                  <a:lnTo>
                    <a:pt x="167163" y="1669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48545" cy="167167"/>
            </a:xfrm>
            <a:custGeom>
              <a:avLst/>
              <a:pathLst>
                <a:path w="48545" h="167167">
                  <a:moveTo>
                    <a:pt x="48545" y="7204"/>
                  </a:moveTo>
                  <a:lnTo>
                    <a:pt x="42622" y="5524"/>
                  </a:lnTo>
                  <a:lnTo>
                    <a:pt x="36641" y="4065"/>
                  </a:lnTo>
                  <a:lnTo>
                    <a:pt x="30610" y="2826"/>
                  </a:lnTo>
                  <a:lnTo>
                    <a:pt x="24538" y="1810"/>
                  </a:lnTo>
                  <a:lnTo>
                    <a:pt x="18433" y="1019"/>
                  </a:lnTo>
                  <a:lnTo>
                    <a:pt x="12302" y="453"/>
                  </a:lnTo>
                  <a:lnTo>
                    <a:pt x="6155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8426" y="5399291"/>
              <a:ext cx="85117" cy="167167"/>
            </a:xfrm>
            <a:custGeom>
              <a:avLst/>
              <a:pathLst>
                <a:path w="85117" h="167167">
                  <a:moveTo>
                    <a:pt x="85117" y="0"/>
                  </a:moveTo>
                  <a:lnTo>
                    <a:pt x="79536" y="93"/>
                  </a:lnTo>
                  <a:lnTo>
                    <a:pt x="73962" y="372"/>
                  </a:lnTo>
                  <a:lnTo>
                    <a:pt x="68400" y="837"/>
                  </a:lnTo>
                  <a:lnTo>
                    <a:pt x="62857" y="1488"/>
                  </a:lnTo>
                  <a:lnTo>
                    <a:pt x="57339" y="2324"/>
                  </a:lnTo>
                  <a:lnTo>
                    <a:pt x="51851" y="3343"/>
                  </a:lnTo>
                  <a:lnTo>
                    <a:pt x="46401" y="4545"/>
                  </a:lnTo>
                  <a:lnTo>
                    <a:pt x="40993" y="5928"/>
                  </a:lnTo>
                  <a:lnTo>
                    <a:pt x="35635" y="7491"/>
                  </a:lnTo>
                  <a:lnTo>
                    <a:pt x="30333" y="9231"/>
                  </a:lnTo>
                  <a:lnTo>
                    <a:pt x="25091" y="11148"/>
                  </a:lnTo>
                  <a:lnTo>
                    <a:pt x="19916" y="13239"/>
                  </a:lnTo>
                  <a:lnTo>
                    <a:pt x="14814" y="15502"/>
                  </a:lnTo>
                  <a:lnTo>
                    <a:pt x="9790" y="17933"/>
                  </a:lnTo>
                  <a:lnTo>
                    <a:pt x="4850" y="20531"/>
                  </a:lnTo>
                  <a:lnTo>
                    <a:pt x="0" y="23292"/>
                  </a:lnTo>
                  <a:lnTo>
                    <a:pt x="851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8426" y="5422584"/>
              <a:ext cx="85117" cy="143874"/>
            </a:xfrm>
            <a:custGeom>
              <a:avLst/>
              <a:pathLst>
                <a:path w="85117" h="143874">
                  <a:moveTo>
                    <a:pt x="0" y="0"/>
                  </a:moveTo>
                  <a:lnTo>
                    <a:pt x="85117" y="14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8426" y="5422584"/>
              <a:ext cx="85117" cy="143874"/>
            </a:xfrm>
            <a:custGeom>
              <a:avLst/>
              <a:pathLst>
                <a:path w="85117" h="143874">
                  <a:moveTo>
                    <a:pt x="0" y="0"/>
                  </a:moveTo>
                  <a:lnTo>
                    <a:pt x="85117" y="14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8426" y="5422584"/>
              <a:ext cx="85117" cy="143874"/>
            </a:xfrm>
            <a:custGeom>
              <a:avLst/>
              <a:pathLst>
                <a:path w="85117" h="143874">
                  <a:moveTo>
                    <a:pt x="0" y="0"/>
                  </a:moveTo>
                  <a:lnTo>
                    <a:pt x="85117" y="14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8426" y="5422584"/>
              <a:ext cx="85117" cy="143874"/>
            </a:xfrm>
            <a:custGeom>
              <a:avLst/>
              <a:pathLst>
                <a:path w="85117" h="143874">
                  <a:moveTo>
                    <a:pt x="0" y="0"/>
                  </a:moveTo>
                  <a:lnTo>
                    <a:pt x="85117" y="1438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8426" y="5422584"/>
              <a:ext cx="85117" cy="143874"/>
            </a:xfrm>
            <a:custGeom>
              <a:avLst/>
              <a:pathLst>
                <a:path w="85117" h="143874">
                  <a:moveTo>
                    <a:pt x="0" y="0"/>
                  </a:moveTo>
                  <a:lnTo>
                    <a:pt x="85117" y="1438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56386" y="5422584"/>
              <a:ext cx="213031" cy="311033"/>
            </a:xfrm>
            <a:custGeom>
              <a:avLst/>
              <a:pathLst>
                <a:path w="213031" h="311033">
                  <a:moveTo>
                    <a:pt x="82040" y="0"/>
                  </a:moveTo>
                  <a:lnTo>
                    <a:pt x="77472" y="2802"/>
                  </a:lnTo>
                  <a:lnTo>
                    <a:pt x="72996" y="5749"/>
                  </a:lnTo>
                  <a:lnTo>
                    <a:pt x="68617" y="8838"/>
                  </a:lnTo>
                  <a:lnTo>
                    <a:pt x="64339" y="12066"/>
                  </a:lnTo>
                  <a:lnTo>
                    <a:pt x="60167" y="15430"/>
                  </a:lnTo>
                  <a:lnTo>
                    <a:pt x="56105" y="18925"/>
                  </a:lnTo>
                  <a:lnTo>
                    <a:pt x="52157" y="22549"/>
                  </a:lnTo>
                  <a:lnTo>
                    <a:pt x="48327" y="26298"/>
                  </a:lnTo>
                  <a:lnTo>
                    <a:pt x="44619" y="30167"/>
                  </a:lnTo>
                  <a:lnTo>
                    <a:pt x="41038" y="34153"/>
                  </a:lnTo>
                  <a:lnTo>
                    <a:pt x="37585" y="38252"/>
                  </a:lnTo>
                  <a:lnTo>
                    <a:pt x="34266" y="42460"/>
                  </a:lnTo>
                  <a:lnTo>
                    <a:pt x="31084" y="46772"/>
                  </a:lnTo>
                  <a:lnTo>
                    <a:pt x="28041" y="51183"/>
                  </a:lnTo>
                  <a:lnTo>
                    <a:pt x="25142" y="55690"/>
                  </a:lnTo>
                  <a:lnTo>
                    <a:pt x="22388" y="60288"/>
                  </a:lnTo>
                  <a:lnTo>
                    <a:pt x="19783" y="64971"/>
                  </a:lnTo>
                  <a:lnTo>
                    <a:pt x="17330" y="69735"/>
                  </a:lnTo>
                  <a:lnTo>
                    <a:pt x="15030" y="74576"/>
                  </a:lnTo>
                  <a:lnTo>
                    <a:pt x="12887" y="79488"/>
                  </a:lnTo>
                  <a:lnTo>
                    <a:pt x="10903" y="84466"/>
                  </a:lnTo>
                  <a:lnTo>
                    <a:pt x="9079" y="89505"/>
                  </a:lnTo>
                  <a:lnTo>
                    <a:pt x="7417" y="94600"/>
                  </a:lnTo>
                  <a:lnTo>
                    <a:pt x="5920" y="99746"/>
                  </a:lnTo>
                  <a:lnTo>
                    <a:pt x="4588" y="104937"/>
                  </a:lnTo>
                  <a:lnTo>
                    <a:pt x="3423" y="110168"/>
                  </a:lnTo>
                  <a:lnTo>
                    <a:pt x="2427" y="115433"/>
                  </a:lnTo>
                  <a:lnTo>
                    <a:pt x="1600" y="120728"/>
                  </a:lnTo>
                  <a:lnTo>
                    <a:pt x="943" y="126047"/>
                  </a:lnTo>
                  <a:lnTo>
                    <a:pt x="457" y="131384"/>
                  </a:lnTo>
                  <a:lnTo>
                    <a:pt x="143" y="136734"/>
                  </a:lnTo>
                  <a:lnTo>
                    <a:pt x="0" y="142091"/>
                  </a:lnTo>
                  <a:lnTo>
                    <a:pt x="28" y="147450"/>
                  </a:lnTo>
                  <a:lnTo>
                    <a:pt x="229" y="152805"/>
                  </a:lnTo>
                  <a:lnTo>
                    <a:pt x="601" y="158151"/>
                  </a:lnTo>
                  <a:lnTo>
                    <a:pt x="1144" y="163483"/>
                  </a:lnTo>
                  <a:lnTo>
                    <a:pt x="1858" y="168794"/>
                  </a:lnTo>
                  <a:lnTo>
                    <a:pt x="2742" y="174080"/>
                  </a:lnTo>
                  <a:lnTo>
                    <a:pt x="3794" y="179334"/>
                  </a:lnTo>
                  <a:lnTo>
                    <a:pt x="5015" y="184553"/>
                  </a:lnTo>
                  <a:lnTo>
                    <a:pt x="6402" y="189729"/>
                  </a:lnTo>
                  <a:lnTo>
                    <a:pt x="7954" y="194858"/>
                  </a:lnTo>
                  <a:lnTo>
                    <a:pt x="9670" y="199935"/>
                  </a:lnTo>
                  <a:lnTo>
                    <a:pt x="11548" y="204954"/>
                  </a:lnTo>
                  <a:lnTo>
                    <a:pt x="13586" y="209911"/>
                  </a:lnTo>
                  <a:lnTo>
                    <a:pt x="15782" y="214800"/>
                  </a:lnTo>
                  <a:lnTo>
                    <a:pt x="18133" y="219615"/>
                  </a:lnTo>
                  <a:lnTo>
                    <a:pt x="20637" y="224353"/>
                  </a:lnTo>
                  <a:lnTo>
                    <a:pt x="23292" y="229008"/>
                  </a:lnTo>
                  <a:lnTo>
                    <a:pt x="26095" y="233576"/>
                  </a:lnTo>
                  <a:lnTo>
                    <a:pt x="29043" y="238052"/>
                  </a:lnTo>
                  <a:lnTo>
                    <a:pt x="32133" y="242430"/>
                  </a:lnTo>
                  <a:lnTo>
                    <a:pt x="35361" y="246708"/>
                  </a:lnTo>
                  <a:lnTo>
                    <a:pt x="38725" y="250879"/>
                  </a:lnTo>
                  <a:lnTo>
                    <a:pt x="42221" y="254941"/>
                  </a:lnTo>
                  <a:lnTo>
                    <a:pt x="45845" y="258889"/>
                  </a:lnTo>
                  <a:lnTo>
                    <a:pt x="49594" y="262718"/>
                  </a:lnTo>
                  <a:lnTo>
                    <a:pt x="53464" y="266426"/>
                  </a:lnTo>
                  <a:lnTo>
                    <a:pt x="57451" y="270007"/>
                  </a:lnTo>
                  <a:lnTo>
                    <a:pt x="61550" y="273459"/>
                  </a:lnTo>
                  <a:lnTo>
                    <a:pt x="65758" y="276777"/>
                  </a:lnTo>
                  <a:lnTo>
                    <a:pt x="70070" y="279959"/>
                  </a:lnTo>
                  <a:lnTo>
                    <a:pt x="74482" y="283001"/>
                  </a:lnTo>
                  <a:lnTo>
                    <a:pt x="78990" y="285900"/>
                  </a:lnTo>
                  <a:lnTo>
                    <a:pt x="83587" y="288653"/>
                  </a:lnTo>
                  <a:lnTo>
                    <a:pt x="88271" y="291258"/>
                  </a:lnTo>
                  <a:lnTo>
                    <a:pt x="93036" y="293711"/>
                  </a:lnTo>
                  <a:lnTo>
                    <a:pt x="97877" y="296010"/>
                  </a:lnTo>
                  <a:lnTo>
                    <a:pt x="102789" y="298152"/>
                  </a:lnTo>
                  <a:lnTo>
                    <a:pt x="107767" y="300136"/>
                  </a:lnTo>
                  <a:lnTo>
                    <a:pt x="112806" y="301960"/>
                  </a:lnTo>
                  <a:lnTo>
                    <a:pt x="117902" y="303620"/>
                  </a:lnTo>
                  <a:lnTo>
                    <a:pt x="123047" y="305117"/>
                  </a:lnTo>
                  <a:lnTo>
                    <a:pt x="128239" y="306448"/>
                  </a:lnTo>
                  <a:lnTo>
                    <a:pt x="133470" y="307612"/>
                  </a:lnTo>
                  <a:lnTo>
                    <a:pt x="138735" y="308608"/>
                  </a:lnTo>
                  <a:lnTo>
                    <a:pt x="144030" y="309434"/>
                  </a:lnTo>
                  <a:lnTo>
                    <a:pt x="149349" y="310091"/>
                  </a:lnTo>
                  <a:lnTo>
                    <a:pt x="154686" y="310576"/>
                  </a:lnTo>
                  <a:lnTo>
                    <a:pt x="160036" y="310890"/>
                  </a:lnTo>
                  <a:lnTo>
                    <a:pt x="165393" y="311033"/>
                  </a:lnTo>
                  <a:lnTo>
                    <a:pt x="170752" y="311003"/>
                  </a:lnTo>
                  <a:lnTo>
                    <a:pt x="176107" y="310802"/>
                  </a:lnTo>
                  <a:lnTo>
                    <a:pt x="181454" y="310429"/>
                  </a:lnTo>
                  <a:lnTo>
                    <a:pt x="186785" y="309886"/>
                  </a:lnTo>
                  <a:lnTo>
                    <a:pt x="192096" y="309171"/>
                  </a:lnTo>
                  <a:lnTo>
                    <a:pt x="197382" y="308287"/>
                  </a:lnTo>
                  <a:lnTo>
                    <a:pt x="202636" y="307234"/>
                  </a:lnTo>
                  <a:lnTo>
                    <a:pt x="207854" y="306012"/>
                  </a:lnTo>
                  <a:lnTo>
                    <a:pt x="213031" y="304625"/>
                  </a:lnTo>
                  <a:lnTo>
                    <a:pt x="167157" y="1438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167155" cy="327917"/>
            </a:xfrm>
            <a:custGeom>
              <a:avLst/>
              <a:pathLst>
                <a:path w="167155" h="327917">
                  <a:moveTo>
                    <a:pt x="45873" y="327917"/>
                  </a:moveTo>
                  <a:lnTo>
                    <a:pt x="50963" y="326376"/>
                  </a:lnTo>
                  <a:lnTo>
                    <a:pt x="56002" y="324675"/>
                  </a:lnTo>
                  <a:lnTo>
                    <a:pt x="60985" y="322813"/>
                  </a:lnTo>
                  <a:lnTo>
                    <a:pt x="65905" y="320794"/>
                  </a:lnTo>
                  <a:lnTo>
                    <a:pt x="70759" y="318620"/>
                  </a:lnTo>
                  <a:lnTo>
                    <a:pt x="75542" y="316292"/>
                  </a:lnTo>
                  <a:lnTo>
                    <a:pt x="80247" y="313814"/>
                  </a:lnTo>
                  <a:lnTo>
                    <a:pt x="84872" y="311186"/>
                  </a:lnTo>
                  <a:lnTo>
                    <a:pt x="89411" y="308414"/>
                  </a:lnTo>
                  <a:lnTo>
                    <a:pt x="93859" y="305498"/>
                  </a:lnTo>
                  <a:lnTo>
                    <a:pt x="98212" y="302442"/>
                  </a:lnTo>
                  <a:lnTo>
                    <a:pt x="102466" y="299249"/>
                  </a:lnTo>
                  <a:lnTo>
                    <a:pt x="106616" y="295922"/>
                  </a:lnTo>
                  <a:lnTo>
                    <a:pt x="110658" y="292465"/>
                  </a:lnTo>
                  <a:lnTo>
                    <a:pt x="114588" y="288882"/>
                  </a:lnTo>
                  <a:lnTo>
                    <a:pt x="118402" y="285175"/>
                  </a:lnTo>
                  <a:lnTo>
                    <a:pt x="122096" y="281348"/>
                  </a:lnTo>
                  <a:lnTo>
                    <a:pt x="125667" y="277406"/>
                  </a:lnTo>
                  <a:lnTo>
                    <a:pt x="129110" y="273353"/>
                  </a:lnTo>
                  <a:lnTo>
                    <a:pt x="132423" y="269192"/>
                  </a:lnTo>
                  <a:lnTo>
                    <a:pt x="135601" y="264927"/>
                  </a:lnTo>
                  <a:lnTo>
                    <a:pt x="138643" y="260564"/>
                  </a:lnTo>
                  <a:lnTo>
                    <a:pt x="141544" y="256106"/>
                  </a:lnTo>
                  <a:lnTo>
                    <a:pt x="144302" y="251558"/>
                  </a:lnTo>
                  <a:lnTo>
                    <a:pt x="146913" y="246925"/>
                  </a:lnTo>
                  <a:lnTo>
                    <a:pt x="149376" y="242211"/>
                  </a:lnTo>
                  <a:lnTo>
                    <a:pt x="151688" y="237421"/>
                  </a:lnTo>
                  <a:lnTo>
                    <a:pt x="153846" y="232560"/>
                  </a:lnTo>
                  <a:lnTo>
                    <a:pt x="155848" y="227632"/>
                  </a:lnTo>
                  <a:lnTo>
                    <a:pt x="157693" y="222644"/>
                  </a:lnTo>
                  <a:lnTo>
                    <a:pt x="159378" y="217599"/>
                  </a:lnTo>
                  <a:lnTo>
                    <a:pt x="160902" y="212503"/>
                  </a:lnTo>
                  <a:lnTo>
                    <a:pt x="162263" y="207362"/>
                  </a:lnTo>
                  <a:lnTo>
                    <a:pt x="163459" y="202179"/>
                  </a:lnTo>
                  <a:lnTo>
                    <a:pt x="164490" y="196961"/>
                  </a:lnTo>
                  <a:lnTo>
                    <a:pt x="165355" y="191713"/>
                  </a:lnTo>
                  <a:lnTo>
                    <a:pt x="166052" y="186441"/>
                  </a:lnTo>
                  <a:lnTo>
                    <a:pt x="166581" y="181148"/>
                  </a:lnTo>
                  <a:lnTo>
                    <a:pt x="166942" y="175842"/>
                  </a:lnTo>
                  <a:lnTo>
                    <a:pt x="167133" y="170527"/>
                  </a:lnTo>
                  <a:lnTo>
                    <a:pt x="167155" y="165208"/>
                  </a:lnTo>
                  <a:lnTo>
                    <a:pt x="167009" y="159891"/>
                  </a:lnTo>
                  <a:lnTo>
                    <a:pt x="166693" y="154582"/>
                  </a:lnTo>
                  <a:lnTo>
                    <a:pt x="166208" y="149285"/>
                  </a:lnTo>
                  <a:lnTo>
                    <a:pt x="165555" y="144007"/>
                  </a:lnTo>
                  <a:lnTo>
                    <a:pt x="164734" y="138752"/>
                  </a:lnTo>
                  <a:lnTo>
                    <a:pt x="163747" y="133526"/>
                  </a:lnTo>
                  <a:lnTo>
                    <a:pt x="162594" y="128334"/>
                  </a:lnTo>
                  <a:lnTo>
                    <a:pt x="161276" y="123181"/>
                  </a:lnTo>
                  <a:lnTo>
                    <a:pt x="159795" y="118072"/>
                  </a:lnTo>
                  <a:lnTo>
                    <a:pt x="158153" y="113014"/>
                  </a:lnTo>
                  <a:lnTo>
                    <a:pt x="156350" y="108010"/>
                  </a:lnTo>
                  <a:lnTo>
                    <a:pt x="154389" y="103066"/>
                  </a:lnTo>
                  <a:lnTo>
                    <a:pt x="152271" y="98187"/>
                  </a:lnTo>
                  <a:lnTo>
                    <a:pt x="150000" y="93378"/>
                  </a:lnTo>
                  <a:lnTo>
                    <a:pt x="147576" y="88643"/>
                  </a:lnTo>
                  <a:lnTo>
                    <a:pt x="145004" y="83988"/>
                  </a:lnTo>
                  <a:lnTo>
                    <a:pt x="142284" y="79417"/>
                  </a:lnTo>
                  <a:lnTo>
                    <a:pt x="139421" y="74935"/>
                  </a:lnTo>
                  <a:lnTo>
                    <a:pt x="136416" y="70546"/>
                  </a:lnTo>
                  <a:lnTo>
                    <a:pt x="133273" y="66256"/>
                  </a:lnTo>
                  <a:lnTo>
                    <a:pt x="129995" y="62067"/>
                  </a:lnTo>
                  <a:lnTo>
                    <a:pt x="126586" y="57985"/>
                  </a:lnTo>
                  <a:lnTo>
                    <a:pt x="123049" y="54013"/>
                  </a:lnTo>
                  <a:lnTo>
                    <a:pt x="119387" y="50156"/>
                  </a:lnTo>
                  <a:lnTo>
                    <a:pt x="115604" y="46417"/>
                  </a:lnTo>
                  <a:lnTo>
                    <a:pt x="111704" y="42800"/>
                  </a:lnTo>
                  <a:lnTo>
                    <a:pt x="107691" y="39310"/>
                  </a:lnTo>
                  <a:lnTo>
                    <a:pt x="103569" y="35948"/>
                  </a:lnTo>
                  <a:lnTo>
                    <a:pt x="99342" y="32720"/>
                  </a:lnTo>
                  <a:lnTo>
                    <a:pt x="95015" y="29628"/>
                  </a:lnTo>
                  <a:lnTo>
                    <a:pt x="90591" y="26675"/>
                  </a:lnTo>
                  <a:lnTo>
                    <a:pt x="86076" y="23864"/>
                  </a:lnTo>
                  <a:lnTo>
                    <a:pt x="81474" y="21198"/>
                  </a:lnTo>
                  <a:lnTo>
                    <a:pt x="76789" y="18680"/>
                  </a:lnTo>
                  <a:lnTo>
                    <a:pt x="72026" y="16312"/>
                  </a:lnTo>
                  <a:lnTo>
                    <a:pt x="67191" y="14097"/>
                  </a:lnTo>
                  <a:lnTo>
                    <a:pt x="62287" y="12037"/>
                  </a:lnTo>
                  <a:lnTo>
                    <a:pt x="57320" y="10134"/>
                  </a:lnTo>
                  <a:lnTo>
                    <a:pt x="52296" y="8390"/>
                  </a:lnTo>
                  <a:lnTo>
                    <a:pt x="47218" y="6807"/>
                  </a:lnTo>
                  <a:lnTo>
                    <a:pt x="42093" y="5386"/>
                  </a:lnTo>
                  <a:lnTo>
                    <a:pt x="36925" y="4129"/>
                  </a:lnTo>
                  <a:lnTo>
                    <a:pt x="31720" y="3037"/>
                  </a:lnTo>
                  <a:lnTo>
                    <a:pt x="26482" y="2111"/>
                  </a:lnTo>
                  <a:lnTo>
                    <a:pt x="21218" y="1352"/>
                  </a:lnTo>
                  <a:lnTo>
                    <a:pt x="15932" y="760"/>
                  </a:lnTo>
                  <a:lnTo>
                    <a:pt x="10630" y="338"/>
                  </a:lnTo>
                  <a:lnTo>
                    <a:pt x="531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0799" y="5269756"/>
              <a:ext cx="24458" cy="167167"/>
            </a:xfrm>
            <a:custGeom>
              <a:avLst/>
              <a:pathLst>
                <a:path w="24458" h="167167">
                  <a:moveTo>
                    <a:pt x="24458" y="0"/>
                  </a:moveTo>
                  <a:lnTo>
                    <a:pt x="16279" y="200"/>
                  </a:lnTo>
                  <a:lnTo>
                    <a:pt x="8120" y="800"/>
                  </a:lnTo>
                  <a:lnTo>
                    <a:pt x="0" y="1798"/>
                  </a:lnTo>
                  <a:lnTo>
                    <a:pt x="244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799" y="5271555"/>
              <a:ext cx="24458" cy="165368"/>
            </a:xfrm>
            <a:custGeom>
              <a:avLst/>
              <a:pathLst>
                <a:path w="24458" h="165368">
                  <a:moveTo>
                    <a:pt x="0" y="0"/>
                  </a:moveTo>
                  <a:lnTo>
                    <a:pt x="24458" y="165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799" y="5271555"/>
              <a:ext cx="24458" cy="165368"/>
            </a:xfrm>
            <a:custGeom>
              <a:avLst/>
              <a:pathLst>
                <a:path w="24458" h="165368">
                  <a:moveTo>
                    <a:pt x="0" y="0"/>
                  </a:moveTo>
                  <a:lnTo>
                    <a:pt x="24458" y="165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799" y="5271555"/>
              <a:ext cx="24458" cy="165368"/>
            </a:xfrm>
            <a:custGeom>
              <a:avLst/>
              <a:pathLst>
                <a:path w="24458" h="165368">
                  <a:moveTo>
                    <a:pt x="0" y="0"/>
                  </a:moveTo>
                  <a:lnTo>
                    <a:pt x="24458" y="1653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0799" y="5271555"/>
              <a:ext cx="24458" cy="165368"/>
            </a:xfrm>
            <a:custGeom>
              <a:avLst/>
              <a:pathLst>
                <a:path w="24458" h="165368">
                  <a:moveTo>
                    <a:pt x="0" y="0"/>
                  </a:moveTo>
                  <a:lnTo>
                    <a:pt x="24458" y="1653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96565" y="5271555"/>
              <a:ext cx="148693" cy="165368"/>
            </a:xfrm>
            <a:custGeom>
              <a:avLst/>
              <a:pathLst>
                <a:path w="148693" h="165368">
                  <a:moveTo>
                    <a:pt x="124234" y="0"/>
                  </a:moveTo>
                  <a:lnTo>
                    <a:pt x="118835" y="889"/>
                  </a:lnTo>
                  <a:lnTo>
                    <a:pt x="113467" y="1954"/>
                  </a:lnTo>
                  <a:lnTo>
                    <a:pt x="108137" y="3195"/>
                  </a:lnTo>
                  <a:lnTo>
                    <a:pt x="102851" y="4609"/>
                  </a:lnTo>
                  <a:lnTo>
                    <a:pt x="97613" y="6196"/>
                  </a:lnTo>
                  <a:lnTo>
                    <a:pt x="92431" y="7953"/>
                  </a:lnTo>
                  <a:lnTo>
                    <a:pt x="87308" y="9879"/>
                  </a:lnTo>
                  <a:lnTo>
                    <a:pt x="82252" y="11971"/>
                  </a:lnTo>
                  <a:lnTo>
                    <a:pt x="77267" y="14228"/>
                  </a:lnTo>
                  <a:lnTo>
                    <a:pt x="72358" y="16647"/>
                  </a:lnTo>
                  <a:lnTo>
                    <a:pt x="67531" y="19225"/>
                  </a:lnTo>
                  <a:lnTo>
                    <a:pt x="62791" y="21960"/>
                  </a:lnTo>
                  <a:lnTo>
                    <a:pt x="58143" y="24849"/>
                  </a:lnTo>
                  <a:lnTo>
                    <a:pt x="53592" y="27888"/>
                  </a:lnTo>
                  <a:lnTo>
                    <a:pt x="49143" y="31074"/>
                  </a:lnTo>
                  <a:lnTo>
                    <a:pt x="44801" y="34405"/>
                  </a:lnTo>
                  <a:lnTo>
                    <a:pt x="40570" y="37875"/>
                  </a:lnTo>
                  <a:lnTo>
                    <a:pt x="36455" y="41483"/>
                  </a:lnTo>
                  <a:lnTo>
                    <a:pt x="32460" y="45223"/>
                  </a:lnTo>
                  <a:lnTo>
                    <a:pt x="28590" y="49092"/>
                  </a:lnTo>
                  <a:lnTo>
                    <a:pt x="24848" y="53085"/>
                  </a:lnTo>
                  <a:lnTo>
                    <a:pt x="21239" y="57199"/>
                  </a:lnTo>
                  <a:lnTo>
                    <a:pt x="17767" y="61429"/>
                  </a:lnTo>
                  <a:lnTo>
                    <a:pt x="14435" y="65770"/>
                  </a:lnTo>
                  <a:lnTo>
                    <a:pt x="11247" y="70218"/>
                  </a:lnTo>
                  <a:lnTo>
                    <a:pt x="8206" y="74768"/>
                  </a:lnTo>
                  <a:lnTo>
                    <a:pt x="5316" y="79414"/>
                  </a:lnTo>
                  <a:lnTo>
                    <a:pt x="2579" y="84153"/>
                  </a:lnTo>
                  <a:lnTo>
                    <a:pt x="0" y="88980"/>
                  </a:lnTo>
                  <a:lnTo>
                    <a:pt x="148693" y="1653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78091" y="5269756"/>
              <a:ext cx="334325" cy="334325"/>
            </a:xfrm>
            <a:custGeom>
              <a:avLst/>
              <a:pathLst>
                <a:path w="334325" h="334325">
                  <a:moveTo>
                    <a:pt x="18473" y="90779"/>
                  </a:moveTo>
                  <a:lnTo>
                    <a:pt x="16132" y="95519"/>
                  </a:lnTo>
                  <a:lnTo>
                    <a:pt x="13942" y="100331"/>
                  </a:lnTo>
                  <a:lnTo>
                    <a:pt x="11905" y="105210"/>
                  </a:lnTo>
                  <a:lnTo>
                    <a:pt x="10024" y="110150"/>
                  </a:lnTo>
                  <a:lnTo>
                    <a:pt x="8299" y="115148"/>
                  </a:lnTo>
                  <a:lnTo>
                    <a:pt x="6734" y="120198"/>
                  </a:lnTo>
                  <a:lnTo>
                    <a:pt x="5329" y="125295"/>
                  </a:lnTo>
                  <a:lnTo>
                    <a:pt x="4085" y="130433"/>
                  </a:lnTo>
                  <a:lnTo>
                    <a:pt x="3005" y="135609"/>
                  </a:lnTo>
                  <a:lnTo>
                    <a:pt x="2089" y="140816"/>
                  </a:lnTo>
                  <a:lnTo>
                    <a:pt x="1339" y="146049"/>
                  </a:lnTo>
                  <a:lnTo>
                    <a:pt x="754" y="151304"/>
                  </a:lnTo>
                  <a:lnTo>
                    <a:pt x="335" y="156574"/>
                  </a:lnTo>
                  <a:lnTo>
                    <a:pt x="84" y="161855"/>
                  </a:lnTo>
                  <a:lnTo>
                    <a:pt x="0" y="167141"/>
                  </a:lnTo>
                  <a:lnTo>
                    <a:pt x="82" y="172427"/>
                  </a:lnTo>
                  <a:lnTo>
                    <a:pt x="332" y="177708"/>
                  </a:lnTo>
                  <a:lnTo>
                    <a:pt x="749" y="182979"/>
                  </a:lnTo>
                  <a:lnTo>
                    <a:pt x="1332" y="188233"/>
                  </a:lnTo>
                  <a:lnTo>
                    <a:pt x="2081" y="193467"/>
                  </a:lnTo>
                  <a:lnTo>
                    <a:pt x="2996" y="198674"/>
                  </a:lnTo>
                  <a:lnTo>
                    <a:pt x="4074" y="203850"/>
                  </a:lnTo>
                  <a:lnTo>
                    <a:pt x="5316" y="208989"/>
                  </a:lnTo>
                  <a:lnTo>
                    <a:pt x="6719" y="214086"/>
                  </a:lnTo>
                  <a:lnTo>
                    <a:pt x="8283" y="219137"/>
                  </a:lnTo>
                  <a:lnTo>
                    <a:pt x="10006" y="224135"/>
                  </a:lnTo>
                  <a:lnTo>
                    <a:pt x="11886" y="229076"/>
                  </a:lnTo>
                  <a:lnTo>
                    <a:pt x="13921" y="233956"/>
                  </a:lnTo>
                  <a:lnTo>
                    <a:pt x="16110" y="238768"/>
                  </a:lnTo>
                  <a:lnTo>
                    <a:pt x="18450" y="243509"/>
                  </a:lnTo>
                  <a:lnTo>
                    <a:pt x="20938" y="248174"/>
                  </a:lnTo>
                  <a:lnTo>
                    <a:pt x="23573" y="252758"/>
                  </a:lnTo>
                  <a:lnTo>
                    <a:pt x="26352" y="257256"/>
                  </a:lnTo>
                  <a:lnTo>
                    <a:pt x="29271" y="261664"/>
                  </a:lnTo>
                  <a:lnTo>
                    <a:pt x="32328" y="265977"/>
                  </a:lnTo>
                  <a:lnTo>
                    <a:pt x="35520" y="270191"/>
                  </a:lnTo>
                  <a:lnTo>
                    <a:pt x="38844" y="274303"/>
                  </a:lnTo>
                  <a:lnTo>
                    <a:pt x="42296" y="278307"/>
                  </a:lnTo>
                  <a:lnTo>
                    <a:pt x="45873" y="282200"/>
                  </a:lnTo>
                  <a:lnTo>
                    <a:pt x="49571" y="285978"/>
                  </a:lnTo>
                  <a:lnTo>
                    <a:pt x="53387" y="289638"/>
                  </a:lnTo>
                  <a:lnTo>
                    <a:pt x="57317" y="293174"/>
                  </a:lnTo>
                  <a:lnTo>
                    <a:pt x="61356" y="296585"/>
                  </a:lnTo>
                  <a:lnTo>
                    <a:pt x="65502" y="299866"/>
                  </a:lnTo>
                  <a:lnTo>
                    <a:pt x="69749" y="303015"/>
                  </a:lnTo>
                  <a:lnTo>
                    <a:pt x="74094" y="306028"/>
                  </a:lnTo>
                  <a:lnTo>
                    <a:pt x="78531" y="308901"/>
                  </a:lnTo>
                  <a:lnTo>
                    <a:pt x="83058" y="311633"/>
                  </a:lnTo>
                  <a:lnTo>
                    <a:pt x="87668" y="314221"/>
                  </a:lnTo>
                  <a:lnTo>
                    <a:pt x="92358" y="316661"/>
                  </a:lnTo>
                  <a:lnTo>
                    <a:pt x="97123" y="318952"/>
                  </a:lnTo>
                  <a:lnTo>
                    <a:pt x="101958" y="321091"/>
                  </a:lnTo>
                  <a:lnTo>
                    <a:pt x="106858" y="323076"/>
                  </a:lnTo>
                  <a:lnTo>
                    <a:pt x="111818" y="324906"/>
                  </a:lnTo>
                  <a:lnTo>
                    <a:pt x="116834" y="326577"/>
                  </a:lnTo>
                  <a:lnTo>
                    <a:pt x="121900" y="328089"/>
                  </a:lnTo>
                  <a:lnTo>
                    <a:pt x="127012" y="329440"/>
                  </a:lnTo>
                  <a:lnTo>
                    <a:pt x="132163" y="330629"/>
                  </a:lnTo>
                  <a:lnTo>
                    <a:pt x="137350" y="331654"/>
                  </a:lnTo>
                  <a:lnTo>
                    <a:pt x="142566" y="332514"/>
                  </a:lnTo>
                  <a:lnTo>
                    <a:pt x="147807" y="333210"/>
                  </a:lnTo>
                  <a:lnTo>
                    <a:pt x="153067" y="333739"/>
                  </a:lnTo>
                  <a:lnTo>
                    <a:pt x="158342" y="334101"/>
                  </a:lnTo>
                  <a:lnTo>
                    <a:pt x="163625" y="334297"/>
                  </a:lnTo>
                  <a:lnTo>
                    <a:pt x="168912" y="334325"/>
                  </a:lnTo>
                  <a:lnTo>
                    <a:pt x="174197" y="334186"/>
                  </a:lnTo>
                  <a:lnTo>
                    <a:pt x="179475" y="333881"/>
                  </a:lnTo>
                  <a:lnTo>
                    <a:pt x="184741" y="333408"/>
                  </a:lnTo>
                  <a:lnTo>
                    <a:pt x="189989" y="332769"/>
                  </a:lnTo>
                  <a:lnTo>
                    <a:pt x="195214" y="331965"/>
                  </a:lnTo>
                  <a:lnTo>
                    <a:pt x="200412" y="330995"/>
                  </a:lnTo>
                  <a:lnTo>
                    <a:pt x="205576" y="329862"/>
                  </a:lnTo>
                  <a:lnTo>
                    <a:pt x="210701" y="328566"/>
                  </a:lnTo>
                  <a:lnTo>
                    <a:pt x="215784" y="327109"/>
                  </a:lnTo>
                  <a:lnTo>
                    <a:pt x="220817" y="325491"/>
                  </a:lnTo>
                  <a:lnTo>
                    <a:pt x="225797" y="323716"/>
                  </a:lnTo>
                  <a:lnTo>
                    <a:pt x="230718" y="321783"/>
                  </a:lnTo>
                  <a:lnTo>
                    <a:pt x="235576" y="319696"/>
                  </a:lnTo>
                  <a:lnTo>
                    <a:pt x="240365" y="317457"/>
                  </a:lnTo>
                  <a:lnTo>
                    <a:pt x="245081" y="315067"/>
                  </a:lnTo>
                  <a:lnTo>
                    <a:pt x="249719" y="312529"/>
                  </a:lnTo>
                  <a:lnTo>
                    <a:pt x="254274" y="309846"/>
                  </a:lnTo>
                  <a:lnTo>
                    <a:pt x="258742" y="307020"/>
                  </a:lnTo>
                  <a:lnTo>
                    <a:pt x="263119" y="304054"/>
                  </a:lnTo>
                  <a:lnTo>
                    <a:pt x="267400" y="300952"/>
                  </a:lnTo>
                  <a:lnTo>
                    <a:pt x="271580" y="297715"/>
                  </a:lnTo>
                  <a:lnTo>
                    <a:pt x="275656" y="294348"/>
                  </a:lnTo>
                  <a:lnTo>
                    <a:pt x="279624" y="290854"/>
                  </a:lnTo>
                  <a:lnTo>
                    <a:pt x="283479" y="287236"/>
                  </a:lnTo>
                  <a:lnTo>
                    <a:pt x="287218" y="283497"/>
                  </a:lnTo>
                  <a:lnTo>
                    <a:pt x="290836" y="279643"/>
                  </a:lnTo>
                  <a:lnTo>
                    <a:pt x="294331" y="275676"/>
                  </a:lnTo>
                  <a:lnTo>
                    <a:pt x="297699" y="271600"/>
                  </a:lnTo>
                  <a:lnTo>
                    <a:pt x="300936" y="267420"/>
                  </a:lnTo>
                  <a:lnTo>
                    <a:pt x="304039" y="263140"/>
                  </a:lnTo>
                  <a:lnTo>
                    <a:pt x="307006" y="258764"/>
                  </a:lnTo>
                  <a:lnTo>
                    <a:pt x="309833" y="254296"/>
                  </a:lnTo>
                  <a:lnTo>
                    <a:pt x="312516" y="249741"/>
                  </a:lnTo>
                  <a:lnTo>
                    <a:pt x="315055" y="245103"/>
                  </a:lnTo>
                  <a:lnTo>
                    <a:pt x="317445" y="240388"/>
                  </a:lnTo>
                  <a:lnTo>
                    <a:pt x="319686" y="235599"/>
                  </a:lnTo>
                  <a:lnTo>
                    <a:pt x="321773" y="230742"/>
                  </a:lnTo>
                  <a:lnTo>
                    <a:pt x="323707" y="225821"/>
                  </a:lnTo>
                  <a:lnTo>
                    <a:pt x="325483" y="220841"/>
                  </a:lnTo>
                  <a:lnTo>
                    <a:pt x="327101" y="215808"/>
                  </a:lnTo>
                  <a:lnTo>
                    <a:pt x="328559" y="210726"/>
                  </a:lnTo>
                  <a:lnTo>
                    <a:pt x="329856" y="205601"/>
                  </a:lnTo>
                  <a:lnTo>
                    <a:pt x="330990" y="200437"/>
                  </a:lnTo>
                  <a:lnTo>
                    <a:pt x="331960" y="195240"/>
                  </a:lnTo>
                  <a:lnTo>
                    <a:pt x="332766" y="190015"/>
                  </a:lnTo>
                  <a:lnTo>
                    <a:pt x="333405" y="184767"/>
                  </a:lnTo>
                  <a:lnTo>
                    <a:pt x="333879" y="179501"/>
                  </a:lnTo>
                  <a:lnTo>
                    <a:pt x="334185" y="174223"/>
                  </a:lnTo>
                  <a:lnTo>
                    <a:pt x="334325" y="168938"/>
                  </a:lnTo>
                  <a:lnTo>
                    <a:pt x="334297" y="163651"/>
                  </a:lnTo>
                  <a:lnTo>
                    <a:pt x="334103" y="158368"/>
                  </a:lnTo>
                  <a:lnTo>
                    <a:pt x="333741" y="153093"/>
                  </a:lnTo>
                  <a:lnTo>
                    <a:pt x="333213" y="147833"/>
                  </a:lnTo>
                  <a:lnTo>
                    <a:pt x="332518" y="142592"/>
                  </a:lnTo>
                  <a:lnTo>
                    <a:pt x="331658" y="137375"/>
                  </a:lnTo>
                  <a:lnTo>
                    <a:pt x="330634" y="132188"/>
                  </a:lnTo>
                  <a:lnTo>
                    <a:pt x="329446" y="127037"/>
                  </a:lnTo>
                  <a:lnTo>
                    <a:pt x="328096" y="121925"/>
                  </a:lnTo>
                  <a:lnTo>
                    <a:pt x="326585" y="116859"/>
                  </a:lnTo>
                  <a:lnTo>
                    <a:pt x="324914" y="111843"/>
                  </a:lnTo>
                  <a:lnTo>
                    <a:pt x="323086" y="106882"/>
                  </a:lnTo>
                  <a:lnTo>
                    <a:pt x="321101" y="101982"/>
                  </a:lnTo>
                  <a:lnTo>
                    <a:pt x="318963" y="97146"/>
                  </a:lnTo>
                  <a:lnTo>
                    <a:pt x="316673" y="92381"/>
                  </a:lnTo>
                  <a:lnTo>
                    <a:pt x="314233" y="87691"/>
                  </a:lnTo>
                  <a:lnTo>
                    <a:pt x="311646" y="83080"/>
                  </a:lnTo>
                  <a:lnTo>
                    <a:pt x="308915" y="78553"/>
                  </a:lnTo>
                  <a:lnTo>
                    <a:pt x="306042" y="74115"/>
                  </a:lnTo>
                  <a:lnTo>
                    <a:pt x="303030" y="69770"/>
                  </a:lnTo>
                  <a:lnTo>
                    <a:pt x="299882" y="65522"/>
                  </a:lnTo>
                  <a:lnTo>
                    <a:pt x="296602" y="61376"/>
                  </a:lnTo>
                  <a:lnTo>
                    <a:pt x="293191" y="57336"/>
                  </a:lnTo>
                  <a:lnTo>
                    <a:pt x="289655" y="53406"/>
                  </a:lnTo>
                  <a:lnTo>
                    <a:pt x="285997" y="49590"/>
                  </a:lnTo>
                  <a:lnTo>
                    <a:pt x="282219" y="45891"/>
                  </a:lnTo>
                  <a:lnTo>
                    <a:pt x="278327" y="42313"/>
                  </a:lnTo>
                  <a:lnTo>
                    <a:pt x="274323" y="38860"/>
                  </a:lnTo>
                  <a:lnTo>
                    <a:pt x="270212" y="35536"/>
                  </a:lnTo>
                  <a:lnTo>
                    <a:pt x="265998" y="32343"/>
                  </a:lnTo>
                  <a:lnTo>
                    <a:pt x="261685" y="29285"/>
                  </a:lnTo>
                  <a:lnTo>
                    <a:pt x="257277" y="26365"/>
                  </a:lnTo>
                  <a:lnTo>
                    <a:pt x="252780" y="23586"/>
                  </a:lnTo>
                  <a:lnTo>
                    <a:pt x="248197" y="20951"/>
                  </a:lnTo>
                  <a:lnTo>
                    <a:pt x="243532" y="18462"/>
                  </a:lnTo>
                  <a:lnTo>
                    <a:pt x="238792" y="16121"/>
                  </a:lnTo>
                  <a:lnTo>
                    <a:pt x="233979" y="13932"/>
                  </a:lnTo>
                  <a:lnTo>
                    <a:pt x="229100" y="11896"/>
                  </a:lnTo>
                  <a:lnTo>
                    <a:pt x="224159" y="10015"/>
                  </a:lnTo>
                  <a:lnTo>
                    <a:pt x="219161" y="8291"/>
                  </a:lnTo>
                  <a:lnTo>
                    <a:pt x="214111" y="6726"/>
                  </a:lnTo>
                  <a:lnTo>
                    <a:pt x="209014" y="5322"/>
                  </a:lnTo>
                  <a:lnTo>
                    <a:pt x="203875" y="4080"/>
                  </a:lnTo>
                  <a:lnTo>
                    <a:pt x="198700" y="3000"/>
                  </a:lnTo>
                  <a:lnTo>
                    <a:pt x="193493" y="2085"/>
                  </a:lnTo>
                  <a:lnTo>
                    <a:pt x="188259" y="1335"/>
                  </a:lnTo>
                  <a:lnTo>
                    <a:pt x="183005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2802" y="5018213"/>
              <a:ext cx="48236" cy="167167"/>
            </a:xfrm>
            <a:custGeom>
              <a:avLst/>
              <a:pathLst>
                <a:path w="48236" h="167167">
                  <a:moveTo>
                    <a:pt x="48236" y="0"/>
                  </a:moveTo>
                  <a:lnTo>
                    <a:pt x="42121" y="111"/>
                  </a:lnTo>
                  <a:lnTo>
                    <a:pt x="36014" y="447"/>
                  </a:lnTo>
                  <a:lnTo>
                    <a:pt x="29923" y="1006"/>
                  </a:lnTo>
                  <a:lnTo>
                    <a:pt x="23857" y="1787"/>
                  </a:lnTo>
                  <a:lnTo>
                    <a:pt x="17824" y="2789"/>
                  </a:lnTo>
                  <a:lnTo>
                    <a:pt x="11831" y="4012"/>
                  </a:lnTo>
                  <a:lnTo>
                    <a:pt x="5887" y="5453"/>
                  </a:lnTo>
                  <a:lnTo>
                    <a:pt x="0" y="7110"/>
                  </a:lnTo>
                  <a:lnTo>
                    <a:pt x="482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2802" y="5025323"/>
              <a:ext cx="48236" cy="160056"/>
            </a:xfrm>
            <a:custGeom>
              <a:avLst/>
              <a:pathLst>
                <a:path w="48236" h="160056">
                  <a:moveTo>
                    <a:pt x="0" y="0"/>
                  </a:moveTo>
                  <a:lnTo>
                    <a:pt x="48236" y="160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2802" y="5025323"/>
              <a:ext cx="48236" cy="160056"/>
            </a:xfrm>
            <a:custGeom>
              <a:avLst/>
              <a:pathLst>
                <a:path w="48236" h="160056">
                  <a:moveTo>
                    <a:pt x="0" y="0"/>
                  </a:moveTo>
                  <a:lnTo>
                    <a:pt x="48236" y="160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2802" y="5025323"/>
              <a:ext cx="48236" cy="160056"/>
            </a:xfrm>
            <a:custGeom>
              <a:avLst/>
              <a:pathLst>
                <a:path w="48236" h="160056">
                  <a:moveTo>
                    <a:pt x="0" y="0"/>
                  </a:moveTo>
                  <a:lnTo>
                    <a:pt x="48236" y="160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53891" y="5025323"/>
              <a:ext cx="167147" cy="215927"/>
            </a:xfrm>
            <a:custGeom>
              <a:avLst/>
              <a:pathLst>
                <a:path w="167147" h="215927">
                  <a:moveTo>
                    <a:pt x="118911" y="0"/>
                  </a:moveTo>
                  <a:lnTo>
                    <a:pt x="113755" y="1645"/>
                  </a:lnTo>
                  <a:lnTo>
                    <a:pt x="108655" y="3456"/>
                  </a:lnTo>
                  <a:lnTo>
                    <a:pt x="103616" y="5432"/>
                  </a:lnTo>
                  <a:lnTo>
                    <a:pt x="98644" y="7569"/>
                  </a:lnTo>
                  <a:lnTo>
                    <a:pt x="93744" y="9867"/>
                  </a:lnTo>
                  <a:lnTo>
                    <a:pt x="88920" y="12322"/>
                  </a:lnTo>
                  <a:lnTo>
                    <a:pt x="84179" y="14932"/>
                  </a:lnTo>
                  <a:lnTo>
                    <a:pt x="79524" y="17693"/>
                  </a:lnTo>
                  <a:lnTo>
                    <a:pt x="74962" y="20605"/>
                  </a:lnTo>
                  <a:lnTo>
                    <a:pt x="70496" y="23662"/>
                  </a:lnTo>
                  <a:lnTo>
                    <a:pt x="66131" y="26862"/>
                  </a:lnTo>
                  <a:lnTo>
                    <a:pt x="61873" y="30202"/>
                  </a:lnTo>
                  <a:lnTo>
                    <a:pt x="57724" y="33678"/>
                  </a:lnTo>
                  <a:lnTo>
                    <a:pt x="53690" y="37286"/>
                  </a:lnTo>
                  <a:lnTo>
                    <a:pt x="49776" y="41023"/>
                  </a:lnTo>
                  <a:lnTo>
                    <a:pt x="45984" y="44885"/>
                  </a:lnTo>
                  <a:lnTo>
                    <a:pt x="42319" y="48868"/>
                  </a:lnTo>
                  <a:lnTo>
                    <a:pt x="38785" y="52967"/>
                  </a:lnTo>
                  <a:lnTo>
                    <a:pt x="35386" y="57178"/>
                  </a:lnTo>
                  <a:lnTo>
                    <a:pt x="32125" y="61498"/>
                  </a:lnTo>
                  <a:lnTo>
                    <a:pt x="29005" y="65920"/>
                  </a:lnTo>
                  <a:lnTo>
                    <a:pt x="26030" y="70441"/>
                  </a:lnTo>
                  <a:lnTo>
                    <a:pt x="23203" y="75056"/>
                  </a:lnTo>
                  <a:lnTo>
                    <a:pt x="20527" y="79761"/>
                  </a:lnTo>
                  <a:lnTo>
                    <a:pt x="18004" y="84549"/>
                  </a:lnTo>
                  <a:lnTo>
                    <a:pt x="15638" y="89417"/>
                  </a:lnTo>
                  <a:lnTo>
                    <a:pt x="13431" y="94358"/>
                  </a:lnTo>
                  <a:lnTo>
                    <a:pt x="11385" y="99369"/>
                  </a:lnTo>
                  <a:lnTo>
                    <a:pt x="9502" y="104443"/>
                  </a:lnTo>
                  <a:lnTo>
                    <a:pt x="7784" y="109575"/>
                  </a:lnTo>
                  <a:lnTo>
                    <a:pt x="6233" y="114760"/>
                  </a:lnTo>
                  <a:lnTo>
                    <a:pt x="4851" y="119993"/>
                  </a:lnTo>
                  <a:lnTo>
                    <a:pt x="3640" y="125268"/>
                  </a:lnTo>
                  <a:lnTo>
                    <a:pt x="2599" y="130579"/>
                  </a:lnTo>
                  <a:lnTo>
                    <a:pt x="1731" y="135921"/>
                  </a:lnTo>
                  <a:lnTo>
                    <a:pt x="1037" y="141289"/>
                  </a:lnTo>
                  <a:lnTo>
                    <a:pt x="516" y="146676"/>
                  </a:lnTo>
                  <a:lnTo>
                    <a:pt x="170" y="152077"/>
                  </a:lnTo>
                  <a:lnTo>
                    <a:pt x="0" y="157486"/>
                  </a:lnTo>
                  <a:lnTo>
                    <a:pt x="4" y="162899"/>
                  </a:lnTo>
                  <a:lnTo>
                    <a:pt x="184" y="168308"/>
                  </a:lnTo>
                  <a:lnTo>
                    <a:pt x="538" y="173708"/>
                  </a:lnTo>
                  <a:lnTo>
                    <a:pt x="1067" y="179094"/>
                  </a:lnTo>
                  <a:lnTo>
                    <a:pt x="1771" y="184461"/>
                  </a:lnTo>
                  <a:lnTo>
                    <a:pt x="2647" y="189801"/>
                  </a:lnTo>
                  <a:lnTo>
                    <a:pt x="3696" y="195111"/>
                  </a:lnTo>
                  <a:lnTo>
                    <a:pt x="4917" y="200384"/>
                  </a:lnTo>
                  <a:lnTo>
                    <a:pt x="6307" y="205614"/>
                  </a:lnTo>
                  <a:lnTo>
                    <a:pt x="7866" y="210797"/>
                  </a:lnTo>
                  <a:lnTo>
                    <a:pt x="9592" y="215927"/>
                  </a:lnTo>
                  <a:lnTo>
                    <a:pt x="167147" y="160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63484" y="5018213"/>
              <a:ext cx="324707" cy="334332"/>
            </a:xfrm>
            <a:custGeom>
              <a:avLst/>
              <a:pathLst>
                <a:path w="324707" h="334332">
                  <a:moveTo>
                    <a:pt x="0" y="223037"/>
                  </a:moveTo>
                  <a:lnTo>
                    <a:pt x="1848" y="227999"/>
                  </a:lnTo>
                  <a:lnTo>
                    <a:pt x="3853" y="232900"/>
                  </a:lnTo>
                  <a:lnTo>
                    <a:pt x="6012" y="237736"/>
                  </a:lnTo>
                  <a:lnTo>
                    <a:pt x="8323" y="242500"/>
                  </a:lnTo>
                  <a:lnTo>
                    <a:pt x="10784" y="247189"/>
                  </a:lnTo>
                  <a:lnTo>
                    <a:pt x="13392" y="251797"/>
                  </a:lnTo>
                  <a:lnTo>
                    <a:pt x="16145" y="256321"/>
                  </a:lnTo>
                  <a:lnTo>
                    <a:pt x="19040" y="260755"/>
                  </a:lnTo>
                  <a:lnTo>
                    <a:pt x="22074" y="265095"/>
                  </a:lnTo>
                  <a:lnTo>
                    <a:pt x="25243" y="269337"/>
                  </a:lnTo>
                  <a:lnTo>
                    <a:pt x="28546" y="273477"/>
                  </a:lnTo>
                  <a:lnTo>
                    <a:pt x="31978" y="277509"/>
                  </a:lnTo>
                  <a:lnTo>
                    <a:pt x="35535" y="281431"/>
                  </a:lnTo>
                  <a:lnTo>
                    <a:pt x="39216" y="285239"/>
                  </a:lnTo>
                  <a:lnTo>
                    <a:pt x="43015" y="288928"/>
                  </a:lnTo>
                  <a:lnTo>
                    <a:pt x="46929" y="292494"/>
                  </a:lnTo>
                  <a:lnTo>
                    <a:pt x="50954" y="295935"/>
                  </a:lnTo>
                  <a:lnTo>
                    <a:pt x="55086" y="299247"/>
                  </a:lnTo>
                  <a:lnTo>
                    <a:pt x="59321" y="302426"/>
                  </a:lnTo>
                  <a:lnTo>
                    <a:pt x="63654" y="305470"/>
                  </a:lnTo>
                  <a:lnTo>
                    <a:pt x="68082" y="308375"/>
                  </a:lnTo>
                  <a:lnTo>
                    <a:pt x="72599" y="311138"/>
                  </a:lnTo>
                  <a:lnTo>
                    <a:pt x="77202" y="313756"/>
                  </a:lnTo>
                  <a:lnTo>
                    <a:pt x="81885" y="316228"/>
                  </a:lnTo>
                  <a:lnTo>
                    <a:pt x="86644" y="318550"/>
                  </a:lnTo>
                  <a:lnTo>
                    <a:pt x="91474" y="320720"/>
                  </a:lnTo>
                  <a:lnTo>
                    <a:pt x="96371" y="322735"/>
                  </a:lnTo>
                  <a:lnTo>
                    <a:pt x="101329" y="324595"/>
                  </a:lnTo>
                  <a:lnTo>
                    <a:pt x="106344" y="326297"/>
                  </a:lnTo>
                  <a:lnTo>
                    <a:pt x="111409" y="327839"/>
                  </a:lnTo>
                  <a:lnTo>
                    <a:pt x="116521" y="329220"/>
                  </a:lnTo>
                  <a:lnTo>
                    <a:pt x="121675" y="330439"/>
                  </a:lnTo>
                  <a:lnTo>
                    <a:pt x="126864" y="331493"/>
                  </a:lnTo>
                  <a:lnTo>
                    <a:pt x="132084" y="332383"/>
                  </a:lnTo>
                  <a:lnTo>
                    <a:pt x="137330" y="333106"/>
                  </a:lnTo>
                  <a:lnTo>
                    <a:pt x="142596" y="333664"/>
                  </a:lnTo>
                  <a:lnTo>
                    <a:pt x="147877" y="334054"/>
                  </a:lnTo>
                  <a:lnTo>
                    <a:pt x="153167" y="334277"/>
                  </a:lnTo>
                  <a:lnTo>
                    <a:pt x="158463" y="334332"/>
                  </a:lnTo>
                  <a:lnTo>
                    <a:pt x="163757" y="334219"/>
                  </a:lnTo>
                  <a:lnTo>
                    <a:pt x="169045" y="333939"/>
                  </a:lnTo>
                  <a:lnTo>
                    <a:pt x="174321" y="333491"/>
                  </a:lnTo>
                  <a:lnTo>
                    <a:pt x="179581" y="332877"/>
                  </a:lnTo>
                  <a:lnTo>
                    <a:pt x="184818" y="332096"/>
                  </a:lnTo>
                  <a:lnTo>
                    <a:pt x="190028" y="331150"/>
                  </a:lnTo>
                  <a:lnTo>
                    <a:pt x="195206" y="330039"/>
                  </a:lnTo>
                  <a:lnTo>
                    <a:pt x="200346" y="328765"/>
                  </a:lnTo>
                  <a:lnTo>
                    <a:pt x="205442" y="327328"/>
                  </a:lnTo>
                  <a:lnTo>
                    <a:pt x="210491" y="325731"/>
                  </a:lnTo>
                  <a:lnTo>
                    <a:pt x="215487" y="323975"/>
                  </a:lnTo>
                  <a:lnTo>
                    <a:pt x="220424" y="322061"/>
                  </a:lnTo>
                  <a:lnTo>
                    <a:pt x="225299" y="319992"/>
                  </a:lnTo>
                  <a:lnTo>
                    <a:pt x="230105" y="317770"/>
                  </a:lnTo>
                  <a:lnTo>
                    <a:pt x="234839" y="315397"/>
                  </a:lnTo>
                  <a:lnTo>
                    <a:pt x="239495" y="312874"/>
                  </a:lnTo>
                  <a:lnTo>
                    <a:pt x="244069" y="310206"/>
                  </a:lnTo>
                  <a:lnTo>
                    <a:pt x="248556" y="307394"/>
                  </a:lnTo>
                  <a:lnTo>
                    <a:pt x="252952" y="304441"/>
                  </a:lnTo>
                  <a:lnTo>
                    <a:pt x="257252" y="301351"/>
                  </a:lnTo>
                  <a:lnTo>
                    <a:pt x="261452" y="298126"/>
                  </a:lnTo>
                  <a:lnTo>
                    <a:pt x="265548" y="294769"/>
                  </a:lnTo>
                  <a:lnTo>
                    <a:pt x="269535" y="291285"/>
                  </a:lnTo>
                  <a:lnTo>
                    <a:pt x="273410" y="287676"/>
                  </a:lnTo>
                  <a:lnTo>
                    <a:pt x="277169" y="283946"/>
                  </a:lnTo>
                  <a:lnTo>
                    <a:pt x="280808" y="280099"/>
                  </a:lnTo>
                  <a:lnTo>
                    <a:pt x="284323" y="276138"/>
                  </a:lnTo>
                  <a:lnTo>
                    <a:pt x="287710" y="272068"/>
                  </a:lnTo>
                  <a:lnTo>
                    <a:pt x="290968" y="267893"/>
                  </a:lnTo>
                  <a:lnTo>
                    <a:pt x="294091" y="263617"/>
                  </a:lnTo>
                  <a:lnTo>
                    <a:pt x="297077" y="259244"/>
                  </a:lnTo>
                  <a:lnTo>
                    <a:pt x="299924" y="254779"/>
                  </a:lnTo>
                  <a:lnTo>
                    <a:pt x="302627" y="250226"/>
                  </a:lnTo>
                  <a:lnTo>
                    <a:pt x="305185" y="245589"/>
                  </a:lnTo>
                  <a:lnTo>
                    <a:pt x="307595" y="240874"/>
                  </a:lnTo>
                  <a:lnTo>
                    <a:pt x="309854" y="236085"/>
                  </a:lnTo>
                  <a:lnTo>
                    <a:pt x="311961" y="231226"/>
                  </a:lnTo>
                  <a:lnTo>
                    <a:pt x="313912" y="226304"/>
                  </a:lnTo>
                  <a:lnTo>
                    <a:pt x="315707" y="221321"/>
                  </a:lnTo>
                  <a:lnTo>
                    <a:pt x="317343" y="216285"/>
                  </a:lnTo>
                  <a:lnTo>
                    <a:pt x="318818" y="211200"/>
                  </a:lnTo>
                  <a:lnTo>
                    <a:pt x="320132" y="206070"/>
                  </a:lnTo>
                  <a:lnTo>
                    <a:pt x="321283" y="200901"/>
                  </a:lnTo>
                  <a:lnTo>
                    <a:pt x="322269" y="195698"/>
                  </a:lnTo>
                  <a:lnTo>
                    <a:pt x="323090" y="190467"/>
                  </a:lnTo>
                  <a:lnTo>
                    <a:pt x="323745" y="185212"/>
                  </a:lnTo>
                  <a:lnTo>
                    <a:pt x="324233" y="179939"/>
                  </a:lnTo>
                  <a:lnTo>
                    <a:pt x="324554" y="174654"/>
                  </a:lnTo>
                  <a:lnTo>
                    <a:pt x="324707" y="169360"/>
                  </a:lnTo>
                  <a:lnTo>
                    <a:pt x="324693" y="164065"/>
                  </a:lnTo>
                  <a:lnTo>
                    <a:pt x="324511" y="158773"/>
                  </a:lnTo>
                  <a:lnTo>
                    <a:pt x="324161" y="153489"/>
                  </a:lnTo>
                  <a:lnTo>
                    <a:pt x="323644" y="148219"/>
                  </a:lnTo>
                  <a:lnTo>
                    <a:pt x="322961" y="142968"/>
                  </a:lnTo>
                  <a:lnTo>
                    <a:pt x="322111" y="137741"/>
                  </a:lnTo>
                  <a:lnTo>
                    <a:pt x="321097" y="132544"/>
                  </a:lnTo>
                  <a:lnTo>
                    <a:pt x="319918" y="127381"/>
                  </a:lnTo>
                  <a:lnTo>
                    <a:pt x="318577" y="122259"/>
                  </a:lnTo>
                  <a:lnTo>
                    <a:pt x="317073" y="117181"/>
                  </a:lnTo>
                  <a:lnTo>
                    <a:pt x="315410" y="112154"/>
                  </a:lnTo>
                  <a:lnTo>
                    <a:pt x="313589" y="107182"/>
                  </a:lnTo>
                  <a:lnTo>
                    <a:pt x="311610" y="102270"/>
                  </a:lnTo>
                  <a:lnTo>
                    <a:pt x="309478" y="97423"/>
                  </a:lnTo>
                  <a:lnTo>
                    <a:pt x="307192" y="92646"/>
                  </a:lnTo>
                  <a:lnTo>
                    <a:pt x="304757" y="87944"/>
                  </a:lnTo>
                  <a:lnTo>
                    <a:pt x="302174" y="83321"/>
                  </a:lnTo>
                  <a:lnTo>
                    <a:pt x="299446" y="78783"/>
                  </a:lnTo>
                  <a:lnTo>
                    <a:pt x="296575" y="74333"/>
                  </a:lnTo>
                  <a:lnTo>
                    <a:pt x="293565" y="69976"/>
                  </a:lnTo>
                  <a:lnTo>
                    <a:pt x="290418" y="65717"/>
                  </a:lnTo>
                  <a:lnTo>
                    <a:pt x="287138" y="61560"/>
                  </a:lnTo>
                  <a:lnTo>
                    <a:pt x="283729" y="57508"/>
                  </a:lnTo>
                  <a:lnTo>
                    <a:pt x="280192" y="53567"/>
                  </a:lnTo>
                  <a:lnTo>
                    <a:pt x="276532" y="49740"/>
                  </a:lnTo>
                  <a:lnTo>
                    <a:pt x="272753" y="46030"/>
                  </a:lnTo>
                  <a:lnTo>
                    <a:pt x="268859" y="42442"/>
                  </a:lnTo>
                  <a:lnTo>
                    <a:pt x="264853" y="38980"/>
                  </a:lnTo>
                  <a:lnTo>
                    <a:pt x="260739" y="35645"/>
                  </a:lnTo>
                  <a:lnTo>
                    <a:pt x="256521" y="32443"/>
                  </a:lnTo>
                  <a:lnTo>
                    <a:pt x="252204" y="29376"/>
                  </a:lnTo>
                  <a:lnTo>
                    <a:pt x="247793" y="26448"/>
                  </a:lnTo>
                  <a:lnTo>
                    <a:pt x="243290" y="23660"/>
                  </a:lnTo>
                  <a:lnTo>
                    <a:pt x="238702" y="21016"/>
                  </a:lnTo>
                  <a:lnTo>
                    <a:pt x="234032" y="18520"/>
                  </a:lnTo>
                  <a:lnTo>
                    <a:pt x="229286" y="16172"/>
                  </a:lnTo>
                  <a:lnTo>
                    <a:pt x="224467" y="13976"/>
                  </a:lnTo>
                  <a:lnTo>
                    <a:pt x="219582" y="11933"/>
                  </a:lnTo>
                  <a:lnTo>
                    <a:pt x="214634" y="10046"/>
                  </a:lnTo>
                  <a:lnTo>
                    <a:pt x="209629" y="8317"/>
                  </a:lnTo>
                  <a:lnTo>
                    <a:pt x="204571" y="6748"/>
                  </a:lnTo>
                  <a:lnTo>
                    <a:pt x="199467" y="5339"/>
                  </a:lnTo>
                  <a:lnTo>
                    <a:pt x="194320" y="4093"/>
                  </a:lnTo>
                  <a:lnTo>
                    <a:pt x="189137" y="3010"/>
                  </a:lnTo>
                  <a:lnTo>
                    <a:pt x="183922" y="2092"/>
                  </a:lnTo>
                  <a:lnTo>
                    <a:pt x="178680" y="1340"/>
                  </a:lnTo>
                  <a:lnTo>
                    <a:pt x="173417" y="754"/>
                  </a:lnTo>
                  <a:lnTo>
                    <a:pt x="168138" y="335"/>
                  </a:lnTo>
                  <a:lnTo>
                    <a:pt x="162849" y="83"/>
                  </a:lnTo>
                  <a:lnTo>
                    <a:pt x="157554" y="0"/>
                  </a:lnTo>
                  <a:lnTo>
                    <a:pt x="1575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9147" y="4659281"/>
              <a:ext cx="104087" cy="167167"/>
            </a:xfrm>
            <a:custGeom>
              <a:avLst/>
              <a:pathLst>
                <a:path w="104087" h="167167">
                  <a:moveTo>
                    <a:pt x="104087" y="0"/>
                  </a:moveTo>
                  <a:lnTo>
                    <a:pt x="98470" y="94"/>
                  </a:lnTo>
                  <a:lnTo>
                    <a:pt x="92859" y="377"/>
                  </a:lnTo>
                  <a:lnTo>
                    <a:pt x="87262" y="848"/>
                  </a:lnTo>
                  <a:lnTo>
                    <a:pt x="81683" y="1508"/>
                  </a:lnTo>
                  <a:lnTo>
                    <a:pt x="76129" y="2354"/>
                  </a:lnTo>
                  <a:lnTo>
                    <a:pt x="70607" y="3386"/>
                  </a:lnTo>
                  <a:lnTo>
                    <a:pt x="65123" y="4604"/>
                  </a:lnTo>
                  <a:lnTo>
                    <a:pt x="59683" y="6005"/>
                  </a:lnTo>
                  <a:lnTo>
                    <a:pt x="54293" y="7588"/>
                  </a:lnTo>
                  <a:lnTo>
                    <a:pt x="48959" y="9351"/>
                  </a:lnTo>
                  <a:lnTo>
                    <a:pt x="43688" y="11292"/>
                  </a:lnTo>
                  <a:lnTo>
                    <a:pt x="38485" y="13410"/>
                  </a:lnTo>
                  <a:lnTo>
                    <a:pt x="33355" y="15701"/>
                  </a:lnTo>
                  <a:lnTo>
                    <a:pt x="28306" y="18163"/>
                  </a:lnTo>
                  <a:lnTo>
                    <a:pt x="23342" y="20793"/>
                  </a:lnTo>
                  <a:lnTo>
                    <a:pt x="18470" y="23589"/>
                  </a:lnTo>
                  <a:lnTo>
                    <a:pt x="13694" y="26547"/>
                  </a:lnTo>
                  <a:lnTo>
                    <a:pt x="9020" y="29663"/>
                  </a:lnTo>
                  <a:lnTo>
                    <a:pt x="4453" y="32935"/>
                  </a:lnTo>
                  <a:lnTo>
                    <a:pt x="0" y="36359"/>
                  </a:lnTo>
                  <a:lnTo>
                    <a:pt x="1040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9147" y="4695641"/>
              <a:ext cx="104087" cy="130808"/>
            </a:xfrm>
            <a:custGeom>
              <a:avLst/>
              <a:pathLst>
                <a:path w="104087" h="130808">
                  <a:moveTo>
                    <a:pt x="0" y="0"/>
                  </a:moveTo>
                  <a:lnTo>
                    <a:pt x="104087" y="1308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9147" y="4695641"/>
              <a:ext cx="104087" cy="130808"/>
            </a:xfrm>
            <a:custGeom>
              <a:avLst/>
              <a:pathLst>
                <a:path w="104087" h="130808">
                  <a:moveTo>
                    <a:pt x="0" y="0"/>
                  </a:moveTo>
                  <a:lnTo>
                    <a:pt x="104087" y="1308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56073" y="4695641"/>
              <a:ext cx="245554" cy="297965"/>
            </a:xfrm>
            <a:custGeom>
              <a:avLst/>
              <a:pathLst>
                <a:path w="245554" h="297965">
                  <a:moveTo>
                    <a:pt x="63074" y="0"/>
                  </a:moveTo>
                  <a:lnTo>
                    <a:pt x="58967" y="3375"/>
                  </a:lnTo>
                  <a:lnTo>
                    <a:pt x="54970" y="6880"/>
                  </a:lnTo>
                  <a:lnTo>
                    <a:pt x="51086" y="10510"/>
                  </a:lnTo>
                  <a:lnTo>
                    <a:pt x="47320" y="14261"/>
                  </a:lnTo>
                  <a:lnTo>
                    <a:pt x="43675" y="18131"/>
                  </a:lnTo>
                  <a:lnTo>
                    <a:pt x="40155" y="22114"/>
                  </a:lnTo>
                  <a:lnTo>
                    <a:pt x="36763" y="26208"/>
                  </a:lnTo>
                  <a:lnTo>
                    <a:pt x="33503" y="30407"/>
                  </a:lnTo>
                  <a:lnTo>
                    <a:pt x="30378" y="34707"/>
                  </a:lnTo>
                  <a:lnTo>
                    <a:pt x="27392" y="39105"/>
                  </a:lnTo>
                  <a:lnTo>
                    <a:pt x="24546" y="43596"/>
                  </a:lnTo>
                  <a:lnTo>
                    <a:pt x="21846" y="48174"/>
                  </a:lnTo>
                  <a:lnTo>
                    <a:pt x="19292" y="52837"/>
                  </a:lnTo>
                  <a:lnTo>
                    <a:pt x="16887" y="57578"/>
                  </a:lnTo>
                  <a:lnTo>
                    <a:pt x="14635" y="62393"/>
                  </a:lnTo>
                  <a:lnTo>
                    <a:pt x="12536" y="67277"/>
                  </a:lnTo>
                  <a:lnTo>
                    <a:pt x="10595" y="72226"/>
                  </a:lnTo>
                  <a:lnTo>
                    <a:pt x="8811" y="77234"/>
                  </a:lnTo>
                  <a:lnTo>
                    <a:pt x="7188" y="82296"/>
                  </a:lnTo>
                  <a:lnTo>
                    <a:pt x="5726" y="87407"/>
                  </a:lnTo>
                  <a:lnTo>
                    <a:pt x="4428" y="92562"/>
                  </a:lnTo>
                  <a:lnTo>
                    <a:pt x="3294" y="97756"/>
                  </a:lnTo>
                  <a:lnTo>
                    <a:pt x="2326" y="102983"/>
                  </a:lnTo>
                  <a:lnTo>
                    <a:pt x="1524" y="108238"/>
                  </a:lnTo>
                  <a:lnTo>
                    <a:pt x="891" y="113516"/>
                  </a:lnTo>
                  <a:lnTo>
                    <a:pt x="425" y="118812"/>
                  </a:lnTo>
                  <a:lnTo>
                    <a:pt x="128" y="124119"/>
                  </a:lnTo>
                  <a:lnTo>
                    <a:pt x="0" y="129434"/>
                  </a:lnTo>
                  <a:lnTo>
                    <a:pt x="40" y="134750"/>
                  </a:lnTo>
                  <a:lnTo>
                    <a:pt x="250" y="140061"/>
                  </a:lnTo>
                  <a:lnTo>
                    <a:pt x="629" y="145364"/>
                  </a:lnTo>
                  <a:lnTo>
                    <a:pt x="1176" y="150652"/>
                  </a:lnTo>
                  <a:lnTo>
                    <a:pt x="1891" y="155919"/>
                  </a:lnTo>
                  <a:lnTo>
                    <a:pt x="2773" y="161162"/>
                  </a:lnTo>
                  <a:lnTo>
                    <a:pt x="3821" y="166373"/>
                  </a:lnTo>
                  <a:lnTo>
                    <a:pt x="5034" y="171549"/>
                  </a:lnTo>
                  <a:lnTo>
                    <a:pt x="6412" y="176683"/>
                  </a:lnTo>
                  <a:lnTo>
                    <a:pt x="7952" y="181771"/>
                  </a:lnTo>
                  <a:lnTo>
                    <a:pt x="9653" y="186808"/>
                  </a:lnTo>
                  <a:lnTo>
                    <a:pt x="11513" y="191788"/>
                  </a:lnTo>
                  <a:lnTo>
                    <a:pt x="13531" y="196706"/>
                  </a:lnTo>
                  <a:lnTo>
                    <a:pt x="15704" y="201558"/>
                  </a:lnTo>
                  <a:lnTo>
                    <a:pt x="18030" y="206338"/>
                  </a:lnTo>
                  <a:lnTo>
                    <a:pt x="20507" y="211041"/>
                  </a:lnTo>
                  <a:lnTo>
                    <a:pt x="23132" y="215664"/>
                  </a:lnTo>
                  <a:lnTo>
                    <a:pt x="25903" y="220200"/>
                  </a:lnTo>
                  <a:lnTo>
                    <a:pt x="28817" y="224647"/>
                  </a:lnTo>
                  <a:lnTo>
                    <a:pt x="31871" y="228998"/>
                  </a:lnTo>
                  <a:lnTo>
                    <a:pt x="35061" y="233250"/>
                  </a:lnTo>
                  <a:lnTo>
                    <a:pt x="38385" y="237399"/>
                  </a:lnTo>
                  <a:lnTo>
                    <a:pt x="41839" y="241439"/>
                  </a:lnTo>
                  <a:lnTo>
                    <a:pt x="45421" y="245368"/>
                  </a:lnTo>
                  <a:lnTo>
                    <a:pt x="49125" y="249181"/>
                  </a:lnTo>
                  <a:lnTo>
                    <a:pt x="52948" y="252875"/>
                  </a:lnTo>
                  <a:lnTo>
                    <a:pt x="56887" y="256444"/>
                  </a:lnTo>
                  <a:lnTo>
                    <a:pt x="60938" y="259887"/>
                  </a:lnTo>
                  <a:lnTo>
                    <a:pt x="65096" y="263199"/>
                  </a:lnTo>
                  <a:lnTo>
                    <a:pt x="69357" y="266378"/>
                  </a:lnTo>
                  <a:lnTo>
                    <a:pt x="73717" y="269419"/>
                  </a:lnTo>
                  <a:lnTo>
                    <a:pt x="78172" y="272320"/>
                  </a:lnTo>
                  <a:lnTo>
                    <a:pt x="82716" y="275078"/>
                  </a:lnTo>
                  <a:lnTo>
                    <a:pt x="87346" y="277690"/>
                  </a:lnTo>
                  <a:lnTo>
                    <a:pt x="92057" y="280154"/>
                  </a:lnTo>
                  <a:lnTo>
                    <a:pt x="96844" y="282466"/>
                  </a:lnTo>
                  <a:lnTo>
                    <a:pt x="101701" y="284626"/>
                  </a:lnTo>
                  <a:lnTo>
                    <a:pt x="106625" y="286629"/>
                  </a:lnTo>
                  <a:lnTo>
                    <a:pt x="111610" y="288475"/>
                  </a:lnTo>
                  <a:lnTo>
                    <a:pt x="116652" y="290162"/>
                  </a:lnTo>
                  <a:lnTo>
                    <a:pt x="121744" y="291687"/>
                  </a:lnTo>
                  <a:lnTo>
                    <a:pt x="126883" y="293050"/>
                  </a:lnTo>
                  <a:lnTo>
                    <a:pt x="132062" y="294249"/>
                  </a:lnTo>
                  <a:lnTo>
                    <a:pt x="137276" y="295282"/>
                  </a:lnTo>
                  <a:lnTo>
                    <a:pt x="142521" y="296149"/>
                  </a:lnTo>
                  <a:lnTo>
                    <a:pt x="147791" y="296849"/>
                  </a:lnTo>
                  <a:lnTo>
                    <a:pt x="153080" y="297381"/>
                  </a:lnTo>
                  <a:lnTo>
                    <a:pt x="158384" y="297744"/>
                  </a:lnTo>
                  <a:lnTo>
                    <a:pt x="163696" y="297939"/>
                  </a:lnTo>
                  <a:lnTo>
                    <a:pt x="169012" y="297965"/>
                  </a:lnTo>
                  <a:lnTo>
                    <a:pt x="174326" y="297822"/>
                  </a:lnTo>
                  <a:lnTo>
                    <a:pt x="179633" y="297509"/>
                  </a:lnTo>
                  <a:lnTo>
                    <a:pt x="184927" y="297028"/>
                  </a:lnTo>
                  <a:lnTo>
                    <a:pt x="190203" y="296379"/>
                  </a:lnTo>
                  <a:lnTo>
                    <a:pt x="195456" y="295563"/>
                  </a:lnTo>
                  <a:lnTo>
                    <a:pt x="200680" y="294580"/>
                  </a:lnTo>
                  <a:lnTo>
                    <a:pt x="205871" y="293432"/>
                  </a:lnTo>
                  <a:lnTo>
                    <a:pt x="211022" y="292118"/>
                  </a:lnTo>
                  <a:lnTo>
                    <a:pt x="216129" y="290642"/>
                  </a:lnTo>
                  <a:lnTo>
                    <a:pt x="221186" y="289004"/>
                  </a:lnTo>
                  <a:lnTo>
                    <a:pt x="226189" y="287207"/>
                  </a:lnTo>
                  <a:lnTo>
                    <a:pt x="231132" y="285251"/>
                  </a:lnTo>
                  <a:lnTo>
                    <a:pt x="236011" y="283139"/>
                  </a:lnTo>
                  <a:lnTo>
                    <a:pt x="240819" y="280872"/>
                  </a:lnTo>
                  <a:lnTo>
                    <a:pt x="245554" y="278454"/>
                  </a:lnTo>
                  <a:lnTo>
                    <a:pt x="167161" y="1308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167165" cy="314814"/>
            </a:xfrm>
            <a:custGeom>
              <a:avLst/>
              <a:pathLst>
                <a:path w="167165" h="314814">
                  <a:moveTo>
                    <a:pt x="78392" y="314814"/>
                  </a:moveTo>
                  <a:lnTo>
                    <a:pt x="83071" y="312233"/>
                  </a:lnTo>
                  <a:lnTo>
                    <a:pt x="87666" y="309503"/>
                  </a:lnTo>
                  <a:lnTo>
                    <a:pt x="92171" y="306628"/>
                  </a:lnTo>
                  <a:lnTo>
                    <a:pt x="96581" y="303611"/>
                  </a:lnTo>
                  <a:lnTo>
                    <a:pt x="100893" y="300454"/>
                  </a:lnTo>
                  <a:lnTo>
                    <a:pt x="105102" y="297161"/>
                  </a:lnTo>
                  <a:lnTo>
                    <a:pt x="109204" y="293735"/>
                  </a:lnTo>
                  <a:lnTo>
                    <a:pt x="113194" y="290179"/>
                  </a:lnTo>
                  <a:lnTo>
                    <a:pt x="117068" y="286498"/>
                  </a:lnTo>
                  <a:lnTo>
                    <a:pt x="120822" y="282695"/>
                  </a:lnTo>
                  <a:lnTo>
                    <a:pt x="124453" y="278774"/>
                  </a:lnTo>
                  <a:lnTo>
                    <a:pt x="127957" y="274739"/>
                  </a:lnTo>
                  <a:lnTo>
                    <a:pt x="131330" y="270594"/>
                  </a:lnTo>
                  <a:lnTo>
                    <a:pt x="134569" y="266343"/>
                  </a:lnTo>
                  <a:lnTo>
                    <a:pt x="137671" y="261991"/>
                  </a:lnTo>
                  <a:lnTo>
                    <a:pt x="140631" y="257542"/>
                  </a:lnTo>
                  <a:lnTo>
                    <a:pt x="143448" y="253001"/>
                  </a:lnTo>
                  <a:lnTo>
                    <a:pt x="146118" y="248372"/>
                  </a:lnTo>
                  <a:lnTo>
                    <a:pt x="148639" y="243660"/>
                  </a:lnTo>
                  <a:lnTo>
                    <a:pt x="151008" y="238869"/>
                  </a:lnTo>
                  <a:lnTo>
                    <a:pt x="153223" y="234006"/>
                  </a:lnTo>
                  <a:lnTo>
                    <a:pt x="155281" y="229074"/>
                  </a:lnTo>
                  <a:lnTo>
                    <a:pt x="157181" y="224079"/>
                  </a:lnTo>
                  <a:lnTo>
                    <a:pt x="158920" y="219026"/>
                  </a:lnTo>
                  <a:lnTo>
                    <a:pt x="160496" y="213919"/>
                  </a:lnTo>
                  <a:lnTo>
                    <a:pt x="161909" y="208765"/>
                  </a:lnTo>
                  <a:lnTo>
                    <a:pt x="163155" y="203569"/>
                  </a:lnTo>
                  <a:lnTo>
                    <a:pt x="164236" y="198335"/>
                  </a:lnTo>
                  <a:lnTo>
                    <a:pt x="165148" y="193069"/>
                  </a:lnTo>
                  <a:lnTo>
                    <a:pt x="165892" y="187777"/>
                  </a:lnTo>
                  <a:lnTo>
                    <a:pt x="166466" y="182464"/>
                  </a:lnTo>
                  <a:lnTo>
                    <a:pt x="166869" y="177135"/>
                  </a:lnTo>
                  <a:lnTo>
                    <a:pt x="167103" y="171796"/>
                  </a:lnTo>
                  <a:lnTo>
                    <a:pt x="167165" y="166452"/>
                  </a:lnTo>
                  <a:lnTo>
                    <a:pt x="167057" y="161109"/>
                  </a:lnTo>
                  <a:lnTo>
                    <a:pt x="166778" y="155773"/>
                  </a:lnTo>
                  <a:lnTo>
                    <a:pt x="166329" y="150447"/>
                  </a:lnTo>
                  <a:lnTo>
                    <a:pt x="165709" y="145139"/>
                  </a:lnTo>
                  <a:lnTo>
                    <a:pt x="164921" y="139854"/>
                  </a:lnTo>
                  <a:lnTo>
                    <a:pt x="163963" y="134596"/>
                  </a:lnTo>
                  <a:lnTo>
                    <a:pt x="162838" y="129372"/>
                  </a:lnTo>
                  <a:lnTo>
                    <a:pt x="161547" y="124186"/>
                  </a:lnTo>
                  <a:lnTo>
                    <a:pt x="160091" y="119044"/>
                  </a:lnTo>
                  <a:lnTo>
                    <a:pt x="158471" y="113952"/>
                  </a:lnTo>
                  <a:lnTo>
                    <a:pt x="156689" y="108913"/>
                  </a:lnTo>
                  <a:lnTo>
                    <a:pt x="154747" y="103935"/>
                  </a:lnTo>
                  <a:lnTo>
                    <a:pt x="152646" y="99021"/>
                  </a:lnTo>
                  <a:lnTo>
                    <a:pt x="150390" y="94176"/>
                  </a:lnTo>
                  <a:lnTo>
                    <a:pt x="147980" y="89406"/>
                  </a:lnTo>
                  <a:lnTo>
                    <a:pt x="145419" y="84716"/>
                  </a:lnTo>
                  <a:lnTo>
                    <a:pt x="142709" y="80110"/>
                  </a:lnTo>
                  <a:lnTo>
                    <a:pt x="139853" y="75593"/>
                  </a:lnTo>
                  <a:lnTo>
                    <a:pt x="136855" y="71169"/>
                  </a:lnTo>
                  <a:lnTo>
                    <a:pt x="133716" y="66844"/>
                  </a:lnTo>
                  <a:lnTo>
                    <a:pt x="130441" y="62621"/>
                  </a:lnTo>
                  <a:lnTo>
                    <a:pt x="127033" y="58505"/>
                  </a:lnTo>
                  <a:lnTo>
                    <a:pt x="123495" y="54500"/>
                  </a:lnTo>
                  <a:lnTo>
                    <a:pt x="119830" y="50610"/>
                  </a:lnTo>
                  <a:lnTo>
                    <a:pt x="116043" y="46839"/>
                  </a:lnTo>
                  <a:lnTo>
                    <a:pt x="112138" y="43191"/>
                  </a:lnTo>
                  <a:lnTo>
                    <a:pt x="108118" y="39670"/>
                  </a:lnTo>
                  <a:lnTo>
                    <a:pt x="103987" y="36279"/>
                  </a:lnTo>
                  <a:lnTo>
                    <a:pt x="99750" y="33022"/>
                  </a:lnTo>
                  <a:lnTo>
                    <a:pt x="95411" y="29903"/>
                  </a:lnTo>
                  <a:lnTo>
                    <a:pt x="90975" y="26923"/>
                  </a:lnTo>
                  <a:lnTo>
                    <a:pt x="86446" y="24087"/>
                  </a:lnTo>
                  <a:lnTo>
                    <a:pt x="81828" y="21396"/>
                  </a:lnTo>
                  <a:lnTo>
                    <a:pt x="77127" y="18855"/>
                  </a:lnTo>
                  <a:lnTo>
                    <a:pt x="72347" y="16466"/>
                  </a:lnTo>
                  <a:lnTo>
                    <a:pt x="67493" y="14230"/>
                  </a:lnTo>
                  <a:lnTo>
                    <a:pt x="62570" y="12151"/>
                  </a:lnTo>
                  <a:lnTo>
                    <a:pt x="57583" y="10230"/>
                  </a:lnTo>
                  <a:lnTo>
                    <a:pt x="52537" y="8470"/>
                  </a:lnTo>
                  <a:lnTo>
                    <a:pt x="47437" y="6872"/>
                  </a:lnTo>
                  <a:lnTo>
                    <a:pt x="42289" y="5437"/>
                  </a:lnTo>
                  <a:lnTo>
                    <a:pt x="37098" y="4168"/>
                  </a:lnTo>
                  <a:lnTo>
                    <a:pt x="31869" y="3066"/>
                  </a:lnTo>
                  <a:lnTo>
                    <a:pt x="26607" y="2131"/>
                  </a:lnTo>
                  <a:lnTo>
                    <a:pt x="21319" y="1364"/>
                  </a:lnTo>
                  <a:lnTo>
                    <a:pt x="16008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0397" y="4213821"/>
              <a:ext cx="128074" cy="167167"/>
            </a:xfrm>
            <a:custGeom>
              <a:avLst/>
              <a:pathLst>
                <a:path w="128074" h="167167">
                  <a:moveTo>
                    <a:pt x="128074" y="0"/>
                  </a:moveTo>
                  <a:lnTo>
                    <a:pt x="122464" y="94"/>
                  </a:lnTo>
                  <a:lnTo>
                    <a:pt x="116859" y="376"/>
                  </a:lnTo>
                  <a:lnTo>
                    <a:pt x="111267" y="847"/>
                  </a:lnTo>
                  <a:lnTo>
                    <a:pt x="105694" y="1504"/>
                  </a:lnTo>
                  <a:lnTo>
                    <a:pt x="100147" y="2349"/>
                  </a:lnTo>
                  <a:lnTo>
                    <a:pt x="94631" y="3379"/>
                  </a:lnTo>
                  <a:lnTo>
                    <a:pt x="89152" y="4594"/>
                  </a:lnTo>
                  <a:lnTo>
                    <a:pt x="83717" y="5992"/>
                  </a:lnTo>
                  <a:lnTo>
                    <a:pt x="78333" y="7571"/>
                  </a:lnTo>
                  <a:lnTo>
                    <a:pt x="73004" y="9331"/>
                  </a:lnTo>
                  <a:lnTo>
                    <a:pt x="67738" y="11268"/>
                  </a:lnTo>
                  <a:lnTo>
                    <a:pt x="62539" y="13381"/>
                  </a:lnTo>
                  <a:lnTo>
                    <a:pt x="57414" y="15667"/>
                  </a:lnTo>
                  <a:lnTo>
                    <a:pt x="52369" y="18124"/>
                  </a:lnTo>
                  <a:lnTo>
                    <a:pt x="47409" y="20749"/>
                  </a:lnTo>
                  <a:lnTo>
                    <a:pt x="42540" y="23539"/>
                  </a:lnTo>
                  <a:lnTo>
                    <a:pt x="37768" y="26491"/>
                  </a:lnTo>
                  <a:lnTo>
                    <a:pt x="33097" y="29601"/>
                  </a:lnTo>
                  <a:lnTo>
                    <a:pt x="28533" y="32867"/>
                  </a:lnTo>
                  <a:lnTo>
                    <a:pt x="24082" y="36283"/>
                  </a:lnTo>
                  <a:lnTo>
                    <a:pt x="19748" y="39848"/>
                  </a:lnTo>
                  <a:lnTo>
                    <a:pt x="15535" y="43555"/>
                  </a:lnTo>
                  <a:lnTo>
                    <a:pt x="11450" y="47402"/>
                  </a:lnTo>
                  <a:lnTo>
                    <a:pt x="7496" y="51384"/>
                  </a:lnTo>
                  <a:lnTo>
                    <a:pt x="3678" y="55496"/>
                  </a:lnTo>
                  <a:lnTo>
                    <a:pt x="0" y="59734"/>
                  </a:lnTo>
                  <a:lnTo>
                    <a:pt x="12807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00397" y="4273556"/>
              <a:ext cx="128074" cy="107432"/>
            </a:xfrm>
            <a:custGeom>
              <a:avLst/>
              <a:pathLst>
                <a:path w="128074" h="107432">
                  <a:moveTo>
                    <a:pt x="0" y="0"/>
                  </a:moveTo>
                  <a:lnTo>
                    <a:pt x="128074" y="1074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61305" y="4273556"/>
              <a:ext cx="333828" cy="274597"/>
            </a:xfrm>
            <a:custGeom>
              <a:avLst/>
              <a:pathLst>
                <a:path w="333828" h="274597">
                  <a:moveTo>
                    <a:pt x="39091" y="0"/>
                  </a:moveTo>
                  <a:lnTo>
                    <a:pt x="35732" y="4136"/>
                  </a:lnTo>
                  <a:lnTo>
                    <a:pt x="32506" y="8378"/>
                  </a:lnTo>
                  <a:lnTo>
                    <a:pt x="29417" y="12721"/>
                  </a:lnTo>
                  <a:lnTo>
                    <a:pt x="26468" y="17160"/>
                  </a:lnTo>
                  <a:lnTo>
                    <a:pt x="23662" y="21690"/>
                  </a:lnTo>
                  <a:lnTo>
                    <a:pt x="21002" y="26308"/>
                  </a:lnTo>
                  <a:lnTo>
                    <a:pt x="18491" y="31008"/>
                  </a:lnTo>
                  <a:lnTo>
                    <a:pt x="16131" y="35785"/>
                  </a:lnTo>
                  <a:lnTo>
                    <a:pt x="13924" y="40636"/>
                  </a:lnTo>
                  <a:lnTo>
                    <a:pt x="11872" y="45554"/>
                  </a:lnTo>
                  <a:lnTo>
                    <a:pt x="9979" y="50536"/>
                  </a:lnTo>
                  <a:lnTo>
                    <a:pt x="8245" y="55575"/>
                  </a:lnTo>
                  <a:lnTo>
                    <a:pt x="6673" y="60667"/>
                  </a:lnTo>
                  <a:lnTo>
                    <a:pt x="5264" y="65806"/>
                  </a:lnTo>
                  <a:lnTo>
                    <a:pt x="4020" y="70988"/>
                  </a:lnTo>
                  <a:lnTo>
                    <a:pt x="2941" y="76206"/>
                  </a:lnTo>
                  <a:lnTo>
                    <a:pt x="2029" y="81457"/>
                  </a:lnTo>
                  <a:lnTo>
                    <a:pt x="1285" y="86734"/>
                  </a:lnTo>
                  <a:lnTo>
                    <a:pt x="709" y="92031"/>
                  </a:lnTo>
                  <a:lnTo>
                    <a:pt x="303" y="97345"/>
                  </a:lnTo>
                  <a:lnTo>
                    <a:pt x="66" y="102669"/>
                  </a:lnTo>
                  <a:lnTo>
                    <a:pt x="0" y="107997"/>
                  </a:lnTo>
                  <a:lnTo>
                    <a:pt x="102" y="113325"/>
                  </a:lnTo>
                  <a:lnTo>
                    <a:pt x="375" y="118647"/>
                  </a:lnTo>
                  <a:lnTo>
                    <a:pt x="817" y="123958"/>
                  </a:lnTo>
                  <a:lnTo>
                    <a:pt x="1429" y="129252"/>
                  </a:lnTo>
                  <a:lnTo>
                    <a:pt x="2208" y="134523"/>
                  </a:lnTo>
                  <a:lnTo>
                    <a:pt x="3156" y="139768"/>
                  </a:lnTo>
                  <a:lnTo>
                    <a:pt x="4270" y="144979"/>
                  </a:lnTo>
                  <a:lnTo>
                    <a:pt x="5549" y="150152"/>
                  </a:lnTo>
                  <a:lnTo>
                    <a:pt x="6993" y="155282"/>
                  </a:lnTo>
                  <a:lnTo>
                    <a:pt x="8600" y="160363"/>
                  </a:lnTo>
                  <a:lnTo>
                    <a:pt x="10367" y="165390"/>
                  </a:lnTo>
                  <a:lnTo>
                    <a:pt x="12294" y="170358"/>
                  </a:lnTo>
                  <a:lnTo>
                    <a:pt x="14379" y="175263"/>
                  </a:lnTo>
                  <a:lnTo>
                    <a:pt x="16618" y="180098"/>
                  </a:lnTo>
                  <a:lnTo>
                    <a:pt x="19011" y="184860"/>
                  </a:lnTo>
                  <a:lnTo>
                    <a:pt x="21554" y="189543"/>
                  </a:lnTo>
                  <a:lnTo>
                    <a:pt x="24246" y="194143"/>
                  </a:lnTo>
                  <a:lnTo>
                    <a:pt x="27082" y="198654"/>
                  </a:lnTo>
                  <a:lnTo>
                    <a:pt x="30061" y="203073"/>
                  </a:lnTo>
                  <a:lnTo>
                    <a:pt x="33179" y="207394"/>
                  </a:lnTo>
                  <a:lnTo>
                    <a:pt x="36433" y="211614"/>
                  </a:lnTo>
                  <a:lnTo>
                    <a:pt x="39820" y="215728"/>
                  </a:lnTo>
                  <a:lnTo>
                    <a:pt x="43337" y="219732"/>
                  </a:lnTo>
                  <a:lnTo>
                    <a:pt x="46979" y="223622"/>
                  </a:lnTo>
                  <a:lnTo>
                    <a:pt x="50744" y="227394"/>
                  </a:lnTo>
                  <a:lnTo>
                    <a:pt x="54627" y="231044"/>
                  </a:lnTo>
                  <a:lnTo>
                    <a:pt x="58624" y="234568"/>
                  </a:lnTo>
                  <a:lnTo>
                    <a:pt x="62731" y="237963"/>
                  </a:lnTo>
                  <a:lnTo>
                    <a:pt x="66945" y="241226"/>
                  </a:lnTo>
                  <a:lnTo>
                    <a:pt x="71261" y="244352"/>
                  </a:lnTo>
                  <a:lnTo>
                    <a:pt x="75674" y="247339"/>
                  </a:lnTo>
                  <a:lnTo>
                    <a:pt x="80180" y="250185"/>
                  </a:lnTo>
                  <a:lnTo>
                    <a:pt x="84774" y="252885"/>
                  </a:lnTo>
                  <a:lnTo>
                    <a:pt x="89452" y="255437"/>
                  </a:lnTo>
                  <a:lnTo>
                    <a:pt x="94209" y="257839"/>
                  </a:lnTo>
                  <a:lnTo>
                    <a:pt x="99040" y="260088"/>
                  </a:lnTo>
                  <a:lnTo>
                    <a:pt x="103941" y="262182"/>
                  </a:lnTo>
                  <a:lnTo>
                    <a:pt x="108905" y="264118"/>
                  </a:lnTo>
                  <a:lnTo>
                    <a:pt x="113929" y="265896"/>
                  </a:lnTo>
                  <a:lnTo>
                    <a:pt x="119007" y="267512"/>
                  </a:lnTo>
                  <a:lnTo>
                    <a:pt x="124134" y="268966"/>
                  </a:lnTo>
                  <a:lnTo>
                    <a:pt x="129305" y="270255"/>
                  </a:lnTo>
                  <a:lnTo>
                    <a:pt x="134514" y="271380"/>
                  </a:lnTo>
                  <a:lnTo>
                    <a:pt x="139756" y="272337"/>
                  </a:lnTo>
                  <a:lnTo>
                    <a:pt x="145026" y="273127"/>
                  </a:lnTo>
                  <a:lnTo>
                    <a:pt x="150319" y="273748"/>
                  </a:lnTo>
                  <a:lnTo>
                    <a:pt x="155628" y="274201"/>
                  </a:lnTo>
                  <a:lnTo>
                    <a:pt x="160950" y="274484"/>
                  </a:lnTo>
                  <a:lnTo>
                    <a:pt x="166278" y="274597"/>
                  </a:lnTo>
                  <a:lnTo>
                    <a:pt x="171606" y="274540"/>
                  </a:lnTo>
                  <a:lnTo>
                    <a:pt x="176931" y="274314"/>
                  </a:lnTo>
                  <a:lnTo>
                    <a:pt x="182245" y="273918"/>
                  </a:lnTo>
                  <a:lnTo>
                    <a:pt x="187544" y="273353"/>
                  </a:lnTo>
                  <a:lnTo>
                    <a:pt x="192822" y="272619"/>
                  </a:lnTo>
                  <a:lnTo>
                    <a:pt x="198074" y="271717"/>
                  </a:lnTo>
                  <a:lnTo>
                    <a:pt x="203295" y="270649"/>
                  </a:lnTo>
                  <a:lnTo>
                    <a:pt x="208479" y="269414"/>
                  </a:lnTo>
                  <a:lnTo>
                    <a:pt x="213621" y="268015"/>
                  </a:lnTo>
                  <a:lnTo>
                    <a:pt x="218716" y="266453"/>
                  </a:lnTo>
                  <a:lnTo>
                    <a:pt x="223759" y="264729"/>
                  </a:lnTo>
                  <a:lnTo>
                    <a:pt x="228743" y="262845"/>
                  </a:lnTo>
                  <a:lnTo>
                    <a:pt x="233666" y="260803"/>
                  </a:lnTo>
                  <a:lnTo>
                    <a:pt x="238521" y="258606"/>
                  </a:lnTo>
                  <a:lnTo>
                    <a:pt x="243303" y="256254"/>
                  </a:lnTo>
                  <a:lnTo>
                    <a:pt x="248008" y="253752"/>
                  </a:lnTo>
                  <a:lnTo>
                    <a:pt x="252631" y="251101"/>
                  </a:lnTo>
                  <a:lnTo>
                    <a:pt x="257167" y="248304"/>
                  </a:lnTo>
                  <a:lnTo>
                    <a:pt x="261611" y="245364"/>
                  </a:lnTo>
                  <a:lnTo>
                    <a:pt x="265959" y="242283"/>
                  </a:lnTo>
                  <a:lnTo>
                    <a:pt x="270208" y="239066"/>
                  </a:lnTo>
                  <a:lnTo>
                    <a:pt x="274351" y="235714"/>
                  </a:lnTo>
                  <a:lnTo>
                    <a:pt x="278385" y="232233"/>
                  </a:lnTo>
                  <a:lnTo>
                    <a:pt x="282307" y="228624"/>
                  </a:lnTo>
                  <a:lnTo>
                    <a:pt x="286111" y="224893"/>
                  </a:lnTo>
                  <a:lnTo>
                    <a:pt x="289795" y="221042"/>
                  </a:lnTo>
                  <a:lnTo>
                    <a:pt x="293354" y="217075"/>
                  </a:lnTo>
                  <a:lnTo>
                    <a:pt x="296784" y="212997"/>
                  </a:lnTo>
                  <a:lnTo>
                    <a:pt x="300083" y="208812"/>
                  </a:lnTo>
                  <a:lnTo>
                    <a:pt x="303247" y="204524"/>
                  </a:lnTo>
                  <a:lnTo>
                    <a:pt x="306273" y="200137"/>
                  </a:lnTo>
                  <a:lnTo>
                    <a:pt x="309157" y="195656"/>
                  </a:lnTo>
                  <a:lnTo>
                    <a:pt x="311897" y="191086"/>
                  </a:lnTo>
                  <a:lnTo>
                    <a:pt x="314490" y="186430"/>
                  </a:lnTo>
                  <a:lnTo>
                    <a:pt x="316933" y="181694"/>
                  </a:lnTo>
                  <a:lnTo>
                    <a:pt x="319224" y="176883"/>
                  </a:lnTo>
                  <a:lnTo>
                    <a:pt x="321360" y="172001"/>
                  </a:lnTo>
                  <a:lnTo>
                    <a:pt x="323340" y="167053"/>
                  </a:lnTo>
                  <a:lnTo>
                    <a:pt x="325161" y="162045"/>
                  </a:lnTo>
                  <a:lnTo>
                    <a:pt x="326821" y="156981"/>
                  </a:lnTo>
                  <a:lnTo>
                    <a:pt x="328320" y="151867"/>
                  </a:lnTo>
                  <a:lnTo>
                    <a:pt x="329654" y="146708"/>
                  </a:lnTo>
                  <a:lnTo>
                    <a:pt x="330823" y="141509"/>
                  </a:lnTo>
                  <a:lnTo>
                    <a:pt x="331826" y="136275"/>
                  </a:lnTo>
                  <a:lnTo>
                    <a:pt x="332662" y="131012"/>
                  </a:lnTo>
                  <a:lnTo>
                    <a:pt x="333330" y="125725"/>
                  </a:lnTo>
                  <a:lnTo>
                    <a:pt x="333828" y="120419"/>
                  </a:lnTo>
                  <a:lnTo>
                    <a:pt x="167166" y="1074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167153" cy="180154"/>
            </a:xfrm>
            <a:custGeom>
              <a:avLst/>
              <a:pathLst>
                <a:path w="167153" h="180154">
                  <a:moveTo>
                    <a:pt x="166662" y="180154"/>
                  </a:moveTo>
                  <a:lnTo>
                    <a:pt x="166994" y="174761"/>
                  </a:lnTo>
                  <a:lnTo>
                    <a:pt x="167153" y="169360"/>
                  </a:lnTo>
                  <a:lnTo>
                    <a:pt x="167136" y="163956"/>
                  </a:lnTo>
                  <a:lnTo>
                    <a:pt x="166945" y="158556"/>
                  </a:lnTo>
                  <a:lnTo>
                    <a:pt x="166580" y="153165"/>
                  </a:lnTo>
                  <a:lnTo>
                    <a:pt x="166040" y="147789"/>
                  </a:lnTo>
                  <a:lnTo>
                    <a:pt x="165327" y="142433"/>
                  </a:lnTo>
                  <a:lnTo>
                    <a:pt x="164441" y="137102"/>
                  </a:lnTo>
                  <a:lnTo>
                    <a:pt x="163384" y="131803"/>
                  </a:lnTo>
                  <a:lnTo>
                    <a:pt x="162155" y="126541"/>
                  </a:lnTo>
                  <a:lnTo>
                    <a:pt x="160758" y="121322"/>
                  </a:lnTo>
                  <a:lnTo>
                    <a:pt x="159192" y="116150"/>
                  </a:lnTo>
                  <a:lnTo>
                    <a:pt x="157460" y="111032"/>
                  </a:lnTo>
                  <a:lnTo>
                    <a:pt x="155564" y="105972"/>
                  </a:lnTo>
                  <a:lnTo>
                    <a:pt x="153505" y="100977"/>
                  </a:lnTo>
                  <a:lnTo>
                    <a:pt x="151285" y="96050"/>
                  </a:lnTo>
                  <a:lnTo>
                    <a:pt x="148908" y="91198"/>
                  </a:lnTo>
                  <a:lnTo>
                    <a:pt x="146375" y="86425"/>
                  </a:lnTo>
                  <a:lnTo>
                    <a:pt x="143689" y="81736"/>
                  </a:lnTo>
                  <a:lnTo>
                    <a:pt x="140853" y="77137"/>
                  </a:lnTo>
                  <a:lnTo>
                    <a:pt x="137869" y="72632"/>
                  </a:lnTo>
                  <a:lnTo>
                    <a:pt x="134742" y="68225"/>
                  </a:lnTo>
                  <a:lnTo>
                    <a:pt x="131474" y="63922"/>
                  </a:lnTo>
                  <a:lnTo>
                    <a:pt x="128068" y="59727"/>
                  </a:lnTo>
                  <a:lnTo>
                    <a:pt x="124529" y="55644"/>
                  </a:lnTo>
                  <a:lnTo>
                    <a:pt x="120860" y="51678"/>
                  </a:lnTo>
                  <a:lnTo>
                    <a:pt x="117064" y="47832"/>
                  </a:lnTo>
                  <a:lnTo>
                    <a:pt x="113146" y="44111"/>
                  </a:lnTo>
                  <a:lnTo>
                    <a:pt x="109110" y="40518"/>
                  </a:lnTo>
                  <a:lnTo>
                    <a:pt x="104960" y="37058"/>
                  </a:lnTo>
                  <a:lnTo>
                    <a:pt x="100700" y="33734"/>
                  </a:lnTo>
                  <a:lnTo>
                    <a:pt x="96335" y="30549"/>
                  </a:lnTo>
                  <a:lnTo>
                    <a:pt x="91869" y="27507"/>
                  </a:lnTo>
                  <a:lnTo>
                    <a:pt x="87308" y="24611"/>
                  </a:lnTo>
                  <a:lnTo>
                    <a:pt x="82655" y="21864"/>
                  </a:lnTo>
                  <a:lnTo>
                    <a:pt x="77915" y="19268"/>
                  </a:lnTo>
                  <a:lnTo>
                    <a:pt x="73095" y="16827"/>
                  </a:lnTo>
                  <a:lnTo>
                    <a:pt x="68198" y="14543"/>
                  </a:lnTo>
                  <a:lnTo>
                    <a:pt x="63229" y="12419"/>
                  </a:lnTo>
                  <a:lnTo>
                    <a:pt x="58195" y="10456"/>
                  </a:lnTo>
                  <a:lnTo>
                    <a:pt x="53100" y="8657"/>
                  </a:lnTo>
                  <a:lnTo>
                    <a:pt x="47949" y="7024"/>
                  </a:lnTo>
                  <a:lnTo>
                    <a:pt x="42748" y="5558"/>
                  </a:lnTo>
                  <a:lnTo>
                    <a:pt x="37503" y="4261"/>
                  </a:lnTo>
                  <a:lnTo>
                    <a:pt x="32219" y="3134"/>
                  </a:lnTo>
                  <a:lnTo>
                    <a:pt x="26900" y="2178"/>
                  </a:lnTo>
                  <a:lnTo>
                    <a:pt x="21554" y="1395"/>
                  </a:lnTo>
                  <a:lnTo>
                    <a:pt x="16185" y="785"/>
                  </a:lnTo>
                  <a:lnTo>
                    <a:pt x="10799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63" y="3707720"/>
              <a:ext cx="167148" cy="167167"/>
            </a:xfrm>
            <a:custGeom>
              <a:avLst/>
              <a:pathLst>
                <a:path w="167148" h="167167">
                  <a:moveTo>
                    <a:pt x="167148" y="0"/>
                  </a:moveTo>
                  <a:lnTo>
                    <a:pt x="161731" y="87"/>
                  </a:lnTo>
                  <a:lnTo>
                    <a:pt x="156320" y="351"/>
                  </a:lnTo>
                  <a:lnTo>
                    <a:pt x="150921" y="789"/>
                  </a:lnTo>
                  <a:lnTo>
                    <a:pt x="145538" y="1402"/>
                  </a:lnTo>
                  <a:lnTo>
                    <a:pt x="140178" y="2189"/>
                  </a:lnTo>
                  <a:lnTo>
                    <a:pt x="134847" y="3150"/>
                  </a:lnTo>
                  <a:lnTo>
                    <a:pt x="129549" y="4283"/>
                  </a:lnTo>
                  <a:lnTo>
                    <a:pt x="124291" y="5586"/>
                  </a:lnTo>
                  <a:lnTo>
                    <a:pt x="119078" y="7060"/>
                  </a:lnTo>
                  <a:lnTo>
                    <a:pt x="113915" y="8702"/>
                  </a:lnTo>
                  <a:lnTo>
                    <a:pt x="108809" y="10510"/>
                  </a:lnTo>
                  <a:lnTo>
                    <a:pt x="103763" y="12482"/>
                  </a:lnTo>
                  <a:lnTo>
                    <a:pt x="98784" y="14617"/>
                  </a:lnTo>
                  <a:lnTo>
                    <a:pt x="93877" y="16912"/>
                  </a:lnTo>
                  <a:lnTo>
                    <a:pt x="89047" y="19365"/>
                  </a:lnTo>
                  <a:lnTo>
                    <a:pt x="84299" y="21974"/>
                  </a:lnTo>
                  <a:lnTo>
                    <a:pt x="79638" y="24734"/>
                  </a:lnTo>
                  <a:lnTo>
                    <a:pt x="75069" y="27645"/>
                  </a:lnTo>
                  <a:lnTo>
                    <a:pt x="70596" y="30701"/>
                  </a:lnTo>
                  <a:lnTo>
                    <a:pt x="66225" y="33902"/>
                  </a:lnTo>
                  <a:lnTo>
                    <a:pt x="61960" y="37242"/>
                  </a:lnTo>
                  <a:lnTo>
                    <a:pt x="57806" y="40718"/>
                  </a:lnTo>
                  <a:lnTo>
                    <a:pt x="53766" y="44328"/>
                  </a:lnTo>
                  <a:lnTo>
                    <a:pt x="49845" y="48066"/>
                  </a:lnTo>
                  <a:lnTo>
                    <a:pt x="46047" y="51929"/>
                  </a:lnTo>
                  <a:lnTo>
                    <a:pt x="42377" y="55914"/>
                  </a:lnTo>
                  <a:lnTo>
                    <a:pt x="38838" y="60015"/>
                  </a:lnTo>
                  <a:lnTo>
                    <a:pt x="35433" y="64229"/>
                  </a:lnTo>
                  <a:lnTo>
                    <a:pt x="32167" y="68551"/>
                  </a:lnTo>
                  <a:lnTo>
                    <a:pt x="29042" y="72976"/>
                  </a:lnTo>
                  <a:lnTo>
                    <a:pt x="26063" y="77501"/>
                  </a:lnTo>
                  <a:lnTo>
                    <a:pt x="23232" y="82119"/>
                  </a:lnTo>
                  <a:lnTo>
                    <a:pt x="20551" y="86827"/>
                  </a:lnTo>
                  <a:lnTo>
                    <a:pt x="18025" y="91619"/>
                  </a:lnTo>
                  <a:lnTo>
                    <a:pt x="15656" y="96491"/>
                  </a:lnTo>
                  <a:lnTo>
                    <a:pt x="13445" y="101437"/>
                  </a:lnTo>
                  <a:lnTo>
                    <a:pt x="11396" y="106451"/>
                  </a:lnTo>
                  <a:lnTo>
                    <a:pt x="9510" y="111530"/>
                  </a:lnTo>
                  <a:lnTo>
                    <a:pt x="7790" y="116667"/>
                  </a:lnTo>
                  <a:lnTo>
                    <a:pt x="6238" y="121857"/>
                  </a:lnTo>
                  <a:lnTo>
                    <a:pt x="4854" y="127095"/>
                  </a:lnTo>
                  <a:lnTo>
                    <a:pt x="3641" y="132374"/>
                  </a:lnTo>
                  <a:lnTo>
                    <a:pt x="2599" y="137691"/>
                  </a:lnTo>
                  <a:lnTo>
                    <a:pt x="1731" y="143038"/>
                  </a:lnTo>
                  <a:lnTo>
                    <a:pt x="1036" y="148410"/>
                  </a:lnTo>
                  <a:lnTo>
                    <a:pt x="515" y="153803"/>
                  </a:lnTo>
                  <a:lnTo>
                    <a:pt x="170" y="159209"/>
                  </a:lnTo>
                  <a:lnTo>
                    <a:pt x="0" y="16462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63" y="3707738"/>
              <a:ext cx="334312" cy="334315"/>
            </a:xfrm>
            <a:custGeom>
              <a:avLst/>
              <a:pathLst>
                <a:path w="334312" h="334315">
                  <a:moveTo>
                    <a:pt x="0" y="164606"/>
                  </a:moveTo>
                  <a:lnTo>
                    <a:pt x="3" y="169894"/>
                  </a:lnTo>
                  <a:lnTo>
                    <a:pt x="173" y="175178"/>
                  </a:lnTo>
                  <a:lnTo>
                    <a:pt x="511" y="180455"/>
                  </a:lnTo>
                  <a:lnTo>
                    <a:pt x="1015" y="185719"/>
                  </a:lnTo>
                  <a:lnTo>
                    <a:pt x="1685" y="190963"/>
                  </a:lnTo>
                  <a:lnTo>
                    <a:pt x="2521" y="196185"/>
                  </a:lnTo>
                  <a:lnTo>
                    <a:pt x="3522" y="201377"/>
                  </a:lnTo>
                  <a:lnTo>
                    <a:pt x="4686" y="206534"/>
                  </a:lnTo>
                  <a:lnTo>
                    <a:pt x="6013" y="211653"/>
                  </a:lnTo>
                  <a:lnTo>
                    <a:pt x="7501" y="216727"/>
                  </a:lnTo>
                  <a:lnTo>
                    <a:pt x="9149" y="221751"/>
                  </a:lnTo>
                  <a:lnTo>
                    <a:pt x="10955" y="226720"/>
                  </a:lnTo>
                  <a:lnTo>
                    <a:pt x="12917" y="231630"/>
                  </a:lnTo>
                  <a:lnTo>
                    <a:pt x="15033" y="236476"/>
                  </a:lnTo>
                  <a:lnTo>
                    <a:pt x="17302" y="241252"/>
                  </a:lnTo>
                  <a:lnTo>
                    <a:pt x="19720" y="245954"/>
                  </a:lnTo>
                  <a:lnTo>
                    <a:pt x="22286" y="250577"/>
                  </a:lnTo>
                  <a:lnTo>
                    <a:pt x="24997" y="255117"/>
                  </a:lnTo>
                  <a:lnTo>
                    <a:pt x="27851" y="259569"/>
                  </a:lnTo>
                  <a:lnTo>
                    <a:pt x="30843" y="263928"/>
                  </a:lnTo>
                  <a:lnTo>
                    <a:pt x="33972" y="268190"/>
                  </a:lnTo>
                  <a:lnTo>
                    <a:pt x="37234" y="272352"/>
                  </a:lnTo>
                  <a:lnTo>
                    <a:pt x="40626" y="276408"/>
                  </a:lnTo>
                  <a:lnTo>
                    <a:pt x="44145" y="280354"/>
                  </a:lnTo>
                  <a:lnTo>
                    <a:pt x="47787" y="284188"/>
                  </a:lnTo>
                  <a:lnTo>
                    <a:pt x="51548" y="287904"/>
                  </a:lnTo>
                  <a:lnTo>
                    <a:pt x="55425" y="291500"/>
                  </a:lnTo>
                  <a:lnTo>
                    <a:pt x="59414" y="294971"/>
                  </a:lnTo>
                  <a:lnTo>
                    <a:pt x="63510" y="298314"/>
                  </a:lnTo>
                  <a:lnTo>
                    <a:pt x="67710" y="301526"/>
                  </a:lnTo>
                  <a:lnTo>
                    <a:pt x="72010" y="304604"/>
                  </a:lnTo>
                  <a:lnTo>
                    <a:pt x="76405" y="307544"/>
                  </a:lnTo>
                  <a:lnTo>
                    <a:pt x="80890" y="310344"/>
                  </a:lnTo>
                  <a:lnTo>
                    <a:pt x="85462" y="313000"/>
                  </a:lnTo>
                  <a:lnTo>
                    <a:pt x="90116" y="315511"/>
                  </a:lnTo>
                  <a:lnTo>
                    <a:pt x="94846" y="317873"/>
                  </a:lnTo>
                  <a:lnTo>
                    <a:pt x="99649" y="320084"/>
                  </a:lnTo>
                  <a:lnTo>
                    <a:pt x="104520" y="322142"/>
                  </a:lnTo>
                  <a:lnTo>
                    <a:pt x="109453" y="324045"/>
                  </a:lnTo>
                  <a:lnTo>
                    <a:pt x="114444" y="325791"/>
                  </a:lnTo>
                  <a:lnTo>
                    <a:pt x="119488" y="327379"/>
                  </a:lnTo>
                  <a:lnTo>
                    <a:pt x="124579" y="328806"/>
                  </a:lnTo>
                  <a:lnTo>
                    <a:pt x="129713" y="330071"/>
                  </a:lnTo>
                  <a:lnTo>
                    <a:pt x="134884" y="331174"/>
                  </a:lnTo>
                  <a:lnTo>
                    <a:pt x="140088" y="332112"/>
                  </a:lnTo>
                  <a:lnTo>
                    <a:pt x="145318" y="332885"/>
                  </a:lnTo>
                  <a:lnTo>
                    <a:pt x="150571" y="333493"/>
                  </a:lnTo>
                  <a:lnTo>
                    <a:pt x="155840" y="333934"/>
                  </a:lnTo>
                  <a:lnTo>
                    <a:pt x="161121" y="334208"/>
                  </a:lnTo>
                  <a:lnTo>
                    <a:pt x="166407" y="334315"/>
                  </a:lnTo>
                  <a:lnTo>
                    <a:pt x="171694" y="334255"/>
                  </a:lnTo>
                  <a:lnTo>
                    <a:pt x="176977" y="334028"/>
                  </a:lnTo>
                  <a:lnTo>
                    <a:pt x="182250" y="333633"/>
                  </a:lnTo>
                  <a:lnTo>
                    <a:pt x="187508" y="333072"/>
                  </a:lnTo>
                  <a:lnTo>
                    <a:pt x="192745" y="332345"/>
                  </a:lnTo>
                  <a:lnTo>
                    <a:pt x="197957" y="331453"/>
                  </a:lnTo>
                  <a:lnTo>
                    <a:pt x="203138" y="330397"/>
                  </a:lnTo>
                  <a:lnTo>
                    <a:pt x="208282" y="329177"/>
                  </a:lnTo>
                  <a:lnTo>
                    <a:pt x="213386" y="327795"/>
                  </a:lnTo>
                  <a:lnTo>
                    <a:pt x="218444" y="326252"/>
                  </a:lnTo>
                  <a:lnTo>
                    <a:pt x="223450" y="324550"/>
                  </a:lnTo>
                  <a:lnTo>
                    <a:pt x="228400" y="322691"/>
                  </a:lnTo>
                  <a:lnTo>
                    <a:pt x="233288" y="320676"/>
                  </a:lnTo>
                  <a:lnTo>
                    <a:pt x="238111" y="318507"/>
                  </a:lnTo>
                  <a:lnTo>
                    <a:pt x="242862" y="316187"/>
                  </a:lnTo>
                  <a:lnTo>
                    <a:pt x="247538" y="313718"/>
                  </a:lnTo>
                  <a:lnTo>
                    <a:pt x="252133" y="311102"/>
                  </a:lnTo>
                  <a:lnTo>
                    <a:pt x="256643" y="308343"/>
                  </a:lnTo>
                  <a:lnTo>
                    <a:pt x="261064" y="305441"/>
                  </a:lnTo>
                  <a:lnTo>
                    <a:pt x="265390" y="302402"/>
                  </a:lnTo>
                  <a:lnTo>
                    <a:pt x="269619" y="299227"/>
                  </a:lnTo>
                  <a:lnTo>
                    <a:pt x="273745" y="295920"/>
                  </a:lnTo>
                  <a:lnTo>
                    <a:pt x="277764" y="292485"/>
                  </a:lnTo>
                  <a:lnTo>
                    <a:pt x="281673" y="288924"/>
                  </a:lnTo>
                  <a:lnTo>
                    <a:pt x="285467" y="285241"/>
                  </a:lnTo>
                  <a:lnTo>
                    <a:pt x="289142" y="281440"/>
                  </a:lnTo>
                  <a:lnTo>
                    <a:pt x="292696" y="277524"/>
                  </a:lnTo>
                  <a:lnTo>
                    <a:pt x="296124" y="273498"/>
                  </a:lnTo>
                  <a:lnTo>
                    <a:pt x="299423" y="269366"/>
                  </a:lnTo>
                  <a:lnTo>
                    <a:pt x="302589" y="265132"/>
                  </a:lnTo>
                  <a:lnTo>
                    <a:pt x="305620" y="260799"/>
                  </a:lnTo>
                  <a:lnTo>
                    <a:pt x="308513" y="256373"/>
                  </a:lnTo>
                  <a:lnTo>
                    <a:pt x="311264" y="251857"/>
                  </a:lnTo>
                  <a:lnTo>
                    <a:pt x="313871" y="247257"/>
                  </a:lnTo>
                  <a:lnTo>
                    <a:pt x="316331" y="242577"/>
                  </a:lnTo>
                  <a:lnTo>
                    <a:pt x="318642" y="237821"/>
                  </a:lnTo>
                  <a:lnTo>
                    <a:pt x="320801" y="232994"/>
                  </a:lnTo>
                  <a:lnTo>
                    <a:pt x="322807" y="228102"/>
                  </a:lnTo>
                  <a:lnTo>
                    <a:pt x="324657" y="223148"/>
                  </a:lnTo>
                  <a:lnTo>
                    <a:pt x="326349" y="218139"/>
                  </a:lnTo>
                  <a:lnTo>
                    <a:pt x="327882" y="213079"/>
                  </a:lnTo>
                  <a:lnTo>
                    <a:pt x="329254" y="207972"/>
                  </a:lnTo>
                  <a:lnTo>
                    <a:pt x="330464" y="202825"/>
                  </a:lnTo>
                  <a:lnTo>
                    <a:pt x="331510" y="197642"/>
                  </a:lnTo>
                  <a:lnTo>
                    <a:pt x="332393" y="192429"/>
                  </a:lnTo>
                  <a:lnTo>
                    <a:pt x="333109" y="187190"/>
                  </a:lnTo>
                  <a:lnTo>
                    <a:pt x="333660" y="181931"/>
                  </a:lnTo>
                  <a:lnTo>
                    <a:pt x="334044" y="176657"/>
                  </a:lnTo>
                  <a:lnTo>
                    <a:pt x="334262" y="171374"/>
                  </a:lnTo>
                  <a:lnTo>
                    <a:pt x="334312" y="166087"/>
                  </a:lnTo>
                  <a:lnTo>
                    <a:pt x="334194" y="160801"/>
                  </a:lnTo>
                  <a:lnTo>
                    <a:pt x="333910" y="155521"/>
                  </a:lnTo>
                  <a:lnTo>
                    <a:pt x="333459" y="150253"/>
                  </a:lnTo>
                  <a:lnTo>
                    <a:pt x="332841" y="145001"/>
                  </a:lnTo>
                  <a:lnTo>
                    <a:pt x="332058" y="139772"/>
                  </a:lnTo>
                  <a:lnTo>
                    <a:pt x="331110" y="134570"/>
                  </a:lnTo>
                  <a:lnTo>
                    <a:pt x="329997" y="129401"/>
                  </a:lnTo>
                  <a:lnTo>
                    <a:pt x="328722" y="124269"/>
                  </a:lnTo>
                  <a:lnTo>
                    <a:pt x="327285" y="119181"/>
                  </a:lnTo>
                  <a:lnTo>
                    <a:pt x="325688" y="114140"/>
                  </a:lnTo>
                  <a:lnTo>
                    <a:pt x="323932" y="109153"/>
                  </a:lnTo>
                  <a:lnTo>
                    <a:pt x="322019" y="104223"/>
                  </a:lnTo>
                  <a:lnTo>
                    <a:pt x="319952" y="99357"/>
                  </a:lnTo>
                  <a:lnTo>
                    <a:pt x="317731" y="94558"/>
                  </a:lnTo>
                  <a:lnTo>
                    <a:pt x="315360" y="89832"/>
                  </a:lnTo>
                  <a:lnTo>
                    <a:pt x="312841" y="85183"/>
                  </a:lnTo>
                  <a:lnTo>
                    <a:pt x="310176" y="80616"/>
                  </a:lnTo>
                  <a:lnTo>
                    <a:pt x="307367" y="76136"/>
                  </a:lnTo>
                  <a:lnTo>
                    <a:pt x="304419" y="71747"/>
                  </a:lnTo>
                  <a:lnTo>
                    <a:pt x="301333" y="67453"/>
                  </a:lnTo>
                  <a:lnTo>
                    <a:pt x="298113" y="63260"/>
                  </a:lnTo>
                  <a:lnTo>
                    <a:pt x="294762" y="59170"/>
                  </a:lnTo>
                  <a:lnTo>
                    <a:pt x="291283" y="55188"/>
                  </a:lnTo>
                  <a:lnTo>
                    <a:pt x="287680" y="51318"/>
                  </a:lnTo>
                  <a:lnTo>
                    <a:pt x="283956" y="47564"/>
                  </a:lnTo>
                  <a:lnTo>
                    <a:pt x="280116" y="43929"/>
                  </a:lnTo>
                  <a:lnTo>
                    <a:pt x="276162" y="40418"/>
                  </a:lnTo>
                  <a:lnTo>
                    <a:pt x="272099" y="37034"/>
                  </a:lnTo>
                  <a:lnTo>
                    <a:pt x="267932" y="33780"/>
                  </a:lnTo>
                  <a:lnTo>
                    <a:pt x="263663" y="30659"/>
                  </a:lnTo>
                  <a:lnTo>
                    <a:pt x="259298" y="27675"/>
                  </a:lnTo>
                  <a:lnTo>
                    <a:pt x="254841" y="24830"/>
                  </a:lnTo>
                  <a:lnTo>
                    <a:pt x="250296" y="22128"/>
                  </a:lnTo>
                  <a:lnTo>
                    <a:pt x="245668" y="19571"/>
                  </a:lnTo>
                  <a:lnTo>
                    <a:pt x="240962" y="17161"/>
                  </a:lnTo>
                  <a:lnTo>
                    <a:pt x="236181" y="14902"/>
                  </a:lnTo>
                  <a:lnTo>
                    <a:pt x="231332" y="12795"/>
                  </a:lnTo>
                  <a:lnTo>
                    <a:pt x="226418" y="10842"/>
                  </a:lnTo>
                  <a:lnTo>
                    <a:pt x="221445" y="9046"/>
                  </a:lnTo>
                  <a:lnTo>
                    <a:pt x="216417" y="7408"/>
                  </a:lnTo>
                  <a:lnTo>
                    <a:pt x="211341" y="5929"/>
                  </a:lnTo>
                  <a:lnTo>
                    <a:pt x="206220" y="4612"/>
                  </a:lnTo>
                  <a:lnTo>
                    <a:pt x="201060" y="3458"/>
                  </a:lnTo>
                  <a:lnTo>
                    <a:pt x="195866" y="2467"/>
                  </a:lnTo>
                  <a:lnTo>
                    <a:pt x="190643" y="1641"/>
                  </a:lnTo>
                  <a:lnTo>
                    <a:pt x="185397" y="981"/>
                  </a:lnTo>
                  <a:lnTo>
                    <a:pt x="180132" y="487"/>
                  </a:lnTo>
                  <a:lnTo>
                    <a:pt x="174855" y="160"/>
                  </a:lnTo>
                  <a:lnTo>
                    <a:pt x="169570" y="0"/>
                  </a:lnTo>
                  <a:lnTo>
                    <a:pt x="167148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2422" cy="167167"/>
            </a:xfrm>
            <a:custGeom>
              <a:avLst/>
              <a:pathLst>
                <a:path w="2422" h="167167">
                  <a:moveTo>
                    <a:pt x="2422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2025-06-05T19:39:45Z</dcterms:modified>
  <cp:category/>
</cp:coreProperties>
</file>