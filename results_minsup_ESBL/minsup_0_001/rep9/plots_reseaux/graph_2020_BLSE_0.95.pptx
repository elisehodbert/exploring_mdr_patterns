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23774" y="1333628"/>
              <a:ext cx="603476" cy="419609"/>
            </a:xfrm>
            <a:custGeom>
              <a:avLst/>
              <a:pathLst>
                <a:path w="603476" h="419609">
                  <a:moveTo>
                    <a:pt x="603476" y="0"/>
                  </a:moveTo>
                  <a:lnTo>
                    <a:pt x="0" y="4196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906010" y="1349502"/>
              <a:ext cx="933767" cy="833321"/>
            </a:xfrm>
            <a:custGeom>
              <a:avLst/>
              <a:pathLst>
                <a:path w="933767" h="833321">
                  <a:moveTo>
                    <a:pt x="933767" y="0"/>
                  </a:moveTo>
                  <a:lnTo>
                    <a:pt x="0" y="833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649648" y="2450578"/>
              <a:ext cx="72739" cy="193206"/>
            </a:xfrm>
            <a:custGeom>
              <a:avLst/>
              <a:pathLst>
                <a:path w="72739" h="193206">
                  <a:moveTo>
                    <a:pt x="72739" y="0"/>
                  </a:moveTo>
                  <a:lnTo>
                    <a:pt x="0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65711" y="2456508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10753" y="24600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781287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0" y="0"/>
                  </a:moveTo>
                  <a:lnTo>
                    <a:pt x="3651615" y="193059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918537" y="238956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622499" y="2948483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727998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0"/>
                  </a:moveTo>
                  <a:lnTo>
                    <a:pt x="0" y="150070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650703" y="1219967"/>
              <a:ext cx="2248117" cy="2006286"/>
            </a:xfrm>
            <a:custGeom>
              <a:avLst/>
              <a:pathLst>
                <a:path w="2248117" h="2006286">
                  <a:moveTo>
                    <a:pt x="2248117" y="0"/>
                  </a:moveTo>
                  <a:lnTo>
                    <a:pt x="0" y="200628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023544" y="1275828"/>
              <a:ext cx="0" cy="4123463"/>
            </a:xfrm>
            <a:custGeom>
              <a:avLst/>
              <a:pathLst>
                <a:path w="0" h="4123463">
                  <a:moveTo>
                    <a:pt x="0" y="0"/>
                  </a:moveTo>
                  <a:lnTo>
                    <a:pt x="0" y="412346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701146" y="1234189"/>
              <a:ext cx="2212000" cy="2515170"/>
            </a:xfrm>
            <a:custGeom>
              <a:avLst/>
              <a:pathLst>
                <a:path w="2212000" h="2515170">
                  <a:moveTo>
                    <a:pt x="2212000" y="0"/>
                  </a:moveTo>
                  <a:lnTo>
                    <a:pt x="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875779" y="1246560"/>
              <a:ext cx="2053273" cy="2996528"/>
            </a:xfrm>
            <a:custGeom>
              <a:avLst/>
              <a:pathLst>
                <a:path w="2053273" h="2996528">
                  <a:moveTo>
                    <a:pt x="2053273" y="0"/>
                  </a:moveTo>
                  <a:lnTo>
                    <a:pt x="0" y="299652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3163766" y="1256912"/>
              <a:ext cx="1782536" cy="3421284"/>
            </a:xfrm>
            <a:custGeom>
              <a:avLst/>
              <a:pathLst>
                <a:path w="1782536" h="3421284">
                  <a:moveTo>
                    <a:pt x="1782536" y="0"/>
                  </a:moveTo>
                  <a:lnTo>
                    <a:pt x="0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100785" y="1256912"/>
              <a:ext cx="1550445" cy="2975823"/>
            </a:xfrm>
            <a:custGeom>
              <a:avLst/>
              <a:pathLst>
                <a:path w="1550445" h="2975823">
                  <a:moveTo>
                    <a:pt x="0" y="0"/>
                  </a:moveTo>
                  <a:lnTo>
                    <a:pt x="1550445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5063274" y="1271038"/>
              <a:ext cx="918033" cy="3751965"/>
            </a:xfrm>
            <a:custGeom>
              <a:avLst/>
              <a:pathLst>
                <a:path w="918033" h="3751965">
                  <a:moveTo>
                    <a:pt x="0" y="0"/>
                  </a:moveTo>
                  <a:lnTo>
                    <a:pt x="918033" y="37519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937447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0"/>
                  </a:moveTo>
                  <a:lnTo>
                    <a:pt x="0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688222" y="2334413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3651615" y="0"/>
                  </a:moveTo>
                  <a:lnTo>
                    <a:pt x="0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6060769" y="2456508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669981" y="1349502"/>
              <a:ext cx="933767" cy="833321"/>
            </a:xfrm>
            <a:custGeom>
              <a:avLst/>
              <a:pathLst>
                <a:path w="933767" h="833321">
                  <a:moveTo>
                    <a:pt x="933767" y="833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547620" y="1646186"/>
              <a:ext cx="1417023" cy="3763825"/>
            </a:xfrm>
            <a:custGeom>
              <a:avLst/>
              <a:pathLst>
                <a:path w="1417023" h="3763825">
                  <a:moveTo>
                    <a:pt x="0" y="0"/>
                  </a:moveTo>
                  <a:lnTo>
                    <a:pt x="1417023" y="376382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821018" y="1652116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583212" y="1627638"/>
              <a:ext cx="2343335" cy="3419842"/>
            </a:xfrm>
            <a:custGeom>
              <a:avLst/>
              <a:pathLst>
                <a:path w="2343335" h="3419842">
                  <a:moveTo>
                    <a:pt x="0" y="0"/>
                  </a:moveTo>
                  <a:lnTo>
                    <a:pt x="2343335" y="3419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36619" y="3170392"/>
              <a:ext cx="47159" cy="167167"/>
            </a:xfrm>
            <a:custGeom>
              <a:avLst/>
              <a:pathLst>
                <a:path w="47159" h="167167">
                  <a:moveTo>
                    <a:pt x="47159" y="0"/>
                  </a:moveTo>
                  <a:lnTo>
                    <a:pt x="41184" y="106"/>
                  </a:lnTo>
                  <a:lnTo>
                    <a:pt x="35217" y="427"/>
                  </a:lnTo>
                  <a:lnTo>
                    <a:pt x="29265" y="960"/>
                  </a:lnTo>
                  <a:lnTo>
                    <a:pt x="23336" y="1706"/>
                  </a:lnTo>
                  <a:lnTo>
                    <a:pt x="17438" y="2663"/>
                  </a:lnTo>
                  <a:lnTo>
                    <a:pt x="11577" y="3830"/>
                  </a:lnTo>
                  <a:lnTo>
                    <a:pt x="5762" y="5206"/>
                  </a:lnTo>
                  <a:lnTo>
                    <a:pt x="0" y="6790"/>
                  </a:lnTo>
                  <a:lnTo>
                    <a:pt x="4715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36619" y="3177182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816632" y="3170489"/>
              <a:ext cx="334297" cy="334237"/>
            </a:xfrm>
            <a:custGeom>
              <a:avLst/>
              <a:pathLst>
                <a:path w="334297" h="334237">
                  <a:moveTo>
                    <a:pt x="119987" y="6693"/>
                  </a:moveTo>
                  <a:lnTo>
                    <a:pt x="114924" y="8269"/>
                  </a:lnTo>
                  <a:lnTo>
                    <a:pt x="109914" y="10005"/>
                  </a:lnTo>
                  <a:lnTo>
                    <a:pt x="104962" y="11899"/>
                  </a:lnTo>
                  <a:lnTo>
                    <a:pt x="100072" y="13949"/>
                  </a:lnTo>
                  <a:lnTo>
                    <a:pt x="95250" y="16153"/>
                  </a:lnTo>
                  <a:lnTo>
                    <a:pt x="90500" y="18509"/>
                  </a:lnTo>
                  <a:lnTo>
                    <a:pt x="85827" y="21015"/>
                  </a:lnTo>
                  <a:lnTo>
                    <a:pt x="81236" y="23667"/>
                  </a:lnTo>
                  <a:lnTo>
                    <a:pt x="76732" y="26464"/>
                  </a:lnTo>
                  <a:lnTo>
                    <a:pt x="72318" y="29402"/>
                  </a:lnTo>
                  <a:lnTo>
                    <a:pt x="68000" y="32478"/>
                  </a:lnTo>
                  <a:lnTo>
                    <a:pt x="63781" y="35690"/>
                  </a:lnTo>
                  <a:lnTo>
                    <a:pt x="59667" y="39035"/>
                  </a:lnTo>
                  <a:lnTo>
                    <a:pt x="55660" y="42508"/>
                  </a:lnTo>
                  <a:lnTo>
                    <a:pt x="51766" y="46106"/>
                  </a:lnTo>
                  <a:lnTo>
                    <a:pt x="47988" y="49826"/>
                  </a:lnTo>
                  <a:lnTo>
                    <a:pt x="44330" y="53664"/>
                  </a:lnTo>
                  <a:lnTo>
                    <a:pt x="40795" y="57616"/>
                  </a:lnTo>
                  <a:lnTo>
                    <a:pt x="37387" y="61678"/>
                  </a:lnTo>
                  <a:lnTo>
                    <a:pt x="34110" y="65846"/>
                  </a:lnTo>
                  <a:lnTo>
                    <a:pt x="30967" y="70116"/>
                  </a:lnTo>
                  <a:lnTo>
                    <a:pt x="27961" y="74483"/>
                  </a:lnTo>
                  <a:lnTo>
                    <a:pt x="25094" y="78944"/>
                  </a:lnTo>
                  <a:lnTo>
                    <a:pt x="22371" y="83493"/>
                  </a:lnTo>
                  <a:lnTo>
                    <a:pt x="19793" y="88127"/>
                  </a:lnTo>
                  <a:lnTo>
                    <a:pt x="17364" y="92840"/>
                  </a:lnTo>
                  <a:lnTo>
                    <a:pt x="15085" y="97627"/>
                  </a:lnTo>
                  <a:lnTo>
                    <a:pt x="12959" y="102484"/>
                  </a:lnTo>
                  <a:lnTo>
                    <a:pt x="10989" y="107407"/>
                  </a:lnTo>
                  <a:lnTo>
                    <a:pt x="9175" y="112389"/>
                  </a:lnTo>
                  <a:lnTo>
                    <a:pt x="7520" y="117426"/>
                  </a:lnTo>
                  <a:lnTo>
                    <a:pt x="6026" y="122514"/>
                  </a:lnTo>
                  <a:lnTo>
                    <a:pt x="4694" y="127646"/>
                  </a:lnTo>
                  <a:lnTo>
                    <a:pt x="3526" y="132817"/>
                  </a:lnTo>
                  <a:lnTo>
                    <a:pt x="2522" y="138024"/>
                  </a:lnTo>
                  <a:lnTo>
                    <a:pt x="1683" y="143259"/>
                  </a:lnTo>
                  <a:lnTo>
                    <a:pt x="1012" y="148518"/>
                  </a:lnTo>
                  <a:lnTo>
                    <a:pt x="507" y="153796"/>
                  </a:lnTo>
                  <a:lnTo>
                    <a:pt x="170" y="159088"/>
                  </a:lnTo>
                  <a:lnTo>
                    <a:pt x="1" y="164387"/>
                  </a:lnTo>
                  <a:lnTo>
                    <a:pt x="0" y="169689"/>
                  </a:lnTo>
                  <a:lnTo>
                    <a:pt x="167" y="174989"/>
                  </a:lnTo>
                  <a:lnTo>
                    <a:pt x="502" y="180281"/>
                  </a:lnTo>
                  <a:lnTo>
                    <a:pt x="1005" y="185559"/>
                  </a:lnTo>
                  <a:lnTo>
                    <a:pt x="1674" y="190818"/>
                  </a:lnTo>
                  <a:lnTo>
                    <a:pt x="2511" y="196054"/>
                  </a:lnTo>
                  <a:lnTo>
                    <a:pt x="3513" y="201261"/>
                  </a:lnTo>
                  <a:lnTo>
                    <a:pt x="4679" y="206433"/>
                  </a:lnTo>
                  <a:lnTo>
                    <a:pt x="6010" y="211566"/>
                  </a:lnTo>
                  <a:lnTo>
                    <a:pt x="7502" y="216653"/>
                  </a:lnTo>
                  <a:lnTo>
                    <a:pt x="9154" y="221691"/>
                  </a:lnTo>
                  <a:lnTo>
                    <a:pt x="10966" y="226674"/>
                  </a:lnTo>
                  <a:lnTo>
                    <a:pt x="12935" y="231597"/>
                  </a:lnTo>
                  <a:lnTo>
                    <a:pt x="15059" y="236456"/>
                  </a:lnTo>
                  <a:lnTo>
                    <a:pt x="17336" y="241244"/>
                  </a:lnTo>
                  <a:lnTo>
                    <a:pt x="19764" y="245958"/>
                  </a:lnTo>
                  <a:lnTo>
                    <a:pt x="22339" y="250592"/>
                  </a:lnTo>
                  <a:lnTo>
                    <a:pt x="25061" y="255142"/>
                  </a:lnTo>
                  <a:lnTo>
                    <a:pt x="27926" y="259604"/>
                  </a:lnTo>
                  <a:lnTo>
                    <a:pt x="30930" y="263973"/>
                  </a:lnTo>
                  <a:lnTo>
                    <a:pt x="34072" y="268244"/>
                  </a:lnTo>
                  <a:lnTo>
                    <a:pt x="37347" y="272413"/>
                  </a:lnTo>
                  <a:lnTo>
                    <a:pt x="40754" y="276477"/>
                  </a:lnTo>
                  <a:lnTo>
                    <a:pt x="44287" y="280430"/>
                  </a:lnTo>
                  <a:lnTo>
                    <a:pt x="47944" y="284269"/>
                  </a:lnTo>
                  <a:lnTo>
                    <a:pt x="51720" y="287991"/>
                  </a:lnTo>
                  <a:lnTo>
                    <a:pt x="55613" y="291590"/>
                  </a:lnTo>
                  <a:lnTo>
                    <a:pt x="59618" y="295065"/>
                  </a:lnTo>
                  <a:lnTo>
                    <a:pt x="63732" y="298411"/>
                  </a:lnTo>
                  <a:lnTo>
                    <a:pt x="67949" y="301624"/>
                  </a:lnTo>
                  <a:lnTo>
                    <a:pt x="72266" y="304702"/>
                  </a:lnTo>
                  <a:lnTo>
                    <a:pt x="76678" y="307642"/>
                  </a:lnTo>
                  <a:lnTo>
                    <a:pt x="81182" y="310440"/>
                  </a:lnTo>
                  <a:lnTo>
                    <a:pt x="85772" y="313095"/>
                  </a:lnTo>
                  <a:lnTo>
                    <a:pt x="90444" y="315602"/>
                  </a:lnTo>
                  <a:lnTo>
                    <a:pt x="95193" y="317960"/>
                  </a:lnTo>
                  <a:lnTo>
                    <a:pt x="100014" y="320166"/>
                  </a:lnTo>
                  <a:lnTo>
                    <a:pt x="104903" y="322218"/>
                  </a:lnTo>
                  <a:lnTo>
                    <a:pt x="109855" y="324114"/>
                  </a:lnTo>
                  <a:lnTo>
                    <a:pt x="114864" y="325851"/>
                  </a:lnTo>
                  <a:lnTo>
                    <a:pt x="119926" y="327430"/>
                  </a:lnTo>
                  <a:lnTo>
                    <a:pt x="125035" y="328846"/>
                  </a:lnTo>
                  <a:lnTo>
                    <a:pt x="130187" y="330101"/>
                  </a:lnTo>
                  <a:lnTo>
                    <a:pt x="135376" y="331191"/>
                  </a:lnTo>
                  <a:lnTo>
                    <a:pt x="140597" y="332116"/>
                  </a:lnTo>
                  <a:lnTo>
                    <a:pt x="145844" y="332875"/>
                  </a:lnTo>
                  <a:lnTo>
                    <a:pt x="151113" y="333467"/>
                  </a:lnTo>
                  <a:lnTo>
                    <a:pt x="156398" y="333892"/>
                  </a:lnTo>
                  <a:lnTo>
                    <a:pt x="161694" y="334149"/>
                  </a:lnTo>
                  <a:lnTo>
                    <a:pt x="166996" y="334237"/>
                  </a:lnTo>
                  <a:lnTo>
                    <a:pt x="172297" y="334158"/>
                  </a:lnTo>
                  <a:lnTo>
                    <a:pt x="177594" y="333911"/>
                  </a:lnTo>
                  <a:lnTo>
                    <a:pt x="182879" y="333496"/>
                  </a:lnTo>
                  <a:lnTo>
                    <a:pt x="188149" y="332913"/>
                  </a:lnTo>
                  <a:lnTo>
                    <a:pt x="193398" y="332163"/>
                  </a:lnTo>
                  <a:lnTo>
                    <a:pt x="198621" y="331248"/>
                  </a:lnTo>
                  <a:lnTo>
                    <a:pt x="203812" y="330167"/>
                  </a:lnTo>
                  <a:lnTo>
                    <a:pt x="208966" y="328922"/>
                  </a:lnTo>
                  <a:lnTo>
                    <a:pt x="214077" y="327515"/>
                  </a:lnTo>
                  <a:lnTo>
                    <a:pt x="219142" y="325946"/>
                  </a:lnTo>
                  <a:lnTo>
                    <a:pt x="224154" y="324217"/>
                  </a:lnTo>
                  <a:lnTo>
                    <a:pt x="229109" y="322330"/>
                  </a:lnTo>
                  <a:lnTo>
                    <a:pt x="234002" y="320286"/>
                  </a:lnTo>
                  <a:lnTo>
                    <a:pt x="238827" y="318089"/>
                  </a:lnTo>
                  <a:lnTo>
                    <a:pt x="243581" y="315740"/>
                  </a:lnTo>
                  <a:lnTo>
                    <a:pt x="248257" y="313241"/>
                  </a:lnTo>
                  <a:lnTo>
                    <a:pt x="252852" y="310595"/>
                  </a:lnTo>
                  <a:lnTo>
                    <a:pt x="257361" y="307805"/>
                  </a:lnTo>
                  <a:lnTo>
                    <a:pt x="261778" y="304873"/>
                  </a:lnTo>
                  <a:lnTo>
                    <a:pt x="266101" y="301803"/>
                  </a:lnTo>
                  <a:lnTo>
                    <a:pt x="270324" y="298597"/>
                  </a:lnTo>
                  <a:lnTo>
                    <a:pt x="274443" y="295259"/>
                  </a:lnTo>
                  <a:lnTo>
                    <a:pt x="278455" y="291791"/>
                  </a:lnTo>
                  <a:lnTo>
                    <a:pt x="282354" y="288199"/>
                  </a:lnTo>
                  <a:lnTo>
                    <a:pt x="286138" y="284484"/>
                  </a:lnTo>
                  <a:lnTo>
                    <a:pt x="289801" y="280651"/>
                  </a:lnTo>
                  <a:lnTo>
                    <a:pt x="293342" y="276704"/>
                  </a:lnTo>
                  <a:lnTo>
                    <a:pt x="296755" y="272647"/>
                  </a:lnTo>
                  <a:lnTo>
                    <a:pt x="300038" y="268484"/>
                  </a:lnTo>
                  <a:lnTo>
                    <a:pt x="303187" y="264218"/>
                  </a:lnTo>
                  <a:lnTo>
                    <a:pt x="306200" y="259855"/>
                  </a:lnTo>
                  <a:lnTo>
                    <a:pt x="309073" y="255399"/>
                  </a:lnTo>
                  <a:lnTo>
                    <a:pt x="311802" y="250853"/>
                  </a:lnTo>
                  <a:lnTo>
                    <a:pt x="314387" y="246223"/>
                  </a:lnTo>
                  <a:lnTo>
                    <a:pt x="316823" y="241514"/>
                  </a:lnTo>
                  <a:lnTo>
                    <a:pt x="319108" y="236730"/>
                  </a:lnTo>
                  <a:lnTo>
                    <a:pt x="321241" y="231876"/>
                  </a:lnTo>
                  <a:lnTo>
                    <a:pt x="323219" y="226956"/>
                  </a:lnTo>
                  <a:lnTo>
                    <a:pt x="325040" y="221976"/>
                  </a:lnTo>
                  <a:lnTo>
                    <a:pt x="326701" y="216941"/>
                  </a:lnTo>
                  <a:lnTo>
                    <a:pt x="328203" y="211856"/>
                  </a:lnTo>
                  <a:lnTo>
                    <a:pt x="329542" y="206726"/>
                  </a:lnTo>
                  <a:lnTo>
                    <a:pt x="330718" y="201556"/>
                  </a:lnTo>
                  <a:lnTo>
                    <a:pt x="331729" y="196351"/>
                  </a:lnTo>
                  <a:lnTo>
                    <a:pt x="332575" y="191117"/>
                  </a:lnTo>
                  <a:lnTo>
                    <a:pt x="333255" y="185859"/>
                  </a:lnTo>
                  <a:lnTo>
                    <a:pt x="333767" y="180581"/>
                  </a:lnTo>
                  <a:lnTo>
                    <a:pt x="334112" y="175290"/>
                  </a:lnTo>
                  <a:lnTo>
                    <a:pt x="334288" y="169991"/>
                  </a:lnTo>
                  <a:lnTo>
                    <a:pt x="334297" y="164689"/>
                  </a:lnTo>
                  <a:lnTo>
                    <a:pt x="334137" y="159389"/>
                  </a:lnTo>
                  <a:lnTo>
                    <a:pt x="333810" y="154097"/>
                  </a:lnTo>
                  <a:lnTo>
                    <a:pt x="333314" y="148818"/>
                  </a:lnTo>
                  <a:lnTo>
                    <a:pt x="332652" y="143558"/>
                  </a:lnTo>
                  <a:lnTo>
                    <a:pt x="331823" y="138321"/>
                  </a:lnTo>
                  <a:lnTo>
                    <a:pt x="330829" y="133113"/>
                  </a:lnTo>
                  <a:lnTo>
                    <a:pt x="329669" y="127939"/>
                  </a:lnTo>
                  <a:lnTo>
                    <a:pt x="328347" y="122804"/>
                  </a:lnTo>
                  <a:lnTo>
                    <a:pt x="326862" y="117714"/>
                  </a:lnTo>
                  <a:lnTo>
                    <a:pt x="325216" y="112674"/>
                  </a:lnTo>
                  <a:lnTo>
                    <a:pt x="323412" y="107688"/>
                  </a:lnTo>
                  <a:lnTo>
                    <a:pt x="321450" y="102763"/>
                  </a:lnTo>
                  <a:lnTo>
                    <a:pt x="319333" y="97901"/>
                  </a:lnTo>
                  <a:lnTo>
                    <a:pt x="317063" y="93110"/>
                  </a:lnTo>
                  <a:lnTo>
                    <a:pt x="314642" y="88393"/>
                  </a:lnTo>
                  <a:lnTo>
                    <a:pt x="312072" y="83755"/>
                  </a:lnTo>
                  <a:lnTo>
                    <a:pt x="309357" y="79200"/>
                  </a:lnTo>
                  <a:lnTo>
                    <a:pt x="306499" y="74735"/>
                  </a:lnTo>
                  <a:lnTo>
                    <a:pt x="303501" y="70362"/>
                  </a:lnTo>
                  <a:lnTo>
                    <a:pt x="300365" y="66086"/>
                  </a:lnTo>
                  <a:lnTo>
                    <a:pt x="297095" y="61912"/>
                  </a:lnTo>
                  <a:lnTo>
                    <a:pt x="293695" y="57844"/>
                  </a:lnTo>
                  <a:lnTo>
                    <a:pt x="290168" y="53885"/>
                  </a:lnTo>
                  <a:lnTo>
                    <a:pt x="286516" y="50041"/>
                  </a:lnTo>
                  <a:lnTo>
                    <a:pt x="282745" y="46314"/>
                  </a:lnTo>
                  <a:lnTo>
                    <a:pt x="278857" y="42709"/>
                  </a:lnTo>
                  <a:lnTo>
                    <a:pt x="274857" y="39229"/>
                  </a:lnTo>
                  <a:lnTo>
                    <a:pt x="270748" y="35877"/>
                  </a:lnTo>
                  <a:lnTo>
                    <a:pt x="266536" y="32658"/>
                  </a:lnTo>
                  <a:lnTo>
                    <a:pt x="262223" y="29573"/>
                  </a:lnTo>
                  <a:lnTo>
                    <a:pt x="257815" y="26627"/>
                  </a:lnTo>
                  <a:lnTo>
                    <a:pt x="253315" y="23822"/>
                  </a:lnTo>
                  <a:lnTo>
                    <a:pt x="248729" y="21162"/>
                  </a:lnTo>
                  <a:lnTo>
                    <a:pt x="244061" y="18648"/>
                  </a:lnTo>
                  <a:lnTo>
                    <a:pt x="239315" y="16283"/>
                  </a:lnTo>
                  <a:lnTo>
                    <a:pt x="234497" y="14070"/>
                  </a:lnTo>
                  <a:lnTo>
                    <a:pt x="229611" y="12011"/>
                  </a:lnTo>
                  <a:lnTo>
                    <a:pt x="224662" y="10108"/>
                  </a:lnTo>
                  <a:lnTo>
                    <a:pt x="219655" y="8363"/>
                  </a:lnTo>
                  <a:lnTo>
                    <a:pt x="214595" y="6778"/>
                  </a:lnTo>
                  <a:lnTo>
                    <a:pt x="209488" y="5354"/>
                  </a:lnTo>
                  <a:lnTo>
                    <a:pt x="204338" y="4092"/>
                  </a:lnTo>
                  <a:lnTo>
                    <a:pt x="199151" y="2995"/>
                  </a:lnTo>
                  <a:lnTo>
                    <a:pt x="193931" y="2062"/>
                  </a:lnTo>
                  <a:lnTo>
                    <a:pt x="188685" y="1296"/>
                  </a:lnTo>
                  <a:lnTo>
                    <a:pt x="183417" y="696"/>
                  </a:lnTo>
                  <a:lnTo>
                    <a:pt x="178132" y="264"/>
                  </a:lnTo>
                  <a:lnTo>
                    <a:pt x="172837" y="0"/>
                  </a:lnTo>
                  <a:lnTo>
                    <a:pt x="167146" y="1670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983779" y="3170392"/>
              <a:ext cx="5690" cy="167167"/>
            </a:xfrm>
            <a:custGeom>
              <a:avLst/>
              <a:pathLst>
                <a:path w="5690" h="167167">
                  <a:moveTo>
                    <a:pt x="5690" y="9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5785" y="2633064"/>
              <a:ext cx="163225" cy="167167"/>
            </a:xfrm>
            <a:custGeom>
              <a:avLst/>
              <a:pathLst>
                <a:path w="163225" h="167167">
                  <a:moveTo>
                    <a:pt x="163225" y="0"/>
                  </a:moveTo>
                  <a:lnTo>
                    <a:pt x="157840" y="86"/>
                  </a:lnTo>
                  <a:lnTo>
                    <a:pt x="152461" y="346"/>
                  </a:lnTo>
                  <a:lnTo>
                    <a:pt x="147092" y="780"/>
                  </a:lnTo>
                  <a:lnTo>
                    <a:pt x="141741" y="1386"/>
                  </a:lnTo>
                  <a:lnTo>
                    <a:pt x="136412" y="2164"/>
                  </a:lnTo>
                  <a:lnTo>
                    <a:pt x="131110" y="3113"/>
                  </a:lnTo>
                  <a:lnTo>
                    <a:pt x="125842" y="4233"/>
                  </a:lnTo>
                  <a:lnTo>
                    <a:pt x="120613" y="5522"/>
                  </a:lnTo>
                  <a:lnTo>
                    <a:pt x="115428" y="6978"/>
                  </a:lnTo>
                  <a:lnTo>
                    <a:pt x="110292" y="8601"/>
                  </a:lnTo>
                  <a:lnTo>
                    <a:pt x="105212" y="10389"/>
                  </a:lnTo>
                  <a:lnTo>
                    <a:pt x="100191" y="12339"/>
                  </a:lnTo>
                  <a:lnTo>
                    <a:pt x="95237" y="14450"/>
                  </a:lnTo>
                  <a:lnTo>
                    <a:pt x="90352" y="16719"/>
                  </a:lnTo>
                  <a:lnTo>
                    <a:pt x="85544" y="19145"/>
                  </a:lnTo>
                  <a:lnTo>
                    <a:pt x="80816" y="21724"/>
                  </a:lnTo>
                  <a:lnTo>
                    <a:pt x="76173" y="24454"/>
                  </a:lnTo>
                  <a:lnTo>
                    <a:pt x="71621" y="27333"/>
                  </a:lnTo>
                  <a:lnTo>
                    <a:pt x="67164" y="30356"/>
                  </a:lnTo>
                  <a:lnTo>
                    <a:pt x="62807" y="33522"/>
                  </a:lnTo>
                  <a:lnTo>
                    <a:pt x="58554" y="36826"/>
                  </a:lnTo>
                  <a:lnTo>
                    <a:pt x="54409" y="40265"/>
                  </a:lnTo>
                  <a:lnTo>
                    <a:pt x="50378" y="43837"/>
                  </a:lnTo>
                  <a:lnTo>
                    <a:pt x="46463" y="47536"/>
                  </a:lnTo>
                  <a:lnTo>
                    <a:pt x="42670" y="51359"/>
                  </a:lnTo>
                  <a:lnTo>
                    <a:pt x="39002" y="55303"/>
                  </a:lnTo>
                  <a:lnTo>
                    <a:pt x="35463" y="59362"/>
                  </a:lnTo>
                  <a:lnTo>
                    <a:pt x="32057" y="63534"/>
                  </a:lnTo>
                  <a:lnTo>
                    <a:pt x="28786" y="67813"/>
                  </a:lnTo>
                  <a:lnTo>
                    <a:pt x="25656" y="72196"/>
                  </a:lnTo>
                  <a:lnTo>
                    <a:pt x="22668" y="76677"/>
                  </a:lnTo>
                  <a:lnTo>
                    <a:pt x="19826" y="81251"/>
                  </a:lnTo>
                  <a:lnTo>
                    <a:pt x="17132" y="85915"/>
                  </a:lnTo>
                  <a:lnTo>
                    <a:pt x="14591" y="90664"/>
                  </a:lnTo>
                  <a:lnTo>
                    <a:pt x="12203" y="95492"/>
                  </a:lnTo>
                  <a:lnTo>
                    <a:pt x="9973" y="100394"/>
                  </a:lnTo>
                  <a:lnTo>
                    <a:pt x="7901" y="105365"/>
                  </a:lnTo>
                  <a:lnTo>
                    <a:pt x="5991" y="110401"/>
                  </a:lnTo>
                  <a:lnTo>
                    <a:pt x="4244" y="115495"/>
                  </a:lnTo>
                  <a:lnTo>
                    <a:pt x="2662" y="120643"/>
                  </a:lnTo>
                  <a:lnTo>
                    <a:pt x="1247" y="125840"/>
                  </a:lnTo>
                  <a:lnTo>
                    <a:pt x="0" y="131079"/>
                  </a:lnTo>
                  <a:lnTo>
                    <a:pt x="16322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55785" y="2764144"/>
              <a:ext cx="163225" cy="36087"/>
            </a:xfrm>
            <a:custGeom>
              <a:avLst/>
              <a:pathLst>
                <a:path w="163225" h="36087">
                  <a:moveTo>
                    <a:pt x="0" y="0"/>
                  </a:moveTo>
                  <a:lnTo>
                    <a:pt x="163225" y="360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51845" y="2688811"/>
              <a:ext cx="334333" cy="278572"/>
            </a:xfrm>
            <a:custGeom>
              <a:avLst/>
              <a:pathLst>
                <a:path w="334333" h="278572">
                  <a:moveTo>
                    <a:pt x="3940" y="75332"/>
                  </a:moveTo>
                  <a:lnTo>
                    <a:pt x="2878" y="80523"/>
                  </a:lnTo>
                  <a:lnTo>
                    <a:pt x="1981" y="85745"/>
                  </a:lnTo>
                  <a:lnTo>
                    <a:pt x="1251" y="90992"/>
                  </a:lnTo>
                  <a:lnTo>
                    <a:pt x="687" y="96261"/>
                  </a:lnTo>
                  <a:lnTo>
                    <a:pt x="290" y="101544"/>
                  </a:lnTo>
                  <a:lnTo>
                    <a:pt x="61" y="106837"/>
                  </a:lnTo>
                  <a:lnTo>
                    <a:pt x="0" y="112135"/>
                  </a:lnTo>
                  <a:lnTo>
                    <a:pt x="106" y="117432"/>
                  </a:lnTo>
                  <a:lnTo>
                    <a:pt x="381" y="122723"/>
                  </a:lnTo>
                  <a:lnTo>
                    <a:pt x="823" y="128003"/>
                  </a:lnTo>
                  <a:lnTo>
                    <a:pt x="1432" y="133266"/>
                  </a:lnTo>
                  <a:lnTo>
                    <a:pt x="2207" y="138507"/>
                  </a:lnTo>
                  <a:lnTo>
                    <a:pt x="3148" y="143721"/>
                  </a:lnTo>
                  <a:lnTo>
                    <a:pt x="4254" y="148903"/>
                  </a:lnTo>
                  <a:lnTo>
                    <a:pt x="5524" y="154047"/>
                  </a:lnTo>
                  <a:lnTo>
                    <a:pt x="6956" y="159148"/>
                  </a:lnTo>
                  <a:lnTo>
                    <a:pt x="8549" y="164201"/>
                  </a:lnTo>
                  <a:lnTo>
                    <a:pt x="10301" y="169201"/>
                  </a:lnTo>
                  <a:lnTo>
                    <a:pt x="12211" y="174143"/>
                  </a:lnTo>
                  <a:lnTo>
                    <a:pt x="14277" y="179022"/>
                  </a:lnTo>
                  <a:lnTo>
                    <a:pt x="16496" y="183833"/>
                  </a:lnTo>
                  <a:lnTo>
                    <a:pt x="18866" y="188571"/>
                  </a:lnTo>
                  <a:lnTo>
                    <a:pt x="21386" y="193232"/>
                  </a:lnTo>
                  <a:lnTo>
                    <a:pt x="24052" y="197811"/>
                  </a:lnTo>
                  <a:lnTo>
                    <a:pt x="26861" y="202303"/>
                  </a:lnTo>
                  <a:lnTo>
                    <a:pt x="29812" y="206703"/>
                  </a:lnTo>
                  <a:lnTo>
                    <a:pt x="32900" y="211008"/>
                  </a:lnTo>
                  <a:lnTo>
                    <a:pt x="36124" y="215213"/>
                  </a:lnTo>
                  <a:lnTo>
                    <a:pt x="39479" y="219314"/>
                  </a:lnTo>
                  <a:lnTo>
                    <a:pt x="42962" y="223306"/>
                  </a:lnTo>
                  <a:lnTo>
                    <a:pt x="46570" y="227186"/>
                  </a:lnTo>
                  <a:lnTo>
                    <a:pt x="50299" y="230949"/>
                  </a:lnTo>
                  <a:lnTo>
                    <a:pt x="54146" y="234593"/>
                  </a:lnTo>
                  <a:lnTo>
                    <a:pt x="58106" y="238113"/>
                  </a:lnTo>
                  <a:lnTo>
                    <a:pt x="62176" y="241505"/>
                  </a:lnTo>
                  <a:lnTo>
                    <a:pt x="66351" y="244767"/>
                  </a:lnTo>
                  <a:lnTo>
                    <a:pt x="70627" y="247895"/>
                  </a:lnTo>
                  <a:lnTo>
                    <a:pt x="75001" y="250885"/>
                  </a:lnTo>
                  <a:lnTo>
                    <a:pt x="79467" y="253736"/>
                  </a:lnTo>
                  <a:lnTo>
                    <a:pt x="84021" y="256444"/>
                  </a:lnTo>
                  <a:lnTo>
                    <a:pt x="88658" y="259006"/>
                  </a:lnTo>
                  <a:lnTo>
                    <a:pt x="93375" y="261420"/>
                  </a:lnTo>
                  <a:lnTo>
                    <a:pt x="98165" y="263683"/>
                  </a:lnTo>
                  <a:lnTo>
                    <a:pt x="103025" y="265793"/>
                  </a:lnTo>
                  <a:lnTo>
                    <a:pt x="107950" y="267748"/>
                  </a:lnTo>
                  <a:lnTo>
                    <a:pt x="112933" y="269546"/>
                  </a:lnTo>
                  <a:lnTo>
                    <a:pt x="117972" y="271185"/>
                  </a:lnTo>
                  <a:lnTo>
                    <a:pt x="123059" y="272664"/>
                  </a:lnTo>
                  <a:lnTo>
                    <a:pt x="128191" y="273981"/>
                  </a:lnTo>
                  <a:lnTo>
                    <a:pt x="133363" y="275134"/>
                  </a:lnTo>
                  <a:lnTo>
                    <a:pt x="138568" y="276123"/>
                  </a:lnTo>
                  <a:lnTo>
                    <a:pt x="143801" y="276947"/>
                  </a:lnTo>
                  <a:lnTo>
                    <a:pt x="149059" y="277604"/>
                  </a:lnTo>
                  <a:lnTo>
                    <a:pt x="154334" y="278094"/>
                  </a:lnTo>
                  <a:lnTo>
                    <a:pt x="159623" y="278417"/>
                  </a:lnTo>
                  <a:lnTo>
                    <a:pt x="164919" y="278572"/>
                  </a:lnTo>
                  <a:lnTo>
                    <a:pt x="170217" y="278559"/>
                  </a:lnTo>
                  <a:lnTo>
                    <a:pt x="175512" y="278379"/>
                  </a:lnTo>
                  <a:lnTo>
                    <a:pt x="180799" y="278030"/>
                  </a:lnTo>
                  <a:lnTo>
                    <a:pt x="186072" y="277515"/>
                  </a:lnTo>
                  <a:lnTo>
                    <a:pt x="191326" y="276832"/>
                  </a:lnTo>
                  <a:lnTo>
                    <a:pt x="196556" y="275983"/>
                  </a:lnTo>
                  <a:lnTo>
                    <a:pt x="201756" y="274969"/>
                  </a:lnTo>
                  <a:lnTo>
                    <a:pt x="206921" y="273791"/>
                  </a:lnTo>
                  <a:lnTo>
                    <a:pt x="212047" y="272450"/>
                  </a:lnTo>
                  <a:lnTo>
                    <a:pt x="217128" y="270946"/>
                  </a:lnTo>
                  <a:lnTo>
                    <a:pt x="222158" y="269283"/>
                  </a:lnTo>
                  <a:lnTo>
                    <a:pt x="227133" y="267461"/>
                  </a:lnTo>
                  <a:lnTo>
                    <a:pt x="232048" y="265482"/>
                  </a:lnTo>
                  <a:lnTo>
                    <a:pt x="236897" y="263349"/>
                  </a:lnTo>
                  <a:lnTo>
                    <a:pt x="241677" y="261063"/>
                  </a:lnTo>
                  <a:lnTo>
                    <a:pt x="246382" y="258626"/>
                  </a:lnTo>
                  <a:lnTo>
                    <a:pt x="251007" y="256042"/>
                  </a:lnTo>
                  <a:lnTo>
                    <a:pt x="255548" y="253312"/>
                  </a:lnTo>
                  <a:lnTo>
                    <a:pt x="260000" y="250440"/>
                  </a:lnTo>
                  <a:lnTo>
                    <a:pt x="264359" y="247428"/>
                  </a:lnTo>
                  <a:lnTo>
                    <a:pt x="268621" y="244280"/>
                  </a:lnTo>
                  <a:lnTo>
                    <a:pt x="272780" y="240998"/>
                  </a:lnTo>
                  <a:lnTo>
                    <a:pt x="276833" y="237586"/>
                  </a:lnTo>
                  <a:lnTo>
                    <a:pt x="280776" y="234047"/>
                  </a:lnTo>
                  <a:lnTo>
                    <a:pt x="284605" y="230385"/>
                  </a:lnTo>
                  <a:lnTo>
                    <a:pt x="288316" y="226604"/>
                  </a:lnTo>
                  <a:lnTo>
                    <a:pt x="291906" y="222707"/>
                  </a:lnTo>
                  <a:lnTo>
                    <a:pt x="295370" y="218698"/>
                  </a:lnTo>
                  <a:lnTo>
                    <a:pt x="298705" y="214581"/>
                  </a:lnTo>
                  <a:lnTo>
                    <a:pt x="301908" y="210361"/>
                  </a:lnTo>
                  <a:lnTo>
                    <a:pt x="304976" y="206041"/>
                  </a:lnTo>
                  <a:lnTo>
                    <a:pt x="307905" y="201626"/>
                  </a:lnTo>
                  <a:lnTo>
                    <a:pt x="310693" y="197121"/>
                  </a:lnTo>
                  <a:lnTo>
                    <a:pt x="313337" y="192530"/>
                  </a:lnTo>
                  <a:lnTo>
                    <a:pt x="315834" y="187857"/>
                  </a:lnTo>
                  <a:lnTo>
                    <a:pt x="318182" y="183107"/>
                  </a:lnTo>
                  <a:lnTo>
                    <a:pt x="320378" y="178285"/>
                  </a:lnTo>
                  <a:lnTo>
                    <a:pt x="322420" y="173396"/>
                  </a:lnTo>
                  <a:lnTo>
                    <a:pt x="324306" y="168445"/>
                  </a:lnTo>
                  <a:lnTo>
                    <a:pt x="326034" y="163437"/>
                  </a:lnTo>
                  <a:lnTo>
                    <a:pt x="327603" y="158376"/>
                  </a:lnTo>
                  <a:lnTo>
                    <a:pt x="329010" y="153268"/>
                  </a:lnTo>
                  <a:lnTo>
                    <a:pt x="330255" y="148118"/>
                  </a:lnTo>
                  <a:lnTo>
                    <a:pt x="331336" y="142931"/>
                  </a:lnTo>
                  <a:lnTo>
                    <a:pt x="332252" y="137713"/>
                  </a:lnTo>
                  <a:lnTo>
                    <a:pt x="333002" y="132468"/>
                  </a:lnTo>
                  <a:lnTo>
                    <a:pt x="333586" y="127202"/>
                  </a:lnTo>
                  <a:lnTo>
                    <a:pt x="334003" y="121920"/>
                  </a:lnTo>
                  <a:lnTo>
                    <a:pt x="334252" y="116628"/>
                  </a:lnTo>
                  <a:lnTo>
                    <a:pt x="334333" y="111330"/>
                  </a:lnTo>
                  <a:lnTo>
                    <a:pt x="334246" y="106033"/>
                  </a:lnTo>
                  <a:lnTo>
                    <a:pt x="333991" y="100741"/>
                  </a:lnTo>
                  <a:lnTo>
                    <a:pt x="333569" y="95459"/>
                  </a:lnTo>
                  <a:lnTo>
                    <a:pt x="332980" y="90194"/>
                  </a:lnTo>
                  <a:lnTo>
                    <a:pt x="332224" y="84950"/>
                  </a:lnTo>
                  <a:lnTo>
                    <a:pt x="331302" y="79733"/>
                  </a:lnTo>
                  <a:lnTo>
                    <a:pt x="330216" y="74547"/>
                  </a:lnTo>
                  <a:lnTo>
                    <a:pt x="328965" y="69398"/>
                  </a:lnTo>
                  <a:lnTo>
                    <a:pt x="327552" y="64292"/>
                  </a:lnTo>
                  <a:lnTo>
                    <a:pt x="325978" y="59233"/>
                  </a:lnTo>
                  <a:lnTo>
                    <a:pt x="324245" y="54227"/>
                  </a:lnTo>
                  <a:lnTo>
                    <a:pt x="322353" y="49277"/>
                  </a:lnTo>
                  <a:lnTo>
                    <a:pt x="320306" y="44391"/>
                  </a:lnTo>
                  <a:lnTo>
                    <a:pt x="318105" y="39571"/>
                  </a:lnTo>
                  <a:lnTo>
                    <a:pt x="315752" y="34824"/>
                  </a:lnTo>
                  <a:lnTo>
                    <a:pt x="313250" y="30154"/>
                  </a:lnTo>
                  <a:lnTo>
                    <a:pt x="310602" y="25565"/>
                  </a:lnTo>
                  <a:lnTo>
                    <a:pt x="307809" y="21063"/>
                  </a:lnTo>
                  <a:lnTo>
                    <a:pt x="304875" y="16651"/>
                  </a:lnTo>
                  <a:lnTo>
                    <a:pt x="301802" y="12335"/>
                  </a:lnTo>
                  <a:lnTo>
                    <a:pt x="298595" y="8118"/>
                  </a:lnTo>
                  <a:lnTo>
                    <a:pt x="295255" y="4005"/>
                  </a:lnTo>
                  <a:lnTo>
                    <a:pt x="291787" y="0"/>
                  </a:lnTo>
                  <a:lnTo>
                    <a:pt x="167165" y="1114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919011" y="2633064"/>
              <a:ext cx="124621" cy="167167"/>
            </a:xfrm>
            <a:custGeom>
              <a:avLst/>
              <a:pathLst>
                <a:path w="124621" h="167167">
                  <a:moveTo>
                    <a:pt x="124621" y="55747"/>
                  </a:moveTo>
                  <a:lnTo>
                    <a:pt x="120802" y="51617"/>
                  </a:lnTo>
                  <a:lnTo>
                    <a:pt x="116846" y="47618"/>
                  </a:lnTo>
                  <a:lnTo>
                    <a:pt x="112757" y="43754"/>
                  </a:lnTo>
                  <a:lnTo>
                    <a:pt x="108541" y="40031"/>
                  </a:lnTo>
                  <a:lnTo>
                    <a:pt x="104202" y="36451"/>
                  </a:lnTo>
                  <a:lnTo>
                    <a:pt x="99746" y="33019"/>
                  </a:lnTo>
                  <a:lnTo>
                    <a:pt x="95176" y="29739"/>
                  </a:lnTo>
                  <a:lnTo>
                    <a:pt x="90498" y="26615"/>
                  </a:lnTo>
                  <a:lnTo>
                    <a:pt x="85718" y="23650"/>
                  </a:lnTo>
                  <a:lnTo>
                    <a:pt x="80841" y="20847"/>
                  </a:lnTo>
                  <a:lnTo>
                    <a:pt x="75873" y="18210"/>
                  </a:lnTo>
                  <a:lnTo>
                    <a:pt x="70818" y="15741"/>
                  </a:lnTo>
                  <a:lnTo>
                    <a:pt x="65683" y="13445"/>
                  </a:lnTo>
                  <a:lnTo>
                    <a:pt x="60474" y="11322"/>
                  </a:lnTo>
                  <a:lnTo>
                    <a:pt x="55197" y="9375"/>
                  </a:lnTo>
                  <a:lnTo>
                    <a:pt x="49857" y="7608"/>
                  </a:lnTo>
                  <a:lnTo>
                    <a:pt x="44460" y="6020"/>
                  </a:lnTo>
                  <a:lnTo>
                    <a:pt x="39013" y="4616"/>
                  </a:lnTo>
                  <a:lnTo>
                    <a:pt x="33522" y="3395"/>
                  </a:lnTo>
                  <a:lnTo>
                    <a:pt x="27993" y="2360"/>
                  </a:lnTo>
                  <a:lnTo>
                    <a:pt x="22433" y="1512"/>
                  </a:lnTo>
                  <a:lnTo>
                    <a:pt x="16847" y="851"/>
                  </a:lnTo>
                  <a:lnTo>
                    <a:pt x="11242" y="378"/>
                  </a:lnTo>
                  <a:lnTo>
                    <a:pt x="5624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59880" y="2126963"/>
              <a:ext cx="68591" cy="167167"/>
            </a:xfrm>
            <a:custGeom>
              <a:avLst/>
              <a:pathLst>
                <a:path w="68591" h="167167">
                  <a:moveTo>
                    <a:pt x="68591" y="0"/>
                  </a:moveTo>
                  <a:lnTo>
                    <a:pt x="62702" y="103"/>
                  </a:lnTo>
                  <a:lnTo>
                    <a:pt x="56821" y="414"/>
                  </a:lnTo>
                  <a:lnTo>
                    <a:pt x="50954" y="932"/>
                  </a:lnTo>
                  <a:lnTo>
                    <a:pt x="45109" y="1657"/>
                  </a:lnTo>
                  <a:lnTo>
                    <a:pt x="39294" y="2587"/>
                  </a:lnTo>
                  <a:lnTo>
                    <a:pt x="33514" y="3721"/>
                  </a:lnTo>
                  <a:lnTo>
                    <a:pt x="27779" y="5058"/>
                  </a:lnTo>
                  <a:lnTo>
                    <a:pt x="22093" y="6596"/>
                  </a:lnTo>
                  <a:lnTo>
                    <a:pt x="16466" y="8334"/>
                  </a:lnTo>
                  <a:lnTo>
                    <a:pt x="10903" y="10269"/>
                  </a:lnTo>
                  <a:lnTo>
                    <a:pt x="5412" y="12398"/>
                  </a:lnTo>
                  <a:lnTo>
                    <a:pt x="0" y="14720"/>
                  </a:lnTo>
                  <a:lnTo>
                    <a:pt x="6859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59880" y="2141683"/>
              <a:ext cx="68591" cy="152447"/>
            </a:xfrm>
            <a:custGeom>
              <a:avLst/>
              <a:pathLst>
                <a:path w="68591" h="152447">
                  <a:moveTo>
                    <a:pt x="0" y="0"/>
                  </a:moveTo>
                  <a:lnTo>
                    <a:pt x="68591" y="1524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561305" y="2141683"/>
              <a:ext cx="236794" cy="319594"/>
            </a:xfrm>
            <a:custGeom>
              <a:avLst/>
              <a:pathLst>
                <a:path w="236794" h="319594">
                  <a:moveTo>
                    <a:pt x="98575" y="0"/>
                  </a:moveTo>
                  <a:lnTo>
                    <a:pt x="93762" y="2258"/>
                  </a:lnTo>
                  <a:lnTo>
                    <a:pt x="89024" y="4668"/>
                  </a:lnTo>
                  <a:lnTo>
                    <a:pt x="84364" y="7227"/>
                  </a:lnTo>
                  <a:lnTo>
                    <a:pt x="79789" y="9933"/>
                  </a:lnTo>
                  <a:lnTo>
                    <a:pt x="75301" y="12784"/>
                  </a:lnTo>
                  <a:lnTo>
                    <a:pt x="70907" y="15775"/>
                  </a:lnTo>
                  <a:lnTo>
                    <a:pt x="66610" y="18905"/>
                  </a:lnTo>
                  <a:lnTo>
                    <a:pt x="62415" y="22170"/>
                  </a:lnTo>
                  <a:lnTo>
                    <a:pt x="58325" y="25566"/>
                  </a:lnTo>
                  <a:lnTo>
                    <a:pt x="54346" y="29091"/>
                  </a:lnTo>
                  <a:lnTo>
                    <a:pt x="50481" y="32741"/>
                  </a:lnTo>
                  <a:lnTo>
                    <a:pt x="46733" y="36512"/>
                  </a:lnTo>
                  <a:lnTo>
                    <a:pt x="43108" y="40400"/>
                  </a:lnTo>
                  <a:lnTo>
                    <a:pt x="39608" y="44401"/>
                  </a:lnTo>
                  <a:lnTo>
                    <a:pt x="36237" y="48512"/>
                  </a:lnTo>
                  <a:lnTo>
                    <a:pt x="32998" y="52727"/>
                  </a:lnTo>
                  <a:lnTo>
                    <a:pt x="29896" y="57044"/>
                  </a:lnTo>
                  <a:lnTo>
                    <a:pt x="26931" y="61457"/>
                  </a:lnTo>
                  <a:lnTo>
                    <a:pt x="24109" y="65962"/>
                  </a:lnTo>
                  <a:lnTo>
                    <a:pt x="21432" y="70554"/>
                  </a:lnTo>
                  <a:lnTo>
                    <a:pt x="18901" y="75230"/>
                  </a:lnTo>
                  <a:lnTo>
                    <a:pt x="16521" y="79983"/>
                  </a:lnTo>
                  <a:lnTo>
                    <a:pt x="14293" y="84810"/>
                  </a:lnTo>
                  <a:lnTo>
                    <a:pt x="12220" y="89705"/>
                  </a:lnTo>
                  <a:lnTo>
                    <a:pt x="10303" y="94663"/>
                  </a:lnTo>
                  <a:lnTo>
                    <a:pt x="8545" y="99680"/>
                  </a:lnTo>
                  <a:lnTo>
                    <a:pt x="6948" y="104750"/>
                  </a:lnTo>
                  <a:lnTo>
                    <a:pt x="5512" y="109869"/>
                  </a:lnTo>
                  <a:lnTo>
                    <a:pt x="4240" y="115031"/>
                  </a:lnTo>
                  <a:lnTo>
                    <a:pt x="3133" y="120230"/>
                  </a:lnTo>
                  <a:lnTo>
                    <a:pt x="2191" y="125462"/>
                  </a:lnTo>
                  <a:lnTo>
                    <a:pt x="1416" y="130721"/>
                  </a:lnTo>
                  <a:lnTo>
                    <a:pt x="809" y="136003"/>
                  </a:lnTo>
                  <a:lnTo>
                    <a:pt x="371" y="141300"/>
                  </a:lnTo>
                  <a:lnTo>
                    <a:pt x="101" y="146610"/>
                  </a:lnTo>
                  <a:lnTo>
                    <a:pt x="0" y="151925"/>
                  </a:lnTo>
                  <a:lnTo>
                    <a:pt x="67" y="157240"/>
                  </a:lnTo>
                  <a:lnTo>
                    <a:pt x="304" y="162551"/>
                  </a:lnTo>
                  <a:lnTo>
                    <a:pt x="710" y="167852"/>
                  </a:lnTo>
                  <a:lnTo>
                    <a:pt x="1284" y="173137"/>
                  </a:lnTo>
                  <a:lnTo>
                    <a:pt x="2026" y="178401"/>
                  </a:lnTo>
                  <a:lnTo>
                    <a:pt x="2934" y="183638"/>
                  </a:lnTo>
                  <a:lnTo>
                    <a:pt x="4009" y="188845"/>
                  </a:lnTo>
                  <a:lnTo>
                    <a:pt x="5249" y="194014"/>
                  </a:lnTo>
                  <a:lnTo>
                    <a:pt x="6653" y="199142"/>
                  </a:lnTo>
                  <a:lnTo>
                    <a:pt x="8219" y="204222"/>
                  </a:lnTo>
                  <a:lnTo>
                    <a:pt x="9945" y="209250"/>
                  </a:lnTo>
                  <a:lnTo>
                    <a:pt x="11831" y="214220"/>
                  </a:lnTo>
                  <a:lnTo>
                    <a:pt x="13874" y="219128"/>
                  </a:lnTo>
                  <a:lnTo>
                    <a:pt x="16071" y="223968"/>
                  </a:lnTo>
                  <a:lnTo>
                    <a:pt x="18422" y="228736"/>
                  </a:lnTo>
                  <a:lnTo>
                    <a:pt x="20923" y="233427"/>
                  </a:lnTo>
                  <a:lnTo>
                    <a:pt x="23572" y="238037"/>
                  </a:lnTo>
                  <a:lnTo>
                    <a:pt x="26366" y="242559"/>
                  </a:lnTo>
                  <a:lnTo>
                    <a:pt x="29302" y="246990"/>
                  </a:lnTo>
                  <a:lnTo>
                    <a:pt x="32378" y="251326"/>
                  </a:lnTo>
                  <a:lnTo>
                    <a:pt x="35590" y="255562"/>
                  </a:lnTo>
                  <a:lnTo>
                    <a:pt x="38936" y="259694"/>
                  </a:lnTo>
                  <a:lnTo>
                    <a:pt x="42411" y="263717"/>
                  </a:lnTo>
                  <a:lnTo>
                    <a:pt x="46012" y="267627"/>
                  </a:lnTo>
                  <a:lnTo>
                    <a:pt x="49735" y="271421"/>
                  </a:lnTo>
                  <a:lnTo>
                    <a:pt x="53578" y="275095"/>
                  </a:lnTo>
                  <a:lnTo>
                    <a:pt x="57535" y="278645"/>
                  </a:lnTo>
                  <a:lnTo>
                    <a:pt x="61603" y="282067"/>
                  </a:lnTo>
                  <a:lnTo>
                    <a:pt x="65778" y="285358"/>
                  </a:lnTo>
                  <a:lnTo>
                    <a:pt x="70055" y="288515"/>
                  </a:lnTo>
                  <a:lnTo>
                    <a:pt x="74431" y="291534"/>
                  </a:lnTo>
                  <a:lnTo>
                    <a:pt x="78900" y="294412"/>
                  </a:lnTo>
                  <a:lnTo>
                    <a:pt x="83459" y="297147"/>
                  </a:lnTo>
                  <a:lnTo>
                    <a:pt x="88102" y="299735"/>
                  </a:lnTo>
                  <a:lnTo>
                    <a:pt x="92825" y="302175"/>
                  </a:lnTo>
                  <a:lnTo>
                    <a:pt x="97624" y="304463"/>
                  </a:lnTo>
                  <a:lnTo>
                    <a:pt x="102493" y="306597"/>
                  </a:lnTo>
                  <a:lnTo>
                    <a:pt x="107427" y="308575"/>
                  </a:lnTo>
                  <a:lnTo>
                    <a:pt x="112421" y="310396"/>
                  </a:lnTo>
                  <a:lnTo>
                    <a:pt x="117471" y="312057"/>
                  </a:lnTo>
                  <a:lnTo>
                    <a:pt x="122572" y="313556"/>
                  </a:lnTo>
                  <a:lnTo>
                    <a:pt x="127717" y="314893"/>
                  </a:lnTo>
                  <a:lnTo>
                    <a:pt x="132902" y="316065"/>
                  </a:lnTo>
                  <a:lnTo>
                    <a:pt x="138122" y="317072"/>
                  </a:lnTo>
                  <a:lnTo>
                    <a:pt x="143371" y="317912"/>
                  </a:lnTo>
                  <a:lnTo>
                    <a:pt x="148644" y="318585"/>
                  </a:lnTo>
                  <a:lnTo>
                    <a:pt x="153936" y="319090"/>
                  </a:lnTo>
                  <a:lnTo>
                    <a:pt x="159242" y="319426"/>
                  </a:lnTo>
                  <a:lnTo>
                    <a:pt x="164555" y="319594"/>
                  </a:lnTo>
                  <a:lnTo>
                    <a:pt x="169871" y="319592"/>
                  </a:lnTo>
                  <a:lnTo>
                    <a:pt x="175184" y="319422"/>
                  </a:lnTo>
                  <a:lnTo>
                    <a:pt x="180490" y="319082"/>
                  </a:lnTo>
                  <a:lnTo>
                    <a:pt x="185781" y="318575"/>
                  </a:lnTo>
                  <a:lnTo>
                    <a:pt x="191054" y="317899"/>
                  </a:lnTo>
                  <a:lnTo>
                    <a:pt x="196303" y="317055"/>
                  </a:lnTo>
                  <a:lnTo>
                    <a:pt x="201522" y="316046"/>
                  </a:lnTo>
                  <a:lnTo>
                    <a:pt x="206707" y="314871"/>
                  </a:lnTo>
                  <a:lnTo>
                    <a:pt x="211851" y="313531"/>
                  </a:lnTo>
                  <a:lnTo>
                    <a:pt x="216951" y="312029"/>
                  </a:lnTo>
                  <a:lnTo>
                    <a:pt x="222000" y="310365"/>
                  </a:lnTo>
                  <a:lnTo>
                    <a:pt x="226993" y="308542"/>
                  </a:lnTo>
                  <a:lnTo>
                    <a:pt x="231926" y="306561"/>
                  </a:lnTo>
                  <a:lnTo>
                    <a:pt x="236794" y="304424"/>
                  </a:lnTo>
                  <a:lnTo>
                    <a:pt x="167166" y="1524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728472" y="2126963"/>
              <a:ext cx="167162" cy="319144"/>
            </a:xfrm>
            <a:custGeom>
              <a:avLst/>
              <a:pathLst>
                <a:path w="167162" h="319144">
                  <a:moveTo>
                    <a:pt x="69627" y="319144"/>
                  </a:moveTo>
                  <a:lnTo>
                    <a:pt x="74440" y="316845"/>
                  </a:lnTo>
                  <a:lnTo>
                    <a:pt x="79177" y="314394"/>
                  </a:lnTo>
                  <a:lnTo>
                    <a:pt x="83833" y="311794"/>
                  </a:lnTo>
                  <a:lnTo>
                    <a:pt x="88404" y="309046"/>
                  </a:lnTo>
                  <a:lnTo>
                    <a:pt x="92885" y="306153"/>
                  </a:lnTo>
                  <a:lnTo>
                    <a:pt x="97272" y="303120"/>
                  </a:lnTo>
                  <a:lnTo>
                    <a:pt x="101559" y="299947"/>
                  </a:lnTo>
                  <a:lnTo>
                    <a:pt x="105743" y="296640"/>
                  </a:lnTo>
                  <a:lnTo>
                    <a:pt x="109819" y="293201"/>
                  </a:lnTo>
                  <a:lnTo>
                    <a:pt x="113784" y="289633"/>
                  </a:lnTo>
                  <a:lnTo>
                    <a:pt x="117633" y="285941"/>
                  </a:lnTo>
                  <a:lnTo>
                    <a:pt x="121362" y="282128"/>
                  </a:lnTo>
                  <a:lnTo>
                    <a:pt x="124967" y="278198"/>
                  </a:lnTo>
                  <a:lnTo>
                    <a:pt x="128446" y="274155"/>
                  </a:lnTo>
                  <a:lnTo>
                    <a:pt x="131793" y="270003"/>
                  </a:lnTo>
                  <a:lnTo>
                    <a:pt x="135007" y="265747"/>
                  </a:lnTo>
                  <a:lnTo>
                    <a:pt x="138083" y="261390"/>
                  </a:lnTo>
                  <a:lnTo>
                    <a:pt x="141018" y="256937"/>
                  </a:lnTo>
                  <a:lnTo>
                    <a:pt x="143810" y="252393"/>
                  </a:lnTo>
                  <a:lnTo>
                    <a:pt x="146456" y="247762"/>
                  </a:lnTo>
                  <a:lnTo>
                    <a:pt x="148952" y="243049"/>
                  </a:lnTo>
                  <a:lnTo>
                    <a:pt x="151297" y="238259"/>
                  </a:lnTo>
                  <a:lnTo>
                    <a:pt x="153488" y="233396"/>
                  </a:lnTo>
                  <a:lnTo>
                    <a:pt x="155522" y="228466"/>
                  </a:lnTo>
                  <a:lnTo>
                    <a:pt x="157399" y="223473"/>
                  </a:lnTo>
                  <a:lnTo>
                    <a:pt x="159115" y="218424"/>
                  </a:lnTo>
                  <a:lnTo>
                    <a:pt x="160669" y="213322"/>
                  </a:lnTo>
                  <a:lnTo>
                    <a:pt x="162060" y="208173"/>
                  </a:lnTo>
                  <a:lnTo>
                    <a:pt x="163285" y="202982"/>
                  </a:lnTo>
                  <a:lnTo>
                    <a:pt x="164345" y="197755"/>
                  </a:lnTo>
                  <a:lnTo>
                    <a:pt x="165237" y="192497"/>
                  </a:lnTo>
                  <a:lnTo>
                    <a:pt x="165961" y="187213"/>
                  </a:lnTo>
                  <a:lnTo>
                    <a:pt x="166516" y="181909"/>
                  </a:lnTo>
                  <a:lnTo>
                    <a:pt x="166901" y="176589"/>
                  </a:lnTo>
                  <a:lnTo>
                    <a:pt x="167117" y="171260"/>
                  </a:lnTo>
                  <a:lnTo>
                    <a:pt x="167162" y="165927"/>
                  </a:lnTo>
                  <a:lnTo>
                    <a:pt x="167038" y="160595"/>
                  </a:lnTo>
                  <a:lnTo>
                    <a:pt x="166743" y="155270"/>
                  </a:lnTo>
                  <a:lnTo>
                    <a:pt x="166279" y="149957"/>
                  </a:lnTo>
                  <a:lnTo>
                    <a:pt x="165645" y="144661"/>
                  </a:lnTo>
                  <a:lnTo>
                    <a:pt x="164843" y="139388"/>
                  </a:lnTo>
                  <a:lnTo>
                    <a:pt x="163873" y="134144"/>
                  </a:lnTo>
                  <a:lnTo>
                    <a:pt x="162736" y="128933"/>
                  </a:lnTo>
                  <a:lnTo>
                    <a:pt x="161433" y="123761"/>
                  </a:lnTo>
                  <a:lnTo>
                    <a:pt x="159967" y="118634"/>
                  </a:lnTo>
                  <a:lnTo>
                    <a:pt x="158337" y="113555"/>
                  </a:lnTo>
                  <a:lnTo>
                    <a:pt x="156546" y="108532"/>
                  </a:lnTo>
                  <a:lnTo>
                    <a:pt x="154596" y="103568"/>
                  </a:lnTo>
                  <a:lnTo>
                    <a:pt x="152488" y="98668"/>
                  </a:lnTo>
                  <a:lnTo>
                    <a:pt x="150226" y="93839"/>
                  </a:lnTo>
                  <a:lnTo>
                    <a:pt x="147810" y="89084"/>
                  </a:lnTo>
                  <a:lnTo>
                    <a:pt x="145244" y="84408"/>
                  </a:lnTo>
                  <a:lnTo>
                    <a:pt x="142530" y="79817"/>
                  </a:lnTo>
                  <a:lnTo>
                    <a:pt x="139671" y="75315"/>
                  </a:lnTo>
                  <a:lnTo>
                    <a:pt x="136670" y="70906"/>
                  </a:lnTo>
                  <a:lnTo>
                    <a:pt x="133530" y="66595"/>
                  </a:lnTo>
                  <a:lnTo>
                    <a:pt x="130253" y="62387"/>
                  </a:lnTo>
                  <a:lnTo>
                    <a:pt x="126845" y="58285"/>
                  </a:lnTo>
                  <a:lnTo>
                    <a:pt x="123307" y="54294"/>
                  </a:lnTo>
                  <a:lnTo>
                    <a:pt x="119643" y="50418"/>
                  </a:lnTo>
                  <a:lnTo>
                    <a:pt x="115858" y="46661"/>
                  </a:lnTo>
                  <a:lnTo>
                    <a:pt x="111955" y="43026"/>
                  </a:lnTo>
                  <a:lnTo>
                    <a:pt x="107938" y="39518"/>
                  </a:lnTo>
                  <a:lnTo>
                    <a:pt x="103811" y="36140"/>
                  </a:lnTo>
                  <a:lnTo>
                    <a:pt x="99578" y="32895"/>
                  </a:lnTo>
                  <a:lnTo>
                    <a:pt x="95244" y="29786"/>
                  </a:lnTo>
                  <a:lnTo>
                    <a:pt x="90813" y="26818"/>
                  </a:lnTo>
                  <a:lnTo>
                    <a:pt x="86290" y="23992"/>
                  </a:lnTo>
                  <a:lnTo>
                    <a:pt x="81678" y="21313"/>
                  </a:lnTo>
                  <a:lnTo>
                    <a:pt x="76984" y="18781"/>
                  </a:lnTo>
                  <a:lnTo>
                    <a:pt x="72211" y="16401"/>
                  </a:lnTo>
                  <a:lnTo>
                    <a:pt x="67365" y="14174"/>
                  </a:lnTo>
                  <a:lnTo>
                    <a:pt x="62450" y="12103"/>
                  </a:lnTo>
                  <a:lnTo>
                    <a:pt x="57472" y="10190"/>
                  </a:lnTo>
                  <a:lnTo>
                    <a:pt x="52435" y="8436"/>
                  </a:lnTo>
                  <a:lnTo>
                    <a:pt x="47345" y="6844"/>
                  </a:lnTo>
                  <a:lnTo>
                    <a:pt x="42206" y="5416"/>
                  </a:lnTo>
                  <a:lnTo>
                    <a:pt x="37025" y="4151"/>
                  </a:lnTo>
                  <a:lnTo>
                    <a:pt x="31806" y="3053"/>
                  </a:lnTo>
                  <a:lnTo>
                    <a:pt x="26554" y="2122"/>
                  </a:lnTo>
                  <a:lnTo>
                    <a:pt x="21276" y="1359"/>
                  </a:lnTo>
                  <a:lnTo>
                    <a:pt x="15976" y="765"/>
                  </a:lnTo>
                  <a:lnTo>
                    <a:pt x="10659" y="340"/>
                  </a:lnTo>
                  <a:lnTo>
                    <a:pt x="533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373599" y="1681503"/>
              <a:ext cx="49635" cy="167167"/>
            </a:xfrm>
            <a:custGeom>
              <a:avLst/>
              <a:pathLst>
                <a:path w="49635" h="167167">
                  <a:moveTo>
                    <a:pt x="49635" y="0"/>
                  </a:moveTo>
                  <a:lnTo>
                    <a:pt x="43337" y="118"/>
                  </a:lnTo>
                  <a:lnTo>
                    <a:pt x="37048" y="474"/>
                  </a:lnTo>
                  <a:lnTo>
                    <a:pt x="30777" y="1067"/>
                  </a:lnTo>
                  <a:lnTo>
                    <a:pt x="24533" y="1895"/>
                  </a:lnTo>
                  <a:lnTo>
                    <a:pt x="18324" y="2958"/>
                  </a:lnTo>
                  <a:lnTo>
                    <a:pt x="12160" y="4254"/>
                  </a:lnTo>
                  <a:lnTo>
                    <a:pt x="6049" y="5782"/>
                  </a:lnTo>
                  <a:lnTo>
                    <a:pt x="0" y="7539"/>
                  </a:lnTo>
                  <a:lnTo>
                    <a:pt x="4963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373599" y="1689042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256067" y="1689042"/>
              <a:ext cx="334333" cy="326780"/>
            </a:xfrm>
            <a:custGeom>
              <a:avLst/>
              <a:pathLst>
                <a:path w="334333" h="326780">
                  <a:moveTo>
                    <a:pt x="117531" y="0"/>
                  </a:moveTo>
                  <a:lnTo>
                    <a:pt x="112487" y="1656"/>
                  </a:lnTo>
                  <a:lnTo>
                    <a:pt x="107498" y="3472"/>
                  </a:lnTo>
                  <a:lnTo>
                    <a:pt x="102569" y="5446"/>
                  </a:lnTo>
                  <a:lnTo>
                    <a:pt x="97705" y="7575"/>
                  </a:lnTo>
                  <a:lnTo>
                    <a:pt x="92912" y="9858"/>
                  </a:lnTo>
                  <a:lnTo>
                    <a:pt x="88193" y="12291"/>
                  </a:lnTo>
                  <a:lnTo>
                    <a:pt x="83554" y="14874"/>
                  </a:lnTo>
                  <a:lnTo>
                    <a:pt x="78999" y="17602"/>
                  </a:lnTo>
                  <a:lnTo>
                    <a:pt x="74533" y="20473"/>
                  </a:lnTo>
                  <a:lnTo>
                    <a:pt x="70161" y="23485"/>
                  </a:lnTo>
                  <a:lnTo>
                    <a:pt x="65887" y="26634"/>
                  </a:lnTo>
                  <a:lnTo>
                    <a:pt x="61714" y="29918"/>
                  </a:lnTo>
                  <a:lnTo>
                    <a:pt x="57648" y="33332"/>
                  </a:lnTo>
                  <a:lnTo>
                    <a:pt x="53693" y="36874"/>
                  </a:lnTo>
                  <a:lnTo>
                    <a:pt x="49852" y="40539"/>
                  </a:lnTo>
                  <a:lnTo>
                    <a:pt x="46129" y="44325"/>
                  </a:lnTo>
                  <a:lnTo>
                    <a:pt x="42529" y="48226"/>
                  </a:lnTo>
                  <a:lnTo>
                    <a:pt x="39054" y="52241"/>
                  </a:lnTo>
                  <a:lnTo>
                    <a:pt x="35708" y="56363"/>
                  </a:lnTo>
                  <a:lnTo>
                    <a:pt x="32495" y="60590"/>
                  </a:lnTo>
                  <a:lnTo>
                    <a:pt x="29418" y="64917"/>
                  </a:lnTo>
                  <a:lnTo>
                    <a:pt x="26480" y="69339"/>
                  </a:lnTo>
                  <a:lnTo>
                    <a:pt x="23684" y="73852"/>
                  </a:lnTo>
                  <a:lnTo>
                    <a:pt x="21032" y="78452"/>
                  </a:lnTo>
                  <a:lnTo>
                    <a:pt x="18528" y="83133"/>
                  </a:lnTo>
                  <a:lnTo>
                    <a:pt x="16174" y="87892"/>
                  </a:lnTo>
                  <a:lnTo>
                    <a:pt x="13972" y="92723"/>
                  </a:lnTo>
                  <a:lnTo>
                    <a:pt x="11924" y="97622"/>
                  </a:lnTo>
                  <a:lnTo>
                    <a:pt x="10034" y="102583"/>
                  </a:lnTo>
                  <a:lnTo>
                    <a:pt x="8301" y="107602"/>
                  </a:lnTo>
                  <a:lnTo>
                    <a:pt x="6729" y="112673"/>
                  </a:lnTo>
                  <a:lnTo>
                    <a:pt x="5319" y="117792"/>
                  </a:lnTo>
                  <a:lnTo>
                    <a:pt x="4072" y="122953"/>
                  </a:lnTo>
                  <a:lnTo>
                    <a:pt x="2990" y="128151"/>
                  </a:lnTo>
                  <a:lnTo>
                    <a:pt x="2073" y="133380"/>
                  </a:lnTo>
                  <a:lnTo>
                    <a:pt x="1323" y="138636"/>
                  </a:lnTo>
                  <a:lnTo>
                    <a:pt x="740" y="143913"/>
                  </a:lnTo>
                  <a:lnTo>
                    <a:pt x="325" y="149206"/>
                  </a:lnTo>
                  <a:lnTo>
                    <a:pt x="78" y="154510"/>
                  </a:lnTo>
                  <a:lnTo>
                    <a:pt x="0" y="159819"/>
                  </a:lnTo>
                  <a:lnTo>
                    <a:pt x="90" y="165127"/>
                  </a:lnTo>
                  <a:lnTo>
                    <a:pt x="349" y="170430"/>
                  </a:lnTo>
                  <a:lnTo>
                    <a:pt x="776" y="175722"/>
                  </a:lnTo>
                  <a:lnTo>
                    <a:pt x="1371" y="180998"/>
                  </a:lnTo>
                  <a:lnTo>
                    <a:pt x="2133" y="186252"/>
                  </a:lnTo>
                  <a:lnTo>
                    <a:pt x="3062" y="191480"/>
                  </a:lnTo>
                  <a:lnTo>
                    <a:pt x="4156" y="196675"/>
                  </a:lnTo>
                  <a:lnTo>
                    <a:pt x="5415" y="201833"/>
                  </a:lnTo>
                  <a:lnTo>
                    <a:pt x="6837" y="206948"/>
                  </a:lnTo>
                  <a:lnTo>
                    <a:pt x="8420" y="212016"/>
                  </a:lnTo>
                  <a:lnTo>
                    <a:pt x="10164" y="217031"/>
                  </a:lnTo>
                  <a:lnTo>
                    <a:pt x="12066" y="221988"/>
                  </a:lnTo>
                  <a:lnTo>
                    <a:pt x="14125" y="226882"/>
                  </a:lnTo>
                  <a:lnTo>
                    <a:pt x="16338" y="231708"/>
                  </a:lnTo>
                  <a:lnTo>
                    <a:pt x="18703" y="236461"/>
                  </a:lnTo>
                  <a:lnTo>
                    <a:pt x="21218" y="241137"/>
                  </a:lnTo>
                  <a:lnTo>
                    <a:pt x="23880" y="245731"/>
                  </a:lnTo>
                  <a:lnTo>
                    <a:pt x="26686" y="250238"/>
                  </a:lnTo>
                  <a:lnTo>
                    <a:pt x="29634" y="254653"/>
                  </a:lnTo>
                  <a:lnTo>
                    <a:pt x="32722" y="258973"/>
                  </a:lnTo>
                  <a:lnTo>
                    <a:pt x="35944" y="263192"/>
                  </a:lnTo>
                  <a:lnTo>
                    <a:pt x="39299" y="267307"/>
                  </a:lnTo>
                  <a:lnTo>
                    <a:pt x="42783" y="271313"/>
                  </a:lnTo>
                  <a:lnTo>
                    <a:pt x="46393" y="275207"/>
                  </a:lnTo>
                  <a:lnTo>
                    <a:pt x="50124" y="278984"/>
                  </a:lnTo>
                  <a:lnTo>
                    <a:pt x="53973" y="282641"/>
                  </a:lnTo>
                  <a:lnTo>
                    <a:pt x="57937" y="286173"/>
                  </a:lnTo>
                  <a:lnTo>
                    <a:pt x="62010" y="289578"/>
                  </a:lnTo>
                  <a:lnTo>
                    <a:pt x="66190" y="292852"/>
                  </a:lnTo>
                  <a:lnTo>
                    <a:pt x="70472" y="295992"/>
                  </a:lnTo>
                  <a:lnTo>
                    <a:pt x="74851" y="298993"/>
                  </a:lnTo>
                  <a:lnTo>
                    <a:pt x="79323" y="301855"/>
                  </a:lnTo>
                  <a:lnTo>
                    <a:pt x="83884" y="304573"/>
                  </a:lnTo>
                  <a:lnTo>
                    <a:pt x="88529" y="307144"/>
                  </a:lnTo>
                  <a:lnTo>
                    <a:pt x="93253" y="309567"/>
                  </a:lnTo>
                  <a:lnTo>
                    <a:pt x="98052" y="311839"/>
                  </a:lnTo>
                  <a:lnTo>
                    <a:pt x="102921" y="313957"/>
                  </a:lnTo>
                  <a:lnTo>
                    <a:pt x="107854" y="315919"/>
                  </a:lnTo>
                  <a:lnTo>
                    <a:pt x="112847" y="317724"/>
                  </a:lnTo>
                  <a:lnTo>
                    <a:pt x="117895" y="319369"/>
                  </a:lnTo>
                  <a:lnTo>
                    <a:pt x="122993" y="320853"/>
                  </a:lnTo>
                  <a:lnTo>
                    <a:pt x="128135" y="322175"/>
                  </a:lnTo>
                  <a:lnTo>
                    <a:pt x="133317" y="323332"/>
                  </a:lnTo>
                  <a:lnTo>
                    <a:pt x="138532" y="324325"/>
                  </a:lnTo>
                  <a:lnTo>
                    <a:pt x="143777" y="325151"/>
                  </a:lnTo>
                  <a:lnTo>
                    <a:pt x="149045" y="325810"/>
                  </a:lnTo>
                  <a:lnTo>
                    <a:pt x="154332" y="326302"/>
                  </a:lnTo>
                  <a:lnTo>
                    <a:pt x="159631" y="326625"/>
                  </a:lnTo>
                  <a:lnTo>
                    <a:pt x="164938" y="326780"/>
                  </a:lnTo>
                  <a:lnTo>
                    <a:pt x="170247" y="326767"/>
                  </a:lnTo>
                  <a:lnTo>
                    <a:pt x="175554" y="326585"/>
                  </a:lnTo>
                  <a:lnTo>
                    <a:pt x="180851" y="326234"/>
                  </a:lnTo>
                  <a:lnTo>
                    <a:pt x="186135" y="325716"/>
                  </a:lnTo>
                  <a:lnTo>
                    <a:pt x="191400" y="325030"/>
                  </a:lnTo>
                  <a:lnTo>
                    <a:pt x="196640" y="324177"/>
                  </a:lnTo>
                  <a:lnTo>
                    <a:pt x="201851" y="323158"/>
                  </a:lnTo>
                  <a:lnTo>
                    <a:pt x="207027" y="321974"/>
                  </a:lnTo>
                  <a:lnTo>
                    <a:pt x="212162" y="320626"/>
                  </a:lnTo>
                  <a:lnTo>
                    <a:pt x="217252" y="319116"/>
                  </a:lnTo>
                  <a:lnTo>
                    <a:pt x="222292" y="317445"/>
                  </a:lnTo>
                  <a:lnTo>
                    <a:pt x="227275" y="315615"/>
                  </a:lnTo>
                  <a:lnTo>
                    <a:pt x="232199" y="313627"/>
                  </a:lnTo>
                  <a:lnTo>
                    <a:pt x="237056" y="311484"/>
                  </a:lnTo>
                  <a:lnTo>
                    <a:pt x="241843" y="309188"/>
                  </a:lnTo>
                  <a:lnTo>
                    <a:pt x="246555" y="306742"/>
                  </a:lnTo>
                  <a:lnTo>
                    <a:pt x="251187" y="304146"/>
                  </a:lnTo>
                  <a:lnTo>
                    <a:pt x="255734" y="301405"/>
                  </a:lnTo>
                  <a:lnTo>
                    <a:pt x="260192" y="298521"/>
                  </a:lnTo>
                  <a:lnTo>
                    <a:pt x="264556" y="295497"/>
                  </a:lnTo>
                  <a:lnTo>
                    <a:pt x="268821" y="292336"/>
                  </a:lnTo>
                  <a:lnTo>
                    <a:pt x="272984" y="289041"/>
                  </a:lnTo>
                  <a:lnTo>
                    <a:pt x="277041" y="285615"/>
                  </a:lnTo>
                  <a:lnTo>
                    <a:pt x="280986" y="282062"/>
                  </a:lnTo>
                  <a:lnTo>
                    <a:pt x="284817" y="278386"/>
                  </a:lnTo>
                  <a:lnTo>
                    <a:pt x="288529" y="274590"/>
                  </a:lnTo>
                  <a:lnTo>
                    <a:pt x="292118" y="270678"/>
                  </a:lnTo>
                  <a:lnTo>
                    <a:pt x="295582" y="266654"/>
                  </a:lnTo>
                  <a:lnTo>
                    <a:pt x="298916" y="262522"/>
                  </a:lnTo>
                  <a:lnTo>
                    <a:pt x="302117" y="258286"/>
                  </a:lnTo>
                  <a:lnTo>
                    <a:pt x="305182" y="253951"/>
                  </a:lnTo>
                  <a:lnTo>
                    <a:pt x="308108" y="249521"/>
                  </a:lnTo>
                  <a:lnTo>
                    <a:pt x="310891" y="244999"/>
                  </a:lnTo>
                  <a:lnTo>
                    <a:pt x="313530" y="240392"/>
                  </a:lnTo>
                  <a:lnTo>
                    <a:pt x="316021" y="235704"/>
                  </a:lnTo>
                  <a:lnTo>
                    <a:pt x="318361" y="230938"/>
                  </a:lnTo>
                  <a:lnTo>
                    <a:pt x="320550" y="226101"/>
                  </a:lnTo>
                  <a:lnTo>
                    <a:pt x="322583" y="221196"/>
                  </a:lnTo>
                  <a:lnTo>
                    <a:pt x="324460" y="216230"/>
                  </a:lnTo>
                  <a:lnTo>
                    <a:pt x="326178" y="211206"/>
                  </a:lnTo>
                  <a:lnTo>
                    <a:pt x="327736" y="206131"/>
                  </a:lnTo>
                  <a:lnTo>
                    <a:pt x="329132" y="201008"/>
                  </a:lnTo>
                  <a:lnTo>
                    <a:pt x="330364" y="195844"/>
                  </a:lnTo>
                  <a:lnTo>
                    <a:pt x="331432" y="190643"/>
                  </a:lnTo>
                  <a:lnTo>
                    <a:pt x="332334" y="185411"/>
                  </a:lnTo>
                  <a:lnTo>
                    <a:pt x="333069" y="180153"/>
                  </a:lnTo>
                  <a:lnTo>
                    <a:pt x="333638" y="174874"/>
                  </a:lnTo>
                  <a:lnTo>
                    <a:pt x="334038" y="169580"/>
                  </a:lnTo>
                  <a:lnTo>
                    <a:pt x="334270" y="164275"/>
                  </a:lnTo>
                  <a:lnTo>
                    <a:pt x="334333" y="158967"/>
                  </a:lnTo>
                  <a:lnTo>
                    <a:pt x="334228" y="153658"/>
                  </a:lnTo>
                  <a:lnTo>
                    <a:pt x="333954" y="148356"/>
                  </a:lnTo>
                  <a:lnTo>
                    <a:pt x="333512" y="143065"/>
                  </a:lnTo>
                  <a:lnTo>
                    <a:pt x="332902" y="137791"/>
                  </a:lnTo>
                  <a:lnTo>
                    <a:pt x="332125" y="132539"/>
                  </a:lnTo>
                  <a:lnTo>
                    <a:pt x="331181" y="127314"/>
                  </a:lnTo>
                  <a:lnTo>
                    <a:pt x="330072" y="122122"/>
                  </a:lnTo>
                  <a:lnTo>
                    <a:pt x="328799" y="116967"/>
                  </a:lnTo>
                  <a:lnTo>
                    <a:pt x="327363" y="111856"/>
                  </a:lnTo>
                  <a:lnTo>
                    <a:pt x="325765" y="106793"/>
                  </a:lnTo>
                  <a:lnTo>
                    <a:pt x="324007" y="101783"/>
                  </a:lnTo>
                  <a:lnTo>
                    <a:pt x="322091" y="96832"/>
                  </a:lnTo>
                  <a:lnTo>
                    <a:pt x="320019" y="91943"/>
                  </a:lnTo>
                  <a:lnTo>
                    <a:pt x="317792" y="87124"/>
                  </a:lnTo>
                  <a:lnTo>
                    <a:pt x="315414" y="82377"/>
                  </a:lnTo>
                  <a:lnTo>
                    <a:pt x="312886" y="77708"/>
                  </a:lnTo>
                  <a:lnTo>
                    <a:pt x="310211" y="73122"/>
                  </a:lnTo>
                  <a:lnTo>
                    <a:pt x="307392" y="68623"/>
                  </a:lnTo>
                  <a:lnTo>
                    <a:pt x="304431" y="64216"/>
                  </a:lnTo>
                  <a:lnTo>
                    <a:pt x="301332" y="59905"/>
                  </a:lnTo>
                  <a:lnTo>
                    <a:pt x="298097" y="55695"/>
                  </a:lnTo>
                  <a:lnTo>
                    <a:pt x="294731" y="51589"/>
                  </a:lnTo>
                  <a:lnTo>
                    <a:pt x="291236" y="47593"/>
                  </a:lnTo>
                  <a:lnTo>
                    <a:pt x="287615" y="43709"/>
                  </a:lnTo>
                  <a:lnTo>
                    <a:pt x="283873" y="39943"/>
                  </a:lnTo>
                  <a:lnTo>
                    <a:pt x="280014" y="36297"/>
                  </a:lnTo>
                  <a:lnTo>
                    <a:pt x="276040" y="32775"/>
                  </a:lnTo>
                  <a:lnTo>
                    <a:pt x="271957" y="29382"/>
                  </a:lnTo>
                  <a:lnTo>
                    <a:pt x="267768" y="26120"/>
                  </a:lnTo>
                  <a:lnTo>
                    <a:pt x="263477" y="22993"/>
                  </a:lnTo>
                  <a:lnTo>
                    <a:pt x="259090" y="20003"/>
                  </a:lnTo>
                  <a:lnTo>
                    <a:pt x="254609" y="17154"/>
                  </a:lnTo>
                  <a:lnTo>
                    <a:pt x="250041" y="14449"/>
                  </a:lnTo>
                  <a:lnTo>
                    <a:pt x="245389" y="11891"/>
                  </a:lnTo>
                  <a:lnTo>
                    <a:pt x="240658" y="9481"/>
                  </a:lnTo>
                  <a:lnTo>
                    <a:pt x="235853" y="7223"/>
                  </a:lnTo>
                  <a:lnTo>
                    <a:pt x="167167" y="1596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23235" y="1681503"/>
              <a:ext cx="68685" cy="167167"/>
            </a:xfrm>
            <a:custGeom>
              <a:avLst/>
              <a:pathLst>
                <a:path w="68685" h="167167">
                  <a:moveTo>
                    <a:pt x="68685" y="14762"/>
                  </a:moveTo>
                  <a:lnTo>
                    <a:pt x="63266" y="12434"/>
                  </a:lnTo>
                  <a:lnTo>
                    <a:pt x="57768" y="10298"/>
                  </a:lnTo>
                  <a:lnTo>
                    <a:pt x="52198" y="8358"/>
                  </a:lnTo>
                  <a:lnTo>
                    <a:pt x="46563" y="6615"/>
                  </a:lnTo>
                  <a:lnTo>
                    <a:pt x="40870" y="5073"/>
                  </a:lnTo>
                  <a:lnTo>
                    <a:pt x="35127" y="3732"/>
                  </a:lnTo>
                  <a:lnTo>
                    <a:pt x="29339" y="2594"/>
                  </a:lnTo>
                  <a:lnTo>
                    <a:pt x="23515" y="1662"/>
                  </a:lnTo>
                  <a:lnTo>
                    <a:pt x="17662" y="935"/>
                  </a:lnTo>
                  <a:lnTo>
                    <a:pt x="11787" y="416"/>
                  </a:lnTo>
                  <a:lnTo>
                    <a:pt x="5897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853890" y="1322571"/>
              <a:ext cx="334301" cy="334334"/>
            </a:xfrm>
            <a:custGeom>
              <a:avLst/>
              <a:pathLst>
                <a:path w="334301" h="334334">
                  <a:moveTo>
                    <a:pt x="167148" y="0"/>
                  </a:moveTo>
                  <a:lnTo>
                    <a:pt x="161847" y="84"/>
                  </a:lnTo>
                  <a:lnTo>
                    <a:pt x="156552" y="336"/>
                  </a:lnTo>
                  <a:lnTo>
                    <a:pt x="151267" y="756"/>
                  </a:lnTo>
                  <a:lnTo>
                    <a:pt x="145997" y="1343"/>
                  </a:lnTo>
                  <a:lnTo>
                    <a:pt x="140750" y="2097"/>
                  </a:lnTo>
                  <a:lnTo>
                    <a:pt x="135529" y="3017"/>
                  </a:lnTo>
                  <a:lnTo>
                    <a:pt x="130339" y="4102"/>
                  </a:lnTo>
                  <a:lnTo>
                    <a:pt x="125187" y="5352"/>
                  </a:lnTo>
                  <a:lnTo>
                    <a:pt x="120077" y="6764"/>
                  </a:lnTo>
                  <a:lnTo>
                    <a:pt x="115014" y="8337"/>
                  </a:lnTo>
                  <a:lnTo>
                    <a:pt x="110003" y="10070"/>
                  </a:lnTo>
                  <a:lnTo>
                    <a:pt x="105051" y="11961"/>
                  </a:lnTo>
                  <a:lnTo>
                    <a:pt x="100160" y="14008"/>
                  </a:lnTo>
                  <a:lnTo>
                    <a:pt x="95337" y="16210"/>
                  </a:lnTo>
                  <a:lnTo>
                    <a:pt x="90586" y="18563"/>
                  </a:lnTo>
                  <a:lnTo>
                    <a:pt x="85912" y="21065"/>
                  </a:lnTo>
                  <a:lnTo>
                    <a:pt x="81320" y="23715"/>
                  </a:lnTo>
                  <a:lnTo>
                    <a:pt x="76814" y="26509"/>
                  </a:lnTo>
                  <a:lnTo>
                    <a:pt x="72400" y="29444"/>
                  </a:lnTo>
                  <a:lnTo>
                    <a:pt x="68080" y="32518"/>
                  </a:lnTo>
                  <a:lnTo>
                    <a:pt x="63860" y="35727"/>
                  </a:lnTo>
                  <a:lnTo>
                    <a:pt x="59744" y="39068"/>
                  </a:lnTo>
                  <a:lnTo>
                    <a:pt x="55736" y="42539"/>
                  </a:lnTo>
                  <a:lnTo>
                    <a:pt x="51840" y="46134"/>
                  </a:lnTo>
                  <a:lnTo>
                    <a:pt x="48060" y="49852"/>
                  </a:lnTo>
                  <a:lnTo>
                    <a:pt x="44399" y="53687"/>
                  </a:lnTo>
                  <a:lnTo>
                    <a:pt x="40863" y="57636"/>
                  </a:lnTo>
                  <a:lnTo>
                    <a:pt x="37453" y="61696"/>
                  </a:lnTo>
                  <a:lnTo>
                    <a:pt x="34174" y="65862"/>
                  </a:lnTo>
                  <a:lnTo>
                    <a:pt x="31028" y="70130"/>
                  </a:lnTo>
                  <a:lnTo>
                    <a:pt x="28019" y="74495"/>
                  </a:lnTo>
                  <a:lnTo>
                    <a:pt x="25151" y="78953"/>
                  </a:lnTo>
                  <a:lnTo>
                    <a:pt x="22425" y="83500"/>
                  </a:lnTo>
                  <a:lnTo>
                    <a:pt x="19844" y="88132"/>
                  </a:lnTo>
                  <a:lnTo>
                    <a:pt x="17412" y="92843"/>
                  </a:lnTo>
                  <a:lnTo>
                    <a:pt x="15131" y="97628"/>
                  </a:lnTo>
                  <a:lnTo>
                    <a:pt x="13002" y="102484"/>
                  </a:lnTo>
                  <a:lnTo>
                    <a:pt x="11028" y="107404"/>
                  </a:lnTo>
                  <a:lnTo>
                    <a:pt x="9212" y="112385"/>
                  </a:lnTo>
                  <a:lnTo>
                    <a:pt x="7554" y="117421"/>
                  </a:lnTo>
                  <a:lnTo>
                    <a:pt x="6057" y="122507"/>
                  </a:lnTo>
                  <a:lnTo>
                    <a:pt x="4722" y="127638"/>
                  </a:lnTo>
                  <a:lnTo>
                    <a:pt x="3550" y="132808"/>
                  </a:lnTo>
                  <a:lnTo>
                    <a:pt x="2543" y="138013"/>
                  </a:lnTo>
                  <a:lnTo>
                    <a:pt x="1701" y="143248"/>
                  </a:lnTo>
                  <a:lnTo>
                    <a:pt x="1026" y="148506"/>
                  </a:lnTo>
                  <a:lnTo>
                    <a:pt x="517" y="153783"/>
                  </a:lnTo>
                  <a:lnTo>
                    <a:pt x="177" y="159074"/>
                  </a:lnTo>
                  <a:lnTo>
                    <a:pt x="4" y="164373"/>
                  </a:lnTo>
                  <a:lnTo>
                    <a:pt x="0" y="169674"/>
                  </a:lnTo>
                  <a:lnTo>
                    <a:pt x="163" y="174974"/>
                  </a:lnTo>
                  <a:lnTo>
                    <a:pt x="495" y="180265"/>
                  </a:lnTo>
                  <a:lnTo>
                    <a:pt x="994" y="185543"/>
                  </a:lnTo>
                  <a:lnTo>
                    <a:pt x="1660" y="190803"/>
                  </a:lnTo>
                  <a:lnTo>
                    <a:pt x="2493" y="196038"/>
                  </a:lnTo>
                  <a:lnTo>
                    <a:pt x="3491" y="201245"/>
                  </a:lnTo>
                  <a:lnTo>
                    <a:pt x="4654" y="206418"/>
                  </a:lnTo>
                  <a:lnTo>
                    <a:pt x="5980" y="211551"/>
                  </a:lnTo>
                  <a:lnTo>
                    <a:pt x="7469" y="216639"/>
                  </a:lnTo>
                  <a:lnTo>
                    <a:pt x="9118" y="221678"/>
                  </a:lnTo>
                  <a:lnTo>
                    <a:pt x="10926" y="226662"/>
                  </a:lnTo>
                  <a:lnTo>
                    <a:pt x="12891" y="231586"/>
                  </a:lnTo>
                  <a:lnTo>
                    <a:pt x="15012" y="236445"/>
                  </a:lnTo>
                  <a:lnTo>
                    <a:pt x="17285" y="241234"/>
                  </a:lnTo>
                  <a:lnTo>
                    <a:pt x="19709" y="245949"/>
                  </a:lnTo>
                  <a:lnTo>
                    <a:pt x="22281" y="250585"/>
                  </a:lnTo>
                  <a:lnTo>
                    <a:pt x="24999" y="255137"/>
                  </a:lnTo>
                  <a:lnTo>
                    <a:pt x="27861" y="259600"/>
                  </a:lnTo>
                  <a:lnTo>
                    <a:pt x="30862" y="263971"/>
                  </a:lnTo>
                  <a:lnTo>
                    <a:pt x="34000" y="268244"/>
                  </a:lnTo>
                  <a:lnTo>
                    <a:pt x="37272" y="272415"/>
                  </a:lnTo>
                  <a:lnTo>
                    <a:pt x="40675" y="276481"/>
                  </a:lnTo>
                  <a:lnTo>
                    <a:pt x="44205" y="280436"/>
                  </a:lnTo>
                  <a:lnTo>
                    <a:pt x="47859" y="284278"/>
                  </a:lnTo>
                  <a:lnTo>
                    <a:pt x="51632" y="288002"/>
                  </a:lnTo>
                  <a:lnTo>
                    <a:pt x="55522" y="291604"/>
                  </a:lnTo>
                  <a:lnTo>
                    <a:pt x="59524" y="295081"/>
                  </a:lnTo>
                  <a:lnTo>
                    <a:pt x="63635" y="298430"/>
                  </a:lnTo>
                  <a:lnTo>
                    <a:pt x="67849" y="301646"/>
                  </a:lnTo>
                  <a:lnTo>
                    <a:pt x="72163" y="304727"/>
                  </a:lnTo>
                  <a:lnTo>
                    <a:pt x="76573" y="307670"/>
                  </a:lnTo>
                  <a:lnTo>
                    <a:pt x="81074" y="310472"/>
                  </a:lnTo>
                  <a:lnTo>
                    <a:pt x="85662" y="313129"/>
                  </a:lnTo>
                  <a:lnTo>
                    <a:pt x="90331" y="315640"/>
                  </a:lnTo>
                  <a:lnTo>
                    <a:pt x="95078" y="318001"/>
                  </a:lnTo>
                  <a:lnTo>
                    <a:pt x="99897" y="320210"/>
                  </a:lnTo>
                  <a:lnTo>
                    <a:pt x="104784" y="322266"/>
                  </a:lnTo>
                  <a:lnTo>
                    <a:pt x="109734" y="324166"/>
                  </a:lnTo>
                  <a:lnTo>
                    <a:pt x="114741" y="325907"/>
                  </a:lnTo>
                  <a:lnTo>
                    <a:pt x="119802" y="327489"/>
                  </a:lnTo>
                  <a:lnTo>
                    <a:pt x="124909" y="328910"/>
                  </a:lnTo>
                  <a:lnTo>
                    <a:pt x="130060" y="330168"/>
                  </a:lnTo>
                  <a:lnTo>
                    <a:pt x="135247" y="331262"/>
                  </a:lnTo>
                  <a:lnTo>
                    <a:pt x="140467" y="332191"/>
                  </a:lnTo>
                  <a:lnTo>
                    <a:pt x="145713" y="332954"/>
                  </a:lnTo>
                  <a:lnTo>
                    <a:pt x="150981" y="333551"/>
                  </a:lnTo>
                  <a:lnTo>
                    <a:pt x="156265" y="333980"/>
                  </a:lnTo>
                  <a:lnTo>
                    <a:pt x="161561" y="334241"/>
                  </a:lnTo>
                  <a:lnTo>
                    <a:pt x="166861" y="334334"/>
                  </a:lnTo>
                  <a:lnTo>
                    <a:pt x="172163" y="334259"/>
                  </a:lnTo>
                  <a:lnTo>
                    <a:pt x="177459" y="334016"/>
                  </a:lnTo>
                  <a:lnTo>
                    <a:pt x="182744" y="333605"/>
                  </a:lnTo>
                  <a:lnTo>
                    <a:pt x="188014" y="333027"/>
                  </a:lnTo>
                  <a:lnTo>
                    <a:pt x="193263" y="332282"/>
                  </a:lnTo>
                  <a:lnTo>
                    <a:pt x="198486" y="331371"/>
                  </a:lnTo>
                  <a:lnTo>
                    <a:pt x="203677" y="330294"/>
                  </a:lnTo>
                  <a:lnTo>
                    <a:pt x="208832" y="329054"/>
                  </a:lnTo>
                  <a:lnTo>
                    <a:pt x="213944" y="327651"/>
                  </a:lnTo>
                  <a:lnTo>
                    <a:pt x="219010" y="326086"/>
                  </a:lnTo>
                  <a:lnTo>
                    <a:pt x="224023" y="324362"/>
                  </a:lnTo>
                  <a:lnTo>
                    <a:pt x="228979" y="322479"/>
                  </a:lnTo>
                  <a:lnTo>
                    <a:pt x="233873" y="320440"/>
                  </a:lnTo>
                  <a:lnTo>
                    <a:pt x="238700" y="318247"/>
                  </a:lnTo>
                  <a:lnTo>
                    <a:pt x="243455" y="315902"/>
                  </a:lnTo>
                  <a:lnTo>
                    <a:pt x="248133" y="313408"/>
                  </a:lnTo>
                  <a:lnTo>
                    <a:pt x="252730" y="310766"/>
                  </a:lnTo>
                  <a:lnTo>
                    <a:pt x="257240" y="307980"/>
                  </a:lnTo>
                  <a:lnTo>
                    <a:pt x="261660" y="305052"/>
                  </a:lnTo>
                  <a:lnTo>
                    <a:pt x="265985" y="301986"/>
                  </a:lnTo>
                  <a:lnTo>
                    <a:pt x="270211" y="298784"/>
                  </a:lnTo>
                  <a:lnTo>
                    <a:pt x="274333" y="295450"/>
                  </a:lnTo>
                  <a:lnTo>
                    <a:pt x="278347" y="291986"/>
                  </a:lnTo>
                  <a:lnTo>
                    <a:pt x="282249" y="288397"/>
                  </a:lnTo>
                  <a:lnTo>
                    <a:pt x="286035" y="284686"/>
                  </a:lnTo>
                  <a:lnTo>
                    <a:pt x="289702" y="280857"/>
                  </a:lnTo>
                  <a:lnTo>
                    <a:pt x="293246" y="276914"/>
                  </a:lnTo>
                  <a:lnTo>
                    <a:pt x="296662" y="272860"/>
                  </a:lnTo>
                  <a:lnTo>
                    <a:pt x="299949" y="268700"/>
                  </a:lnTo>
                  <a:lnTo>
                    <a:pt x="303102" y="264438"/>
                  </a:lnTo>
                  <a:lnTo>
                    <a:pt x="306118" y="260078"/>
                  </a:lnTo>
                  <a:lnTo>
                    <a:pt x="308994" y="255624"/>
                  </a:lnTo>
                  <a:lnTo>
                    <a:pt x="311728" y="251082"/>
                  </a:lnTo>
                  <a:lnTo>
                    <a:pt x="314316" y="246455"/>
                  </a:lnTo>
                  <a:lnTo>
                    <a:pt x="316756" y="241748"/>
                  </a:lnTo>
                  <a:lnTo>
                    <a:pt x="319046" y="236966"/>
                  </a:lnTo>
                  <a:lnTo>
                    <a:pt x="321183" y="232114"/>
                  </a:lnTo>
                  <a:lnTo>
                    <a:pt x="323165" y="227197"/>
                  </a:lnTo>
                  <a:lnTo>
                    <a:pt x="324990" y="222220"/>
                  </a:lnTo>
                  <a:lnTo>
                    <a:pt x="326657" y="217187"/>
                  </a:lnTo>
                  <a:lnTo>
                    <a:pt x="328163" y="212103"/>
                  </a:lnTo>
                  <a:lnTo>
                    <a:pt x="329507" y="206975"/>
                  </a:lnTo>
                  <a:lnTo>
                    <a:pt x="330687" y="201806"/>
                  </a:lnTo>
                  <a:lnTo>
                    <a:pt x="331704" y="196603"/>
                  </a:lnTo>
                  <a:lnTo>
                    <a:pt x="332554" y="191370"/>
                  </a:lnTo>
                  <a:lnTo>
                    <a:pt x="333238" y="186113"/>
                  </a:lnTo>
                  <a:lnTo>
                    <a:pt x="333756" y="180836"/>
                  </a:lnTo>
                  <a:lnTo>
                    <a:pt x="334105" y="175546"/>
                  </a:lnTo>
                  <a:lnTo>
                    <a:pt x="334287" y="170248"/>
                  </a:lnTo>
                  <a:lnTo>
                    <a:pt x="334301" y="164946"/>
                  </a:lnTo>
                  <a:lnTo>
                    <a:pt x="334146" y="159647"/>
                  </a:lnTo>
                  <a:lnTo>
                    <a:pt x="333824" y="154355"/>
                  </a:lnTo>
                  <a:lnTo>
                    <a:pt x="333334" y="149076"/>
                  </a:lnTo>
                  <a:lnTo>
                    <a:pt x="332677" y="143815"/>
                  </a:lnTo>
                  <a:lnTo>
                    <a:pt x="331853" y="138578"/>
                  </a:lnTo>
                  <a:lnTo>
                    <a:pt x="330863" y="133369"/>
                  </a:lnTo>
                  <a:lnTo>
                    <a:pt x="329709" y="128195"/>
                  </a:lnTo>
                  <a:lnTo>
                    <a:pt x="328392" y="123060"/>
                  </a:lnTo>
                  <a:lnTo>
                    <a:pt x="326912" y="117969"/>
                  </a:lnTo>
                  <a:lnTo>
                    <a:pt x="325272" y="112927"/>
                  </a:lnTo>
                  <a:lnTo>
                    <a:pt x="323472" y="107940"/>
                  </a:lnTo>
                  <a:lnTo>
                    <a:pt x="321515" y="103013"/>
                  </a:lnTo>
                  <a:lnTo>
                    <a:pt x="319403" y="98150"/>
                  </a:lnTo>
                  <a:lnTo>
                    <a:pt x="317138" y="93357"/>
                  </a:lnTo>
                  <a:lnTo>
                    <a:pt x="314722" y="88638"/>
                  </a:lnTo>
                  <a:lnTo>
                    <a:pt x="312158" y="83997"/>
                  </a:lnTo>
                  <a:lnTo>
                    <a:pt x="309447" y="79441"/>
                  </a:lnTo>
                  <a:lnTo>
                    <a:pt x="306594" y="74973"/>
                  </a:lnTo>
                  <a:lnTo>
                    <a:pt x="303600" y="70597"/>
                  </a:lnTo>
                  <a:lnTo>
                    <a:pt x="300469" y="66319"/>
                  </a:lnTo>
                  <a:lnTo>
                    <a:pt x="297204" y="62142"/>
                  </a:lnTo>
                  <a:lnTo>
                    <a:pt x="293809" y="58070"/>
                  </a:lnTo>
                  <a:lnTo>
                    <a:pt x="290285" y="54109"/>
                  </a:lnTo>
                  <a:lnTo>
                    <a:pt x="286638" y="50261"/>
                  </a:lnTo>
                  <a:lnTo>
                    <a:pt x="282871" y="46531"/>
                  </a:lnTo>
                  <a:lnTo>
                    <a:pt x="278987" y="42922"/>
                  </a:lnTo>
                  <a:lnTo>
                    <a:pt x="274991" y="39438"/>
                  </a:lnTo>
                  <a:lnTo>
                    <a:pt x="270887" y="36082"/>
                  </a:lnTo>
                  <a:lnTo>
                    <a:pt x="266678" y="32858"/>
                  </a:lnTo>
                  <a:lnTo>
                    <a:pt x="262369" y="2977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21039" y="1352341"/>
              <a:ext cx="95220" cy="137397"/>
            </a:xfrm>
            <a:custGeom>
              <a:avLst/>
              <a:pathLst>
                <a:path w="95220" h="137397">
                  <a:moveTo>
                    <a:pt x="95220" y="0"/>
                  </a:moveTo>
                  <a:lnTo>
                    <a:pt x="0" y="1373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21039" y="1350482"/>
              <a:ext cx="95220" cy="139256"/>
            </a:xfrm>
            <a:custGeom>
              <a:avLst/>
              <a:pathLst>
                <a:path w="95220" h="139256">
                  <a:moveTo>
                    <a:pt x="95220" y="1859"/>
                  </a:moveTo>
                  <a:lnTo>
                    <a:pt x="92480" y="0"/>
                  </a:lnTo>
                  <a:lnTo>
                    <a:pt x="0" y="1392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21039" y="1322571"/>
              <a:ext cx="92480" cy="167167"/>
            </a:xfrm>
            <a:custGeom>
              <a:avLst/>
              <a:pathLst>
                <a:path w="92480" h="167167">
                  <a:moveTo>
                    <a:pt x="92480" y="27911"/>
                  </a:moveTo>
                  <a:lnTo>
                    <a:pt x="87624" y="24805"/>
                  </a:lnTo>
                  <a:lnTo>
                    <a:pt x="82663" y="21869"/>
                  </a:lnTo>
                  <a:lnTo>
                    <a:pt x="77605" y="19105"/>
                  </a:lnTo>
                  <a:lnTo>
                    <a:pt x="72454" y="16517"/>
                  </a:lnTo>
                  <a:lnTo>
                    <a:pt x="67217" y="14109"/>
                  </a:lnTo>
                  <a:lnTo>
                    <a:pt x="61900" y="11882"/>
                  </a:lnTo>
                  <a:lnTo>
                    <a:pt x="56509" y="9841"/>
                  </a:lnTo>
                  <a:lnTo>
                    <a:pt x="51052" y="7986"/>
                  </a:lnTo>
                  <a:lnTo>
                    <a:pt x="45533" y="6320"/>
                  </a:lnTo>
                  <a:lnTo>
                    <a:pt x="39961" y="4846"/>
                  </a:lnTo>
                  <a:lnTo>
                    <a:pt x="34341" y="3565"/>
                  </a:lnTo>
                  <a:lnTo>
                    <a:pt x="28680" y="2478"/>
                  </a:lnTo>
                  <a:lnTo>
                    <a:pt x="22985" y="1587"/>
                  </a:lnTo>
                  <a:lnTo>
                    <a:pt x="17262" y="893"/>
                  </a:lnTo>
                  <a:lnTo>
                    <a:pt x="11519" y="397"/>
                  </a:lnTo>
                  <a:lnTo>
                    <a:pt x="5763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378103" y="1071028"/>
              <a:ext cx="334321" cy="334329"/>
            </a:xfrm>
            <a:custGeom>
              <a:avLst/>
              <a:pathLst>
                <a:path w="334321" h="334329">
                  <a:moveTo>
                    <a:pt x="167155" y="0"/>
                  </a:moveTo>
                  <a:lnTo>
                    <a:pt x="161838" y="84"/>
                  </a:lnTo>
                  <a:lnTo>
                    <a:pt x="156526" y="338"/>
                  </a:lnTo>
                  <a:lnTo>
                    <a:pt x="151225" y="760"/>
                  </a:lnTo>
                  <a:lnTo>
                    <a:pt x="145940" y="1351"/>
                  </a:lnTo>
                  <a:lnTo>
                    <a:pt x="140676" y="2110"/>
                  </a:lnTo>
                  <a:lnTo>
                    <a:pt x="135439" y="3036"/>
                  </a:lnTo>
                  <a:lnTo>
                    <a:pt x="130235" y="4128"/>
                  </a:lnTo>
                  <a:lnTo>
                    <a:pt x="125067" y="5384"/>
                  </a:lnTo>
                  <a:lnTo>
                    <a:pt x="119943" y="6805"/>
                  </a:lnTo>
                  <a:lnTo>
                    <a:pt x="114866" y="8388"/>
                  </a:lnTo>
                  <a:lnTo>
                    <a:pt x="109842" y="10131"/>
                  </a:lnTo>
                  <a:lnTo>
                    <a:pt x="104876" y="12034"/>
                  </a:lnTo>
                  <a:lnTo>
                    <a:pt x="99973" y="14093"/>
                  </a:lnTo>
                  <a:lnTo>
                    <a:pt x="95138" y="16308"/>
                  </a:lnTo>
                  <a:lnTo>
                    <a:pt x="90376" y="18675"/>
                  </a:lnTo>
                  <a:lnTo>
                    <a:pt x="85691" y="21192"/>
                  </a:lnTo>
                  <a:lnTo>
                    <a:pt x="81089" y="23857"/>
                  </a:lnTo>
                  <a:lnTo>
                    <a:pt x="76575" y="26667"/>
                  </a:lnTo>
                  <a:lnTo>
                    <a:pt x="72151" y="29620"/>
                  </a:lnTo>
                  <a:lnTo>
                    <a:pt x="67824" y="32711"/>
                  </a:lnTo>
                  <a:lnTo>
                    <a:pt x="63598" y="35939"/>
                  </a:lnTo>
                  <a:lnTo>
                    <a:pt x="59476" y="39299"/>
                  </a:lnTo>
                  <a:lnTo>
                    <a:pt x="55463" y="42789"/>
                  </a:lnTo>
                  <a:lnTo>
                    <a:pt x="51564" y="46404"/>
                  </a:lnTo>
                  <a:lnTo>
                    <a:pt x="47781" y="50142"/>
                  </a:lnTo>
                  <a:lnTo>
                    <a:pt x="44119" y="53999"/>
                  </a:lnTo>
                  <a:lnTo>
                    <a:pt x="40582" y="57969"/>
                  </a:lnTo>
                  <a:lnTo>
                    <a:pt x="37172" y="62051"/>
                  </a:lnTo>
                  <a:lnTo>
                    <a:pt x="33895" y="66238"/>
                  </a:lnTo>
                  <a:lnTo>
                    <a:pt x="30752" y="70528"/>
                  </a:lnTo>
                  <a:lnTo>
                    <a:pt x="27747" y="74916"/>
                  </a:lnTo>
                  <a:lnTo>
                    <a:pt x="24883" y="79397"/>
                  </a:lnTo>
                  <a:lnTo>
                    <a:pt x="22163" y="83967"/>
                  </a:lnTo>
                  <a:lnTo>
                    <a:pt x="19590" y="88621"/>
                  </a:lnTo>
                  <a:lnTo>
                    <a:pt x="17166" y="93354"/>
                  </a:lnTo>
                  <a:lnTo>
                    <a:pt x="14894" y="98162"/>
                  </a:lnTo>
                  <a:lnTo>
                    <a:pt x="12776" y="103040"/>
                  </a:lnTo>
                  <a:lnTo>
                    <a:pt x="10815" y="107983"/>
                  </a:lnTo>
                  <a:lnTo>
                    <a:pt x="9011" y="112986"/>
                  </a:lnTo>
                  <a:lnTo>
                    <a:pt x="7368" y="118044"/>
                  </a:lnTo>
                  <a:lnTo>
                    <a:pt x="5886" y="123151"/>
                  </a:lnTo>
                  <a:lnTo>
                    <a:pt x="4568" y="128303"/>
                  </a:lnTo>
                  <a:lnTo>
                    <a:pt x="3414" y="133494"/>
                  </a:lnTo>
                  <a:lnTo>
                    <a:pt x="2426" y="138720"/>
                  </a:lnTo>
                  <a:lnTo>
                    <a:pt x="1604" y="143974"/>
                  </a:lnTo>
                  <a:lnTo>
                    <a:pt x="950" y="149251"/>
                  </a:lnTo>
                  <a:lnTo>
                    <a:pt x="465" y="154547"/>
                  </a:lnTo>
                  <a:lnTo>
                    <a:pt x="148" y="159856"/>
                  </a:lnTo>
                  <a:lnTo>
                    <a:pt x="0" y="165171"/>
                  </a:lnTo>
                  <a:lnTo>
                    <a:pt x="21" y="170489"/>
                  </a:lnTo>
                  <a:lnTo>
                    <a:pt x="211" y="175804"/>
                  </a:lnTo>
                  <a:lnTo>
                    <a:pt x="570" y="181110"/>
                  </a:lnTo>
                  <a:lnTo>
                    <a:pt x="1098" y="186401"/>
                  </a:lnTo>
                  <a:lnTo>
                    <a:pt x="1794" y="191674"/>
                  </a:lnTo>
                  <a:lnTo>
                    <a:pt x="2657" y="196921"/>
                  </a:lnTo>
                  <a:lnTo>
                    <a:pt x="3687" y="202138"/>
                  </a:lnTo>
                  <a:lnTo>
                    <a:pt x="4882" y="207320"/>
                  </a:lnTo>
                  <a:lnTo>
                    <a:pt x="6241" y="212462"/>
                  </a:lnTo>
                  <a:lnTo>
                    <a:pt x="7763" y="217557"/>
                  </a:lnTo>
                  <a:lnTo>
                    <a:pt x="9447" y="222601"/>
                  </a:lnTo>
                  <a:lnTo>
                    <a:pt x="11290" y="227590"/>
                  </a:lnTo>
                  <a:lnTo>
                    <a:pt x="13290" y="232517"/>
                  </a:lnTo>
                  <a:lnTo>
                    <a:pt x="15447" y="237378"/>
                  </a:lnTo>
                  <a:lnTo>
                    <a:pt x="17757" y="242168"/>
                  </a:lnTo>
                  <a:lnTo>
                    <a:pt x="20218" y="246882"/>
                  </a:lnTo>
                  <a:lnTo>
                    <a:pt x="22828" y="251516"/>
                  </a:lnTo>
                  <a:lnTo>
                    <a:pt x="25584" y="256064"/>
                  </a:lnTo>
                  <a:lnTo>
                    <a:pt x="28483" y="260522"/>
                  </a:lnTo>
                  <a:lnTo>
                    <a:pt x="31523" y="264885"/>
                  </a:lnTo>
                  <a:lnTo>
                    <a:pt x="34700" y="269150"/>
                  </a:lnTo>
                  <a:lnTo>
                    <a:pt x="38011" y="273312"/>
                  </a:lnTo>
                  <a:lnTo>
                    <a:pt x="41452" y="277366"/>
                  </a:lnTo>
                  <a:lnTo>
                    <a:pt x="45021" y="281308"/>
                  </a:lnTo>
                  <a:lnTo>
                    <a:pt x="48714" y="285136"/>
                  </a:lnTo>
                  <a:lnTo>
                    <a:pt x="52526" y="288843"/>
                  </a:lnTo>
                  <a:lnTo>
                    <a:pt x="56454" y="292428"/>
                  </a:lnTo>
                  <a:lnTo>
                    <a:pt x="60495" y="295886"/>
                  </a:lnTo>
                  <a:lnTo>
                    <a:pt x="64643" y="299213"/>
                  </a:lnTo>
                  <a:lnTo>
                    <a:pt x="68895" y="302407"/>
                  </a:lnTo>
                  <a:lnTo>
                    <a:pt x="73246" y="305464"/>
                  </a:lnTo>
                  <a:lnTo>
                    <a:pt x="77693" y="308381"/>
                  </a:lnTo>
                  <a:lnTo>
                    <a:pt x="82230" y="311155"/>
                  </a:lnTo>
                  <a:lnTo>
                    <a:pt x="86853" y="313784"/>
                  </a:lnTo>
                  <a:lnTo>
                    <a:pt x="91557" y="316264"/>
                  </a:lnTo>
                  <a:lnTo>
                    <a:pt x="96338" y="318593"/>
                  </a:lnTo>
                  <a:lnTo>
                    <a:pt x="101190" y="320769"/>
                  </a:lnTo>
                  <a:lnTo>
                    <a:pt x="106109" y="322789"/>
                  </a:lnTo>
                  <a:lnTo>
                    <a:pt x="111090" y="324652"/>
                  </a:lnTo>
                  <a:lnTo>
                    <a:pt x="116128" y="326356"/>
                  </a:lnTo>
                  <a:lnTo>
                    <a:pt x="121217" y="327899"/>
                  </a:lnTo>
                  <a:lnTo>
                    <a:pt x="126353" y="329278"/>
                  </a:lnTo>
                  <a:lnTo>
                    <a:pt x="131530" y="330494"/>
                  </a:lnTo>
                  <a:lnTo>
                    <a:pt x="136743" y="331545"/>
                  </a:lnTo>
                  <a:lnTo>
                    <a:pt x="141987" y="332429"/>
                  </a:lnTo>
                  <a:lnTo>
                    <a:pt x="147257" y="333146"/>
                  </a:lnTo>
                  <a:lnTo>
                    <a:pt x="152546" y="333695"/>
                  </a:lnTo>
                  <a:lnTo>
                    <a:pt x="157851" y="334075"/>
                  </a:lnTo>
                  <a:lnTo>
                    <a:pt x="163164" y="334287"/>
                  </a:lnTo>
                  <a:lnTo>
                    <a:pt x="168482" y="334329"/>
                  </a:lnTo>
                  <a:lnTo>
                    <a:pt x="173798" y="334202"/>
                  </a:lnTo>
                  <a:lnTo>
                    <a:pt x="179108" y="333906"/>
                  </a:lnTo>
                  <a:lnTo>
                    <a:pt x="184406" y="333442"/>
                  </a:lnTo>
                  <a:lnTo>
                    <a:pt x="189686" y="332809"/>
                  </a:lnTo>
                  <a:lnTo>
                    <a:pt x="194943" y="332009"/>
                  </a:lnTo>
                  <a:lnTo>
                    <a:pt x="200173" y="331041"/>
                  </a:lnTo>
                  <a:lnTo>
                    <a:pt x="205368" y="329908"/>
                  </a:lnTo>
                  <a:lnTo>
                    <a:pt x="210526" y="328610"/>
                  </a:lnTo>
                  <a:lnTo>
                    <a:pt x="215639" y="327149"/>
                  </a:lnTo>
                  <a:lnTo>
                    <a:pt x="220703" y="325526"/>
                  </a:lnTo>
                  <a:lnTo>
                    <a:pt x="225713" y="323743"/>
                  </a:lnTo>
                  <a:lnTo>
                    <a:pt x="230664" y="321801"/>
                  </a:lnTo>
                  <a:lnTo>
                    <a:pt x="235550" y="319702"/>
                  </a:lnTo>
                  <a:lnTo>
                    <a:pt x="240367" y="317450"/>
                  </a:lnTo>
                  <a:lnTo>
                    <a:pt x="245111" y="315045"/>
                  </a:lnTo>
                  <a:lnTo>
                    <a:pt x="249775" y="312490"/>
                  </a:lnTo>
                  <a:lnTo>
                    <a:pt x="254355" y="309789"/>
                  </a:lnTo>
                  <a:lnTo>
                    <a:pt x="258848" y="306943"/>
                  </a:lnTo>
                  <a:lnTo>
                    <a:pt x="263248" y="303956"/>
                  </a:lnTo>
                  <a:lnTo>
                    <a:pt x="267550" y="300830"/>
                  </a:lnTo>
                  <a:lnTo>
                    <a:pt x="271751" y="297569"/>
                  </a:lnTo>
                  <a:lnTo>
                    <a:pt x="275846" y="294176"/>
                  </a:lnTo>
                  <a:lnTo>
                    <a:pt x="279830" y="290655"/>
                  </a:lnTo>
                  <a:lnTo>
                    <a:pt x="283701" y="287008"/>
                  </a:lnTo>
                  <a:lnTo>
                    <a:pt x="287454" y="283240"/>
                  </a:lnTo>
                  <a:lnTo>
                    <a:pt x="291086" y="279355"/>
                  </a:lnTo>
                  <a:lnTo>
                    <a:pt x="294591" y="275356"/>
                  </a:lnTo>
                  <a:lnTo>
                    <a:pt x="297968" y="271248"/>
                  </a:lnTo>
                  <a:lnTo>
                    <a:pt x="301213" y="267035"/>
                  </a:lnTo>
                  <a:lnTo>
                    <a:pt x="304321" y="262720"/>
                  </a:lnTo>
                  <a:lnTo>
                    <a:pt x="307291" y="258309"/>
                  </a:lnTo>
                  <a:lnTo>
                    <a:pt x="310119" y="253805"/>
                  </a:lnTo>
                  <a:lnTo>
                    <a:pt x="312803" y="249214"/>
                  </a:lnTo>
                  <a:lnTo>
                    <a:pt x="315339" y="244539"/>
                  </a:lnTo>
                  <a:lnTo>
                    <a:pt x="317725" y="239787"/>
                  </a:lnTo>
                  <a:lnTo>
                    <a:pt x="319959" y="234961"/>
                  </a:lnTo>
                  <a:lnTo>
                    <a:pt x="322038" y="230066"/>
                  </a:lnTo>
                  <a:lnTo>
                    <a:pt x="323960" y="225108"/>
                  </a:lnTo>
                  <a:lnTo>
                    <a:pt x="325724" y="220091"/>
                  </a:lnTo>
                  <a:lnTo>
                    <a:pt x="327327" y="215020"/>
                  </a:lnTo>
                  <a:lnTo>
                    <a:pt x="328768" y="209901"/>
                  </a:lnTo>
                  <a:lnTo>
                    <a:pt x="330045" y="204739"/>
                  </a:lnTo>
                  <a:lnTo>
                    <a:pt x="331158" y="199539"/>
                  </a:lnTo>
                  <a:lnTo>
                    <a:pt x="332105" y="194306"/>
                  </a:lnTo>
                  <a:lnTo>
                    <a:pt x="332885" y="189045"/>
                  </a:lnTo>
                  <a:lnTo>
                    <a:pt x="333497" y="183763"/>
                  </a:lnTo>
                  <a:lnTo>
                    <a:pt x="333940" y="178463"/>
                  </a:lnTo>
                  <a:lnTo>
                    <a:pt x="334215" y="173152"/>
                  </a:lnTo>
                  <a:lnTo>
                    <a:pt x="334321" y="167836"/>
                  </a:lnTo>
                  <a:lnTo>
                    <a:pt x="334258" y="162518"/>
                  </a:lnTo>
                  <a:lnTo>
                    <a:pt x="334025" y="157205"/>
                  </a:lnTo>
                  <a:lnTo>
                    <a:pt x="333624" y="151902"/>
                  </a:lnTo>
                  <a:lnTo>
                    <a:pt x="333054" y="146615"/>
                  </a:lnTo>
                  <a:lnTo>
                    <a:pt x="332317" y="141348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545258" y="1212377"/>
              <a:ext cx="165161" cy="25818"/>
            </a:xfrm>
            <a:custGeom>
              <a:avLst/>
              <a:pathLst>
                <a:path w="165161" h="25818">
                  <a:moveTo>
                    <a:pt x="165161" y="0"/>
                  </a:moveTo>
                  <a:lnTo>
                    <a:pt x="0" y="258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545258" y="1208296"/>
              <a:ext cx="165161" cy="29899"/>
            </a:xfrm>
            <a:custGeom>
              <a:avLst/>
              <a:pathLst>
                <a:path w="165161" h="29899">
                  <a:moveTo>
                    <a:pt x="165161" y="4081"/>
                  </a:moveTo>
                  <a:lnTo>
                    <a:pt x="164471" y="0"/>
                  </a:lnTo>
                  <a:lnTo>
                    <a:pt x="0" y="298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545258" y="1071028"/>
              <a:ext cx="164471" cy="167167"/>
            </a:xfrm>
            <a:custGeom>
              <a:avLst/>
              <a:pathLst>
                <a:path w="164471" h="167167">
                  <a:moveTo>
                    <a:pt x="164471" y="137267"/>
                  </a:moveTo>
                  <a:lnTo>
                    <a:pt x="163418" y="131963"/>
                  </a:lnTo>
                  <a:lnTo>
                    <a:pt x="162194" y="126696"/>
                  </a:lnTo>
                  <a:lnTo>
                    <a:pt x="160800" y="121472"/>
                  </a:lnTo>
                  <a:lnTo>
                    <a:pt x="159238" y="116295"/>
                  </a:lnTo>
                  <a:lnTo>
                    <a:pt x="157510" y="111171"/>
                  </a:lnTo>
                  <a:lnTo>
                    <a:pt x="155616" y="106107"/>
                  </a:lnTo>
                  <a:lnTo>
                    <a:pt x="153560" y="101105"/>
                  </a:lnTo>
                  <a:lnTo>
                    <a:pt x="151343" y="96173"/>
                  </a:lnTo>
                  <a:lnTo>
                    <a:pt x="148968" y="91316"/>
                  </a:lnTo>
                  <a:lnTo>
                    <a:pt x="146437" y="86537"/>
                  </a:lnTo>
                  <a:lnTo>
                    <a:pt x="143752" y="81844"/>
                  </a:lnTo>
                  <a:lnTo>
                    <a:pt x="140918" y="77239"/>
                  </a:lnTo>
                  <a:lnTo>
                    <a:pt x="137935" y="72728"/>
                  </a:lnTo>
                  <a:lnTo>
                    <a:pt x="134809" y="68316"/>
                  </a:lnTo>
                  <a:lnTo>
                    <a:pt x="131541" y="64008"/>
                  </a:lnTo>
                  <a:lnTo>
                    <a:pt x="128136" y="59808"/>
                  </a:lnTo>
                  <a:lnTo>
                    <a:pt x="124597" y="55720"/>
                  </a:lnTo>
                  <a:lnTo>
                    <a:pt x="120927" y="51748"/>
                  </a:lnTo>
                  <a:lnTo>
                    <a:pt x="117131" y="47897"/>
                  </a:lnTo>
                  <a:lnTo>
                    <a:pt x="113212" y="44172"/>
                  </a:lnTo>
                  <a:lnTo>
                    <a:pt x="109175" y="40574"/>
                  </a:lnTo>
                  <a:lnTo>
                    <a:pt x="105023" y="37110"/>
                  </a:lnTo>
                  <a:lnTo>
                    <a:pt x="100762" y="33781"/>
                  </a:lnTo>
                  <a:lnTo>
                    <a:pt x="96395" y="30592"/>
                  </a:lnTo>
                  <a:lnTo>
                    <a:pt x="91928" y="27546"/>
                  </a:lnTo>
                  <a:lnTo>
                    <a:pt x="87364" y="24645"/>
                  </a:lnTo>
                  <a:lnTo>
                    <a:pt x="82709" y="21894"/>
                  </a:lnTo>
                  <a:lnTo>
                    <a:pt x="77967" y="19295"/>
                  </a:lnTo>
                  <a:lnTo>
                    <a:pt x="73144" y="16851"/>
                  </a:lnTo>
                  <a:lnTo>
                    <a:pt x="68244" y="14564"/>
                  </a:lnTo>
                  <a:lnTo>
                    <a:pt x="63273" y="12437"/>
                  </a:lnTo>
                  <a:lnTo>
                    <a:pt x="58235" y="10471"/>
                  </a:lnTo>
                  <a:lnTo>
                    <a:pt x="53137" y="8670"/>
                  </a:lnTo>
                  <a:lnTo>
                    <a:pt x="47983" y="7034"/>
                  </a:lnTo>
                  <a:lnTo>
                    <a:pt x="42779" y="5566"/>
                  </a:lnTo>
                  <a:lnTo>
                    <a:pt x="37530" y="4267"/>
                  </a:lnTo>
                  <a:lnTo>
                    <a:pt x="32241" y="3138"/>
                  </a:lnTo>
                  <a:lnTo>
                    <a:pt x="26919" y="2181"/>
                  </a:lnTo>
                  <a:lnTo>
                    <a:pt x="21569" y="1397"/>
                  </a:lnTo>
                  <a:lnTo>
                    <a:pt x="16197" y="786"/>
                  </a:lnTo>
                  <a:lnTo>
                    <a:pt x="10807" y="349"/>
                  </a:lnTo>
                  <a:lnTo>
                    <a:pt x="5406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901719" y="941493"/>
              <a:ext cx="121824" cy="167167"/>
            </a:xfrm>
            <a:custGeom>
              <a:avLst/>
              <a:pathLst>
                <a:path w="121824" h="167167">
                  <a:moveTo>
                    <a:pt x="121824" y="0"/>
                  </a:moveTo>
                  <a:lnTo>
                    <a:pt x="116138" y="96"/>
                  </a:lnTo>
                  <a:lnTo>
                    <a:pt x="110458" y="386"/>
                  </a:lnTo>
                  <a:lnTo>
                    <a:pt x="104792" y="869"/>
                  </a:lnTo>
                  <a:lnTo>
                    <a:pt x="99145" y="1545"/>
                  </a:lnTo>
                  <a:lnTo>
                    <a:pt x="93525" y="2412"/>
                  </a:lnTo>
                  <a:lnTo>
                    <a:pt x="87937" y="3470"/>
                  </a:lnTo>
                  <a:lnTo>
                    <a:pt x="82389" y="4718"/>
                  </a:lnTo>
                  <a:lnTo>
                    <a:pt x="76886" y="6153"/>
                  </a:lnTo>
                  <a:lnTo>
                    <a:pt x="71435" y="7775"/>
                  </a:lnTo>
                  <a:lnTo>
                    <a:pt x="66043" y="9581"/>
                  </a:lnTo>
                  <a:lnTo>
                    <a:pt x="60715" y="11569"/>
                  </a:lnTo>
                  <a:lnTo>
                    <a:pt x="55457" y="13738"/>
                  </a:lnTo>
                  <a:lnTo>
                    <a:pt x="50277" y="16084"/>
                  </a:lnTo>
                  <a:lnTo>
                    <a:pt x="45179" y="18605"/>
                  </a:lnTo>
                  <a:lnTo>
                    <a:pt x="40171" y="21298"/>
                  </a:lnTo>
                  <a:lnTo>
                    <a:pt x="35256" y="24160"/>
                  </a:lnTo>
                  <a:lnTo>
                    <a:pt x="30442" y="27187"/>
                  </a:lnTo>
                  <a:lnTo>
                    <a:pt x="25733" y="30377"/>
                  </a:lnTo>
                  <a:lnTo>
                    <a:pt x="21136" y="33724"/>
                  </a:lnTo>
                  <a:lnTo>
                    <a:pt x="16656" y="37226"/>
                  </a:lnTo>
                  <a:lnTo>
                    <a:pt x="12297" y="40879"/>
                  </a:lnTo>
                  <a:lnTo>
                    <a:pt x="8064" y="44677"/>
                  </a:lnTo>
                  <a:lnTo>
                    <a:pt x="3964" y="48618"/>
                  </a:lnTo>
                  <a:lnTo>
                    <a:pt x="0" y="52695"/>
                  </a:lnTo>
                  <a:lnTo>
                    <a:pt x="12182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901719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01719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01719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901719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01719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01719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01719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901719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901719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901719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901719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901719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901719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901719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901719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901719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901719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901719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901719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856379" y="969979"/>
              <a:ext cx="334331" cy="305830"/>
            </a:xfrm>
            <a:custGeom>
              <a:avLst/>
              <a:pathLst>
                <a:path w="334331" h="305830">
                  <a:moveTo>
                    <a:pt x="45340" y="24209"/>
                  </a:moveTo>
                  <a:lnTo>
                    <a:pt x="41779" y="28122"/>
                  </a:lnTo>
                  <a:lnTo>
                    <a:pt x="38343" y="32145"/>
                  </a:lnTo>
                  <a:lnTo>
                    <a:pt x="35036" y="36275"/>
                  </a:lnTo>
                  <a:lnTo>
                    <a:pt x="31861" y="40508"/>
                  </a:lnTo>
                  <a:lnTo>
                    <a:pt x="28822" y="44839"/>
                  </a:lnTo>
                  <a:lnTo>
                    <a:pt x="25922" y="49263"/>
                  </a:lnTo>
                  <a:lnTo>
                    <a:pt x="23163" y="53778"/>
                  </a:lnTo>
                  <a:lnTo>
                    <a:pt x="20548" y="58378"/>
                  </a:lnTo>
                  <a:lnTo>
                    <a:pt x="18080" y="63058"/>
                  </a:lnTo>
                  <a:lnTo>
                    <a:pt x="15762" y="67813"/>
                  </a:lnTo>
                  <a:lnTo>
                    <a:pt x="13595" y="72640"/>
                  </a:lnTo>
                  <a:lnTo>
                    <a:pt x="11582" y="77533"/>
                  </a:lnTo>
                  <a:lnTo>
                    <a:pt x="9725" y="82487"/>
                  </a:lnTo>
                  <a:lnTo>
                    <a:pt x="8026" y="87498"/>
                  </a:lnTo>
                  <a:lnTo>
                    <a:pt x="6485" y="92559"/>
                  </a:lnTo>
                  <a:lnTo>
                    <a:pt x="5106" y="97667"/>
                  </a:lnTo>
                  <a:lnTo>
                    <a:pt x="3890" y="102816"/>
                  </a:lnTo>
                  <a:lnTo>
                    <a:pt x="2836" y="108001"/>
                  </a:lnTo>
                  <a:lnTo>
                    <a:pt x="1948" y="113217"/>
                  </a:lnTo>
                  <a:lnTo>
                    <a:pt x="1225" y="118458"/>
                  </a:lnTo>
                  <a:lnTo>
                    <a:pt x="668" y="123719"/>
                  </a:lnTo>
                  <a:lnTo>
                    <a:pt x="278" y="128996"/>
                  </a:lnTo>
                  <a:lnTo>
                    <a:pt x="55" y="134282"/>
                  </a:lnTo>
                  <a:lnTo>
                    <a:pt x="0" y="139572"/>
                  </a:lnTo>
                  <a:lnTo>
                    <a:pt x="111" y="144862"/>
                  </a:lnTo>
                  <a:lnTo>
                    <a:pt x="391" y="150145"/>
                  </a:lnTo>
                  <a:lnTo>
                    <a:pt x="837" y="155417"/>
                  </a:lnTo>
                  <a:lnTo>
                    <a:pt x="1450" y="160673"/>
                  </a:lnTo>
                  <a:lnTo>
                    <a:pt x="2229" y="165906"/>
                  </a:lnTo>
                  <a:lnTo>
                    <a:pt x="3173" y="171112"/>
                  </a:lnTo>
                  <a:lnTo>
                    <a:pt x="4282" y="176285"/>
                  </a:lnTo>
                  <a:lnTo>
                    <a:pt x="5553" y="181421"/>
                  </a:lnTo>
                  <a:lnTo>
                    <a:pt x="6987" y="186514"/>
                  </a:lnTo>
                  <a:lnTo>
                    <a:pt x="8581" y="191559"/>
                  </a:lnTo>
                  <a:lnTo>
                    <a:pt x="10333" y="196551"/>
                  </a:lnTo>
                  <a:lnTo>
                    <a:pt x="12243" y="201485"/>
                  </a:lnTo>
                  <a:lnTo>
                    <a:pt x="14308" y="206356"/>
                  </a:lnTo>
                  <a:lnTo>
                    <a:pt x="16527" y="211159"/>
                  </a:lnTo>
                  <a:lnTo>
                    <a:pt x="18896" y="215890"/>
                  </a:lnTo>
                  <a:lnTo>
                    <a:pt x="21413" y="220543"/>
                  </a:lnTo>
                  <a:lnTo>
                    <a:pt x="24077" y="225115"/>
                  </a:lnTo>
                  <a:lnTo>
                    <a:pt x="26884" y="229600"/>
                  </a:lnTo>
                  <a:lnTo>
                    <a:pt x="29831" y="233993"/>
                  </a:lnTo>
                  <a:lnTo>
                    <a:pt x="32916" y="238292"/>
                  </a:lnTo>
                  <a:lnTo>
                    <a:pt x="36136" y="242490"/>
                  </a:lnTo>
                  <a:lnTo>
                    <a:pt x="39487" y="246585"/>
                  </a:lnTo>
                  <a:lnTo>
                    <a:pt x="42965" y="250571"/>
                  </a:lnTo>
                  <a:lnTo>
                    <a:pt x="46568" y="254446"/>
                  </a:lnTo>
                  <a:lnTo>
                    <a:pt x="50292" y="258204"/>
                  </a:lnTo>
                  <a:lnTo>
                    <a:pt x="54133" y="261843"/>
                  </a:lnTo>
                  <a:lnTo>
                    <a:pt x="58087" y="265358"/>
                  </a:lnTo>
                  <a:lnTo>
                    <a:pt x="62151" y="268746"/>
                  </a:lnTo>
                  <a:lnTo>
                    <a:pt x="66319" y="272004"/>
                  </a:lnTo>
                  <a:lnTo>
                    <a:pt x="70589" y="275129"/>
                  </a:lnTo>
                  <a:lnTo>
                    <a:pt x="74955" y="278117"/>
                  </a:lnTo>
                  <a:lnTo>
                    <a:pt x="79414" y="280965"/>
                  </a:lnTo>
                  <a:lnTo>
                    <a:pt x="83961" y="283671"/>
                  </a:lnTo>
                  <a:lnTo>
                    <a:pt x="88591" y="286231"/>
                  </a:lnTo>
                  <a:lnTo>
                    <a:pt x="93299" y="288644"/>
                  </a:lnTo>
                  <a:lnTo>
                    <a:pt x="98082" y="290906"/>
                  </a:lnTo>
                  <a:lnTo>
                    <a:pt x="102934" y="293016"/>
                  </a:lnTo>
                  <a:lnTo>
                    <a:pt x="107850" y="294971"/>
                  </a:lnTo>
                  <a:lnTo>
                    <a:pt x="112826" y="296770"/>
                  </a:lnTo>
                  <a:lnTo>
                    <a:pt x="117856" y="298411"/>
                  </a:lnTo>
                  <a:lnTo>
                    <a:pt x="122935" y="299891"/>
                  </a:lnTo>
                  <a:lnTo>
                    <a:pt x="128059" y="301210"/>
                  </a:lnTo>
                  <a:lnTo>
                    <a:pt x="133222" y="302366"/>
                  </a:lnTo>
                  <a:lnTo>
                    <a:pt x="138419" y="303358"/>
                  </a:lnTo>
                  <a:lnTo>
                    <a:pt x="143645" y="304185"/>
                  </a:lnTo>
                  <a:lnTo>
                    <a:pt x="148894" y="304847"/>
                  </a:lnTo>
                  <a:lnTo>
                    <a:pt x="154162" y="305342"/>
                  </a:lnTo>
                  <a:lnTo>
                    <a:pt x="159442" y="305670"/>
                  </a:lnTo>
                  <a:lnTo>
                    <a:pt x="164731" y="305830"/>
                  </a:lnTo>
                  <a:lnTo>
                    <a:pt x="170022" y="305824"/>
                  </a:lnTo>
                  <a:lnTo>
                    <a:pt x="175310" y="305650"/>
                  </a:lnTo>
                  <a:lnTo>
                    <a:pt x="180589" y="305308"/>
                  </a:lnTo>
                  <a:lnTo>
                    <a:pt x="185856" y="304800"/>
                  </a:lnTo>
                  <a:lnTo>
                    <a:pt x="191103" y="304125"/>
                  </a:lnTo>
                  <a:lnTo>
                    <a:pt x="196327" y="303285"/>
                  </a:lnTo>
                  <a:lnTo>
                    <a:pt x="201521" y="302280"/>
                  </a:lnTo>
                  <a:lnTo>
                    <a:pt x="206681" y="301110"/>
                  </a:lnTo>
                  <a:lnTo>
                    <a:pt x="211802" y="299778"/>
                  </a:lnTo>
                  <a:lnTo>
                    <a:pt x="216877" y="298285"/>
                  </a:lnTo>
                  <a:lnTo>
                    <a:pt x="221903" y="296632"/>
                  </a:lnTo>
                  <a:lnTo>
                    <a:pt x="226874" y="294821"/>
                  </a:lnTo>
                  <a:lnTo>
                    <a:pt x="231786" y="292853"/>
                  </a:lnTo>
                  <a:lnTo>
                    <a:pt x="236632" y="290731"/>
                  </a:lnTo>
                  <a:lnTo>
                    <a:pt x="241409" y="288456"/>
                  </a:lnTo>
                  <a:lnTo>
                    <a:pt x="246112" y="286032"/>
                  </a:lnTo>
                  <a:lnTo>
                    <a:pt x="250735" y="283460"/>
                  </a:lnTo>
                  <a:lnTo>
                    <a:pt x="255275" y="280742"/>
                  </a:lnTo>
                  <a:lnTo>
                    <a:pt x="259727" y="277883"/>
                  </a:lnTo>
                  <a:lnTo>
                    <a:pt x="264085" y="274884"/>
                  </a:lnTo>
                  <a:lnTo>
                    <a:pt x="268347" y="271749"/>
                  </a:lnTo>
                  <a:lnTo>
                    <a:pt x="272507" y="268480"/>
                  </a:lnTo>
                  <a:lnTo>
                    <a:pt x="276562" y="265081"/>
                  </a:lnTo>
                  <a:lnTo>
                    <a:pt x="280508" y="261556"/>
                  </a:lnTo>
                  <a:lnTo>
                    <a:pt x="284339" y="257908"/>
                  </a:lnTo>
                  <a:lnTo>
                    <a:pt x="288054" y="254140"/>
                  </a:lnTo>
                  <a:lnTo>
                    <a:pt x="291647" y="250256"/>
                  </a:lnTo>
                  <a:lnTo>
                    <a:pt x="295115" y="246261"/>
                  </a:lnTo>
                  <a:lnTo>
                    <a:pt x="298456" y="242158"/>
                  </a:lnTo>
                  <a:lnTo>
                    <a:pt x="301665" y="237951"/>
                  </a:lnTo>
                  <a:lnTo>
                    <a:pt x="304739" y="233645"/>
                  </a:lnTo>
                  <a:lnTo>
                    <a:pt x="307675" y="229244"/>
                  </a:lnTo>
                  <a:lnTo>
                    <a:pt x="310471" y="224752"/>
                  </a:lnTo>
                  <a:lnTo>
                    <a:pt x="313123" y="220174"/>
                  </a:lnTo>
                  <a:lnTo>
                    <a:pt x="315629" y="215514"/>
                  </a:lnTo>
                  <a:lnTo>
                    <a:pt x="317986" y="210778"/>
                  </a:lnTo>
                  <a:lnTo>
                    <a:pt x="320192" y="205969"/>
                  </a:lnTo>
                  <a:lnTo>
                    <a:pt x="322244" y="201092"/>
                  </a:lnTo>
                  <a:lnTo>
                    <a:pt x="324142" y="196153"/>
                  </a:lnTo>
                  <a:lnTo>
                    <a:pt x="325882" y="191157"/>
                  </a:lnTo>
                  <a:lnTo>
                    <a:pt x="327463" y="186108"/>
                  </a:lnTo>
                  <a:lnTo>
                    <a:pt x="328884" y="181011"/>
                  </a:lnTo>
                  <a:lnTo>
                    <a:pt x="330142" y="175872"/>
                  </a:lnTo>
                  <a:lnTo>
                    <a:pt x="331238" y="170696"/>
                  </a:lnTo>
                  <a:lnTo>
                    <a:pt x="332169" y="165488"/>
                  </a:lnTo>
                  <a:lnTo>
                    <a:pt x="332934" y="160253"/>
                  </a:lnTo>
                  <a:lnTo>
                    <a:pt x="333534" y="154996"/>
                  </a:lnTo>
                  <a:lnTo>
                    <a:pt x="333967" y="149723"/>
                  </a:lnTo>
                  <a:lnTo>
                    <a:pt x="334233" y="144439"/>
                  </a:lnTo>
                  <a:lnTo>
                    <a:pt x="334331" y="139149"/>
                  </a:lnTo>
                  <a:lnTo>
                    <a:pt x="334262" y="133859"/>
                  </a:lnTo>
                  <a:lnTo>
                    <a:pt x="334026" y="128573"/>
                  </a:lnTo>
                  <a:lnTo>
                    <a:pt x="333623" y="123298"/>
                  </a:lnTo>
                  <a:lnTo>
                    <a:pt x="333053" y="118038"/>
                  </a:lnTo>
                  <a:lnTo>
                    <a:pt x="332316" y="112798"/>
                  </a:lnTo>
                  <a:lnTo>
                    <a:pt x="331414" y="107585"/>
                  </a:lnTo>
                  <a:lnTo>
                    <a:pt x="330348" y="102403"/>
                  </a:lnTo>
                  <a:lnTo>
                    <a:pt x="329118" y="97257"/>
                  </a:lnTo>
                  <a:lnTo>
                    <a:pt x="327726" y="92153"/>
                  </a:lnTo>
                  <a:lnTo>
                    <a:pt x="326173" y="87095"/>
                  </a:lnTo>
                  <a:lnTo>
                    <a:pt x="324461" y="82089"/>
                  </a:lnTo>
                  <a:lnTo>
                    <a:pt x="322592" y="77139"/>
                  </a:lnTo>
                  <a:lnTo>
                    <a:pt x="320566" y="72251"/>
                  </a:lnTo>
                  <a:lnTo>
                    <a:pt x="318387" y="67430"/>
                  </a:lnTo>
                  <a:lnTo>
                    <a:pt x="316057" y="62680"/>
                  </a:lnTo>
                  <a:lnTo>
                    <a:pt x="313577" y="58007"/>
                  </a:lnTo>
                  <a:lnTo>
                    <a:pt x="310951" y="53414"/>
                  </a:lnTo>
                  <a:lnTo>
                    <a:pt x="308180" y="48906"/>
                  </a:lnTo>
                  <a:lnTo>
                    <a:pt x="305269" y="44488"/>
                  </a:lnTo>
                  <a:lnTo>
                    <a:pt x="302219" y="40165"/>
                  </a:lnTo>
                  <a:lnTo>
                    <a:pt x="299034" y="35941"/>
                  </a:lnTo>
                  <a:lnTo>
                    <a:pt x="295716" y="31819"/>
                  </a:lnTo>
                  <a:lnTo>
                    <a:pt x="292270" y="27804"/>
                  </a:lnTo>
                  <a:lnTo>
                    <a:pt x="288699" y="23901"/>
                  </a:lnTo>
                  <a:lnTo>
                    <a:pt x="285006" y="20112"/>
                  </a:lnTo>
                  <a:lnTo>
                    <a:pt x="281194" y="16443"/>
                  </a:lnTo>
                  <a:lnTo>
                    <a:pt x="277269" y="12895"/>
                  </a:lnTo>
                  <a:lnTo>
                    <a:pt x="273233" y="9474"/>
                  </a:lnTo>
                  <a:lnTo>
                    <a:pt x="269091" y="6182"/>
                  </a:lnTo>
                  <a:lnTo>
                    <a:pt x="264847" y="3023"/>
                  </a:lnTo>
                  <a:lnTo>
                    <a:pt x="260505" y="0"/>
                  </a:lnTo>
                  <a:lnTo>
                    <a:pt x="167165" y="1386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023544" y="941493"/>
              <a:ext cx="93340" cy="167167"/>
            </a:xfrm>
            <a:custGeom>
              <a:avLst/>
              <a:pathLst>
                <a:path w="93340" h="167167">
                  <a:moveTo>
                    <a:pt x="93340" y="28486"/>
                  </a:moveTo>
                  <a:lnTo>
                    <a:pt x="88452" y="25318"/>
                  </a:lnTo>
                  <a:lnTo>
                    <a:pt x="83456" y="22322"/>
                  </a:lnTo>
                  <a:lnTo>
                    <a:pt x="78359" y="19502"/>
                  </a:lnTo>
                  <a:lnTo>
                    <a:pt x="73166" y="16862"/>
                  </a:lnTo>
                  <a:lnTo>
                    <a:pt x="67885" y="14404"/>
                  </a:lnTo>
                  <a:lnTo>
                    <a:pt x="62521" y="12132"/>
                  </a:lnTo>
                  <a:lnTo>
                    <a:pt x="57082" y="10047"/>
                  </a:lnTo>
                  <a:lnTo>
                    <a:pt x="51573" y="8154"/>
                  </a:lnTo>
                  <a:lnTo>
                    <a:pt x="46002" y="6454"/>
                  </a:lnTo>
                  <a:lnTo>
                    <a:pt x="40374" y="4948"/>
                  </a:lnTo>
                  <a:lnTo>
                    <a:pt x="34698" y="3640"/>
                  </a:lnTo>
                  <a:lnTo>
                    <a:pt x="28980" y="2531"/>
                  </a:lnTo>
                  <a:lnTo>
                    <a:pt x="23226" y="1621"/>
                  </a:lnTo>
                  <a:lnTo>
                    <a:pt x="17444" y="912"/>
                  </a:lnTo>
                  <a:lnTo>
                    <a:pt x="11641" y="405"/>
                  </a:lnTo>
                  <a:lnTo>
                    <a:pt x="5824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378903" y="941493"/>
              <a:ext cx="107312" cy="167167"/>
            </a:xfrm>
            <a:custGeom>
              <a:avLst/>
              <a:pathLst>
                <a:path w="107312" h="167167">
                  <a:moveTo>
                    <a:pt x="107312" y="0"/>
                  </a:moveTo>
                  <a:lnTo>
                    <a:pt x="101764" y="92"/>
                  </a:lnTo>
                  <a:lnTo>
                    <a:pt x="96223" y="368"/>
                  </a:lnTo>
                  <a:lnTo>
                    <a:pt x="90693" y="828"/>
                  </a:lnTo>
                  <a:lnTo>
                    <a:pt x="85182" y="1471"/>
                  </a:lnTo>
                  <a:lnTo>
                    <a:pt x="79696" y="2296"/>
                  </a:lnTo>
                  <a:lnTo>
                    <a:pt x="74240" y="3304"/>
                  </a:lnTo>
                  <a:lnTo>
                    <a:pt x="68820" y="4491"/>
                  </a:lnTo>
                  <a:lnTo>
                    <a:pt x="63443" y="5858"/>
                  </a:lnTo>
                  <a:lnTo>
                    <a:pt x="58114" y="7403"/>
                  </a:lnTo>
                  <a:lnTo>
                    <a:pt x="52839" y="9124"/>
                  </a:lnTo>
                  <a:lnTo>
                    <a:pt x="47624" y="11019"/>
                  </a:lnTo>
                  <a:lnTo>
                    <a:pt x="42475" y="13085"/>
                  </a:lnTo>
                  <a:lnTo>
                    <a:pt x="37397" y="15322"/>
                  </a:lnTo>
                  <a:lnTo>
                    <a:pt x="32397" y="17726"/>
                  </a:lnTo>
                  <a:lnTo>
                    <a:pt x="27479" y="20294"/>
                  </a:lnTo>
                  <a:lnTo>
                    <a:pt x="22648" y="23024"/>
                  </a:lnTo>
                  <a:lnTo>
                    <a:pt x="17912" y="25913"/>
                  </a:lnTo>
                  <a:lnTo>
                    <a:pt x="13273" y="28958"/>
                  </a:lnTo>
                  <a:lnTo>
                    <a:pt x="8738" y="32155"/>
                  </a:lnTo>
                  <a:lnTo>
                    <a:pt x="4312" y="35500"/>
                  </a:lnTo>
                  <a:lnTo>
                    <a:pt x="0" y="38991"/>
                  </a:lnTo>
                  <a:lnTo>
                    <a:pt x="10731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78903" y="980484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378903" y="980484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378903" y="980484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78903" y="980484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378903" y="980484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78903" y="980484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378903" y="980484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378903" y="980484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78903" y="980484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78903" y="980484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378903" y="980484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78903" y="980484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378903" y="980484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378903" y="980484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78903" y="980484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378903" y="980484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378903" y="980484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378903" y="980484"/>
              <a:ext cx="107312" cy="128175"/>
            </a:xfrm>
            <a:custGeom>
              <a:avLst/>
              <a:pathLst>
                <a:path w="107312" h="128175">
                  <a:moveTo>
                    <a:pt x="0" y="0"/>
                  </a:moveTo>
                  <a:lnTo>
                    <a:pt x="107312" y="1281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319048" y="980484"/>
              <a:ext cx="167167" cy="279762"/>
            </a:xfrm>
            <a:custGeom>
              <a:avLst/>
              <a:pathLst>
                <a:path w="167167" h="279762">
                  <a:moveTo>
                    <a:pt x="59855" y="0"/>
                  </a:moveTo>
                  <a:lnTo>
                    <a:pt x="55758" y="3544"/>
                  </a:lnTo>
                  <a:lnTo>
                    <a:pt x="51778" y="7220"/>
                  </a:lnTo>
                  <a:lnTo>
                    <a:pt x="47919" y="11022"/>
                  </a:lnTo>
                  <a:lnTo>
                    <a:pt x="44185" y="14948"/>
                  </a:lnTo>
                  <a:lnTo>
                    <a:pt x="40581" y="18992"/>
                  </a:lnTo>
                  <a:lnTo>
                    <a:pt x="37109" y="23152"/>
                  </a:lnTo>
                  <a:lnTo>
                    <a:pt x="33774" y="27421"/>
                  </a:lnTo>
                  <a:lnTo>
                    <a:pt x="30580" y="31796"/>
                  </a:lnTo>
                  <a:lnTo>
                    <a:pt x="27528" y="36273"/>
                  </a:lnTo>
                  <a:lnTo>
                    <a:pt x="24624" y="40846"/>
                  </a:lnTo>
                  <a:lnTo>
                    <a:pt x="21869" y="45511"/>
                  </a:lnTo>
                  <a:lnTo>
                    <a:pt x="19266" y="50262"/>
                  </a:lnTo>
                  <a:lnTo>
                    <a:pt x="16819" y="55096"/>
                  </a:lnTo>
                  <a:lnTo>
                    <a:pt x="14530" y="60006"/>
                  </a:lnTo>
                  <a:lnTo>
                    <a:pt x="12402" y="64988"/>
                  </a:lnTo>
                  <a:lnTo>
                    <a:pt x="10435" y="70036"/>
                  </a:lnTo>
                  <a:lnTo>
                    <a:pt x="8634" y="75145"/>
                  </a:lnTo>
                  <a:lnTo>
                    <a:pt x="6999" y="80310"/>
                  </a:lnTo>
                  <a:lnTo>
                    <a:pt x="5532" y="85525"/>
                  </a:lnTo>
                  <a:lnTo>
                    <a:pt x="4235" y="90785"/>
                  </a:lnTo>
                  <a:lnTo>
                    <a:pt x="3109" y="96084"/>
                  </a:lnTo>
                  <a:lnTo>
                    <a:pt x="2155" y="101417"/>
                  </a:lnTo>
                  <a:lnTo>
                    <a:pt x="1374" y="106778"/>
                  </a:lnTo>
                  <a:lnTo>
                    <a:pt x="768" y="112162"/>
                  </a:lnTo>
                  <a:lnTo>
                    <a:pt x="337" y="117562"/>
                  </a:lnTo>
                  <a:lnTo>
                    <a:pt x="80" y="122974"/>
                  </a:lnTo>
                  <a:lnTo>
                    <a:pt x="0" y="128391"/>
                  </a:lnTo>
                  <a:lnTo>
                    <a:pt x="94" y="133807"/>
                  </a:lnTo>
                  <a:lnTo>
                    <a:pt x="364" y="139218"/>
                  </a:lnTo>
                  <a:lnTo>
                    <a:pt x="810" y="144617"/>
                  </a:lnTo>
                  <a:lnTo>
                    <a:pt x="1430" y="149999"/>
                  </a:lnTo>
                  <a:lnTo>
                    <a:pt x="2224" y="155358"/>
                  </a:lnTo>
                  <a:lnTo>
                    <a:pt x="3192" y="160689"/>
                  </a:lnTo>
                  <a:lnTo>
                    <a:pt x="4331" y="165985"/>
                  </a:lnTo>
                  <a:lnTo>
                    <a:pt x="5642" y="171242"/>
                  </a:lnTo>
                  <a:lnTo>
                    <a:pt x="7122" y="176453"/>
                  </a:lnTo>
                  <a:lnTo>
                    <a:pt x="8771" y="181614"/>
                  </a:lnTo>
                  <a:lnTo>
                    <a:pt x="10586" y="186718"/>
                  </a:lnTo>
                  <a:lnTo>
                    <a:pt x="12565" y="191761"/>
                  </a:lnTo>
                  <a:lnTo>
                    <a:pt x="14706" y="196738"/>
                  </a:lnTo>
                  <a:lnTo>
                    <a:pt x="17008" y="201642"/>
                  </a:lnTo>
                  <a:lnTo>
                    <a:pt x="19468" y="206469"/>
                  </a:lnTo>
                  <a:lnTo>
                    <a:pt x="22082" y="211214"/>
                  </a:lnTo>
                  <a:lnTo>
                    <a:pt x="24849" y="215872"/>
                  </a:lnTo>
                  <a:lnTo>
                    <a:pt x="27766" y="220437"/>
                  </a:lnTo>
                  <a:lnTo>
                    <a:pt x="30828" y="224906"/>
                  </a:lnTo>
                  <a:lnTo>
                    <a:pt x="34034" y="229273"/>
                  </a:lnTo>
                  <a:lnTo>
                    <a:pt x="37380" y="233534"/>
                  </a:lnTo>
                  <a:lnTo>
                    <a:pt x="40862" y="237684"/>
                  </a:lnTo>
                  <a:lnTo>
                    <a:pt x="44477" y="241719"/>
                  </a:lnTo>
                  <a:lnTo>
                    <a:pt x="48221" y="245635"/>
                  </a:lnTo>
                  <a:lnTo>
                    <a:pt x="52090" y="249428"/>
                  </a:lnTo>
                  <a:lnTo>
                    <a:pt x="56079" y="253093"/>
                  </a:lnTo>
                  <a:lnTo>
                    <a:pt x="60185" y="256627"/>
                  </a:lnTo>
                  <a:lnTo>
                    <a:pt x="64404" y="260026"/>
                  </a:lnTo>
                  <a:lnTo>
                    <a:pt x="68730" y="263287"/>
                  </a:lnTo>
                  <a:lnTo>
                    <a:pt x="73160" y="266406"/>
                  </a:lnTo>
                  <a:lnTo>
                    <a:pt x="77688" y="269379"/>
                  </a:lnTo>
                  <a:lnTo>
                    <a:pt x="82311" y="272205"/>
                  </a:lnTo>
                  <a:lnTo>
                    <a:pt x="87023" y="274879"/>
                  </a:lnTo>
                  <a:lnTo>
                    <a:pt x="91818" y="277399"/>
                  </a:lnTo>
                  <a:lnTo>
                    <a:pt x="96693" y="279762"/>
                  </a:lnTo>
                  <a:lnTo>
                    <a:pt x="167167" y="1281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415742" y="941493"/>
              <a:ext cx="237637" cy="334323"/>
            </a:xfrm>
            <a:custGeom>
              <a:avLst/>
              <a:pathLst>
                <a:path w="237637" h="334323">
                  <a:moveTo>
                    <a:pt x="0" y="318753"/>
                  </a:moveTo>
                  <a:lnTo>
                    <a:pt x="4876" y="320926"/>
                  </a:lnTo>
                  <a:lnTo>
                    <a:pt x="9819" y="322942"/>
                  </a:lnTo>
                  <a:lnTo>
                    <a:pt x="14823" y="324800"/>
                  </a:lnTo>
                  <a:lnTo>
                    <a:pt x="19885" y="326496"/>
                  </a:lnTo>
                  <a:lnTo>
                    <a:pt x="24998" y="328030"/>
                  </a:lnTo>
                  <a:lnTo>
                    <a:pt x="30158" y="329400"/>
                  </a:lnTo>
                  <a:lnTo>
                    <a:pt x="35358" y="330605"/>
                  </a:lnTo>
                  <a:lnTo>
                    <a:pt x="40595" y="331643"/>
                  </a:lnTo>
                  <a:lnTo>
                    <a:pt x="45862" y="332513"/>
                  </a:lnTo>
                  <a:lnTo>
                    <a:pt x="51154" y="333214"/>
                  </a:lnTo>
                  <a:lnTo>
                    <a:pt x="56466" y="333747"/>
                  </a:lnTo>
                  <a:lnTo>
                    <a:pt x="61792" y="334109"/>
                  </a:lnTo>
                  <a:lnTo>
                    <a:pt x="67127" y="334301"/>
                  </a:lnTo>
                  <a:lnTo>
                    <a:pt x="72465" y="334323"/>
                  </a:lnTo>
                  <a:lnTo>
                    <a:pt x="77801" y="334174"/>
                  </a:lnTo>
                  <a:lnTo>
                    <a:pt x="83130" y="333855"/>
                  </a:lnTo>
                  <a:lnTo>
                    <a:pt x="88446" y="333365"/>
                  </a:lnTo>
                  <a:lnTo>
                    <a:pt x="93743" y="332707"/>
                  </a:lnTo>
                  <a:lnTo>
                    <a:pt x="99017" y="331879"/>
                  </a:lnTo>
                  <a:lnTo>
                    <a:pt x="104262" y="330884"/>
                  </a:lnTo>
                  <a:lnTo>
                    <a:pt x="109472" y="329722"/>
                  </a:lnTo>
                  <a:lnTo>
                    <a:pt x="114643" y="328393"/>
                  </a:lnTo>
                  <a:lnTo>
                    <a:pt x="119768" y="326901"/>
                  </a:lnTo>
                  <a:lnTo>
                    <a:pt x="124843" y="325245"/>
                  </a:lnTo>
                  <a:lnTo>
                    <a:pt x="129863" y="323429"/>
                  </a:lnTo>
                  <a:lnTo>
                    <a:pt x="134822" y="321453"/>
                  </a:lnTo>
                  <a:lnTo>
                    <a:pt x="139716" y="319319"/>
                  </a:lnTo>
                  <a:lnTo>
                    <a:pt x="144539" y="317031"/>
                  </a:lnTo>
                  <a:lnTo>
                    <a:pt x="149286" y="314590"/>
                  </a:lnTo>
                  <a:lnTo>
                    <a:pt x="153953" y="311998"/>
                  </a:lnTo>
                  <a:lnTo>
                    <a:pt x="158535" y="309259"/>
                  </a:lnTo>
                  <a:lnTo>
                    <a:pt x="163027" y="306374"/>
                  </a:lnTo>
                  <a:lnTo>
                    <a:pt x="167425" y="303348"/>
                  </a:lnTo>
                  <a:lnTo>
                    <a:pt x="171724" y="300183"/>
                  </a:lnTo>
                  <a:lnTo>
                    <a:pt x="175919" y="296882"/>
                  </a:lnTo>
                  <a:lnTo>
                    <a:pt x="180007" y="293449"/>
                  </a:lnTo>
                  <a:lnTo>
                    <a:pt x="183984" y="289887"/>
                  </a:lnTo>
                  <a:lnTo>
                    <a:pt x="187844" y="286200"/>
                  </a:lnTo>
                  <a:lnTo>
                    <a:pt x="191585" y="282392"/>
                  </a:lnTo>
                  <a:lnTo>
                    <a:pt x="195202" y="278466"/>
                  </a:lnTo>
                  <a:lnTo>
                    <a:pt x="198693" y="274427"/>
                  </a:lnTo>
                  <a:lnTo>
                    <a:pt x="202052" y="270278"/>
                  </a:lnTo>
                  <a:lnTo>
                    <a:pt x="205277" y="266024"/>
                  </a:lnTo>
                  <a:lnTo>
                    <a:pt x="208365" y="261669"/>
                  </a:lnTo>
                  <a:lnTo>
                    <a:pt x="211312" y="257218"/>
                  </a:lnTo>
                  <a:lnTo>
                    <a:pt x="214116" y="252675"/>
                  </a:lnTo>
                  <a:lnTo>
                    <a:pt x="216773" y="248045"/>
                  </a:lnTo>
                  <a:lnTo>
                    <a:pt x="219281" y="243333"/>
                  </a:lnTo>
                  <a:lnTo>
                    <a:pt x="221637" y="238542"/>
                  </a:lnTo>
                  <a:lnTo>
                    <a:pt x="223839" y="233679"/>
                  </a:lnTo>
                  <a:lnTo>
                    <a:pt x="225884" y="228748"/>
                  </a:lnTo>
                  <a:lnTo>
                    <a:pt x="227771" y="223755"/>
                  </a:lnTo>
                  <a:lnTo>
                    <a:pt x="229498" y="218703"/>
                  </a:lnTo>
                  <a:lnTo>
                    <a:pt x="231062" y="213599"/>
                  </a:lnTo>
                  <a:lnTo>
                    <a:pt x="232463" y="208448"/>
                  </a:lnTo>
                  <a:lnTo>
                    <a:pt x="233699" y="203255"/>
                  </a:lnTo>
                  <a:lnTo>
                    <a:pt x="234768" y="198024"/>
                  </a:lnTo>
                  <a:lnTo>
                    <a:pt x="235669" y="192763"/>
                  </a:lnTo>
                  <a:lnTo>
                    <a:pt x="236402" y="187475"/>
                  </a:lnTo>
                  <a:lnTo>
                    <a:pt x="236966" y="182166"/>
                  </a:lnTo>
                  <a:lnTo>
                    <a:pt x="237360" y="176843"/>
                  </a:lnTo>
                  <a:lnTo>
                    <a:pt x="237584" y="171509"/>
                  </a:lnTo>
                  <a:lnTo>
                    <a:pt x="237637" y="166171"/>
                  </a:lnTo>
                  <a:lnTo>
                    <a:pt x="237520" y="160834"/>
                  </a:lnTo>
                  <a:lnTo>
                    <a:pt x="237233" y="155503"/>
                  </a:lnTo>
                  <a:lnTo>
                    <a:pt x="236776" y="150185"/>
                  </a:lnTo>
                  <a:lnTo>
                    <a:pt x="236148" y="144883"/>
                  </a:lnTo>
                  <a:lnTo>
                    <a:pt x="235352" y="139605"/>
                  </a:lnTo>
                  <a:lnTo>
                    <a:pt x="234388" y="134354"/>
                  </a:lnTo>
                  <a:lnTo>
                    <a:pt x="233257" y="129137"/>
                  </a:lnTo>
                  <a:lnTo>
                    <a:pt x="231960" y="123959"/>
                  </a:lnTo>
                  <a:lnTo>
                    <a:pt x="230498" y="118824"/>
                  </a:lnTo>
                  <a:lnTo>
                    <a:pt x="228873" y="113739"/>
                  </a:lnTo>
                  <a:lnTo>
                    <a:pt x="227086" y="108709"/>
                  </a:lnTo>
                  <a:lnTo>
                    <a:pt x="225139" y="103738"/>
                  </a:lnTo>
                  <a:lnTo>
                    <a:pt x="223035" y="98832"/>
                  </a:lnTo>
                  <a:lnTo>
                    <a:pt x="220776" y="93995"/>
                  </a:lnTo>
                  <a:lnTo>
                    <a:pt x="218363" y="89234"/>
                  </a:lnTo>
                  <a:lnTo>
                    <a:pt x="215799" y="84551"/>
                  </a:lnTo>
                  <a:lnTo>
                    <a:pt x="213087" y="79953"/>
                  </a:lnTo>
                  <a:lnTo>
                    <a:pt x="210229" y="75444"/>
                  </a:lnTo>
                  <a:lnTo>
                    <a:pt x="207229" y="71028"/>
                  </a:lnTo>
                  <a:lnTo>
                    <a:pt x="204090" y="66711"/>
                  </a:lnTo>
                  <a:lnTo>
                    <a:pt x="200814" y="62495"/>
                  </a:lnTo>
                  <a:lnTo>
                    <a:pt x="197405" y="58387"/>
                  </a:lnTo>
                  <a:lnTo>
                    <a:pt x="193867" y="54389"/>
                  </a:lnTo>
                  <a:lnTo>
                    <a:pt x="190203" y="50507"/>
                  </a:lnTo>
                  <a:lnTo>
                    <a:pt x="186417" y="46743"/>
                  </a:lnTo>
                  <a:lnTo>
                    <a:pt x="182513" y="43103"/>
                  </a:lnTo>
                  <a:lnTo>
                    <a:pt x="178495" y="39589"/>
                  </a:lnTo>
                  <a:lnTo>
                    <a:pt x="174366" y="36204"/>
                  </a:lnTo>
                  <a:lnTo>
                    <a:pt x="170131" y="32954"/>
                  </a:lnTo>
                  <a:lnTo>
                    <a:pt x="165795" y="29840"/>
                  </a:lnTo>
                  <a:lnTo>
                    <a:pt x="161362" y="26867"/>
                  </a:lnTo>
                  <a:lnTo>
                    <a:pt x="156836" y="24036"/>
                  </a:lnTo>
                  <a:lnTo>
                    <a:pt x="152221" y="21352"/>
                  </a:lnTo>
                  <a:lnTo>
                    <a:pt x="147524" y="18816"/>
                  </a:lnTo>
                  <a:lnTo>
                    <a:pt x="142748" y="16431"/>
                  </a:lnTo>
                  <a:lnTo>
                    <a:pt x="137898" y="14200"/>
                  </a:lnTo>
                  <a:lnTo>
                    <a:pt x="132979" y="12125"/>
                  </a:lnTo>
                  <a:lnTo>
                    <a:pt x="127997" y="10208"/>
                  </a:lnTo>
                  <a:lnTo>
                    <a:pt x="122956" y="8452"/>
                  </a:lnTo>
                  <a:lnTo>
                    <a:pt x="117861" y="6857"/>
                  </a:lnTo>
                  <a:lnTo>
                    <a:pt x="112718" y="5426"/>
                  </a:lnTo>
                  <a:lnTo>
                    <a:pt x="107532" y="4159"/>
                  </a:lnTo>
                  <a:lnTo>
                    <a:pt x="102309" y="3059"/>
                  </a:lnTo>
                  <a:lnTo>
                    <a:pt x="97052" y="2126"/>
                  </a:lnTo>
                  <a:lnTo>
                    <a:pt x="91769" y="1362"/>
                  </a:lnTo>
                  <a:lnTo>
                    <a:pt x="86464" y="766"/>
                  </a:lnTo>
                  <a:lnTo>
                    <a:pt x="81143" y="340"/>
                  </a:lnTo>
                  <a:lnTo>
                    <a:pt x="75811" y="85"/>
                  </a:lnTo>
                  <a:lnTo>
                    <a:pt x="70473" y="0"/>
                  </a:lnTo>
                  <a:lnTo>
                    <a:pt x="7047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797335" y="1071028"/>
              <a:ext cx="167165" cy="325351"/>
            </a:xfrm>
            <a:custGeom>
              <a:avLst/>
              <a:pathLst>
                <a:path w="167165" h="325351">
                  <a:moveTo>
                    <a:pt x="167165" y="0"/>
                  </a:moveTo>
                  <a:lnTo>
                    <a:pt x="161824" y="85"/>
                  </a:lnTo>
                  <a:lnTo>
                    <a:pt x="156488" y="341"/>
                  </a:lnTo>
                  <a:lnTo>
                    <a:pt x="151163" y="767"/>
                  </a:lnTo>
                  <a:lnTo>
                    <a:pt x="145854" y="1363"/>
                  </a:lnTo>
                  <a:lnTo>
                    <a:pt x="140567" y="2129"/>
                  </a:lnTo>
                  <a:lnTo>
                    <a:pt x="135307" y="3063"/>
                  </a:lnTo>
                  <a:lnTo>
                    <a:pt x="130080" y="4165"/>
                  </a:lnTo>
                  <a:lnTo>
                    <a:pt x="124891" y="5433"/>
                  </a:lnTo>
                  <a:lnTo>
                    <a:pt x="119745" y="6866"/>
                  </a:lnTo>
                  <a:lnTo>
                    <a:pt x="114647" y="8463"/>
                  </a:lnTo>
                  <a:lnTo>
                    <a:pt x="109603" y="10222"/>
                  </a:lnTo>
                  <a:lnTo>
                    <a:pt x="104618" y="12142"/>
                  </a:lnTo>
                  <a:lnTo>
                    <a:pt x="99696" y="14220"/>
                  </a:lnTo>
                  <a:lnTo>
                    <a:pt x="94844" y="16453"/>
                  </a:lnTo>
                  <a:lnTo>
                    <a:pt x="90065" y="18841"/>
                  </a:lnTo>
                  <a:lnTo>
                    <a:pt x="85365" y="21380"/>
                  </a:lnTo>
                  <a:lnTo>
                    <a:pt x="80748" y="24069"/>
                  </a:lnTo>
                  <a:lnTo>
                    <a:pt x="76220" y="26903"/>
                  </a:lnTo>
                  <a:lnTo>
                    <a:pt x="71785" y="29880"/>
                  </a:lnTo>
                  <a:lnTo>
                    <a:pt x="67447" y="32998"/>
                  </a:lnTo>
                  <a:lnTo>
                    <a:pt x="63211" y="36253"/>
                  </a:lnTo>
                  <a:lnTo>
                    <a:pt x="59081" y="39641"/>
                  </a:lnTo>
                  <a:lnTo>
                    <a:pt x="55062" y="43160"/>
                  </a:lnTo>
                  <a:lnTo>
                    <a:pt x="51157" y="46805"/>
                  </a:lnTo>
                  <a:lnTo>
                    <a:pt x="47370" y="50573"/>
                  </a:lnTo>
                  <a:lnTo>
                    <a:pt x="43706" y="54460"/>
                  </a:lnTo>
                  <a:lnTo>
                    <a:pt x="40168" y="58463"/>
                  </a:lnTo>
                  <a:lnTo>
                    <a:pt x="36759" y="62576"/>
                  </a:lnTo>
                  <a:lnTo>
                    <a:pt x="33484" y="66796"/>
                  </a:lnTo>
                  <a:lnTo>
                    <a:pt x="30345" y="71119"/>
                  </a:lnTo>
                  <a:lnTo>
                    <a:pt x="27346" y="75540"/>
                  </a:lnTo>
                  <a:lnTo>
                    <a:pt x="24490" y="80054"/>
                  </a:lnTo>
                  <a:lnTo>
                    <a:pt x="21779" y="84657"/>
                  </a:lnTo>
                  <a:lnTo>
                    <a:pt x="19217" y="89345"/>
                  </a:lnTo>
                  <a:lnTo>
                    <a:pt x="16806" y="94112"/>
                  </a:lnTo>
                  <a:lnTo>
                    <a:pt x="14548" y="98953"/>
                  </a:lnTo>
                  <a:lnTo>
                    <a:pt x="12447" y="103865"/>
                  </a:lnTo>
                  <a:lnTo>
                    <a:pt x="10503" y="108840"/>
                  </a:lnTo>
                  <a:lnTo>
                    <a:pt x="8719" y="113876"/>
                  </a:lnTo>
                  <a:lnTo>
                    <a:pt x="7097" y="118966"/>
                  </a:lnTo>
                  <a:lnTo>
                    <a:pt x="5639" y="124105"/>
                  </a:lnTo>
                  <a:lnTo>
                    <a:pt x="4346" y="129288"/>
                  </a:lnTo>
                  <a:lnTo>
                    <a:pt x="3218" y="134510"/>
                  </a:lnTo>
                  <a:lnTo>
                    <a:pt x="2259" y="139765"/>
                  </a:lnTo>
                  <a:lnTo>
                    <a:pt x="1467" y="145048"/>
                  </a:lnTo>
                  <a:lnTo>
                    <a:pt x="845" y="150354"/>
                  </a:lnTo>
                  <a:lnTo>
                    <a:pt x="393" y="155677"/>
                  </a:lnTo>
                  <a:lnTo>
                    <a:pt x="111" y="161011"/>
                  </a:lnTo>
                  <a:lnTo>
                    <a:pt x="0" y="166352"/>
                  </a:lnTo>
                  <a:lnTo>
                    <a:pt x="59" y="171694"/>
                  </a:lnTo>
                  <a:lnTo>
                    <a:pt x="289" y="177031"/>
                  </a:lnTo>
                  <a:lnTo>
                    <a:pt x="689" y="182358"/>
                  </a:lnTo>
                  <a:lnTo>
                    <a:pt x="1260" y="187669"/>
                  </a:lnTo>
                  <a:lnTo>
                    <a:pt x="1999" y="192960"/>
                  </a:lnTo>
                  <a:lnTo>
                    <a:pt x="2908" y="198224"/>
                  </a:lnTo>
                  <a:lnTo>
                    <a:pt x="3984" y="203457"/>
                  </a:lnTo>
                  <a:lnTo>
                    <a:pt x="5227" y="208652"/>
                  </a:lnTo>
                  <a:lnTo>
                    <a:pt x="6635" y="213805"/>
                  </a:lnTo>
                  <a:lnTo>
                    <a:pt x="8207" y="218911"/>
                  </a:lnTo>
                  <a:lnTo>
                    <a:pt x="9942" y="223963"/>
                  </a:lnTo>
                  <a:lnTo>
                    <a:pt x="11837" y="228958"/>
                  </a:lnTo>
                  <a:lnTo>
                    <a:pt x="13890" y="233889"/>
                  </a:lnTo>
                  <a:lnTo>
                    <a:pt x="16101" y="238753"/>
                  </a:lnTo>
                  <a:lnTo>
                    <a:pt x="18465" y="243543"/>
                  </a:lnTo>
                  <a:lnTo>
                    <a:pt x="20981" y="248255"/>
                  </a:lnTo>
                  <a:lnTo>
                    <a:pt x="23647" y="252885"/>
                  </a:lnTo>
                  <a:lnTo>
                    <a:pt x="26459" y="257427"/>
                  </a:lnTo>
                  <a:lnTo>
                    <a:pt x="29415" y="261876"/>
                  </a:lnTo>
                  <a:lnTo>
                    <a:pt x="32511" y="266230"/>
                  </a:lnTo>
                  <a:lnTo>
                    <a:pt x="35746" y="270481"/>
                  </a:lnTo>
                  <a:lnTo>
                    <a:pt x="39114" y="274628"/>
                  </a:lnTo>
                  <a:lnTo>
                    <a:pt x="42613" y="278664"/>
                  </a:lnTo>
                  <a:lnTo>
                    <a:pt x="46239" y="282587"/>
                  </a:lnTo>
                  <a:lnTo>
                    <a:pt x="49989" y="286392"/>
                  </a:lnTo>
                  <a:lnTo>
                    <a:pt x="53858" y="290075"/>
                  </a:lnTo>
                  <a:lnTo>
                    <a:pt x="57843" y="293633"/>
                  </a:lnTo>
                  <a:lnTo>
                    <a:pt x="61940" y="297061"/>
                  </a:lnTo>
                  <a:lnTo>
                    <a:pt x="66144" y="300357"/>
                  </a:lnTo>
                  <a:lnTo>
                    <a:pt x="70451" y="303517"/>
                  </a:lnTo>
                  <a:lnTo>
                    <a:pt x="74857" y="306538"/>
                  </a:lnTo>
                  <a:lnTo>
                    <a:pt x="79357" y="309416"/>
                  </a:lnTo>
                  <a:lnTo>
                    <a:pt x="83947" y="312149"/>
                  </a:lnTo>
                  <a:lnTo>
                    <a:pt x="88622" y="314734"/>
                  </a:lnTo>
                  <a:lnTo>
                    <a:pt x="93378" y="317168"/>
                  </a:lnTo>
                  <a:lnTo>
                    <a:pt x="98208" y="319449"/>
                  </a:lnTo>
                  <a:lnTo>
                    <a:pt x="103109" y="321575"/>
                  </a:lnTo>
                  <a:lnTo>
                    <a:pt x="108075" y="323543"/>
                  </a:lnTo>
                  <a:lnTo>
                    <a:pt x="113102" y="325351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910438" y="1238196"/>
              <a:ext cx="54062" cy="158183"/>
            </a:xfrm>
            <a:custGeom>
              <a:avLst/>
              <a:pathLst>
                <a:path w="54062" h="158183">
                  <a:moveTo>
                    <a:pt x="0" y="158183"/>
                  </a:moveTo>
                  <a:lnTo>
                    <a:pt x="5406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910438" y="1238196"/>
              <a:ext cx="54062" cy="158183"/>
            </a:xfrm>
            <a:custGeom>
              <a:avLst/>
              <a:pathLst>
                <a:path w="54062" h="158183">
                  <a:moveTo>
                    <a:pt x="0" y="158183"/>
                  </a:moveTo>
                  <a:lnTo>
                    <a:pt x="5406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910438" y="1238196"/>
              <a:ext cx="54062" cy="158183"/>
            </a:xfrm>
            <a:custGeom>
              <a:avLst/>
              <a:pathLst>
                <a:path w="54062" h="158183">
                  <a:moveTo>
                    <a:pt x="0" y="158183"/>
                  </a:moveTo>
                  <a:lnTo>
                    <a:pt x="5406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910438" y="1238196"/>
              <a:ext cx="54062" cy="158183"/>
            </a:xfrm>
            <a:custGeom>
              <a:avLst/>
              <a:pathLst>
                <a:path w="54062" h="158183">
                  <a:moveTo>
                    <a:pt x="0" y="158183"/>
                  </a:moveTo>
                  <a:lnTo>
                    <a:pt x="5406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910438" y="1238196"/>
              <a:ext cx="54062" cy="158183"/>
            </a:xfrm>
            <a:custGeom>
              <a:avLst/>
              <a:pathLst>
                <a:path w="54062" h="158183">
                  <a:moveTo>
                    <a:pt x="0" y="158183"/>
                  </a:moveTo>
                  <a:lnTo>
                    <a:pt x="5406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910438" y="1238196"/>
              <a:ext cx="54062" cy="158183"/>
            </a:xfrm>
            <a:custGeom>
              <a:avLst/>
              <a:pathLst>
                <a:path w="54062" h="158183">
                  <a:moveTo>
                    <a:pt x="0" y="158183"/>
                  </a:moveTo>
                  <a:lnTo>
                    <a:pt x="5406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910438" y="1238196"/>
              <a:ext cx="54062" cy="158183"/>
            </a:xfrm>
            <a:custGeom>
              <a:avLst/>
              <a:pathLst>
                <a:path w="54062" h="158183">
                  <a:moveTo>
                    <a:pt x="0" y="158183"/>
                  </a:moveTo>
                  <a:lnTo>
                    <a:pt x="5406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10438" y="1238196"/>
              <a:ext cx="54062" cy="158183"/>
            </a:xfrm>
            <a:custGeom>
              <a:avLst/>
              <a:pathLst>
                <a:path w="54062" h="158183">
                  <a:moveTo>
                    <a:pt x="0" y="158183"/>
                  </a:moveTo>
                  <a:lnTo>
                    <a:pt x="5406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10438" y="1238196"/>
              <a:ext cx="54062" cy="158183"/>
            </a:xfrm>
            <a:custGeom>
              <a:avLst/>
              <a:pathLst>
                <a:path w="54062" h="158183">
                  <a:moveTo>
                    <a:pt x="0" y="158183"/>
                  </a:moveTo>
                  <a:lnTo>
                    <a:pt x="5406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10438" y="1238196"/>
              <a:ext cx="54062" cy="158183"/>
            </a:xfrm>
            <a:custGeom>
              <a:avLst/>
              <a:pathLst>
                <a:path w="54062" h="158183">
                  <a:moveTo>
                    <a:pt x="0" y="158183"/>
                  </a:moveTo>
                  <a:lnTo>
                    <a:pt x="5406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10438" y="1238196"/>
              <a:ext cx="54062" cy="158183"/>
            </a:xfrm>
            <a:custGeom>
              <a:avLst/>
              <a:pathLst>
                <a:path w="54062" h="158183">
                  <a:moveTo>
                    <a:pt x="0" y="158183"/>
                  </a:moveTo>
                  <a:lnTo>
                    <a:pt x="5406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10438" y="1238196"/>
              <a:ext cx="54062" cy="158183"/>
            </a:xfrm>
            <a:custGeom>
              <a:avLst/>
              <a:pathLst>
                <a:path w="54062" h="158183">
                  <a:moveTo>
                    <a:pt x="0" y="158183"/>
                  </a:moveTo>
                  <a:lnTo>
                    <a:pt x="540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10438" y="1238196"/>
              <a:ext cx="54062" cy="158183"/>
            </a:xfrm>
            <a:custGeom>
              <a:avLst/>
              <a:pathLst>
                <a:path w="54062" h="158183">
                  <a:moveTo>
                    <a:pt x="0" y="158183"/>
                  </a:moveTo>
                  <a:lnTo>
                    <a:pt x="540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10438" y="1238196"/>
              <a:ext cx="54062" cy="158183"/>
            </a:xfrm>
            <a:custGeom>
              <a:avLst/>
              <a:pathLst>
                <a:path w="54062" h="158183">
                  <a:moveTo>
                    <a:pt x="0" y="158183"/>
                  </a:moveTo>
                  <a:lnTo>
                    <a:pt x="540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10438" y="1238196"/>
              <a:ext cx="54062" cy="158183"/>
            </a:xfrm>
            <a:custGeom>
              <a:avLst/>
              <a:pathLst>
                <a:path w="54062" h="158183">
                  <a:moveTo>
                    <a:pt x="0" y="158183"/>
                  </a:moveTo>
                  <a:lnTo>
                    <a:pt x="540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10438" y="1238196"/>
              <a:ext cx="54062" cy="158183"/>
            </a:xfrm>
            <a:custGeom>
              <a:avLst/>
              <a:pathLst>
                <a:path w="54062" h="158183">
                  <a:moveTo>
                    <a:pt x="0" y="158183"/>
                  </a:moveTo>
                  <a:lnTo>
                    <a:pt x="5406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10438" y="1238196"/>
              <a:ext cx="54062" cy="158183"/>
            </a:xfrm>
            <a:custGeom>
              <a:avLst/>
              <a:pathLst>
                <a:path w="54062" h="158183">
                  <a:moveTo>
                    <a:pt x="0" y="158183"/>
                  </a:moveTo>
                  <a:lnTo>
                    <a:pt x="5406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10438" y="1086653"/>
              <a:ext cx="221211" cy="318702"/>
            </a:xfrm>
            <a:custGeom>
              <a:avLst/>
              <a:pathLst>
                <a:path w="221211" h="318702">
                  <a:moveTo>
                    <a:pt x="0" y="309726"/>
                  </a:moveTo>
                  <a:lnTo>
                    <a:pt x="5080" y="311372"/>
                  </a:lnTo>
                  <a:lnTo>
                    <a:pt x="10210" y="312856"/>
                  </a:lnTo>
                  <a:lnTo>
                    <a:pt x="15386" y="314174"/>
                  </a:lnTo>
                  <a:lnTo>
                    <a:pt x="20600" y="315326"/>
                  </a:lnTo>
                  <a:lnTo>
                    <a:pt x="25849" y="316312"/>
                  </a:lnTo>
                  <a:lnTo>
                    <a:pt x="31127" y="317129"/>
                  </a:lnTo>
                  <a:lnTo>
                    <a:pt x="36428" y="317777"/>
                  </a:lnTo>
                  <a:lnTo>
                    <a:pt x="41747" y="318255"/>
                  </a:lnTo>
                  <a:lnTo>
                    <a:pt x="47079" y="318564"/>
                  </a:lnTo>
                  <a:lnTo>
                    <a:pt x="52417" y="318702"/>
                  </a:lnTo>
                  <a:lnTo>
                    <a:pt x="57758" y="318669"/>
                  </a:lnTo>
                  <a:lnTo>
                    <a:pt x="63095" y="318466"/>
                  </a:lnTo>
                  <a:lnTo>
                    <a:pt x="68422" y="318092"/>
                  </a:lnTo>
                  <a:lnTo>
                    <a:pt x="73735" y="317548"/>
                  </a:lnTo>
                  <a:lnTo>
                    <a:pt x="79028" y="316835"/>
                  </a:lnTo>
                  <a:lnTo>
                    <a:pt x="84295" y="315953"/>
                  </a:lnTo>
                  <a:lnTo>
                    <a:pt x="89531" y="314904"/>
                  </a:lnTo>
                  <a:lnTo>
                    <a:pt x="94731" y="313687"/>
                  </a:lnTo>
                  <a:lnTo>
                    <a:pt x="99890" y="312305"/>
                  </a:lnTo>
                  <a:lnTo>
                    <a:pt x="105002" y="310759"/>
                  </a:lnTo>
                  <a:lnTo>
                    <a:pt x="110062" y="309051"/>
                  </a:lnTo>
                  <a:lnTo>
                    <a:pt x="115065" y="307182"/>
                  </a:lnTo>
                  <a:lnTo>
                    <a:pt x="120005" y="305154"/>
                  </a:lnTo>
                  <a:lnTo>
                    <a:pt x="124878" y="302969"/>
                  </a:lnTo>
                  <a:lnTo>
                    <a:pt x="129679" y="300630"/>
                  </a:lnTo>
                  <a:lnTo>
                    <a:pt x="134403" y="298138"/>
                  </a:lnTo>
                  <a:lnTo>
                    <a:pt x="139045" y="295497"/>
                  </a:lnTo>
                  <a:lnTo>
                    <a:pt x="143600" y="292709"/>
                  </a:lnTo>
                  <a:lnTo>
                    <a:pt x="148063" y="289777"/>
                  </a:lnTo>
                  <a:lnTo>
                    <a:pt x="152431" y="286704"/>
                  </a:lnTo>
                  <a:lnTo>
                    <a:pt x="156698" y="283492"/>
                  </a:lnTo>
                  <a:lnTo>
                    <a:pt x="160861" y="280146"/>
                  </a:lnTo>
                  <a:lnTo>
                    <a:pt x="164914" y="276669"/>
                  </a:lnTo>
                  <a:lnTo>
                    <a:pt x="168855" y="273065"/>
                  </a:lnTo>
                  <a:lnTo>
                    <a:pt x="172678" y="269336"/>
                  </a:lnTo>
                  <a:lnTo>
                    <a:pt x="176380" y="265487"/>
                  </a:lnTo>
                  <a:lnTo>
                    <a:pt x="179957" y="261521"/>
                  </a:lnTo>
                  <a:lnTo>
                    <a:pt x="183406" y="257444"/>
                  </a:lnTo>
                  <a:lnTo>
                    <a:pt x="186723" y="253258"/>
                  </a:lnTo>
                  <a:lnTo>
                    <a:pt x="189904" y="248968"/>
                  </a:lnTo>
                  <a:lnTo>
                    <a:pt x="192947" y="244579"/>
                  </a:lnTo>
                  <a:lnTo>
                    <a:pt x="195848" y="240096"/>
                  </a:lnTo>
                  <a:lnTo>
                    <a:pt x="198605" y="235521"/>
                  </a:lnTo>
                  <a:lnTo>
                    <a:pt x="201213" y="230861"/>
                  </a:lnTo>
                  <a:lnTo>
                    <a:pt x="203672" y="226120"/>
                  </a:lnTo>
                  <a:lnTo>
                    <a:pt x="205978" y="221303"/>
                  </a:lnTo>
                  <a:lnTo>
                    <a:pt x="208129" y="216415"/>
                  </a:lnTo>
                  <a:lnTo>
                    <a:pt x="210122" y="211461"/>
                  </a:lnTo>
                  <a:lnTo>
                    <a:pt x="211957" y="206445"/>
                  </a:lnTo>
                  <a:lnTo>
                    <a:pt x="213630" y="201373"/>
                  </a:lnTo>
                  <a:lnTo>
                    <a:pt x="215140" y="196251"/>
                  </a:lnTo>
                  <a:lnTo>
                    <a:pt x="216486" y="191083"/>
                  </a:lnTo>
                  <a:lnTo>
                    <a:pt x="217666" y="185874"/>
                  </a:lnTo>
                  <a:lnTo>
                    <a:pt x="218680" y="180630"/>
                  </a:lnTo>
                  <a:lnTo>
                    <a:pt x="219525" y="175357"/>
                  </a:lnTo>
                  <a:lnTo>
                    <a:pt x="220201" y="170060"/>
                  </a:lnTo>
                  <a:lnTo>
                    <a:pt x="220708" y="164743"/>
                  </a:lnTo>
                  <a:lnTo>
                    <a:pt x="221044" y="159413"/>
                  </a:lnTo>
                  <a:lnTo>
                    <a:pt x="221211" y="154075"/>
                  </a:lnTo>
                  <a:lnTo>
                    <a:pt x="221206" y="148735"/>
                  </a:lnTo>
                  <a:lnTo>
                    <a:pt x="221031" y="143397"/>
                  </a:lnTo>
                  <a:lnTo>
                    <a:pt x="220686" y="138068"/>
                  </a:lnTo>
                  <a:lnTo>
                    <a:pt x="220170" y="132752"/>
                  </a:lnTo>
                  <a:lnTo>
                    <a:pt x="219485" y="127456"/>
                  </a:lnTo>
                  <a:lnTo>
                    <a:pt x="218632" y="122184"/>
                  </a:lnTo>
                  <a:lnTo>
                    <a:pt x="217610" y="116942"/>
                  </a:lnTo>
                  <a:lnTo>
                    <a:pt x="216421" y="111735"/>
                  </a:lnTo>
                  <a:lnTo>
                    <a:pt x="215067" y="106569"/>
                  </a:lnTo>
                  <a:lnTo>
                    <a:pt x="213548" y="101449"/>
                  </a:lnTo>
                  <a:lnTo>
                    <a:pt x="211866" y="96381"/>
                  </a:lnTo>
                  <a:lnTo>
                    <a:pt x="210024" y="91368"/>
                  </a:lnTo>
                  <a:lnTo>
                    <a:pt x="208022" y="86417"/>
                  </a:lnTo>
                  <a:lnTo>
                    <a:pt x="205863" y="81532"/>
                  </a:lnTo>
                  <a:lnTo>
                    <a:pt x="203549" y="76719"/>
                  </a:lnTo>
                  <a:lnTo>
                    <a:pt x="201083" y="71982"/>
                  </a:lnTo>
                  <a:lnTo>
                    <a:pt x="198467" y="67326"/>
                  </a:lnTo>
                  <a:lnTo>
                    <a:pt x="195703" y="62756"/>
                  </a:lnTo>
                  <a:lnTo>
                    <a:pt x="192794" y="58277"/>
                  </a:lnTo>
                  <a:lnTo>
                    <a:pt x="189744" y="53893"/>
                  </a:lnTo>
                  <a:lnTo>
                    <a:pt x="186556" y="49609"/>
                  </a:lnTo>
                  <a:lnTo>
                    <a:pt x="183232" y="45429"/>
                  </a:lnTo>
                  <a:lnTo>
                    <a:pt x="179777" y="41357"/>
                  </a:lnTo>
                  <a:lnTo>
                    <a:pt x="176193" y="37397"/>
                  </a:lnTo>
                  <a:lnTo>
                    <a:pt x="172484" y="33554"/>
                  </a:lnTo>
                  <a:lnTo>
                    <a:pt x="168655" y="29832"/>
                  </a:lnTo>
                  <a:lnTo>
                    <a:pt x="164709" y="26233"/>
                  </a:lnTo>
                  <a:lnTo>
                    <a:pt x="160649" y="22763"/>
                  </a:lnTo>
                  <a:lnTo>
                    <a:pt x="156481" y="19424"/>
                  </a:lnTo>
                  <a:lnTo>
                    <a:pt x="152209" y="16220"/>
                  </a:lnTo>
                  <a:lnTo>
                    <a:pt x="147836" y="13154"/>
                  </a:lnTo>
                  <a:lnTo>
                    <a:pt x="143368" y="10229"/>
                  </a:lnTo>
                  <a:lnTo>
                    <a:pt x="138808" y="7448"/>
                  </a:lnTo>
                  <a:lnTo>
                    <a:pt x="134162" y="4815"/>
                  </a:lnTo>
                  <a:lnTo>
                    <a:pt x="129434" y="2331"/>
                  </a:lnTo>
                  <a:lnTo>
                    <a:pt x="124630" y="0"/>
                  </a:lnTo>
                  <a:lnTo>
                    <a:pt x="54062" y="1515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964501" y="1071028"/>
              <a:ext cx="70567" cy="167167"/>
            </a:xfrm>
            <a:custGeom>
              <a:avLst/>
              <a:pathLst>
                <a:path w="70567" h="167167">
                  <a:moveTo>
                    <a:pt x="70567" y="15624"/>
                  </a:moveTo>
                  <a:lnTo>
                    <a:pt x="65018" y="13162"/>
                  </a:lnTo>
                  <a:lnTo>
                    <a:pt x="59383" y="10903"/>
                  </a:lnTo>
                  <a:lnTo>
                    <a:pt x="53670" y="8850"/>
                  </a:lnTo>
                  <a:lnTo>
                    <a:pt x="47887" y="7005"/>
                  </a:lnTo>
                  <a:lnTo>
                    <a:pt x="42040" y="5372"/>
                  </a:lnTo>
                  <a:lnTo>
                    <a:pt x="36138" y="3952"/>
                  </a:lnTo>
                  <a:lnTo>
                    <a:pt x="30188" y="2748"/>
                  </a:lnTo>
                  <a:lnTo>
                    <a:pt x="24198" y="1760"/>
                  </a:lnTo>
                  <a:lnTo>
                    <a:pt x="18176" y="991"/>
                  </a:lnTo>
                  <a:lnTo>
                    <a:pt x="12131" y="440"/>
                  </a:lnTo>
                  <a:lnTo>
                    <a:pt x="6069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360977" y="1322571"/>
              <a:ext cx="127743" cy="167167"/>
            </a:xfrm>
            <a:custGeom>
              <a:avLst/>
              <a:pathLst>
                <a:path w="127743" h="167167">
                  <a:moveTo>
                    <a:pt x="127743" y="0"/>
                  </a:moveTo>
                  <a:lnTo>
                    <a:pt x="122152" y="93"/>
                  </a:lnTo>
                  <a:lnTo>
                    <a:pt x="116567" y="373"/>
                  </a:lnTo>
                  <a:lnTo>
                    <a:pt x="110995" y="841"/>
                  </a:lnTo>
                  <a:lnTo>
                    <a:pt x="105441" y="1494"/>
                  </a:lnTo>
                  <a:lnTo>
                    <a:pt x="99913" y="2332"/>
                  </a:lnTo>
                  <a:lnTo>
                    <a:pt x="94415" y="3355"/>
                  </a:lnTo>
                  <a:lnTo>
                    <a:pt x="88955" y="4562"/>
                  </a:lnTo>
                  <a:lnTo>
                    <a:pt x="83538" y="5950"/>
                  </a:lnTo>
                  <a:lnTo>
                    <a:pt x="78171" y="7518"/>
                  </a:lnTo>
                  <a:lnTo>
                    <a:pt x="72859" y="9266"/>
                  </a:lnTo>
                  <a:lnTo>
                    <a:pt x="67609" y="11190"/>
                  </a:lnTo>
                  <a:lnTo>
                    <a:pt x="62426" y="13288"/>
                  </a:lnTo>
                  <a:lnTo>
                    <a:pt x="57316" y="15559"/>
                  </a:lnTo>
                  <a:lnTo>
                    <a:pt x="52285" y="17999"/>
                  </a:lnTo>
                  <a:lnTo>
                    <a:pt x="47338" y="20606"/>
                  </a:lnTo>
                  <a:lnTo>
                    <a:pt x="42481" y="23377"/>
                  </a:lnTo>
                  <a:lnTo>
                    <a:pt x="37720" y="26309"/>
                  </a:lnTo>
                  <a:lnTo>
                    <a:pt x="33059" y="29399"/>
                  </a:lnTo>
                  <a:lnTo>
                    <a:pt x="28504" y="32643"/>
                  </a:lnTo>
                  <a:lnTo>
                    <a:pt x="24061" y="36037"/>
                  </a:lnTo>
                  <a:lnTo>
                    <a:pt x="19733" y="39578"/>
                  </a:lnTo>
                  <a:lnTo>
                    <a:pt x="15526" y="43262"/>
                  </a:lnTo>
                  <a:lnTo>
                    <a:pt x="11445" y="47084"/>
                  </a:lnTo>
                  <a:lnTo>
                    <a:pt x="7494" y="51041"/>
                  </a:lnTo>
                  <a:lnTo>
                    <a:pt x="3677" y="55128"/>
                  </a:lnTo>
                  <a:lnTo>
                    <a:pt x="0" y="59340"/>
                  </a:lnTo>
                  <a:lnTo>
                    <a:pt x="12774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360977" y="1381912"/>
              <a:ext cx="127743" cy="107827"/>
            </a:xfrm>
            <a:custGeom>
              <a:avLst/>
              <a:pathLst>
                <a:path w="127743" h="107827">
                  <a:moveTo>
                    <a:pt x="0" y="0"/>
                  </a:moveTo>
                  <a:lnTo>
                    <a:pt x="127743" y="1078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360977" y="1381912"/>
              <a:ext cx="127743" cy="107827"/>
            </a:xfrm>
            <a:custGeom>
              <a:avLst/>
              <a:pathLst>
                <a:path w="127743" h="107827">
                  <a:moveTo>
                    <a:pt x="0" y="0"/>
                  </a:moveTo>
                  <a:lnTo>
                    <a:pt x="127743" y="1078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360977" y="1381912"/>
              <a:ext cx="127743" cy="107827"/>
            </a:xfrm>
            <a:custGeom>
              <a:avLst/>
              <a:pathLst>
                <a:path w="127743" h="107827">
                  <a:moveTo>
                    <a:pt x="0" y="0"/>
                  </a:moveTo>
                  <a:lnTo>
                    <a:pt x="127743" y="1078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360977" y="1381912"/>
              <a:ext cx="127743" cy="107827"/>
            </a:xfrm>
            <a:custGeom>
              <a:avLst/>
              <a:pathLst>
                <a:path w="127743" h="107827">
                  <a:moveTo>
                    <a:pt x="0" y="0"/>
                  </a:moveTo>
                  <a:lnTo>
                    <a:pt x="127743" y="1078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360977" y="1381912"/>
              <a:ext cx="127743" cy="107827"/>
            </a:xfrm>
            <a:custGeom>
              <a:avLst/>
              <a:pathLst>
                <a:path w="127743" h="107827">
                  <a:moveTo>
                    <a:pt x="0" y="0"/>
                  </a:moveTo>
                  <a:lnTo>
                    <a:pt x="127743" y="1078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360977" y="1381912"/>
              <a:ext cx="127743" cy="107827"/>
            </a:xfrm>
            <a:custGeom>
              <a:avLst/>
              <a:pathLst>
                <a:path w="127743" h="107827">
                  <a:moveTo>
                    <a:pt x="0" y="0"/>
                  </a:moveTo>
                  <a:lnTo>
                    <a:pt x="127743" y="1078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360977" y="1381912"/>
              <a:ext cx="127743" cy="107827"/>
            </a:xfrm>
            <a:custGeom>
              <a:avLst/>
              <a:pathLst>
                <a:path w="127743" h="107827">
                  <a:moveTo>
                    <a:pt x="0" y="0"/>
                  </a:moveTo>
                  <a:lnTo>
                    <a:pt x="127743" y="1078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360977" y="1381912"/>
              <a:ext cx="127743" cy="107827"/>
            </a:xfrm>
            <a:custGeom>
              <a:avLst/>
              <a:pathLst>
                <a:path w="127743" h="107827">
                  <a:moveTo>
                    <a:pt x="0" y="0"/>
                  </a:moveTo>
                  <a:lnTo>
                    <a:pt x="127743" y="1078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360977" y="1381912"/>
              <a:ext cx="127743" cy="107827"/>
            </a:xfrm>
            <a:custGeom>
              <a:avLst/>
              <a:pathLst>
                <a:path w="127743" h="107827">
                  <a:moveTo>
                    <a:pt x="0" y="0"/>
                  </a:moveTo>
                  <a:lnTo>
                    <a:pt x="127743" y="1078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360977" y="1381912"/>
              <a:ext cx="127743" cy="107827"/>
            </a:xfrm>
            <a:custGeom>
              <a:avLst/>
              <a:pathLst>
                <a:path w="127743" h="107827">
                  <a:moveTo>
                    <a:pt x="0" y="0"/>
                  </a:moveTo>
                  <a:lnTo>
                    <a:pt x="127743" y="1078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360977" y="1381912"/>
              <a:ext cx="127743" cy="107827"/>
            </a:xfrm>
            <a:custGeom>
              <a:avLst/>
              <a:pathLst>
                <a:path w="127743" h="107827">
                  <a:moveTo>
                    <a:pt x="0" y="0"/>
                  </a:moveTo>
                  <a:lnTo>
                    <a:pt x="127743" y="1078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360977" y="1381912"/>
              <a:ext cx="127743" cy="107827"/>
            </a:xfrm>
            <a:custGeom>
              <a:avLst/>
              <a:pathLst>
                <a:path w="127743" h="107827">
                  <a:moveTo>
                    <a:pt x="0" y="0"/>
                  </a:moveTo>
                  <a:lnTo>
                    <a:pt x="127743" y="1078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360977" y="1381912"/>
              <a:ext cx="127743" cy="107827"/>
            </a:xfrm>
            <a:custGeom>
              <a:avLst/>
              <a:pathLst>
                <a:path w="127743" h="107827">
                  <a:moveTo>
                    <a:pt x="0" y="0"/>
                  </a:moveTo>
                  <a:lnTo>
                    <a:pt x="127743" y="1078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360977" y="1381912"/>
              <a:ext cx="127743" cy="107827"/>
            </a:xfrm>
            <a:custGeom>
              <a:avLst/>
              <a:pathLst>
                <a:path w="127743" h="107827">
                  <a:moveTo>
                    <a:pt x="0" y="0"/>
                  </a:moveTo>
                  <a:lnTo>
                    <a:pt x="127743" y="1078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360977" y="1381912"/>
              <a:ext cx="127743" cy="107827"/>
            </a:xfrm>
            <a:custGeom>
              <a:avLst/>
              <a:pathLst>
                <a:path w="127743" h="107827">
                  <a:moveTo>
                    <a:pt x="0" y="0"/>
                  </a:moveTo>
                  <a:lnTo>
                    <a:pt x="127743" y="1078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360977" y="1381912"/>
              <a:ext cx="127743" cy="107827"/>
            </a:xfrm>
            <a:custGeom>
              <a:avLst/>
              <a:pathLst>
                <a:path w="127743" h="107827">
                  <a:moveTo>
                    <a:pt x="0" y="0"/>
                  </a:moveTo>
                  <a:lnTo>
                    <a:pt x="127743" y="1078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321555" y="1346553"/>
              <a:ext cx="334313" cy="310350"/>
            </a:xfrm>
            <a:custGeom>
              <a:avLst/>
              <a:pathLst>
                <a:path w="334313" h="310350">
                  <a:moveTo>
                    <a:pt x="39422" y="35358"/>
                  </a:moveTo>
                  <a:lnTo>
                    <a:pt x="36075" y="39452"/>
                  </a:lnTo>
                  <a:lnTo>
                    <a:pt x="32860" y="43649"/>
                  </a:lnTo>
                  <a:lnTo>
                    <a:pt x="29780" y="47947"/>
                  </a:lnTo>
                  <a:lnTo>
                    <a:pt x="26836" y="52339"/>
                  </a:lnTo>
                  <a:lnTo>
                    <a:pt x="24034" y="56823"/>
                  </a:lnTo>
                  <a:lnTo>
                    <a:pt x="21374" y="61392"/>
                  </a:lnTo>
                  <a:lnTo>
                    <a:pt x="18860" y="66044"/>
                  </a:lnTo>
                  <a:lnTo>
                    <a:pt x="16495" y="70773"/>
                  </a:lnTo>
                  <a:lnTo>
                    <a:pt x="14280" y="75574"/>
                  </a:lnTo>
                  <a:lnTo>
                    <a:pt x="12218" y="80443"/>
                  </a:lnTo>
                  <a:lnTo>
                    <a:pt x="10311" y="85375"/>
                  </a:lnTo>
                  <a:lnTo>
                    <a:pt x="8562" y="90364"/>
                  </a:lnTo>
                  <a:lnTo>
                    <a:pt x="6970" y="95407"/>
                  </a:lnTo>
                  <a:lnTo>
                    <a:pt x="5540" y="100497"/>
                  </a:lnTo>
                  <a:lnTo>
                    <a:pt x="4270" y="105630"/>
                  </a:lnTo>
                  <a:lnTo>
                    <a:pt x="3164" y="110800"/>
                  </a:lnTo>
                  <a:lnTo>
                    <a:pt x="2222" y="116003"/>
                  </a:lnTo>
                  <a:lnTo>
                    <a:pt x="1445" y="121233"/>
                  </a:lnTo>
                  <a:lnTo>
                    <a:pt x="834" y="126485"/>
                  </a:lnTo>
                  <a:lnTo>
                    <a:pt x="389" y="131754"/>
                  </a:lnTo>
                  <a:lnTo>
                    <a:pt x="110" y="137034"/>
                  </a:lnTo>
                  <a:lnTo>
                    <a:pt x="0" y="142320"/>
                  </a:lnTo>
                  <a:lnTo>
                    <a:pt x="56" y="147607"/>
                  </a:lnTo>
                  <a:lnTo>
                    <a:pt x="279" y="152890"/>
                  </a:lnTo>
                  <a:lnTo>
                    <a:pt x="670" y="158163"/>
                  </a:lnTo>
                  <a:lnTo>
                    <a:pt x="1227" y="163421"/>
                  </a:lnTo>
                  <a:lnTo>
                    <a:pt x="1950" y="168659"/>
                  </a:lnTo>
                  <a:lnTo>
                    <a:pt x="2838" y="173871"/>
                  </a:lnTo>
                  <a:lnTo>
                    <a:pt x="3891" y="179053"/>
                  </a:lnTo>
                  <a:lnTo>
                    <a:pt x="5107" y="184198"/>
                  </a:lnTo>
                  <a:lnTo>
                    <a:pt x="6485" y="189303"/>
                  </a:lnTo>
                  <a:lnTo>
                    <a:pt x="8024" y="194362"/>
                  </a:lnTo>
                  <a:lnTo>
                    <a:pt x="9722" y="199369"/>
                  </a:lnTo>
                  <a:lnTo>
                    <a:pt x="11577" y="204320"/>
                  </a:lnTo>
                  <a:lnTo>
                    <a:pt x="13589" y="209210"/>
                  </a:lnTo>
                  <a:lnTo>
                    <a:pt x="15754" y="214034"/>
                  </a:lnTo>
                  <a:lnTo>
                    <a:pt x="18070" y="218787"/>
                  </a:lnTo>
                  <a:lnTo>
                    <a:pt x="20535" y="223464"/>
                  </a:lnTo>
                  <a:lnTo>
                    <a:pt x="23148" y="228061"/>
                  </a:lnTo>
                  <a:lnTo>
                    <a:pt x="25904" y="232574"/>
                  </a:lnTo>
                  <a:lnTo>
                    <a:pt x="28802" y="236996"/>
                  </a:lnTo>
                  <a:lnTo>
                    <a:pt x="31838" y="241325"/>
                  </a:lnTo>
                  <a:lnTo>
                    <a:pt x="35009" y="245556"/>
                  </a:lnTo>
                  <a:lnTo>
                    <a:pt x="38313" y="249684"/>
                  </a:lnTo>
                  <a:lnTo>
                    <a:pt x="41745" y="253706"/>
                  </a:lnTo>
                  <a:lnTo>
                    <a:pt x="45304" y="257617"/>
                  </a:lnTo>
                  <a:lnTo>
                    <a:pt x="48983" y="261414"/>
                  </a:lnTo>
                  <a:lnTo>
                    <a:pt x="52782" y="265092"/>
                  </a:lnTo>
                  <a:lnTo>
                    <a:pt x="56694" y="268649"/>
                  </a:lnTo>
                  <a:lnTo>
                    <a:pt x="60717" y="272080"/>
                  </a:lnTo>
                  <a:lnTo>
                    <a:pt x="64847" y="275382"/>
                  </a:lnTo>
                  <a:lnTo>
                    <a:pt x="69079" y="278552"/>
                  </a:lnTo>
                  <a:lnTo>
                    <a:pt x="73409" y="281586"/>
                  </a:lnTo>
                  <a:lnTo>
                    <a:pt x="77833" y="284482"/>
                  </a:lnTo>
                  <a:lnTo>
                    <a:pt x="82346" y="287236"/>
                  </a:lnTo>
                  <a:lnTo>
                    <a:pt x="86945" y="289847"/>
                  </a:lnTo>
                  <a:lnTo>
                    <a:pt x="91623" y="292310"/>
                  </a:lnTo>
                  <a:lnTo>
                    <a:pt x="96377" y="294625"/>
                  </a:lnTo>
                  <a:lnTo>
                    <a:pt x="101202" y="296788"/>
                  </a:lnTo>
                  <a:lnTo>
                    <a:pt x="106093" y="298797"/>
                  </a:lnTo>
                  <a:lnTo>
                    <a:pt x="111045" y="300651"/>
                  </a:lnTo>
                  <a:lnTo>
                    <a:pt x="116053" y="302347"/>
                  </a:lnTo>
                  <a:lnTo>
                    <a:pt x="121112" y="303883"/>
                  </a:lnTo>
                  <a:lnTo>
                    <a:pt x="126217" y="305260"/>
                  </a:lnTo>
                  <a:lnTo>
                    <a:pt x="131363" y="306473"/>
                  </a:lnTo>
                  <a:lnTo>
                    <a:pt x="136545" y="307524"/>
                  </a:lnTo>
                  <a:lnTo>
                    <a:pt x="141758" y="308410"/>
                  </a:lnTo>
                  <a:lnTo>
                    <a:pt x="146996" y="309131"/>
                  </a:lnTo>
                  <a:lnTo>
                    <a:pt x="152254" y="309686"/>
                  </a:lnTo>
                  <a:lnTo>
                    <a:pt x="157527" y="310074"/>
                  </a:lnTo>
                  <a:lnTo>
                    <a:pt x="162810" y="310295"/>
                  </a:lnTo>
                  <a:lnTo>
                    <a:pt x="168097" y="310350"/>
                  </a:lnTo>
                  <a:lnTo>
                    <a:pt x="173384" y="310236"/>
                  </a:lnTo>
                  <a:lnTo>
                    <a:pt x="178664" y="309956"/>
                  </a:lnTo>
                  <a:lnTo>
                    <a:pt x="183932" y="309509"/>
                  </a:lnTo>
                  <a:lnTo>
                    <a:pt x="189184" y="308896"/>
                  </a:lnTo>
                  <a:lnTo>
                    <a:pt x="194414" y="308116"/>
                  </a:lnTo>
                  <a:lnTo>
                    <a:pt x="199616" y="307172"/>
                  </a:lnTo>
                  <a:lnTo>
                    <a:pt x="204786" y="306064"/>
                  </a:lnTo>
                  <a:lnTo>
                    <a:pt x="209918" y="304793"/>
                  </a:lnTo>
                  <a:lnTo>
                    <a:pt x="215008" y="303360"/>
                  </a:lnTo>
                  <a:lnTo>
                    <a:pt x="220050" y="301766"/>
                  </a:lnTo>
                  <a:lnTo>
                    <a:pt x="225038" y="300015"/>
                  </a:lnTo>
                  <a:lnTo>
                    <a:pt x="229969" y="298106"/>
                  </a:lnTo>
                  <a:lnTo>
                    <a:pt x="234837" y="296042"/>
                  </a:lnTo>
                  <a:lnTo>
                    <a:pt x="239638" y="293825"/>
                  </a:lnTo>
                  <a:lnTo>
                    <a:pt x="244366" y="291458"/>
                  </a:lnTo>
                  <a:lnTo>
                    <a:pt x="249016" y="288942"/>
                  </a:lnTo>
                  <a:lnTo>
                    <a:pt x="253585" y="286281"/>
                  </a:lnTo>
                  <a:lnTo>
                    <a:pt x="258067" y="283476"/>
                  </a:lnTo>
                  <a:lnTo>
                    <a:pt x="262459" y="280531"/>
                  </a:lnTo>
                  <a:lnTo>
                    <a:pt x="266755" y="277449"/>
                  </a:lnTo>
                  <a:lnTo>
                    <a:pt x="270951" y="274232"/>
                  </a:lnTo>
                  <a:lnTo>
                    <a:pt x="275044" y="270884"/>
                  </a:lnTo>
                  <a:lnTo>
                    <a:pt x="279028" y="267408"/>
                  </a:lnTo>
                  <a:lnTo>
                    <a:pt x="282901" y="263808"/>
                  </a:lnTo>
                  <a:lnTo>
                    <a:pt x="286658" y="260088"/>
                  </a:lnTo>
                  <a:lnTo>
                    <a:pt x="290295" y="256250"/>
                  </a:lnTo>
                  <a:lnTo>
                    <a:pt x="293809" y="252300"/>
                  </a:lnTo>
                  <a:lnTo>
                    <a:pt x="297197" y="248240"/>
                  </a:lnTo>
                  <a:lnTo>
                    <a:pt x="300454" y="244075"/>
                  </a:lnTo>
                  <a:lnTo>
                    <a:pt x="303578" y="239809"/>
                  </a:lnTo>
                  <a:lnTo>
                    <a:pt x="306566" y="235447"/>
                  </a:lnTo>
                  <a:lnTo>
                    <a:pt x="309414" y="230992"/>
                  </a:lnTo>
                  <a:lnTo>
                    <a:pt x="312120" y="226449"/>
                  </a:lnTo>
                  <a:lnTo>
                    <a:pt x="314681" y="221823"/>
                  </a:lnTo>
                  <a:lnTo>
                    <a:pt x="317094" y="217119"/>
                  </a:lnTo>
                  <a:lnTo>
                    <a:pt x="319357" y="212340"/>
                  </a:lnTo>
                  <a:lnTo>
                    <a:pt x="321468" y="207492"/>
                  </a:lnTo>
                  <a:lnTo>
                    <a:pt x="323425" y="202580"/>
                  </a:lnTo>
                  <a:lnTo>
                    <a:pt x="325225" y="197609"/>
                  </a:lnTo>
                  <a:lnTo>
                    <a:pt x="326867" y="192583"/>
                  </a:lnTo>
                  <a:lnTo>
                    <a:pt x="328349" y="187507"/>
                  </a:lnTo>
                  <a:lnTo>
                    <a:pt x="329670" y="182387"/>
                  </a:lnTo>
                  <a:lnTo>
                    <a:pt x="330829" y="177228"/>
                  </a:lnTo>
                  <a:lnTo>
                    <a:pt x="331824" y="172035"/>
                  </a:lnTo>
                  <a:lnTo>
                    <a:pt x="332654" y="166814"/>
                  </a:lnTo>
                  <a:lnTo>
                    <a:pt x="333318" y="161568"/>
                  </a:lnTo>
                  <a:lnTo>
                    <a:pt x="333817" y="156304"/>
                  </a:lnTo>
                  <a:lnTo>
                    <a:pt x="334148" y="151027"/>
                  </a:lnTo>
                  <a:lnTo>
                    <a:pt x="334313" y="145742"/>
                  </a:lnTo>
                  <a:lnTo>
                    <a:pt x="334310" y="140455"/>
                  </a:lnTo>
                  <a:lnTo>
                    <a:pt x="334140" y="135170"/>
                  </a:lnTo>
                  <a:lnTo>
                    <a:pt x="333803" y="129893"/>
                  </a:lnTo>
                  <a:lnTo>
                    <a:pt x="333299" y="124630"/>
                  </a:lnTo>
                  <a:lnTo>
                    <a:pt x="332629" y="119385"/>
                  </a:lnTo>
                  <a:lnTo>
                    <a:pt x="331794" y="114164"/>
                  </a:lnTo>
                  <a:lnTo>
                    <a:pt x="330794" y="108972"/>
                  </a:lnTo>
                  <a:lnTo>
                    <a:pt x="329630" y="103814"/>
                  </a:lnTo>
                  <a:lnTo>
                    <a:pt x="328303" y="98696"/>
                  </a:lnTo>
                  <a:lnTo>
                    <a:pt x="326816" y="93622"/>
                  </a:lnTo>
                  <a:lnTo>
                    <a:pt x="325169" y="88598"/>
                  </a:lnTo>
                  <a:lnTo>
                    <a:pt x="323363" y="83628"/>
                  </a:lnTo>
                  <a:lnTo>
                    <a:pt x="321401" y="78718"/>
                  </a:lnTo>
                  <a:lnTo>
                    <a:pt x="319286" y="73872"/>
                  </a:lnTo>
                  <a:lnTo>
                    <a:pt x="317017" y="69096"/>
                  </a:lnTo>
                  <a:lnTo>
                    <a:pt x="314599" y="64394"/>
                  </a:lnTo>
                  <a:lnTo>
                    <a:pt x="312034" y="59771"/>
                  </a:lnTo>
                  <a:lnTo>
                    <a:pt x="309323" y="55231"/>
                  </a:lnTo>
                  <a:lnTo>
                    <a:pt x="306471" y="50779"/>
                  </a:lnTo>
                  <a:lnTo>
                    <a:pt x="303478" y="46419"/>
                  </a:lnTo>
                  <a:lnTo>
                    <a:pt x="300350" y="42157"/>
                  </a:lnTo>
                  <a:lnTo>
                    <a:pt x="297088" y="37995"/>
                  </a:lnTo>
                  <a:lnTo>
                    <a:pt x="293697" y="33939"/>
                  </a:lnTo>
                  <a:lnTo>
                    <a:pt x="290178" y="29992"/>
                  </a:lnTo>
                  <a:lnTo>
                    <a:pt x="286537" y="26158"/>
                  </a:lnTo>
                  <a:lnTo>
                    <a:pt x="282776" y="22442"/>
                  </a:lnTo>
                  <a:lnTo>
                    <a:pt x="278900" y="18846"/>
                  </a:lnTo>
                  <a:lnTo>
                    <a:pt x="274912" y="15374"/>
                  </a:lnTo>
                  <a:lnTo>
                    <a:pt x="270816" y="12030"/>
                  </a:lnTo>
                  <a:lnTo>
                    <a:pt x="266616" y="8818"/>
                  </a:lnTo>
                  <a:lnTo>
                    <a:pt x="262317" y="5740"/>
                  </a:lnTo>
                  <a:lnTo>
                    <a:pt x="257922" y="2800"/>
                  </a:lnTo>
                  <a:lnTo>
                    <a:pt x="253437" y="0"/>
                  </a:lnTo>
                  <a:lnTo>
                    <a:pt x="167165" y="1431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488720" y="1322571"/>
              <a:ext cx="86272" cy="167167"/>
            </a:xfrm>
            <a:custGeom>
              <a:avLst/>
              <a:pathLst>
                <a:path w="86272" h="167167">
                  <a:moveTo>
                    <a:pt x="86272" y="23982"/>
                  </a:moveTo>
                  <a:lnTo>
                    <a:pt x="81371" y="21141"/>
                  </a:lnTo>
                  <a:lnTo>
                    <a:pt x="76376" y="18467"/>
                  </a:lnTo>
                  <a:lnTo>
                    <a:pt x="71293" y="15964"/>
                  </a:lnTo>
                  <a:lnTo>
                    <a:pt x="66128" y="13635"/>
                  </a:lnTo>
                  <a:lnTo>
                    <a:pt x="60888" y="11483"/>
                  </a:lnTo>
                  <a:lnTo>
                    <a:pt x="55578" y="9509"/>
                  </a:lnTo>
                  <a:lnTo>
                    <a:pt x="50203" y="7716"/>
                  </a:lnTo>
                  <a:lnTo>
                    <a:pt x="44771" y="6107"/>
                  </a:lnTo>
                  <a:lnTo>
                    <a:pt x="39288" y="4682"/>
                  </a:lnTo>
                  <a:lnTo>
                    <a:pt x="33760" y="3444"/>
                  </a:lnTo>
                  <a:lnTo>
                    <a:pt x="28192" y="2394"/>
                  </a:lnTo>
                  <a:lnTo>
                    <a:pt x="22593" y="1533"/>
                  </a:lnTo>
                  <a:lnTo>
                    <a:pt x="16967" y="863"/>
                  </a:lnTo>
                  <a:lnTo>
                    <a:pt x="11322" y="383"/>
                  </a:lnTo>
                  <a:lnTo>
                    <a:pt x="5664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990964" y="1681503"/>
              <a:ext cx="95560" cy="167167"/>
            </a:xfrm>
            <a:custGeom>
              <a:avLst/>
              <a:pathLst>
                <a:path w="95560" h="167167">
                  <a:moveTo>
                    <a:pt x="95560" y="0"/>
                  </a:moveTo>
                  <a:lnTo>
                    <a:pt x="89910" y="95"/>
                  </a:lnTo>
                  <a:lnTo>
                    <a:pt x="84266" y="381"/>
                  </a:lnTo>
                  <a:lnTo>
                    <a:pt x="78635" y="858"/>
                  </a:lnTo>
                  <a:lnTo>
                    <a:pt x="73024" y="1526"/>
                  </a:lnTo>
                  <a:lnTo>
                    <a:pt x="67438" y="2382"/>
                  </a:lnTo>
                  <a:lnTo>
                    <a:pt x="61884" y="3427"/>
                  </a:lnTo>
                  <a:lnTo>
                    <a:pt x="56369" y="4658"/>
                  </a:lnTo>
                  <a:lnTo>
                    <a:pt x="50899" y="6076"/>
                  </a:lnTo>
                  <a:lnTo>
                    <a:pt x="45480" y="7677"/>
                  </a:lnTo>
                  <a:lnTo>
                    <a:pt x="40117" y="9461"/>
                  </a:lnTo>
                  <a:lnTo>
                    <a:pt x="34819" y="11425"/>
                  </a:lnTo>
                  <a:lnTo>
                    <a:pt x="29589" y="13567"/>
                  </a:lnTo>
                  <a:lnTo>
                    <a:pt x="24436" y="15885"/>
                  </a:lnTo>
                  <a:lnTo>
                    <a:pt x="19363" y="18375"/>
                  </a:lnTo>
                  <a:lnTo>
                    <a:pt x="14377" y="21036"/>
                  </a:lnTo>
                  <a:lnTo>
                    <a:pt x="9485" y="23863"/>
                  </a:lnTo>
                  <a:lnTo>
                    <a:pt x="4690" y="26854"/>
                  </a:lnTo>
                  <a:lnTo>
                    <a:pt x="0" y="30006"/>
                  </a:lnTo>
                  <a:lnTo>
                    <a:pt x="9556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990964" y="171150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990964" y="171150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990964" y="171150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990964" y="171150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990964" y="171150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990964" y="171150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990964" y="171150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990964" y="171150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990964" y="171150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990964" y="171150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990964" y="171150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990964" y="171150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990964" y="171150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990964" y="171150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990964" y="171150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990625" y="1711509"/>
              <a:ext cx="95899" cy="137161"/>
            </a:xfrm>
            <a:custGeom>
              <a:avLst/>
              <a:pathLst>
                <a:path w="95899" h="137161">
                  <a:moveTo>
                    <a:pt x="339" y="0"/>
                  </a:moveTo>
                  <a:lnTo>
                    <a:pt x="0" y="237"/>
                  </a:lnTo>
                  <a:lnTo>
                    <a:pt x="95899" y="13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919364" y="1681503"/>
              <a:ext cx="334312" cy="334333"/>
            </a:xfrm>
            <a:custGeom>
              <a:avLst/>
              <a:pathLst>
                <a:path w="334312" h="334333">
                  <a:moveTo>
                    <a:pt x="71260" y="30243"/>
                  </a:moveTo>
                  <a:lnTo>
                    <a:pt x="66970" y="33350"/>
                  </a:lnTo>
                  <a:lnTo>
                    <a:pt x="62781" y="36592"/>
                  </a:lnTo>
                  <a:lnTo>
                    <a:pt x="58696" y="39964"/>
                  </a:lnTo>
                  <a:lnTo>
                    <a:pt x="54720" y="43464"/>
                  </a:lnTo>
                  <a:lnTo>
                    <a:pt x="50858" y="47089"/>
                  </a:lnTo>
                  <a:lnTo>
                    <a:pt x="47112" y="50834"/>
                  </a:lnTo>
                  <a:lnTo>
                    <a:pt x="43486" y="54696"/>
                  </a:lnTo>
                  <a:lnTo>
                    <a:pt x="39985" y="58671"/>
                  </a:lnTo>
                  <a:lnTo>
                    <a:pt x="36611" y="62755"/>
                  </a:lnTo>
                  <a:lnTo>
                    <a:pt x="33369" y="66943"/>
                  </a:lnTo>
                  <a:lnTo>
                    <a:pt x="30260" y="71232"/>
                  </a:lnTo>
                  <a:lnTo>
                    <a:pt x="27290" y="75618"/>
                  </a:lnTo>
                  <a:lnTo>
                    <a:pt x="24459" y="80095"/>
                  </a:lnTo>
                  <a:lnTo>
                    <a:pt x="21772" y="84660"/>
                  </a:lnTo>
                  <a:lnTo>
                    <a:pt x="19231" y="89308"/>
                  </a:lnTo>
                  <a:lnTo>
                    <a:pt x="16839" y="94034"/>
                  </a:lnTo>
                  <a:lnTo>
                    <a:pt x="14597" y="98833"/>
                  </a:lnTo>
                  <a:lnTo>
                    <a:pt x="12509" y="103701"/>
                  </a:lnTo>
                  <a:lnTo>
                    <a:pt x="10575" y="108633"/>
                  </a:lnTo>
                  <a:lnTo>
                    <a:pt x="8799" y="113623"/>
                  </a:lnTo>
                  <a:lnTo>
                    <a:pt x="7183" y="118668"/>
                  </a:lnTo>
                  <a:lnTo>
                    <a:pt x="5726" y="123760"/>
                  </a:lnTo>
                  <a:lnTo>
                    <a:pt x="4432" y="128897"/>
                  </a:lnTo>
                  <a:lnTo>
                    <a:pt x="3301" y="134072"/>
                  </a:lnTo>
                  <a:lnTo>
                    <a:pt x="2335" y="139280"/>
                  </a:lnTo>
                  <a:lnTo>
                    <a:pt x="1534" y="144516"/>
                  </a:lnTo>
                  <a:lnTo>
                    <a:pt x="900" y="149775"/>
                  </a:lnTo>
                  <a:lnTo>
                    <a:pt x="432" y="155051"/>
                  </a:lnTo>
                  <a:lnTo>
                    <a:pt x="132" y="160340"/>
                  </a:lnTo>
                  <a:lnTo>
                    <a:pt x="0" y="165635"/>
                  </a:lnTo>
                  <a:lnTo>
                    <a:pt x="35" y="170932"/>
                  </a:lnTo>
                  <a:lnTo>
                    <a:pt x="238" y="176225"/>
                  </a:lnTo>
                  <a:lnTo>
                    <a:pt x="609" y="181509"/>
                  </a:lnTo>
                  <a:lnTo>
                    <a:pt x="1147" y="186779"/>
                  </a:lnTo>
                  <a:lnTo>
                    <a:pt x="1852" y="192029"/>
                  </a:lnTo>
                  <a:lnTo>
                    <a:pt x="2722" y="197254"/>
                  </a:lnTo>
                  <a:lnTo>
                    <a:pt x="3758" y="202449"/>
                  </a:lnTo>
                  <a:lnTo>
                    <a:pt x="4958" y="207608"/>
                  </a:lnTo>
                  <a:lnTo>
                    <a:pt x="6321" y="212727"/>
                  </a:lnTo>
                  <a:lnTo>
                    <a:pt x="7845" y="217800"/>
                  </a:lnTo>
                  <a:lnTo>
                    <a:pt x="9529" y="222822"/>
                  </a:lnTo>
                  <a:lnTo>
                    <a:pt x="11372" y="227788"/>
                  </a:lnTo>
                  <a:lnTo>
                    <a:pt x="13370" y="232694"/>
                  </a:lnTo>
                  <a:lnTo>
                    <a:pt x="15524" y="237533"/>
                  </a:lnTo>
                  <a:lnTo>
                    <a:pt x="17829" y="242302"/>
                  </a:lnTo>
                  <a:lnTo>
                    <a:pt x="20285" y="246996"/>
                  </a:lnTo>
                  <a:lnTo>
                    <a:pt x="22888" y="251609"/>
                  </a:lnTo>
                  <a:lnTo>
                    <a:pt x="25635" y="256138"/>
                  </a:lnTo>
                  <a:lnTo>
                    <a:pt x="28525" y="260577"/>
                  </a:lnTo>
                  <a:lnTo>
                    <a:pt x="31554" y="264922"/>
                  </a:lnTo>
                  <a:lnTo>
                    <a:pt x="34720" y="269170"/>
                  </a:lnTo>
                  <a:lnTo>
                    <a:pt x="38018" y="273314"/>
                  </a:lnTo>
                  <a:lnTo>
                    <a:pt x="41446" y="277353"/>
                  </a:lnTo>
                  <a:lnTo>
                    <a:pt x="45000" y="281280"/>
                  </a:lnTo>
                  <a:lnTo>
                    <a:pt x="48677" y="285094"/>
                  </a:lnTo>
                  <a:lnTo>
                    <a:pt x="52472" y="288788"/>
                  </a:lnTo>
                  <a:lnTo>
                    <a:pt x="56383" y="292361"/>
                  </a:lnTo>
                  <a:lnTo>
                    <a:pt x="60406" y="295808"/>
                  </a:lnTo>
                  <a:lnTo>
                    <a:pt x="64535" y="299125"/>
                  </a:lnTo>
                  <a:lnTo>
                    <a:pt x="68767" y="302311"/>
                  </a:lnTo>
                  <a:lnTo>
                    <a:pt x="73098" y="305360"/>
                  </a:lnTo>
                  <a:lnTo>
                    <a:pt x="77524" y="308271"/>
                  </a:lnTo>
                  <a:lnTo>
                    <a:pt x="82040" y="311040"/>
                  </a:lnTo>
                  <a:lnTo>
                    <a:pt x="86641" y="313665"/>
                  </a:lnTo>
                  <a:lnTo>
                    <a:pt x="91322" y="316142"/>
                  </a:lnTo>
                  <a:lnTo>
                    <a:pt x="96081" y="318470"/>
                  </a:lnTo>
                  <a:lnTo>
                    <a:pt x="100910" y="320646"/>
                  </a:lnTo>
                  <a:lnTo>
                    <a:pt x="105806" y="322668"/>
                  </a:lnTo>
                  <a:lnTo>
                    <a:pt x="110763" y="324534"/>
                  </a:lnTo>
                  <a:lnTo>
                    <a:pt x="115778" y="326242"/>
                  </a:lnTo>
                  <a:lnTo>
                    <a:pt x="120843" y="327790"/>
                  </a:lnTo>
                  <a:lnTo>
                    <a:pt x="125956" y="329177"/>
                  </a:lnTo>
                  <a:lnTo>
                    <a:pt x="131109" y="330401"/>
                  </a:lnTo>
                  <a:lnTo>
                    <a:pt x="136299" y="331461"/>
                  </a:lnTo>
                  <a:lnTo>
                    <a:pt x="141520" y="332356"/>
                  </a:lnTo>
                  <a:lnTo>
                    <a:pt x="146766" y="333086"/>
                  </a:lnTo>
                  <a:lnTo>
                    <a:pt x="152034" y="333649"/>
                  </a:lnTo>
                  <a:lnTo>
                    <a:pt x="157316" y="334044"/>
                  </a:lnTo>
                  <a:lnTo>
                    <a:pt x="162608" y="334272"/>
                  </a:lnTo>
                  <a:lnTo>
                    <a:pt x="167905" y="334333"/>
                  </a:lnTo>
                  <a:lnTo>
                    <a:pt x="173200" y="334225"/>
                  </a:lnTo>
                  <a:lnTo>
                    <a:pt x="178490" y="333950"/>
                  </a:lnTo>
                  <a:lnTo>
                    <a:pt x="183769" y="333507"/>
                  </a:lnTo>
                  <a:lnTo>
                    <a:pt x="189031" y="332898"/>
                  </a:lnTo>
                  <a:lnTo>
                    <a:pt x="194270" y="332121"/>
                  </a:lnTo>
                  <a:lnTo>
                    <a:pt x="199483" y="331180"/>
                  </a:lnTo>
                  <a:lnTo>
                    <a:pt x="204663" y="330073"/>
                  </a:lnTo>
                  <a:lnTo>
                    <a:pt x="209806" y="328803"/>
                  </a:lnTo>
                  <a:lnTo>
                    <a:pt x="214906" y="327371"/>
                  </a:lnTo>
                  <a:lnTo>
                    <a:pt x="219957" y="325778"/>
                  </a:lnTo>
                  <a:lnTo>
                    <a:pt x="224956" y="324025"/>
                  </a:lnTo>
                  <a:lnTo>
                    <a:pt x="229897" y="322115"/>
                  </a:lnTo>
                  <a:lnTo>
                    <a:pt x="234775" y="320050"/>
                  </a:lnTo>
                  <a:lnTo>
                    <a:pt x="239584" y="317831"/>
                  </a:lnTo>
                  <a:lnTo>
                    <a:pt x="244321" y="315461"/>
                  </a:lnTo>
                  <a:lnTo>
                    <a:pt x="248981" y="312942"/>
                  </a:lnTo>
                  <a:lnTo>
                    <a:pt x="253559" y="310276"/>
                  </a:lnTo>
                  <a:lnTo>
                    <a:pt x="258049" y="307467"/>
                  </a:lnTo>
                  <a:lnTo>
                    <a:pt x="262449" y="304517"/>
                  </a:lnTo>
                  <a:lnTo>
                    <a:pt x="266753" y="301429"/>
                  </a:lnTo>
                  <a:lnTo>
                    <a:pt x="270956" y="298206"/>
                  </a:lnTo>
                  <a:lnTo>
                    <a:pt x="275056" y="294852"/>
                  </a:lnTo>
                  <a:lnTo>
                    <a:pt x="279047" y="291369"/>
                  </a:lnTo>
                  <a:lnTo>
                    <a:pt x="282926" y="287762"/>
                  </a:lnTo>
                  <a:lnTo>
                    <a:pt x="286689" y="284033"/>
                  </a:lnTo>
                  <a:lnTo>
                    <a:pt x="290332" y="280188"/>
                  </a:lnTo>
                  <a:lnTo>
                    <a:pt x="293851" y="276228"/>
                  </a:lnTo>
                  <a:lnTo>
                    <a:pt x="297242" y="272160"/>
                  </a:lnTo>
                  <a:lnTo>
                    <a:pt x="300504" y="267986"/>
                  </a:lnTo>
                  <a:lnTo>
                    <a:pt x="303631" y="263710"/>
                  </a:lnTo>
                  <a:lnTo>
                    <a:pt x="306621" y="259338"/>
                  </a:lnTo>
                  <a:lnTo>
                    <a:pt x="309471" y="254873"/>
                  </a:lnTo>
                  <a:lnTo>
                    <a:pt x="312179" y="250320"/>
                  </a:lnTo>
                  <a:lnTo>
                    <a:pt x="314740" y="245684"/>
                  </a:lnTo>
                  <a:lnTo>
                    <a:pt x="317154" y="240969"/>
                  </a:lnTo>
                  <a:lnTo>
                    <a:pt x="319417" y="236180"/>
                  </a:lnTo>
                  <a:lnTo>
                    <a:pt x="321527" y="231321"/>
                  </a:lnTo>
                  <a:lnTo>
                    <a:pt x="323482" y="226398"/>
                  </a:lnTo>
                  <a:lnTo>
                    <a:pt x="325280" y="221415"/>
                  </a:lnTo>
                  <a:lnTo>
                    <a:pt x="326920" y="216378"/>
                  </a:lnTo>
                  <a:lnTo>
                    <a:pt x="328399" y="211292"/>
                  </a:lnTo>
                  <a:lnTo>
                    <a:pt x="329716" y="206161"/>
                  </a:lnTo>
                  <a:lnTo>
                    <a:pt x="330870" y="200992"/>
                  </a:lnTo>
                  <a:lnTo>
                    <a:pt x="331859" y="195788"/>
                  </a:lnTo>
                  <a:lnTo>
                    <a:pt x="332683" y="190555"/>
                  </a:lnTo>
                  <a:lnTo>
                    <a:pt x="333341" y="185299"/>
                  </a:lnTo>
                  <a:lnTo>
                    <a:pt x="333832" y="180025"/>
                  </a:lnTo>
                  <a:lnTo>
                    <a:pt x="334156" y="174738"/>
                  </a:lnTo>
                  <a:lnTo>
                    <a:pt x="334312" y="169443"/>
                  </a:lnTo>
                  <a:lnTo>
                    <a:pt x="334300" y="164146"/>
                  </a:lnTo>
                  <a:lnTo>
                    <a:pt x="334120" y="158852"/>
                  </a:lnTo>
                  <a:lnTo>
                    <a:pt x="333773" y="153567"/>
                  </a:lnTo>
                  <a:lnTo>
                    <a:pt x="333259" y="148295"/>
                  </a:lnTo>
                  <a:lnTo>
                    <a:pt x="332577" y="143042"/>
                  </a:lnTo>
                  <a:lnTo>
                    <a:pt x="331730" y="137813"/>
                  </a:lnTo>
                  <a:lnTo>
                    <a:pt x="330717" y="132613"/>
                  </a:lnTo>
                  <a:lnTo>
                    <a:pt x="329540" y="127449"/>
                  </a:lnTo>
                  <a:lnTo>
                    <a:pt x="328201" y="122324"/>
                  </a:lnTo>
                  <a:lnTo>
                    <a:pt x="326699" y="117244"/>
                  </a:lnTo>
                  <a:lnTo>
                    <a:pt x="325037" y="112215"/>
                  </a:lnTo>
                  <a:lnTo>
                    <a:pt x="323217" y="107240"/>
                  </a:lnTo>
                  <a:lnTo>
                    <a:pt x="321240" y="102326"/>
                  </a:lnTo>
                  <a:lnTo>
                    <a:pt x="319108" y="97477"/>
                  </a:lnTo>
                  <a:lnTo>
                    <a:pt x="316824" y="92698"/>
                  </a:lnTo>
                  <a:lnTo>
                    <a:pt x="314389" y="87993"/>
                  </a:lnTo>
                  <a:lnTo>
                    <a:pt x="311807" y="83368"/>
                  </a:lnTo>
                  <a:lnTo>
                    <a:pt x="309079" y="78828"/>
                  </a:lnTo>
                  <a:lnTo>
                    <a:pt x="306209" y="74376"/>
                  </a:lnTo>
                  <a:lnTo>
                    <a:pt x="303199" y="70017"/>
                  </a:lnTo>
                  <a:lnTo>
                    <a:pt x="300053" y="65755"/>
                  </a:lnTo>
                  <a:lnTo>
                    <a:pt x="296773" y="61596"/>
                  </a:lnTo>
                  <a:lnTo>
                    <a:pt x="293364" y="57542"/>
                  </a:lnTo>
                  <a:lnTo>
                    <a:pt x="289827" y="53599"/>
                  </a:lnTo>
                  <a:lnTo>
                    <a:pt x="286167" y="49769"/>
                  </a:lnTo>
                  <a:lnTo>
                    <a:pt x="282388" y="46058"/>
                  </a:lnTo>
                  <a:lnTo>
                    <a:pt x="278493" y="42468"/>
                  </a:lnTo>
                  <a:lnTo>
                    <a:pt x="274486" y="39003"/>
                  </a:lnTo>
                  <a:lnTo>
                    <a:pt x="270372" y="35667"/>
                  </a:lnTo>
                  <a:lnTo>
                    <a:pt x="266154" y="32463"/>
                  </a:lnTo>
                  <a:lnTo>
                    <a:pt x="261836" y="29394"/>
                  </a:lnTo>
                  <a:lnTo>
                    <a:pt x="257424" y="26464"/>
                  </a:lnTo>
                  <a:lnTo>
                    <a:pt x="252920" y="23674"/>
                  </a:lnTo>
                  <a:lnTo>
                    <a:pt x="248331" y="21029"/>
                  </a:lnTo>
                  <a:lnTo>
                    <a:pt x="243660" y="18531"/>
                  </a:lnTo>
                  <a:lnTo>
                    <a:pt x="238913" y="16182"/>
                  </a:lnTo>
                  <a:lnTo>
                    <a:pt x="234093" y="13984"/>
                  </a:lnTo>
                  <a:lnTo>
                    <a:pt x="229206" y="11941"/>
                  </a:lnTo>
                  <a:lnTo>
                    <a:pt x="224257" y="10053"/>
                  </a:lnTo>
                  <a:lnTo>
                    <a:pt x="219250" y="8323"/>
                  </a:lnTo>
                  <a:lnTo>
                    <a:pt x="214191" y="6752"/>
                  </a:lnTo>
                  <a:lnTo>
                    <a:pt x="209085" y="5342"/>
                  </a:lnTo>
                  <a:lnTo>
                    <a:pt x="203937" y="4095"/>
                  </a:lnTo>
                  <a:lnTo>
                    <a:pt x="198752" y="3012"/>
                  </a:lnTo>
                  <a:lnTo>
                    <a:pt x="193535" y="2093"/>
                  </a:lnTo>
                  <a:lnTo>
                    <a:pt x="188292" y="1341"/>
                  </a:lnTo>
                  <a:lnTo>
                    <a:pt x="183028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78319" y="2126963"/>
              <a:ext cx="102968" cy="167167"/>
            </a:xfrm>
            <a:custGeom>
              <a:avLst/>
              <a:pathLst>
                <a:path w="102968" h="167167">
                  <a:moveTo>
                    <a:pt x="102968" y="0"/>
                  </a:moveTo>
                  <a:lnTo>
                    <a:pt x="97422" y="92"/>
                  </a:lnTo>
                  <a:lnTo>
                    <a:pt x="91883" y="367"/>
                  </a:lnTo>
                  <a:lnTo>
                    <a:pt x="86355" y="827"/>
                  </a:lnTo>
                  <a:lnTo>
                    <a:pt x="80846" y="1470"/>
                  </a:lnTo>
                  <a:lnTo>
                    <a:pt x="75362" y="2295"/>
                  </a:lnTo>
                  <a:lnTo>
                    <a:pt x="69907" y="3301"/>
                  </a:lnTo>
                  <a:lnTo>
                    <a:pt x="64490" y="4488"/>
                  </a:lnTo>
                  <a:lnTo>
                    <a:pt x="59114" y="5854"/>
                  </a:lnTo>
                  <a:lnTo>
                    <a:pt x="53787" y="7398"/>
                  </a:lnTo>
                  <a:lnTo>
                    <a:pt x="48514" y="9117"/>
                  </a:lnTo>
                  <a:lnTo>
                    <a:pt x="43300" y="11011"/>
                  </a:lnTo>
                  <a:lnTo>
                    <a:pt x="38153" y="13076"/>
                  </a:lnTo>
                  <a:lnTo>
                    <a:pt x="33077" y="15311"/>
                  </a:lnTo>
                  <a:lnTo>
                    <a:pt x="28078" y="17713"/>
                  </a:lnTo>
                  <a:lnTo>
                    <a:pt x="23161" y="20280"/>
                  </a:lnTo>
                  <a:lnTo>
                    <a:pt x="18332" y="23008"/>
                  </a:lnTo>
                  <a:lnTo>
                    <a:pt x="13596" y="25895"/>
                  </a:lnTo>
                  <a:lnTo>
                    <a:pt x="8959" y="28938"/>
                  </a:lnTo>
                  <a:lnTo>
                    <a:pt x="4425" y="32133"/>
                  </a:lnTo>
                  <a:lnTo>
                    <a:pt x="0" y="35476"/>
                  </a:lnTo>
                  <a:lnTo>
                    <a:pt x="10296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678319" y="2162440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614135" y="2127303"/>
              <a:ext cx="334301" cy="333994"/>
            </a:xfrm>
            <a:custGeom>
              <a:avLst/>
              <a:pathLst>
                <a:path w="334301" h="333994">
                  <a:moveTo>
                    <a:pt x="64183" y="35136"/>
                  </a:moveTo>
                  <a:lnTo>
                    <a:pt x="60055" y="38471"/>
                  </a:lnTo>
                  <a:lnTo>
                    <a:pt x="56035" y="41935"/>
                  </a:lnTo>
                  <a:lnTo>
                    <a:pt x="52126" y="45525"/>
                  </a:lnTo>
                  <a:lnTo>
                    <a:pt x="48334" y="49238"/>
                  </a:lnTo>
                  <a:lnTo>
                    <a:pt x="44661" y="53069"/>
                  </a:lnTo>
                  <a:lnTo>
                    <a:pt x="41112" y="57014"/>
                  </a:lnTo>
                  <a:lnTo>
                    <a:pt x="37690" y="61070"/>
                  </a:lnTo>
                  <a:lnTo>
                    <a:pt x="34398" y="65233"/>
                  </a:lnTo>
                  <a:lnTo>
                    <a:pt x="31240" y="69498"/>
                  </a:lnTo>
                  <a:lnTo>
                    <a:pt x="28219" y="73861"/>
                  </a:lnTo>
                  <a:lnTo>
                    <a:pt x="25338" y="78318"/>
                  </a:lnTo>
                  <a:lnTo>
                    <a:pt x="22600" y="82864"/>
                  </a:lnTo>
                  <a:lnTo>
                    <a:pt x="20008" y="87495"/>
                  </a:lnTo>
                  <a:lnTo>
                    <a:pt x="17564" y="92205"/>
                  </a:lnTo>
                  <a:lnTo>
                    <a:pt x="15271" y="96991"/>
                  </a:lnTo>
                  <a:lnTo>
                    <a:pt x="13130" y="101847"/>
                  </a:lnTo>
                  <a:lnTo>
                    <a:pt x="11145" y="106769"/>
                  </a:lnTo>
                  <a:lnTo>
                    <a:pt x="9318" y="111751"/>
                  </a:lnTo>
                  <a:lnTo>
                    <a:pt x="7649" y="116789"/>
                  </a:lnTo>
                  <a:lnTo>
                    <a:pt x="6141" y="121877"/>
                  </a:lnTo>
                  <a:lnTo>
                    <a:pt x="4795" y="127011"/>
                  </a:lnTo>
                  <a:lnTo>
                    <a:pt x="3613" y="132184"/>
                  </a:lnTo>
                  <a:lnTo>
                    <a:pt x="2596" y="137393"/>
                  </a:lnTo>
                  <a:lnTo>
                    <a:pt x="1745" y="142631"/>
                  </a:lnTo>
                  <a:lnTo>
                    <a:pt x="1060" y="147894"/>
                  </a:lnTo>
                  <a:lnTo>
                    <a:pt x="543" y="153175"/>
                  </a:lnTo>
                  <a:lnTo>
                    <a:pt x="193" y="158471"/>
                  </a:lnTo>
                  <a:lnTo>
                    <a:pt x="12" y="163775"/>
                  </a:lnTo>
                  <a:lnTo>
                    <a:pt x="0" y="169082"/>
                  </a:lnTo>
                  <a:lnTo>
                    <a:pt x="155" y="174386"/>
                  </a:lnTo>
                  <a:lnTo>
                    <a:pt x="479" y="179683"/>
                  </a:lnTo>
                  <a:lnTo>
                    <a:pt x="971" y="184967"/>
                  </a:lnTo>
                  <a:lnTo>
                    <a:pt x="1631" y="190233"/>
                  </a:lnTo>
                  <a:lnTo>
                    <a:pt x="2457" y="195475"/>
                  </a:lnTo>
                  <a:lnTo>
                    <a:pt x="3450" y="200689"/>
                  </a:lnTo>
                  <a:lnTo>
                    <a:pt x="4607" y="205868"/>
                  </a:lnTo>
                  <a:lnTo>
                    <a:pt x="5928" y="211008"/>
                  </a:lnTo>
                  <a:lnTo>
                    <a:pt x="7412" y="216103"/>
                  </a:lnTo>
                  <a:lnTo>
                    <a:pt x="9056" y="221149"/>
                  </a:lnTo>
                  <a:lnTo>
                    <a:pt x="10860" y="226140"/>
                  </a:lnTo>
                  <a:lnTo>
                    <a:pt x="12822" y="231071"/>
                  </a:lnTo>
                  <a:lnTo>
                    <a:pt x="14939" y="235937"/>
                  </a:lnTo>
                  <a:lnTo>
                    <a:pt x="17209" y="240734"/>
                  </a:lnTo>
                  <a:lnTo>
                    <a:pt x="19631" y="245456"/>
                  </a:lnTo>
                  <a:lnTo>
                    <a:pt x="22201" y="250099"/>
                  </a:lnTo>
                  <a:lnTo>
                    <a:pt x="24917" y="254658"/>
                  </a:lnTo>
                  <a:lnTo>
                    <a:pt x="27777" y="259129"/>
                  </a:lnTo>
                  <a:lnTo>
                    <a:pt x="30777" y="263506"/>
                  </a:lnTo>
                  <a:lnTo>
                    <a:pt x="33914" y="267787"/>
                  </a:lnTo>
                  <a:lnTo>
                    <a:pt x="37186" y="271965"/>
                  </a:lnTo>
                  <a:lnTo>
                    <a:pt x="40589" y="276037"/>
                  </a:lnTo>
                  <a:lnTo>
                    <a:pt x="44119" y="280000"/>
                  </a:lnTo>
                  <a:lnTo>
                    <a:pt x="47774" y="283848"/>
                  </a:lnTo>
                  <a:lnTo>
                    <a:pt x="51548" y="287578"/>
                  </a:lnTo>
                  <a:lnTo>
                    <a:pt x="55440" y="291187"/>
                  </a:lnTo>
                  <a:lnTo>
                    <a:pt x="59443" y="294670"/>
                  </a:lnTo>
                  <a:lnTo>
                    <a:pt x="63556" y="298025"/>
                  </a:lnTo>
                  <a:lnTo>
                    <a:pt x="67772" y="301247"/>
                  </a:lnTo>
                  <a:lnTo>
                    <a:pt x="72089" y="304334"/>
                  </a:lnTo>
                  <a:lnTo>
                    <a:pt x="76502" y="307282"/>
                  </a:lnTo>
                  <a:lnTo>
                    <a:pt x="81006" y="310089"/>
                  </a:lnTo>
                  <a:lnTo>
                    <a:pt x="85597" y="312751"/>
                  </a:lnTo>
                  <a:lnTo>
                    <a:pt x="90270" y="315266"/>
                  </a:lnTo>
                  <a:lnTo>
                    <a:pt x="95020" y="317632"/>
                  </a:lnTo>
                  <a:lnTo>
                    <a:pt x="99844" y="319845"/>
                  </a:lnTo>
                  <a:lnTo>
                    <a:pt x="104735" y="321905"/>
                  </a:lnTo>
                  <a:lnTo>
                    <a:pt x="109689" y="323808"/>
                  </a:lnTo>
                  <a:lnTo>
                    <a:pt x="114700" y="325553"/>
                  </a:lnTo>
                  <a:lnTo>
                    <a:pt x="119765" y="327138"/>
                  </a:lnTo>
                  <a:lnTo>
                    <a:pt x="124878" y="328561"/>
                  </a:lnTo>
                  <a:lnTo>
                    <a:pt x="130033" y="329822"/>
                  </a:lnTo>
                  <a:lnTo>
                    <a:pt x="135225" y="330918"/>
                  </a:lnTo>
                  <a:lnTo>
                    <a:pt x="140450" y="331848"/>
                  </a:lnTo>
                  <a:lnTo>
                    <a:pt x="145702" y="332613"/>
                  </a:lnTo>
                  <a:lnTo>
                    <a:pt x="150975" y="333210"/>
                  </a:lnTo>
                  <a:lnTo>
                    <a:pt x="156264" y="333640"/>
                  </a:lnTo>
                  <a:lnTo>
                    <a:pt x="161565" y="333901"/>
                  </a:lnTo>
                  <a:lnTo>
                    <a:pt x="166871" y="333994"/>
                  </a:lnTo>
                  <a:lnTo>
                    <a:pt x="172177" y="333919"/>
                  </a:lnTo>
                  <a:lnTo>
                    <a:pt x="177479" y="333675"/>
                  </a:lnTo>
                  <a:lnTo>
                    <a:pt x="182770" y="333264"/>
                  </a:lnTo>
                  <a:lnTo>
                    <a:pt x="188045" y="332684"/>
                  </a:lnTo>
                  <a:lnTo>
                    <a:pt x="193299" y="331937"/>
                  </a:lnTo>
                  <a:lnTo>
                    <a:pt x="198527" y="331024"/>
                  </a:lnTo>
                  <a:lnTo>
                    <a:pt x="203723" y="329945"/>
                  </a:lnTo>
                  <a:lnTo>
                    <a:pt x="208882" y="328702"/>
                  </a:lnTo>
                  <a:lnTo>
                    <a:pt x="213999" y="327296"/>
                  </a:lnTo>
                  <a:lnTo>
                    <a:pt x="219069" y="325728"/>
                  </a:lnTo>
                  <a:lnTo>
                    <a:pt x="224087" y="324000"/>
                  </a:lnTo>
                  <a:lnTo>
                    <a:pt x="229047" y="322114"/>
                  </a:lnTo>
                  <a:lnTo>
                    <a:pt x="233945" y="320071"/>
                  </a:lnTo>
                  <a:lnTo>
                    <a:pt x="238776" y="317873"/>
                  </a:lnTo>
                  <a:lnTo>
                    <a:pt x="243534" y="315524"/>
                  </a:lnTo>
                  <a:lnTo>
                    <a:pt x="248216" y="313024"/>
                  </a:lnTo>
                  <a:lnTo>
                    <a:pt x="252816" y="310377"/>
                  </a:lnTo>
                  <a:lnTo>
                    <a:pt x="257329" y="307586"/>
                  </a:lnTo>
                  <a:lnTo>
                    <a:pt x="261752" y="304653"/>
                  </a:lnTo>
                  <a:lnTo>
                    <a:pt x="266079" y="301580"/>
                  </a:lnTo>
                  <a:lnTo>
                    <a:pt x="270306" y="298372"/>
                  </a:lnTo>
                  <a:lnTo>
                    <a:pt x="274430" y="295032"/>
                  </a:lnTo>
                  <a:lnTo>
                    <a:pt x="278445" y="291562"/>
                  </a:lnTo>
                  <a:lnTo>
                    <a:pt x="282349" y="287966"/>
                  </a:lnTo>
                  <a:lnTo>
                    <a:pt x="286136" y="284249"/>
                  </a:lnTo>
                  <a:lnTo>
                    <a:pt x="289803" y="280413"/>
                  </a:lnTo>
                  <a:lnTo>
                    <a:pt x="293347" y="276462"/>
                  </a:lnTo>
                  <a:lnTo>
                    <a:pt x="296763" y="272401"/>
                  </a:lnTo>
                  <a:lnTo>
                    <a:pt x="300049" y="268234"/>
                  </a:lnTo>
                  <a:lnTo>
                    <a:pt x="303201" y="263964"/>
                  </a:lnTo>
                  <a:lnTo>
                    <a:pt x="306216" y="259597"/>
                  </a:lnTo>
                  <a:lnTo>
                    <a:pt x="309090" y="255136"/>
                  </a:lnTo>
                  <a:lnTo>
                    <a:pt x="311822" y="250586"/>
                  </a:lnTo>
                  <a:lnTo>
                    <a:pt x="314408" y="245952"/>
                  </a:lnTo>
                  <a:lnTo>
                    <a:pt x="316845" y="241237"/>
                  </a:lnTo>
                  <a:lnTo>
                    <a:pt x="319132" y="236448"/>
                  </a:lnTo>
                  <a:lnTo>
                    <a:pt x="321265" y="231589"/>
                  </a:lnTo>
                  <a:lnTo>
                    <a:pt x="323243" y="226665"/>
                  </a:lnTo>
                  <a:lnTo>
                    <a:pt x="325064" y="221680"/>
                  </a:lnTo>
                  <a:lnTo>
                    <a:pt x="326725" y="216640"/>
                  </a:lnTo>
                  <a:lnTo>
                    <a:pt x="328226" y="211549"/>
                  </a:lnTo>
                  <a:lnTo>
                    <a:pt x="329564" y="206414"/>
                  </a:lnTo>
                  <a:lnTo>
                    <a:pt x="330739" y="201239"/>
                  </a:lnTo>
                  <a:lnTo>
                    <a:pt x="331749" y="196029"/>
                  </a:lnTo>
                  <a:lnTo>
                    <a:pt x="332593" y="190789"/>
                  </a:lnTo>
                  <a:lnTo>
                    <a:pt x="333270" y="185526"/>
                  </a:lnTo>
                  <a:lnTo>
                    <a:pt x="333780" y="180243"/>
                  </a:lnTo>
                  <a:lnTo>
                    <a:pt x="334122" y="174947"/>
                  </a:lnTo>
                  <a:lnTo>
                    <a:pt x="334295" y="169643"/>
                  </a:lnTo>
                  <a:lnTo>
                    <a:pt x="334301" y="164336"/>
                  </a:lnTo>
                  <a:lnTo>
                    <a:pt x="334137" y="159032"/>
                  </a:lnTo>
                  <a:lnTo>
                    <a:pt x="333806" y="153735"/>
                  </a:lnTo>
                  <a:lnTo>
                    <a:pt x="333306" y="148452"/>
                  </a:lnTo>
                  <a:lnTo>
                    <a:pt x="332639" y="143187"/>
                  </a:lnTo>
                  <a:lnTo>
                    <a:pt x="331805" y="137946"/>
                  </a:lnTo>
                  <a:lnTo>
                    <a:pt x="330806" y="132734"/>
                  </a:lnTo>
                  <a:lnTo>
                    <a:pt x="329641" y="127557"/>
                  </a:lnTo>
                  <a:lnTo>
                    <a:pt x="328313" y="122419"/>
                  </a:lnTo>
                  <a:lnTo>
                    <a:pt x="326822" y="117325"/>
                  </a:lnTo>
                  <a:lnTo>
                    <a:pt x="325170" y="112282"/>
                  </a:lnTo>
                  <a:lnTo>
                    <a:pt x="323359" y="107294"/>
                  </a:lnTo>
                  <a:lnTo>
                    <a:pt x="321391" y="102365"/>
                  </a:lnTo>
                  <a:lnTo>
                    <a:pt x="319267" y="97502"/>
                  </a:lnTo>
                  <a:lnTo>
                    <a:pt x="316990" y="92708"/>
                  </a:lnTo>
                  <a:lnTo>
                    <a:pt x="314561" y="87990"/>
                  </a:lnTo>
                  <a:lnTo>
                    <a:pt x="311985" y="83350"/>
                  </a:lnTo>
                  <a:lnTo>
                    <a:pt x="309262" y="78795"/>
                  </a:lnTo>
                  <a:lnTo>
                    <a:pt x="306396" y="74328"/>
                  </a:lnTo>
                  <a:lnTo>
                    <a:pt x="303390" y="69955"/>
                  </a:lnTo>
                  <a:lnTo>
                    <a:pt x="300246" y="65679"/>
                  </a:lnTo>
                  <a:lnTo>
                    <a:pt x="296968" y="61506"/>
                  </a:lnTo>
                  <a:lnTo>
                    <a:pt x="293560" y="57438"/>
                  </a:lnTo>
                  <a:lnTo>
                    <a:pt x="290024" y="53481"/>
                  </a:lnTo>
                  <a:lnTo>
                    <a:pt x="286364" y="49638"/>
                  </a:lnTo>
                  <a:lnTo>
                    <a:pt x="282584" y="45913"/>
                  </a:lnTo>
                  <a:lnTo>
                    <a:pt x="278688" y="42310"/>
                  </a:lnTo>
                  <a:lnTo>
                    <a:pt x="274679" y="38832"/>
                  </a:lnTo>
                  <a:lnTo>
                    <a:pt x="270562" y="35483"/>
                  </a:lnTo>
                  <a:lnTo>
                    <a:pt x="266341" y="32267"/>
                  </a:lnTo>
                  <a:lnTo>
                    <a:pt x="262020" y="29186"/>
                  </a:lnTo>
                  <a:lnTo>
                    <a:pt x="257603" y="26244"/>
                  </a:lnTo>
                  <a:lnTo>
                    <a:pt x="253095" y="23444"/>
                  </a:lnTo>
                  <a:lnTo>
                    <a:pt x="248500" y="20788"/>
                  </a:lnTo>
                  <a:lnTo>
                    <a:pt x="243824" y="18280"/>
                  </a:lnTo>
                  <a:lnTo>
                    <a:pt x="239070" y="15921"/>
                  </a:lnTo>
                  <a:lnTo>
                    <a:pt x="234243" y="13714"/>
                  </a:lnTo>
                  <a:lnTo>
                    <a:pt x="229349" y="11662"/>
                  </a:lnTo>
                  <a:lnTo>
                    <a:pt x="224393" y="9765"/>
                  </a:lnTo>
                  <a:lnTo>
                    <a:pt x="219378" y="8028"/>
                  </a:lnTo>
                  <a:lnTo>
                    <a:pt x="214311" y="6450"/>
                  </a:lnTo>
                  <a:lnTo>
                    <a:pt x="209197" y="5034"/>
                  </a:lnTo>
                  <a:lnTo>
                    <a:pt x="204040" y="3781"/>
                  </a:lnTo>
                  <a:lnTo>
                    <a:pt x="198846" y="2692"/>
                  </a:lnTo>
                  <a:lnTo>
                    <a:pt x="193620" y="1769"/>
                  </a:lnTo>
                  <a:lnTo>
                    <a:pt x="188367" y="1012"/>
                  </a:lnTo>
                  <a:lnTo>
                    <a:pt x="183093" y="422"/>
                  </a:lnTo>
                  <a:lnTo>
                    <a:pt x="177803" y="0"/>
                  </a:lnTo>
                  <a:lnTo>
                    <a:pt x="167152" y="1668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2126963"/>
              <a:ext cx="10651" cy="167167"/>
            </a:xfrm>
            <a:custGeom>
              <a:avLst/>
              <a:pathLst>
                <a:path w="10651" h="167167">
                  <a:moveTo>
                    <a:pt x="10651" y="33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423592" y="2633064"/>
              <a:ext cx="334321" cy="334329"/>
            </a:xfrm>
            <a:custGeom>
              <a:avLst/>
              <a:pathLst>
                <a:path w="334321" h="334329">
                  <a:moveTo>
                    <a:pt x="167155" y="0"/>
                  </a:moveTo>
                  <a:lnTo>
                    <a:pt x="161865" y="83"/>
                  </a:lnTo>
                  <a:lnTo>
                    <a:pt x="156580" y="334"/>
                  </a:lnTo>
                  <a:lnTo>
                    <a:pt x="151305" y="753"/>
                  </a:lnTo>
                  <a:lnTo>
                    <a:pt x="146047" y="1338"/>
                  </a:lnTo>
                  <a:lnTo>
                    <a:pt x="140809" y="2089"/>
                  </a:lnTo>
                  <a:lnTo>
                    <a:pt x="135598" y="3005"/>
                  </a:lnTo>
                  <a:lnTo>
                    <a:pt x="130419" y="4086"/>
                  </a:lnTo>
                  <a:lnTo>
                    <a:pt x="125276" y="5330"/>
                  </a:lnTo>
                  <a:lnTo>
                    <a:pt x="120175" y="6737"/>
                  </a:lnTo>
                  <a:lnTo>
                    <a:pt x="115122" y="8304"/>
                  </a:lnTo>
                  <a:lnTo>
                    <a:pt x="110120" y="10030"/>
                  </a:lnTo>
                  <a:lnTo>
                    <a:pt x="105176" y="11914"/>
                  </a:lnTo>
                  <a:lnTo>
                    <a:pt x="100294" y="13953"/>
                  </a:lnTo>
                  <a:lnTo>
                    <a:pt x="95478" y="16146"/>
                  </a:lnTo>
                  <a:lnTo>
                    <a:pt x="90735" y="18490"/>
                  </a:lnTo>
                  <a:lnTo>
                    <a:pt x="86068" y="20983"/>
                  </a:lnTo>
                  <a:lnTo>
                    <a:pt x="81482" y="23622"/>
                  </a:lnTo>
                  <a:lnTo>
                    <a:pt x="76982" y="26405"/>
                  </a:lnTo>
                  <a:lnTo>
                    <a:pt x="72573" y="29330"/>
                  </a:lnTo>
                  <a:lnTo>
                    <a:pt x="68258" y="32392"/>
                  </a:lnTo>
                  <a:lnTo>
                    <a:pt x="64042" y="35589"/>
                  </a:lnTo>
                  <a:lnTo>
                    <a:pt x="59930" y="38918"/>
                  </a:lnTo>
                  <a:lnTo>
                    <a:pt x="55925" y="42376"/>
                  </a:lnTo>
                  <a:lnTo>
                    <a:pt x="52031" y="45959"/>
                  </a:lnTo>
                  <a:lnTo>
                    <a:pt x="48253" y="49663"/>
                  </a:lnTo>
                  <a:lnTo>
                    <a:pt x="44594" y="53484"/>
                  </a:lnTo>
                  <a:lnTo>
                    <a:pt x="41058" y="57420"/>
                  </a:lnTo>
                  <a:lnTo>
                    <a:pt x="37648" y="61466"/>
                  </a:lnTo>
                  <a:lnTo>
                    <a:pt x="34367" y="65617"/>
                  </a:lnTo>
                  <a:lnTo>
                    <a:pt x="31220" y="69870"/>
                  </a:lnTo>
                  <a:lnTo>
                    <a:pt x="28209" y="74221"/>
                  </a:lnTo>
                  <a:lnTo>
                    <a:pt x="25337" y="78665"/>
                  </a:lnTo>
                  <a:lnTo>
                    <a:pt x="22607" y="83197"/>
                  </a:lnTo>
                  <a:lnTo>
                    <a:pt x="20022" y="87814"/>
                  </a:lnTo>
                  <a:lnTo>
                    <a:pt x="17585" y="92510"/>
                  </a:lnTo>
                  <a:lnTo>
                    <a:pt x="15297" y="97281"/>
                  </a:lnTo>
                  <a:lnTo>
                    <a:pt x="13161" y="102122"/>
                  </a:lnTo>
                  <a:lnTo>
                    <a:pt x="11180" y="107028"/>
                  </a:lnTo>
                  <a:lnTo>
                    <a:pt x="9355" y="111994"/>
                  </a:lnTo>
                  <a:lnTo>
                    <a:pt x="7688" y="117016"/>
                  </a:lnTo>
                  <a:lnTo>
                    <a:pt x="6181" y="122088"/>
                  </a:lnTo>
                  <a:lnTo>
                    <a:pt x="4835" y="127205"/>
                  </a:lnTo>
                  <a:lnTo>
                    <a:pt x="3651" y="132362"/>
                  </a:lnTo>
                  <a:lnTo>
                    <a:pt x="2632" y="137553"/>
                  </a:lnTo>
                  <a:lnTo>
                    <a:pt x="1777" y="142775"/>
                  </a:lnTo>
                  <a:lnTo>
                    <a:pt x="1088" y="148021"/>
                  </a:lnTo>
                  <a:lnTo>
                    <a:pt x="565" y="153286"/>
                  </a:lnTo>
                  <a:lnTo>
                    <a:pt x="209" y="158565"/>
                  </a:lnTo>
                  <a:lnTo>
                    <a:pt x="21" y="163853"/>
                  </a:lnTo>
                  <a:lnTo>
                    <a:pt x="0" y="169144"/>
                  </a:lnTo>
                  <a:lnTo>
                    <a:pt x="146" y="174433"/>
                  </a:lnTo>
                  <a:lnTo>
                    <a:pt x="459" y="179715"/>
                  </a:lnTo>
                  <a:lnTo>
                    <a:pt x="940" y="184984"/>
                  </a:lnTo>
                  <a:lnTo>
                    <a:pt x="1587" y="190235"/>
                  </a:lnTo>
                  <a:lnTo>
                    <a:pt x="2400" y="195463"/>
                  </a:lnTo>
                  <a:lnTo>
                    <a:pt x="3378" y="200663"/>
                  </a:lnTo>
                  <a:lnTo>
                    <a:pt x="4520" y="205829"/>
                  </a:lnTo>
                  <a:lnTo>
                    <a:pt x="5825" y="210957"/>
                  </a:lnTo>
                  <a:lnTo>
                    <a:pt x="7292" y="216041"/>
                  </a:lnTo>
                  <a:lnTo>
                    <a:pt x="8919" y="221075"/>
                  </a:lnTo>
                  <a:lnTo>
                    <a:pt x="10704" y="226056"/>
                  </a:lnTo>
                  <a:lnTo>
                    <a:pt x="12646" y="230978"/>
                  </a:lnTo>
                  <a:lnTo>
                    <a:pt x="14743" y="235836"/>
                  </a:lnTo>
                  <a:lnTo>
                    <a:pt x="16992" y="240625"/>
                  </a:lnTo>
                  <a:lnTo>
                    <a:pt x="19392" y="245340"/>
                  </a:lnTo>
                  <a:lnTo>
                    <a:pt x="21940" y="249977"/>
                  </a:lnTo>
                  <a:lnTo>
                    <a:pt x="24634" y="254531"/>
                  </a:lnTo>
                  <a:lnTo>
                    <a:pt x="27470" y="258998"/>
                  </a:lnTo>
                  <a:lnTo>
                    <a:pt x="30446" y="263373"/>
                  </a:lnTo>
                  <a:lnTo>
                    <a:pt x="33559" y="267651"/>
                  </a:lnTo>
                  <a:lnTo>
                    <a:pt x="36806" y="271829"/>
                  </a:lnTo>
                  <a:lnTo>
                    <a:pt x="40184" y="275901"/>
                  </a:lnTo>
                  <a:lnTo>
                    <a:pt x="43688" y="279865"/>
                  </a:lnTo>
                  <a:lnTo>
                    <a:pt x="47317" y="283716"/>
                  </a:lnTo>
                  <a:lnTo>
                    <a:pt x="51065" y="287450"/>
                  </a:lnTo>
                  <a:lnTo>
                    <a:pt x="54930" y="291064"/>
                  </a:lnTo>
                  <a:lnTo>
                    <a:pt x="58907" y="294553"/>
                  </a:lnTo>
                  <a:lnTo>
                    <a:pt x="62993" y="297915"/>
                  </a:lnTo>
                  <a:lnTo>
                    <a:pt x="67183" y="301146"/>
                  </a:lnTo>
                  <a:lnTo>
                    <a:pt x="71473" y="304243"/>
                  </a:lnTo>
                  <a:lnTo>
                    <a:pt x="75859" y="307203"/>
                  </a:lnTo>
                  <a:lnTo>
                    <a:pt x="80337" y="310022"/>
                  </a:lnTo>
                  <a:lnTo>
                    <a:pt x="84901" y="312698"/>
                  </a:lnTo>
                  <a:lnTo>
                    <a:pt x="89548" y="315228"/>
                  </a:lnTo>
                  <a:lnTo>
                    <a:pt x="94272" y="317610"/>
                  </a:lnTo>
                  <a:lnTo>
                    <a:pt x="99070" y="319841"/>
                  </a:lnTo>
                  <a:lnTo>
                    <a:pt x="103936" y="321919"/>
                  </a:lnTo>
                  <a:lnTo>
                    <a:pt x="108865" y="323842"/>
                  </a:lnTo>
                  <a:lnTo>
                    <a:pt x="113852" y="325609"/>
                  </a:lnTo>
                  <a:lnTo>
                    <a:pt x="118893" y="327216"/>
                  </a:lnTo>
                  <a:lnTo>
                    <a:pt x="123983" y="328663"/>
                  </a:lnTo>
                  <a:lnTo>
                    <a:pt x="129115" y="329949"/>
                  </a:lnTo>
                  <a:lnTo>
                    <a:pt x="134286" y="331071"/>
                  </a:lnTo>
                  <a:lnTo>
                    <a:pt x="139489" y="332029"/>
                  </a:lnTo>
                  <a:lnTo>
                    <a:pt x="144721" y="332822"/>
                  </a:lnTo>
                  <a:lnTo>
                    <a:pt x="149974" y="333449"/>
                  </a:lnTo>
                  <a:lnTo>
                    <a:pt x="155245" y="333910"/>
                  </a:lnTo>
                  <a:lnTo>
                    <a:pt x="160528" y="334203"/>
                  </a:lnTo>
                  <a:lnTo>
                    <a:pt x="165818" y="334329"/>
                  </a:lnTo>
                  <a:lnTo>
                    <a:pt x="171109" y="334288"/>
                  </a:lnTo>
                  <a:lnTo>
                    <a:pt x="176396" y="334079"/>
                  </a:lnTo>
                  <a:lnTo>
                    <a:pt x="181673" y="333703"/>
                  </a:lnTo>
                  <a:lnTo>
                    <a:pt x="186936" y="333160"/>
                  </a:lnTo>
                  <a:lnTo>
                    <a:pt x="192180" y="332451"/>
                  </a:lnTo>
                  <a:lnTo>
                    <a:pt x="197398" y="331576"/>
                  </a:lnTo>
                  <a:lnTo>
                    <a:pt x="202586" y="330537"/>
                  </a:lnTo>
                  <a:lnTo>
                    <a:pt x="207738" y="329333"/>
                  </a:lnTo>
                  <a:lnTo>
                    <a:pt x="212850" y="327968"/>
                  </a:lnTo>
                  <a:lnTo>
                    <a:pt x="217916" y="326441"/>
                  </a:lnTo>
                  <a:lnTo>
                    <a:pt x="222931" y="324755"/>
                  </a:lnTo>
                  <a:lnTo>
                    <a:pt x="227890" y="322911"/>
                  </a:lnTo>
                  <a:lnTo>
                    <a:pt x="232789" y="320911"/>
                  </a:lnTo>
                  <a:lnTo>
                    <a:pt x="237622" y="318757"/>
                  </a:lnTo>
                  <a:lnTo>
                    <a:pt x="242384" y="316451"/>
                  </a:lnTo>
                  <a:lnTo>
                    <a:pt x="247070" y="313995"/>
                  </a:lnTo>
                  <a:lnTo>
                    <a:pt x="251677" y="311393"/>
                  </a:lnTo>
                  <a:lnTo>
                    <a:pt x="256199" y="308645"/>
                  </a:lnTo>
                  <a:lnTo>
                    <a:pt x="260632" y="305757"/>
                  </a:lnTo>
                  <a:lnTo>
                    <a:pt x="264971" y="302729"/>
                  </a:lnTo>
                  <a:lnTo>
                    <a:pt x="269212" y="299565"/>
                  </a:lnTo>
                  <a:lnTo>
                    <a:pt x="273351" y="296269"/>
                  </a:lnTo>
                  <a:lnTo>
                    <a:pt x="277384" y="292844"/>
                  </a:lnTo>
                  <a:lnTo>
                    <a:pt x="281306" y="289292"/>
                  </a:lnTo>
                  <a:lnTo>
                    <a:pt x="285113" y="285619"/>
                  </a:lnTo>
                  <a:lnTo>
                    <a:pt x="288803" y="281826"/>
                  </a:lnTo>
                  <a:lnTo>
                    <a:pt x="292371" y="277919"/>
                  </a:lnTo>
                  <a:lnTo>
                    <a:pt x="295813" y="273901"/>
                  </a:lnTo>
                  <a:lnTo>
                    <a:pt x="299126" y="269776"/>
                  </a:lnTo>
                  <a:lnTo>
                    <a:pt x="302308" y="265548"/>
                  </a:lnTo>
                  <a:lnTo>
                    <a:pt x="305353" y="261221"/>
                  </a:lnTo>
                  <a:lnTo>
                    <a:pt x="308261" y="256801"/>
                  </a:lnTo>
                  <a:lnTo>
                    <a:pt x="311027" y="252290"/>
                  </a:lnTo>
                  <a:lnTo>
                    <a:pt x="313648" y="247694"/>
                  </a:lnTo>
                  <a:lnTo>
                    <a:pt x="316124" y="243018"/>
                  </a:lnTo>
                  <a:lnTo>
                    <a:pt x="318449" y="238266"/>
                  </a:lnTo>
                  <a:lnTo>
                    <a:pt x="320624" y="233442"/>
                  </a:lnTo>
                  <a:lnTo>
                    <a:pt x="322644" y="228552"/>
                  </a:lnTo>
                  <a:lnTo>
                    <a:pt x="324509" y="223600"/>
                  </a:lnTo>
                  <a:lnTo>
                    <a:pt x="326216" y="218592"/>
                  </a:lnTo>
                  <a:lnTo>
                    <a:pt x="327764" y="213533"/>
                  </a:lnTo>
                  <a:lnTo>
                    <a:pt x="329151" y="208427"/>
                  </a:lnTo>
                  <a:lnTo>
                    <a:pt x="330375" y="203279"/>
                  </a:lnTo>
                  <a:lnTo>
                    <a:pt x="331437" y="198096"/>
                  </a:lnTo>
                  <a:lnTo>
                    <a:pt x="332333" y="192881"/>
                  </a:lnTo>
                  <a:lnTo>
                    <a:pt x="333064" y="187641"/>
                  </a:lnTo>
                  <a:lnTo>
                    <a:pt x="333629" y="182380"/>
                  </a:lnTo>
                  <a:lnTo>
                    <a:pt x="334027" y="177104"/>
                  </a:lnTo>
                  <a:lnTo>
                    <a:pt x="334258" y="171818"/>
                  </a:lnTo>
                  <a:lnTo>
                    <a:pt x="334321" y="166528"/>
                  </a:lnTo>
                  <a:lnTo>
                    <a:pt x="334218" y="161237"/>
                  </a:lnTo>
                  <a:lnTo>
                    <a:pt x="333946" y="155953"/>
                  </a:lnTo>
                  <a:lnTo>
                    <a:pt x="333508" y="150681"/>
                  </a:lnTo>
                  <a:lnTo>
                    <a:pt x="332903" y="145424"/>
                  </a:lnTo>
                  <a:lnTo>
                    <a:pt x="332132" y="140190"/>
                  </a:lnTo>
                  <a:lnTo>
                    <a:pt x="331195" y="134982"/>
                  </a:lnTo>
                  <a:lnTo>
                    <a:pt x="330094" y="129807"/>
                  </a:lnTo>
                  <a:lnTo>
                    <a:pt x="328830" y="124669"/>
                  </a:lnTo>
                  <a:lnTo>
                    <a:pt x="327405" y="119574"/>
                  </a:lnTo>
                  <a:lnTo>
                    <a:pt x="325818" y="114526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2747591"/>
              <a:ext cx="158662" cy="52640"/>
            </a:xfrm>
            <a:custGeom>
              <a:avLst/>
              <a:pathLst>
                <a:path w="158662" h="52640">
                  <a:moveTo>
                    <a:pt x="158662" y="0"/>
                  </a:moveTo>
                  <a:lnTo>
                    <a:pt x="0" y="526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2747591"/>
              <a:ext cx="158662" cy="52640"/>
            </a:xfrm>
            <a:custGeom>
              <a:avLst/>
              <a:pathLst>
                <a:path w="158662" h="52640">
                  <a:moveTo>
                    <a:pt x="158662" y="0"/>
                  </a:moveTo>
                  <a:lnTo>
                    <a:pt x="0" y="526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2747591"/>
              <a:ext cx="158662" cy="52640"/>
            </a:xfrm>
            <a:custGeom>
              <a:avLst/>
              <a:pathLst>
                <a:path w="158662" h="52640">
                  <a:moveTo>
                    <a:pt x="158662" y="0"/>
                  </a:moveTo>
                  <a:lnTo>
                    <a:pt x="0" y="526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90748" y="2747591"/>
              <a:ext cx="158662" cy="52640"/>
            </a:xfrm>
            <a:custGeom>
              <a:avLst/>
              <a:pathLst>
                <a:path w="158662" h="52640">
                  <a:moveTo>
                    <a:pt x="158662" y="0"/>
                  </a:moveTo>
                  <a:lnTo>
                    <a:pt x="0" y="526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2747591"/>
              <a:ext cx="158662" cy="52640"/>
            </a:xfrm>
            <a:custGeom>
              <a:avLst/>
              <a:pathLst>
                <a:path w="158662" h="52640">
                  <a:moveTo>
                    <a:pt x="158662" y="0"/>
                  </a:moveTo>
                  <a:lnTo>
                    <a:pt x="0" y="526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2747591"/>
              <a:ext cx="158662" cy="52640"/>
            </a:xfrm>
            <a:custGeom>
              <a:avLst/>
              <a:pathLst>
                <a:path w="158662" h="52640">
                  <a:moveTo>
                    <a:pt x="158662" y="0"/>
                  </a:moveTo>
                  <a:lnTo>
                    <a:pt x="0" y="526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2747591"/>
              <a:ext cx="158662" cy="52640"/>
            </a:xfrm>
            <a:custGeom>
              <a:avLst/>
              <a:pathLst>
                <a:path w="158662" h="52640">
                  <a:moveTo>
                    <a:pt x="158662" y="0"/>
                  </a:moveTo>
                  <a:lnTo>
                    <a:pt x="0" y="526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2747591"/>
              <a:ext cx="158662" cy="52640"/>
            </a:xfrm>
            <a:custGeom>
              <a:avLst/>
              <a:pathLst>
                <a:path w="158662" h="52640">
                  <a:moveTo>
                    <a:pt x="158662" y="0"/>
                  </a:moveTo>
                  <a:lnTo>
                    <a:pt x="0" y="526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90748" y="2747591"/>
              <a:ext cx="158662" cy="52640"/>
            </a:xfrm>
            <a:custGeom>
              <a:avLst/>
              <a:pathLst>
                <a:path w="158662" h="52640">
                  <a:moveTo>
                    <a:pt x="158662" y="0"/>
                  </a:moveTo>
                  <a:lnTo>
                    <a:pt x="0" y="526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90748" y="2747591"/>
              <a:ext cx="158662" cy="52640"/>
            </a:xfrm>
            <a:custGeom>
              <a:avLst/>
              <a:pathLst>
                <a:path w="158662" h="52640">
                  <a:moveTo>
                    <a:pt x="158662" y="0"/>
                  </a:moveTo>
                  <a:lnTo>
                    <a:pt x="0" y="526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90748" y="2747591"/>
              <a:ext cx="158662" cy="52640"/>
            </a:xfrm>
            <a:custGeom>
              <a:avLst/>
              <a:pathLst>
                <a:path w="158662" h="52640">
                  <a:moveTo>
                    <a:pt x="158662" y="0"/>
                  </a:moveTo>
                  <a:lnTo>
                    <a:pt x="0" y="526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90748" y="2747591"/>
              <a:ext cx="158662" cy="52640"/>
            </a:xfrm>
            <a:custGeom>
              <a:avLst/>
              <a:pathLst>
                <a:path w="158662" h="52640">
                  <a:moveTo>
                    <a:pt x="158662" y="0"/>
                  </a:moveTo>
                  <a:lnTo>
                    <a:pt x="0" y="526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90748" y="2747591"/>
              <a:ext cx="158662" cy="52640"/>
            </a:xfrm>
            <a:custGeom>
              <a:avLst/>
              <a:pathLst>
                <a:path w="158662" h="52640">
                  <a:moveTo>
                    <a:pt x="158662" y="0"/>
                  </a:moveTo>
                  <a:lnTo>
                    <a:pt x="0" y="526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90748" y="2643687"/>
              <a:ext cx="158662" cy="156544"/>
            </a:xfrm>
            <a:custGeom>
              <a:avLst/>
              <a:pathLst>
                <a:path w="158662" h="156544">
                  <a:moveTo>
                    <a:pt x="158662" y="103903"/>
                  </a:moveTo>
                  <a:lnTo>
                    <a:pt x="156837" y="98691"/>
                  </a:lnTo>
                  <a:lnTo>
                    <a:pt x="154840" y="93542"/>
                  </a:lnTo>
                  <a:lnTo>
                    <a:pt x="152675" y="88461"/>
                  </a:lnTo>
                  <a:lnTo>
                    <a:pt x="150343" y="83455"/>
                  </a:lnTo>
                  <a:lnTo>
                    <a:pt x="147846" y="78529"/>
                  </a:lnTo>
                  <a:lnTo>
                    <a:pt x="145189" y="73688"/>
                  </a:lnTo>
                  <a:lnTo>
                    <a:pt x="142372" y="68937"/>
                  </a:lnTo>
                  <a:lnTo>
                    <a:pt x="139401" y="64282"/>
                  </a:lnTo>
                  <a:lnTo>
                    <a:pt x="136277" y="59728"/>
                  </a:lnTo>
                  <a:lnTo>
                    <a:pt x="133005" y="55279"/>
                  </a:lnTo>
                  <a:lnTo>
                    <a:pt x="129587" y="50941"/>
                  </a:lnTo>
                  <a:lnTo>
                    <a:pt x="126028" y="46718"/>
                  </a:lnTo>
                  <a:lnTo>
                    <a:pt x="122332" y="42615"/>
                  </a:lnTo>
                  <a:lnTo>
                    <a:pt x="118502" y="38636"/>
                  </a:lnTo>
                  <a:lnTo>
                    <a:pt x="114542" y="34786"/>
                  </a:lnTo>
                  <a:lnTo>
                    <a:pt x="110458" y="31069"/>
                  </a:lnTo>
                  <a:lnTo>
                    <a:pt x="106253" y="27489"/>
                  </a:lnTo>
                  <a:lnTo>
                    <a:pt x="101932" y="24050"/>
                  </a:lnTo>
                  <a:lnTo>
                    <a:pt x="97500" y="20755"/>
                  </a:lnTo>
                  <a:lnTo>
                    <a:pt x="92961" y="17608"/>
                  </a:lnTo>
                  <a:lnTo>
                    <a:pt x="88321" y="14614"/>
                  </a:lnTo>
                  <a:lnTo>
                    <a:pt x="83585" y="11774"/>
                  </a:lnTo>
                  <a:lnTo>
                    <a:pt x="78757" y="9092"/>
                  </a:lnTo>
                  <a:lnTo>
                    <a:pt x="73844" y="6570"/>
                  </a:lnTo>
                  <a:lnTo>
                    <a:pt x="68849" y="4213"/>
                  </a:lnTo>
                  <a:lnTo>
                    <a:pt x="63780" y="2022"/>
                  </a:lnTo>
                  <a:lnTo>
                    <a:pt x="58641" y="0"/>
                  </a:lnTo>
                  <a:lnTo>
                    <a:pt x="0" y="1565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90748" y="2633064"/>
              <a:ext cx="58641" cy="167167"/>
            </a:xfrm>
            <a:custGeom>
              <a:avLst/>
              <a:pathLst>
                <a:path w="58641" h="167167">
                  <a:moveTo>
                    <a:pt x="58641" y="10623"/>
                  </a:moveTo>
                  <a:lnTo>
                    <a:pt x="52994" y="8622"/>
                  </a:lnTo>
                  <a:lnTo>
                    <a:pt x="47278" y="6825"/>
                  </a:lnTo>
                  <a:lnTo>
                    <a:pt x="41502" y="5233"/>
                  </a:lnTo>
                  <a:lnTo>
                    <a:pt x="35673" y="3850"/>
                  </a:lnTo>
                  <a:lnTo>
                    <a:pt x="29797" y="2677"/>
                  </a:lnTo>
                  <a:lnTo>
                    <a:pt x="23884" y="1715"/>
                  </a:lnTo>
                  <a:lnTo>
                    <a:pt x="17940" y="965"/>
                  </a:lnTo>
                  <a:lnTo>
                    <a:pt x="11972" y="429"/>
                  </a:lnTo>
                  <a:lnTo>
                    <a:pt x="5990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358823" y="3170392"/>
              <a:ext cx="334324" cy="334327"/>
            </a:xfrm>
            <a:custGeom>
              <a:avLst/>
              <a:pathLst>
                <a:path w="334324" h="334327">
                  <a:moveTo>
                    <a:pt x="167157" y="0"/>
                  </a:moveTo>
                  <a:lnTo>
                    <a:pt x="161869" y="83"/>
                  </a:lnTo>
                  <a:lnTo>
                    <a:pt x="156587" y="334"/>
                  </a:lnTo>
                  <a:lnTo>
                    <a:pt x="151316" y="752"/>
                  </a:lnTo>
                  <a:lnTo>
                    <a:pt x="146060" y="1336"/>
                  </a:lnTo>
                  <a:lnTo>
                    <a:pt x="140825" y="2086"/>
                  </a:lnTo>
                  <a:lnTo>
                    <a:pt x="135617" y="3002"/>
                  </a:lnTo>
                  <a:lnTo>
                    <a:pt x="130440" y="4082"/>
                  </a:lnTo>
                  <a:lnTo>
                    <a:pt x="125300" y="5325"/>
                  </a:lnTo>
                  <a:lnTo>
                    <a:pt x="120202" y="6730"/>
                  </a:lnTo>
                  <a:lnTo>
                    <a:pt x="115151" y="8295"/>
                  </a:lnTo>
                  <a:lnTo>
                    <a:pt x="110152" y="10019"/>
                  </a:lnTo>
                  <a:lnTo>
                    <a:pt x="105209" y="11901"/>
                  </a:lnTo>
                  <a:lnTo>
                    <a:pt x="100329" y="13938"/>
                  </a:lnTo>
                  <a:lnTo>
                    <a:pt x="95516" y="16129"/>
                  </a:lnTo>
                  <a:lnTo>
                    <a:pt x="90775" y="18470"/>
                  </a:lnTo>
                  <a:lnTo>
                    <a:pt x="86110" y="20961"/>
                  </a:lnTo>
                  <a:lnTo>
                    <a:pt x="81526" y="23597"/>
                  </a:lnTo>
                  <a:lnTo>
                    <a:pt x="77027" y="26378"/>
                  </a:lnTo>
                  <a:lnTo>
                    <a:pt x="72619" y="29299"/>
                  </a:lnTo>
                  <a:lnTo>
                    <a:pt x="68306" y="32358"/>
                  </a:lnTo>
                  <a:lnTo>
                    <a:pt x="64091" y="35552"/>
                  </a:lnTo>
                  <a:lnTo>
                    <a:pt x="59980" y="38878"/>
                  </a:lnTo>
                  <a:lnTo>
                    <a:pt x="55976" y="42332"/>
                  </a:lnTo>
                  <a:lnTo>
                    <a:pt x="52083" y="45911"/>
                  </a:lnTo>
                  <a:lnTo>
                    <a:pt x="48305" y="49612"/>
                  </a:lnTo>
                  <a:lnTo>
                    <a:pt x="44646" y="53430"/>
                  </a:lnTo>
                  <a:lnTo>
                    <a:pt x="41110" y="57362"/>
                  </a:lnTo>
                  <a:lnTo>
                    <a:pt x="37700" y="61404"/>
                  </a:lnTo>
                  <a:lnTo>
                    <a:pt x="34420" y="65551"/>
                  </a:lnTo>
                  <a:lnTo>
                    <a:pt x="31272" y="69801"/>
                  </a:lnTo>
                  <a:lnTo>
                    <a:pt x="28260" y="74147"/>
                  </a:lnTo>
                  <a:lnTo>
                    <a:pt x="25387" y="78587"/>
                  </a:lnTo>
                  <a:lnTo>
                    <a:pt x="22657" y="83116"/>
                  </a:lnTo>
                  <a:lnTo>
                    <a:pt x="20070" y="87728"/>
                  </a:lnTo>
                  <a:lnTo>
                    <a:pt x="17631" y="92420"/>
                  </a:lnTo>
                  <a:lnTo>
                    <a:pt x="15342" y="97187"/>
                  </a:lnTo>
                  <a:lnTo>
                    <a:pt x="13204" y="102024"/>
                  </a:lnTo>
                  <a:lnTo>
                    <a:pt x="11221" y="106926"/>
                  </a:lnTo>
                  <a:lnTo>
                    <a:pt x="9394" y="111889"/>
                  </a:lnTo>
                  <a:lnTo>
                    <a:pt x="7724" y="116906"/>
                  </a:lnTo>
                  <a:lnTo>
                    <a:pt x="6214" y="121974"/>
                  </a:lnTo>
                  <a:lnTo>
                    <a:pt x="4865" y="127088"/>
                  </a:lnTo>
                  <a:lnTo>
                    <a:pt x="3679" y="132241"/>
                  </a:lnTo>
                  <a:lnTo>
                    <a:pt x="2656" y="137429"/>
                  </a:lnTo>
                  <a:lnTo>
                    <a:pt x="1797" y="142647"/>
                  </a:lnTo>
                  <a:lnTo>
                    <a:pt x="1105" y="147890"/>
                  </a:lnTo>
                  <a:lnTo>
                    <a:pt x="578" y="153152"/>
                  </a:lnTo>
                  <a:lnTo>
                    <a:pt x="218" y="158428"/>
                  </a:lnTo>
                  <a:lnTo>
                    <a:pt x="25" y="163712"/>
                  </a:lnTo>
                  <a:lnTo>
                    <a:pt x="0" y="169001"/>
                  </a:lnTo>
                  <a:lnTo>
                    <a:pt x="141" y="174287"/>
                  </a:lnTo>
                  <a:lnTo>
                    <a:pt x="450" y="179566"/>
                  </a:lnTo>
                  <a:lnTo>
                    <a:pt x="926" y="184833"/>
                  </a:lnTo>
                  <a:lnTo>
                    <a:pt x="1567" y="190082"/>
                  </a:lnTo>
                  <a:lnTo>
                    <a:pt x="2375" y="195308"/>
                  </a:lnTo>
                  <a:lnTo>
                    <a:pt x="3348" y="200506"/>
                  </a:lnTo>
                  <a:lnTo>
                    <a:pt x="4484" y="205671"/>
                  </a:lnTo>
                  <a:lnTo>
                    <a:pt x="5783" y="210797"/>
                  </a:lnTo>
                  <a:lnTo>
                    <a:pt x="7244" y="215879"/>
                  </a:lnTo>
                  <a:lnTo>
                    <a:pt x="8865" y="220913"/>
                  </a:lnTo>
                  <a:lnTo>
                    <a:pt x="10644" y="225893"/>
                  </a:lnTo>
                  <a:lnTo>
                    <a:pt x="12580" y="230814"/>
                  </a:lnTo>
                  <a:lnTo>
                    <a:pt x="14670" y="235671"/>
                  </a:lnTo>
                  <a:lnTo>
                    <a:pt x="16913" y="240460"/>
                  </a:lnTo>
                  <a:lnTo>
                    <a:pt x="19307" y="245176"/>
                  </a:lnTo>
                  <a:lnTo>
                    <a:pt x="21848" y="249813"/>
                  </a:lnTo>
                  <a:lnTo>
                    <a:pt x="24535" y="254368"/>
                  </a:lnTo>
                  <a:lnTo>
                    <a:pt x="27365" y="258835"/>
                  </a:lnTo>
                  <a:lnTo>
                    <a:pt x="30334" y="263211"/>
                  </a:lnTo>
                  <a:lnTo>
                    <a:pt x="33440" y="267491"/>
                  </a:lnTo>
                  <a:lnTo>
                    <a:pt x="36681" y="271670"/>
                  </a:lnTo>
                  <a:lnTo>
                    <a:pt x="40051" y="275745"/>
                  </a:lnTo>
                  <a:lnTo>
                    <a:pt x="43549" y="279711"/>
                  </a:lnTo>
                  <a:lnTo>
                    <a:pt x="47171" y="283564"/>
                  </a:lnTo>
                  <a:lnTo>
                    <a:pt x="50912" y="287301"/>
                  </a:lnTo>
                  <a:lnTo>
                    <a:pt x="54770" y="290918"/>
                  </a:lnTo>
                  <a:lnTo>
                    <a:pt x="58741" y="294411"/>
                  </a:lnTo>
                  <a:lnTo>
                    <a:pt x="62820" y="297776"/>
                  </a:lnTo>
                  <a:lnTo>
                    <a:pt x="67003" y="301011"/>
                  </a:lnTo>
                  <a:lnTo>
                    <a:pt x="71287" y="304112"/>
                  </a:lnTo>
                  <a:lnTo>
                    <a:pt x="75666" y="307076"/>
                  </a:lnTo>
                  <a:lnTo>
                    <a:pt x="80138" y="309900"/>
                  </a:lnTo>
                  <a:lnTo>
                    <a:pt x="84696" y="312581"/>
                  </a:lnTo>
                  <a:lnTo>
                    <a:pt x="89336" y="315116"/>
                  </a:lnTo>
                  <a:lnTo>
                    <a:pt x="94055" y="317503"/>
                  </a:lnTo>
                  <a:lnTo>
                    <a:pt x="98847" y="319740"/>
                  </a:lnTo>
                  <a:lnTo>
                    <a:pt x="103707" y="321825"/>
                  </a:lnTo>
                  <a:lnTo>
                    <a:pt x="108630" y="323754"/>
                  </a:lnTo>
                  <a:lnTo>
                    <a:pt x="113613" y="325527"/>
                  </a:lnTo>
                  <a:lnTo>
                    <a:pt x="118648" y="327142"/>
                  </a:lnTo>
                  <a:lnTo>
                    <a:pt x="123733" y="328596"/>
                  </a:lnTo>
                  <a:lnTo>
                    <a:pt x="128860" y="329889"/>
                  </a:lnTo>
                  <a:lnTo>
                    <a:pt x="134026" y="331018"/>
                  </a:lnTo>
                  <a:lnTo>
                    <a:pt x="139226" y="331984"/>
                  </a:lnTo>
                  <a:lnTo>
                    <a:pt x="144453" y="332785"/>
                  </a:lnTo>
                  <a:lnTo>
                    <a:pt x="149703" y="333421"/>
                  </a:lnTo>
                  <a:lnTo>
                    <a:pt x="154970" y="333890"/>
                  </a:lnTo>
                  <a:lnTo>
                    <a:pt x="160249" y="334192"/>
                  </a:lnTo>
                  <a:lnTo>
                    <a:pt x="165536" y="334327"/>
                  </a:lnTo>
                  <a:lnTo>
                    <a:pt x="170824" y="334294"/>
                  </a:lnTo>
                  <a:lnTo>
                    <a:pt x="176108" y="334095"/>
                  </a:lnTo>
                  <a:lnTo>
                    <a:pt x="181384" y="333728"/>
                  </a:lnTo>
                  <a:lnTo>
                    <a:pt x="186645" y="333195"/>
                  </a:lnTo>
                  <a:lnTo>
                    <a:pt x="191887" y="332495"/>
                  </a:lnTo>
                  <a:lnTo>
                    <a:pt x="197104" y="331630"/>
                  </a:lnTo>
                  <a:lnTo>
                    <a:pt x="202291" y="330601"/>
                  </a:lnTo>
                  <a:lnTo>
                    <a:pt x="207443" y="329408"/>
                  </a:lnTo>
                  <a:lnTo>
                    <a:pt x="212554" y="328052"/>
                  </a:lnTo>
                  <a:lnTo>
                    <a:pt x="217620" y="326536"/>
                  </a:lnTo>
                  <a:lnTo>
                    <a:pt x="222636" y="324860"/>
                  </a:lnTo>
                  <a:lnTo>
                    <a:pt x="227596" y="323026"/>
                  </a:lnTo>
                  <a:lnTo>
                    <a:pt x="232495" y="321036"/>
                  </a:lnTo>
                  <a:lnTo>
                    <a:pt x="237330" y="318893"/>
                  </a:lnTo>
                  <a:lnTo>
                    <a:pt x="242094" y="316597"/>
                  </a:lnTo>
                  <a:lnTo>
                    <a:pt x="246783" y="314152"/>
                  </a:lnTo>
                  <a:lnTo>
                    <a:pt x="251392" y="311560"/>
                  </a:lnTo>
                  <a:lnTo>
                    <a:pt x="255917" y="308824"/>
                  </a:lnTo>
                  <a:lnTo>
                    <a:pt x="260353" y="305945"/>
                  </a:lnTo>
                  <a:lnTo>
                    <a:pt x="264696" y="302928"/>
                  </a:lnTo>
                  <a:lnTo>
                    <a:pt x="268941" y="299775"/>
                  </a:lnTo>
                  <a:lnTo>
                    <a:pt x="273085" y="296489"/>
                  </a:lnTo>
                  <a:lnTo>
                    <a:pt x="277122" y="293074"/>
                  </a:lnTo>
                  <a:lnTo>
                    <a:pt x="281050" y="289533"/>
                  </a:lnTo>
                  <a:lnTo>
                    <a:pt x="284863" y="285869"/>
                  </a:lnTo>
                  <a:lnTo>
                    <a:pt x="288559" y="282087"/>
                  </a:lnTo>
                  <a:lnTo>
                    <a:pt x="292133" y="278189"/>
                  </a:lnTo>
                  <a:lnTo>
                    <a:pt x="295582" y="274181"/>
                  </a:lnTo>
                  <a:lnTo>
                    <a:pt x="298903" y="270065"/>
                  </a:lnTo>
                  <a:lnTo>
                    <a:pt x="302091" y="265846"/>
                  </a:lnTo>
                  <a:lnTo>
                    <a:pt x="305145" y="261529"/>
                  </a:lnTo>
                  <a:lnTo>
                    <a:pt x="308061" y="257117"/>
                  </a:lnTo>
                  <a:lnTo>
                    <a:pt x="310835" y="252615"/>
                  </a:lnTo>
                  <a:lnTo>
                    <a:pt x="313466" y="248028"/>
                  </a:lnTo>
                  <a:lnTo>
                    <a:pt x="315951" y="243360"/>
                  </a:lnTo>
                  <a:lnTo>
                    <a:pt x="318286" y="238615"/>
                  </a:lnTo>
                  <a:lnTo>
                    <a:pt x="320470" y="233799"/>
                  </a:lnTo>
                  <a:lnTo>
                    <a:pt x="322501" y="228917"/>
                  </a:lnTo>
                  <a:lnTo>
                    <a:pt x="324377" y="223972"/>
                  </a:lnTo>
                  <a:lnTo>
                    <a:pt x="326095" y="218971"/>
                  </a:lnTo>
                  <a:lnTo>
                    <a:pt x="327654" y="213918"/>
                  </a:lnTo>
                  <a:lnTo>
                    <a:pt x="329052" y="208818"/>
                  </a:lnTo>
                  <a:lnTo>
                    <a:pt x="330289" y="203676"/>
                  </a:lnTo>
                  <a:lnTo>
                    <a:pt x="331362" y="198498"/>
                  </a:lnTo>
                  <a:lnTo>
                    <a:pt x="332271" y="193289"/>
                  </a:lnTo>
                  <a:lnTo>
                    <a:pt x="333014" y="188053"/>
                  </a:lnTo>
                  <a:lnTo>
                    <a:pt x="333592" y="182797"/>
                  </a:lnTo>
                  <a:lnTo>
                    <a:pt x="334003" y="177524"/>
                  </a:lnTo>
                  <a:lnTo>
                    <a:pt x="334247" y="172242"/>
                  </a:lnTo>
                  <a:lnTo>
                    <a:pt x="334324" y="166954"/>
                  </a:lnTo>
                  <a:lnTo>
                    <a:pt x="334234" y="161667"/>
                  </a:lnTo>
                  <a:lnTo>
                    <a:pt x="333976" y="156385"/>
                  </a:lnTo>
                  <a:lnTo>
                    <a:pt x="333552" y="151114"/>
                  </a:lnTo>
                  <a:lnTo>
                    <a:pt x="332961" y="145859"/>
                  </a:lnTo>
                  <a:lnTo>
                    <a:pt x="332204" y="140625"/>
                  </a:lnTo>
                  <a:lnTo>
                    <a:pt x="331282" y="135418"/>
                  </a:lnTo>
                  <a:lnTo>
                    <a:pt x="330195" y="130243"/>
                  </a:lnTo>
                  <a:lnTo>
                    <a:pt x="328946" y="125104"/>
                  </a:lnTo>
                  <a:lnTo>
                    <a:pt x="327534" y="120008"/>
                  </a:lnTo>
                  <a:lnTo>
                    <a:pt x="325963" y="114959"/>
                  </a:lnTo>
                  <a:lnTo>
                    <a:pt x="324232" y="109962"/>
                  </a:lnTo>
                  <a:lnTo>
                    <a:pt x="322344" y="105022"/>
                  </a:lnTo>
                  <a:lnTo>
                    <a:pt x="320300" y="100145"/>
                  </a:lnTo>
                  <a:lnTo>
                    <a:pt x="318104" y="95334"/>
                  </a:lnTo>
                  <a:lnTo>
                    <a:pt x="315756" y="90596"/>
                  </a:lnTo>
                  <a:lnTo>
                    <a:pt x="313260" y="85934"/>
                  </a:lnTo>
                  <a:lnTo>
                    <a:pt x="310618" y="81353"/>
                  </a:lnTo>
                  <a:lnTo>
                    <a:pt x="307831" y="76858"/>
                  </a:lnTo>
                  <a:lnTo>
                    <a:pt x="304905" y="72454"/>
                  </a:lnTo>
                  <a:lnTo>
                    <a:pt x="301840" y="68145"/>
                  </a:lnTo>
                  <a:lnTo>
                    <a:pt x="298640" y="63934"/>
                  </a:lnTo>
                  <a:lnTo>
                    <a:pt x="295309" y="59827"/>
                  </a:lnTo>
                  <a:lnTo>
                    <a:pt x="291850" y="55827"/>
                  </a:lnTo>
                  <a:lnTo>
                    <a:pt x="288266" y="51939"/>
                  </a:lnTo>
                  <a:lnTo>
                    <a:pt x="284561" y="48166"/>
                  </a:lnTo>
                  <a:lnTo>
                    <a:pt x="280738" y="44512"/>
                  </a:lnTo>
                  <a:lnTo>
                    <a:pt x="276802" y="40981"/>
                  </a:lnTo>
                  <a:lnTo>
                    <a:pt x="272755" y="37576"/>
                  </a:lnTo>
                  <a:lnTo>
                    <a:pt x="268604" y="34300"/>
                  </a:lnTo>
                  <a:lnTo>
                    <a:pt x="264350" y="31158"/>
                  </a:lnTo>
                  <a:lnTo>
                    <a:pt x="260000" y="28152"/>
                  </a:lnTo>
                  <a:lnTo>
                    <a:pt x="255556" y="25285"/>
                  </a:lnTo>
                  <a:lnTo>
                    <a:pt x="251024" y="2256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3192952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3192952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192952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192952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192952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192952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192952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192952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192952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192952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192952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192952"/>
              <a:ext cx="83867" cy="144607"/>
            </a:xfrm>
            <a:custGeom>
              <a:avLst/>
              <a:pathLst>
                <a:path w="83867" h="144607">
                  <a:moveTo>
                    <a:pt x="83867" y="0"/>
                  </a:moveTo>
                  <a:lnTo>
                    <a:pt x="0" y="1446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186501"/>
              <a:ext cx="83867" cy="151058"/>
            </a:xfrm>
            <a:custGeom>
              <a:avLst/>
              <a:pathLst>
                <a:path w="83867" h="151058">
                  <a:moveTo>
                    <a:pt x="83867" y="6451"/>
                  </a:moveTo>
                  <a:lnTo>
                    <a:pt x="71597" y="0"/>
                  </a:lnTo>
                  <a:lnTo>
                    <a:pt x="0" y="1510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170392"/>
              <a:ext cx="71597" cy="167167"/>
            </a:xfrm>
            <a:custGeom>
              <a:avLst/>
              <a:pathLst>
                <a:path w="71597" h="167167">
                  <a:moveTo>
                    <a:pt x="71597" y="16108"/>
                  </a:moveTo>
                  <a:lnTo>
                    <a:pt x="66413" y="13759"/>
                  </a:lnTo>
                  <a:lnTo>
                    <a:pt x="61153" y="11587"/>
                  </a:lnTo>
                  <a:lnTo>
                    <a:pt x="55821" y="9595"/>
                  </a:lnTo>
                  <a:lnTo>
                    <a:pt x="50425" y="7786"/>
                  </a:lnTo>
                  <a:lnTo>
                    <a:pt x="44971" y="6162"/>
                  </a:lnTo>
                  <a:lnTo>
                    <a:pt x="39464" y="4725"/>
                  </a:lnTo>
                  <a:lnTo>
                    <a:pt x="33912" y="3475"/>
                  </a:lnTo>
                  <a:lnTo>
                    <a:pt x="28320" y="2416"/>
                  </a:lnTo>
                  <a:lnTo>
                    <a:pt x="22695" y="1547"/>
                  </a:lnTo>
                  <a:lnTo>
                    <a:pt x="17044" y="871"/>
                  </a:lnTo>
                  <a:lnTo>
                    <a:pt x="11374" y="387"/>
                  </a:lnTo>
                  <a:lnTo>
                    <a:pt x="5690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423597" y="3707720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0" y="335"/>
                  </a:lnTo>
                  <a:lnTo>
                    <a:pt x="151279" y="755"/>
                  </a:lnTo>
                  <a:lnTo>
                    <a:pt x="146013" y="1341"/>
                  </a:lnTo>
                  <a:lnTo>
                    <a:pt x="140768" y="2094"/>
                  </a:lnTo>
                  <a:lnTo>
                    <a:pt x="135550" y="3013"/>
                  </a:lnTo>
                  <a:lnTo>
                    <a:pt x="130364" y="4097"/>
                  </a:lnTo>
                  <a:lnTo>
                    <a:pt x="125214" y="5345"/>
                  </a:lnTo>
                  <a:lnTo>
                    <a:pt x="120107" y="6755"/>
                  </a:lnTo>
                  <a:lnTo>
                    <a:pt x="115047" y="8327"/>
                  </a:lnTo>
                  <a:lnTo>
                    <a:pt x="110040" y="10058"/>
                  </a:lnTo>
                  <a:lnTo>
                    <a:pt x="105089" y="11947"/>
                  </a:lnTo>
                  <a:lnTo>
                    <a:pt x="100201" y="13991"/>
                  </a:lnTo>
                  <a:lnTo>
                    <a:pt x="95381" y="16190"/>
                  </a:lnTo>
                  <a:lnTo>
                    <a:pt x="90632" y="18540"/>
                  </a:lnTo>
                  <a:lnTo>
                    <a:pt x="85960" y="21040"/>
                  </a:lnTo>
                  <a:lnTo>
                    <a:pt x="81370" y="23686"/>
                  </a:lnTo>
                  <a:lnTo>
                    <a:pt x="76866" y="26477"/>
                  </a:lnTo>
                  <a:lnTo>
                    <a:pt x="72453" y="29409"/>
                  </a:lnTo>
                  <a:lnTo>
                    <a:pt x="68135" y="32479"/>
                  </a:lnTo>
                  <a:lnTo>
                    <a:pt x="63916" y="35684"/>
                  </a:lnTo>
                  <a:lnTo>
                    <a:pt x="59801" y="39022"/>
                  </a:lnTo>
                  <a:lnTo>
                    <a:pt x="55794" y="42488"/>
                  </a:lnTo>
                  <a:lnTo>
                    <a:pt x="51899" y="46080"/>
                  </a:lnTo>
                  <a:lnTo>
                    <a:pt x="48119" y="49793"/>
                  </a:lnTo>
                  <a:lnTo>
                    <a:pt x="44460" y="53625"/>
                  </a:lnTo>
                  <a:lnTo>
                    <a:pt x="40923" y="57570"/>
                  </a:lnTo>
                  <a:lnTo>
                    <a:pt x="37513" y="61625"/>
                  </a:lnTo>
                  <a:lnTo>
                    <a:pt x="34233" y="65786"/>
                  </a:lnTo>
                  <a:lnTo>
                    <a:pt x="31087" y="70050"/>
                  </a:lnTo>
                  <a:lnTo>
                    <a:pt x="28078" y="74410"/>
                  </a:lnTo>
                  <a:lnTo>
                    <a:pt x="25208" y="78864"/>
                  </a:lnTo>
                  <a:lnTo>
                    <a:pt x="22481" y="83407"/>
                  </a:lnTo>
                  <a:lnTo>
                    <a:pt x="19899" y="88034"/>
                  </a:lnTo>
                  <a:lnTo>
                    <a:pt x="17465" y="92740"/>
                  </a:lnTo>
                  <a:lnTo>
                    <a:pt x="15182" y="97521"/>
                  </a:lnTo>
                  <a:lnTo>
                    <a:pt x="13051" y="102372"/>
                  </a:lnTo>
                  <a:lnTo>
                    <a:pt x="11075" y="107288"/>
                  </a:lnTo>
                  <a:lnTo>
                    <a:pt x="9256" y="112265"/>
                  </a:lnTo>
                  <a:lnTo>
                    <a:pt x="7595" y="117296"/>
                  </a:lnTo>
                  <a:lnTo>
                    <a:pt x="6095" y="122378"/>
                  </a:lnTo>
                  <a:lnTo>
                    <a:pt x="4756" y="127504"/>
                  </a:lnTo>
                  <a:lnTo>
                    <a:pt x="3581" y="132670"/>
                  </a:lnTo>
                  <a:lnTo>
                    <a:pt x="2570" y="137871"/>
                  </a:lnTo>
                  <a:lnTo>
                    <a:pt x="1724" y="143102"/>
                  </a:lnTo>
                  <a:lnTo>
                    <a:pt x="1045" y="148357"/>
                  </a:lnTo>
                  <a:lnTo>
                    <a:pt x="532" y="153630"/>
                  </a:lnTo>
                  <a:lnTo>
                    <a:pt x="187" y="158917"/>
                  </a:lnTo>
                  <a:lnTo>
                    <a:pt x="9" y="164213"/>
                  </a:lnTo>
                  <a:lnTo>
                    <a:pt x="0" y="169511"/>
                  </a:lnTo>
                  <a:lnTo>
                    <a:pt x="158" y="174807"/>
                  </a:lnTo>
                  <a:lnTo>
                    <a:pt x="484" y="180095"/>
                  </a:lnTo>
                  <a:lnTo>
                    <a:pt x="977" y="185371"/>
                  </a:lnTo>
                  <a:lnTo>
                    <a:pt x="1638" y="190628"/>
                  </a:lnTo>
                  <a:lnTo>
                    <a:pt x="2464" y="195861"/>
                  </a:lnTo>
                  <a:lnTo>
                    <a:pt x="3456" y="201066"/>
                  </a:lnTo>
                  <a:lnTo>
                    <a:pt x="4613" y="206237"/>
                  </a:lnTo>
                  <a:lnTo>
                    <a:pt x="5933" y="211368"/>
                  </a:lnTo>
                  <a:lnTo>
                    <a:pt x="7414" y="216455"/>
                  </a:lnTo>
                  <a:lnTo>
                    <a:pt x="9057" y="221492"/>
                  </a:lnTo>
                  <a:lnTo>
                    <a:pt x="10858" y="226475"/>
                  </a:lnTo>
                  <a:lnTo>
                    <a:pt x="12816" y="231399"/>
                  </a:lnTo>
                  <a:lnTo>
                    <a:pt x="14929" y="236257"/>
                  </a:lnTo>
                  <a:lnTo>
                    <a:pt x="17195" y="241047"/>
                  </a:lnTo>
                  <a:lnTo>
                    <a:pt x="19611" y="245762"/>
                  </a:lnTo>
                  <a:lnTo>
                    <a:pt x="22176" y="250398"/>
                  </a:lnTo>
                  <a:lnTo>
                    <a:pt x="24887" y="254951"/>
                  </a:lnTo>
                  <a:lnTo>
                    <a:pt x="27740" y="259415"/>
                  </a:lnTo>
                  <a:lnTo>
                    <a:pt x="30734" y="263787"/>
                  </a:lnTo>
                  <a:lnTo>
                    <a:pt x="33864" y="268061"/>
                  </a:lnTo>
                  <a:lnTo>
                    <a:pt x="37129" y="272235"/>
                  </a:lnTo>
                  <a:lnTo>
                    <a:pt x="40524" y="276302"/>
                  </a:lnTo>
                  <a:lnTo>
                    <a:pt x="44046" y="280261"/>
                  </a:lnTo>
                  <a:lnTo>
                    <a:pt x="47692" y="284105"/>
                  </a:lnTo>
                  <a:lnTo>
                    <a:pt x="51458" y="287832"/>
                  </a:lnTo>
                  <a:lnTo>
                    <a:pt x="55340" y="291438"/>
                  </a:lnTo>
                  <a:lnTo>
                    <a:pt x="59334" y="294919"/>
                  </a:lnTo>
                  <a:lnTo>
                    <a:pt x="63437" y="298272"/>
                  </a:lnTo>
                  <a:lnTo>
                    <a:pt x="67644" y="301493"/>
                  </a:lnTo>
                  <a:lnTo>
                    <a:pt x="71951" y="304579"/>
                  </a:lnTo>
                  <a:lnTo>
                    <a:pt x="76353" y="307527"/>
                  </a:lnTo>
                  <a:lnTo>
                    <a:pt x="80847" y="310333"/>
                  </a:lnTo>
                  <a:lnTo>
                    <a:pt x="85427" y="312997"/>
                  </a:lnTo>
                  <a:lnTo>
                    <a:pt x="90090" y="315513"/>
                  </a:lnTo>
                  <a:lnTo>
                    <a:pt x="94830" y="317881"/>
                  </a:lnTo>
                  <a:lnTo>
                    <a:pt x="99643" y="320097"/>
                  </a:lnTo>
                  <a:lnTo>
                    <a:pt x="104523" y="322160"/>
                  </a:lnTo>
                  <a:lnTo>
                    <a:pt x="109466" y="324067"/>
                  </a:lnTo>
                  <a:lnTo>
                    <a:pt x="114468" y="325816"/>
                  </a:lnTo>
                  <a:lnTo>
                    <a:pt x="119522" y="327406"/>
                  </a:lnTo>
                  <a:lnTo>
                    <a:pt x="124624" y="328835"/>
                  </a:lnTo>
                  <a:lnTo>
                    <a:pt x="129769" y="330101"/>
                  </a:lnTo>
                  <a:lnTo>
                    <a:pt x="134951" y="331204"/>
                  </a:lnTo>
                  <a:lnTo>
                    <a:pt x="140166" y="332142"/>
                  </a:lnTo>
                  <a:lnTo>
                    <a:pt x="145407" y="332914"/>
                  </a:lnTo>
                  <a:lnTo>
                    <a:pt x="150671" y="333520"/>
                  </a:lnTo>
                  <a:lnTo>
                    <a:pt x="155951" y="333959"/>
                  </a:lnTo>
                  <a:lnTo>
                    <a:pt x="161243" y="334230"/>
                  </a:lnTo>
                  <a:lnTo>
                    <a:pt x="166540" y="334333"/>
                  </a:lnTo>
                  <a:lnTo>
                    <a:pt x="171838" y="334269"/>
                  </a:lnTo>
                  <a:lnTo>
                    <a:pt x="177131" y="334036"/>
                  </a:lnTo>
                  <a:lnTo>
                    <a:pt x="182415" y="333636"/>
                  </a:lnTo>
                  <a:lnTo>
                    <a:pt x="187683" y="333069"/>
                  </a:lnTo>
                  <a:lnTo>
                    <a:pt x="192930" y="332335"/>
                  </a:lnTo>
                  <a:lnTo>
                    <a:pt x="198151" y="331435"/>
                  </a:lnTo>
                  <a:lnTo>
                    <a:pt x="203341" y="330370"/>
                  </a:lnTo>
                  <a:lnTo>
                    <a:pt x="208495" y="329141"/>
                  </a:lnTo>
                  <a:lnTo>
                    <a:pt x="213608" y="327749"/>
                  </a:lnTo>
                  <a:lnTo>
                    <a:pt x="218673" y="326196"/>
                  </a:lnTo>
                  <a:lnTo>
                    <a:pt x="223687" y="324484"/>
                  </a:lnTo>
                  <a:lnTo>
                    <a:pt x="228644" y="322613"/>
                  </a:lnTo>
                  <a:lnTo>
                    <a:pt x="233540" y="320586"/>
                  </a:lnTo>
                  <a:lnTo>
                    <a:pt x="238369" y="318405"/>
                  </a:lnTo>
                  <a:lnTo>
                    <a:pt x="243126" y="316072"/>
                  </a:lnTo>
                  <a:lnTo>
                    <a:pt x="247806" y="313590"/>
                  </a:lnTo>
                  <a:lnTo>
                    <a:pt x="252406" y="310960"/>
                  </a:lnTo>
                  <a:lnTo>
                    <a:pt x="256920" y="308186"/>
                  </a:lnTo>
                  <a:lnTo>
                    <a:pt x="261344" y="305270"/>
                  </a:lnTo>
                  <a:lnTo>
                    <a:pt x="265674" y="302216"/>
                  </a:lnTo>
                  <a:lnTo>
                    <a:pt x="269904" y="299025"/>
                  </a:lnTo>
                  <a:lnTo>
                    <a:pt x="274031" y="295703"/>
                  </a:lnTo>
                  <a:lnTo>
                    <a:pt x="278051" y="292251"/>
                  </a:lnTo>
                  <a:lnTo>
                    <a:pt x="281959" y="288674"/>
                  </a:lnTo>
                  <a:lnTo>
                    <a:pt x="285752" y="284974"/>
                  </a:lnTo>
                  <a:lnTo>
                    <a:pt x="289426" y="281157"/>
                  </a:lnTo>
                  <a:lnTo>
                    <a:pt x="292977" y="277224"/>
                  </a:lnTo>
                  <a:lnTo>
                    <a:pt x="296402" y="273181"/>
                  </a:lnTo>
                  <a:lnTo>
                    <a:pt x="299697" y="269032"/>
                  </a:lnTo>
                  <a:lnTo>
                    <a:pt x="302858" y="264780"/>
                  </a:lnTo>
                  <a:lnTo>
                    <a:pt x="305884" y="260431"/>
                  </a:lnTo>
                  <a:lnTo>
                    <a:pt x="308769" y="255987"/>
                  </a:lnTo>
                  <a:lnTo>
                    <a:pt x="311513" y="251454"/>
                  </a:lnTo>
                  <a:lnTo>
                    <a:pt x="314112" y="246837"/>
                  </a:lnTo>
                  <a:lnTo>
                    <a:pt x="316563" y="242140"/>
                  </a:lnTo>
                  <a:lnTo>
                    <a:pt x="318864" y="237367"/>
                  </a:lnTo>
                  <a:lnTo>
                    <a:pt x="321012" y="232524"/>
                  </a:lnTo>
                  <a:lnTo>
                    <a:pt x="323006" y="227615"/>
                  </a:lnTo>
                  <a:lnTo>
                    <a:pt x="324844" y="222645"/>
                  </a:lnTo>
                  <a:lnTo>
                    <a:pt x="326523" y="217620"/>
                  </a:lnTo>
                  <a:lnTo>
                    <a:pt x="328041" y="212544"/>
                  </a:lnTo>
                  <a:lnTo>
                    <a:pt x="329399" y="207422"/>
                  </a:lnTo>
                  <a:lnTo>
                    <a:pt x="330593" y="202260"/>
                  </a:lnTo>
                  <a:lnTo>
                    <a:pt x="331623" y="197063"/>
                  </a:lnTo>
                  <a:lnTo>
                    <a:pt x="332488" y="191836"/>
                  </a:lnTo>
                  <a:lnTo>
                    <a:pt x="333186" y="186584"/>
                  </a:lnTo>
                  <a:lnTo>
                    <a:pt x="333718" y="181312"/>
                  </a:lnTo>
                  <a:lnTo>
                    <a:pt x="334083" y="176026"/>
                  </a:lnTo>
                  <a:lnTo>
                    <a:pt x="334280" y="170732"/>
                  </a:lnTo>
                  <a:lnTo>
                    <a:pt x="334309" y="165433"/>
                  </a:lnTo>
                  <a:lnTo>
                    <a:pt x="334170" y="160137"/>
                  </a:lnTo>
                  <a:lnTo>
                    <a:pt x="333863" y="154847"/>
                  </a:lnTo>
                  <a:lnTo>
                    <a:pt x="333389" y="149570"/>
                  </a:lnTo>
                  <a:lnTo>
                    <a:pt x="332748" y="144311"/>
                  </a:lnTo>
                  <a:lnTo>
                    <a:pt x="331941" y="139074"/>
                  </a:lnTo>
                  <a:lnTo>
                    <a:pt x="330967" y="133866"/>
                  </a:lnTo>
                  <a:lnTo>
                    <a:pt x="329830" y="128691"/>
                  </a:lnTo>
                  <a:lnTo>
                    <a:pt x="328529" y="123555"/>
                  </a:lnTo>
                  <a:lnTo>
                    <a:pt x="327066" y="118463"/>
                  </a:lnTo>
                  <a:lnTo>
                    <a:pt x="325442" y="113419"/>
                  </a:lnTo>
                  <a:lnTo>
                    <a:pt x="323659" y="108430"/>
                  </a:lnTo>
                  <a:lnTo>
                    <a:pt x="321719" y="103499"/>
                  </a:lnTo>
                  <a:lnTo>
                    <a:pt x="319624" y="98633"/>
                  </a:lnTo>
                  <a:lnTo>
                    <a:pt x="317375" y="93835"/>
                  </a:lnTo>
                  <a:lnTo>
                    <a:pt x="314976" y="89111"/>
                  </a:lnTo>
                  <a:lnTo>
                    <a:pt x="312428" y="84466"/>
                  </a:lnTo>
                  <a:lnTo>
                    <a:pt x="309734" y="79903"/>
                  </a:lnTo>
                  <a:lnTo>
                    <a:pt x="306897" y="75429"/>
                  </a:lnTo>
                  <a:lnTo>
                    <a:pt x="303919" y="71046"/>
                  </a:lnTo>
                  <a:lnTo>
                    <a:pt x="300804" y="66760"/>
                  </a:lnTo>
                  <a:lnTo>
                    <a:pt x="297555" y="62575"/>
                  </a:lnTo>
                  <a:lnTo>
                    <a:pt x="294175" y="58495"/>
                  </a:lnTo>
                  <a:lnTo>
                    <a:pt x="290667" y="54524"/>
                  </a:lnTo>
                  <a:lnTo>
                    <a:pt x="287036" y="50666"/>
                  </a:lnTo>
                  <a:lnTo>
                    <a:pt x="283283" y="46925"/>
                  </a:lnTo>
                  <a:lnTo>
                    <a:pt x="279414" y="43305"/>
                  </a:lnTo>
                  <a:lnTo>
                    <a:pt x="275433" y="39809"/>
                  </a:lnTo>
                  <a:lnTo>
                    <a:pt x="271342" y="36442"/>
                  </a:lnTo>
                  <a:lnTo>
                    <a:pt x="267147" y="33206"/>
                  </a:lnTo>
                  <a:lnTo>
                    <a:pt x="262851" y="30104"/>
                  </a:lnTo>
                  <a:lnTo>
                    <a:pt x="258460" y="27140"/>
                  </a:lnTo>
                  <a:lnTo>
                    <a:pt x="253976" y="24316"/>
                  </a:lnTo>
                  <a:lnTo>
                    <a:pt x="249406" y="21637"/>
                  </a:lnTo>
                  <a:lnTo>
                    <a:pt x="244752" y="19103"/>
                  </a:lnTo>
                  <a:lnTo>
                    <a:pt x="240021" y="16718"/>
                  </a:lnTo>
                  <a:lnTo>
                    <a:pt x="235216" y="14484"/>
                  </a:lnTo>
                  <a:lnTo>
                    <a:pt x="230344" y="12404"/>
                  </a:lnTo>
                  <a:lnTo>
                    <a:pt x="225407" y="10479"/>
                  </a:lnTo>
                  <a:lnTo>
                    <a:pt x="220412" y="8711"/>
                  </a:lnTo>
                  <a:lnTo>
                    <a:pt x="215364" y="7103"/>
                  </a:lnTo>
                  <a:lnTo>
                    <a:pt x="210267" y="5656"/>
                  </a:lnTo>
                  <a:lnTo>
                    <a:pt x="205127" y="4370"/>
                  </a:lnTo>
                  <a:lnTo>
                    <a:pt x="199949" y="3249"/>
                  </a:lnTo>
                  <a:lnTo>
                    <a:pt x="194738" y="2292"/>
                  </a:lnTo>
                  <a:lnTo>
                    <a:pt x="189499" y="1500"/>
                  </a:lnTo>
                  <a:lnTo>
                    <a:pt x="184237" y="875"/>
                  </a:lnTo>
                  <a:lnTo>
                    <a:pt x="178959" y="417"/>
                  </a:lnTo>
                  <a:lnTo>
                    <a:pt x="173668" y="127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90748" y="3707847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90748" y="3707847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90748" y="3707847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90748" y="3707847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90748" y="3707847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90748" y="3707847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90748" y="3707847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90748" y="3707847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90748" y="3707847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90748" y="3707847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90748" y="3707847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90748" y="3707847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90748" y="3707720"/>
              <a:ext cx="6517" cy="167167"/>
            </a:xfrm>
            <a:custGeom>
              <a:avLst/>
              <a:pathLst>
                <a:path w="6517" h="167167">
                  <a:moveTo>
                    <a:pt x="6517" y="12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14136" y="4213821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0" y="335"/>
                  </a:lnTo>
                  <a:lnTo>
                    <a:pt x="151279" y="755"/>
                  </a:lnTo>
                  <a:lnTo>
                    <a:pt x="146013" y="1341"/>
                  </a:lnTo>
                  <a:lnTo>
                    <a:pt x="140768" y="2094"/>
                  </a:lnTo>
                  <a:lnTo>
                    <a:pt x="135550" y="3013"/>
                  </a:lnTo>
                  <a:lnTo>
                    <a:pt x="130364" y="4097"/>
                  </a:lnTo>
                  <a:lnTo>
                    <a:pt x="125214" y="5345"/>
                  </a:lnTo>
                  <a:lnTo>
                    <a:pt x="120107" y="6755"/>
                  </a:lnTo>
                  <a:lnTo>
                    <a:pt x="115047" y="8327"/>
                  </a:lnTo>
                  <a:lnTo>
                    <a:pt x="110040" y="10058"/>
                  </a:lnTo>
                  <a:lnTo>
                    <a:pt x="105089" y="11947"/>
                  </a:lnTo>
                  <a:lnTo>
                    <a:pt x="100201" y="13991"/>
                  </a:lnTo>
                  <a:lnTo>
                    <a:pt x="95381" y="16190"/>
                  </a:lnTo>
                  <a:lnTo>
                    <a:pt x="90632" y="18540"/>
                  </a:lnTo>
                  <a:lnTo>
                    <a:pt x="85960" y="21040"/>
                  </a:lnTo>
                  <a:lnTo>
                    <a:pt x="81370" y="23686"/>
                  </a:lnTo>
                  <a:lnTo>
                    <a:pt x="76866" y="26477"/>
                  </a:lnTo>
                  <a:lnTo>
                    <a:pt x="72453" y="29409"/>
                  </a:lnTo>
                  <a:lnTo>
                    <a:pt x="68135" y="32479"/>
                  </a:lnTo>
                  <a:lnTo>
                    <a:pt x="63916" y="35684"/>
                  </a:lnTo>
                  <a:lnTo>
                    <a:pt x="59801" y="39022"/>
                  </a:lnTo>
                  <a:lnTo>
                    <a:pt x="55794" y="42488"/>
                  </a:lnTo>
                  <a:lnTo>
                    <a:pt x="51899" y="46080"/>
                  </a:lnTo>
                  <a:lnTo>
                    <a:pt x="48119" y="49793"/>
                  </a:lnTo>
                  <a:lnTo>
                    <a:pt x="44460" y="53625"/>
                  </a:lnTo>
                  <a:lnTo>
                    <a:pt x="40923" y="57570"/>
                  </a:lnTo>
                  <a:lnTo>
                    <a:pt x="37513" y="61625"/>
                  </a:lnTo>
                  <a:lnTo>
                    <a:pt x="34233" y="65786"/>
                  </a:lnTo>
                  <a:lnTo>
                    <a:pt x="31087" y="70050"/>
                  </a:lnTo>
                  <a:lnTo>
                    <a:pt x="28078" y="74410"/>
                  </a:lnTo>
                  <a:lnTo>
                    <a:pt x="25208" y="78864"/>
                  </a:lnTo>
                  <a:lnTo>
                    <a:pt x="22481" y="83407"/>
                  </a:lnTo>
                  <a:lnTo>
                    <a:pt x="19899" y="88034"/>
                  </a:lnTo>
                  <a:lnTo>
                    <a:pt x="17465" y="92740"/>
                  </a:lnTo>
                  <a:lnTo>
                    <a:pt x="15182" y="97521"/>
                  </a:lnTo>
                  <a:lnTo>
                    <a:pt x="13051" y="102372"/>
                  </a:lnTo>
                  <a:lnTo>
                    <a:pt x="11075" y="107288"/>
                  </a:lnTo>
                  <a:lnTo>
                    <a:pt x="9256" y="112265"/>
                  </a:lnTo>
                  <a:lnTo>
                    <a:pt x="7595" y="117296"/>
                  </a:lnTo>
                  <a:lnTo>
                    <a:pt x="6095" y="122378"/>
                  </a:lnTo>
                  <a:lnTo>
                    <a:pt x="4756" y="127504"/>
                  </a:lnTo>
                  <a:lnTo>
                    <a:pt x="3581" y="132670"/>
                  </a:lnTo>
                  <a:lnTo>
                    <a:pt x="2570" y="137871"/>
                  </a:lnTo>
                  <a:lnTo>
                    <a:pt x="1724" y="143102"/>
                  </a:lnTo>
                  <a:lnTo>
                    <a:pt x="1045" y="148357"/>
                  </a:lnTo>
                  <a:lnTo>
                    <a:pt x="532" y="153630"/>
                  </a:lnTo>
                  <a:lnTo>
                    <a:pt x="187" y="158917"/>
                  </a:lnTo>
                  <a:lnTo>
                    <a:pt x="9" y="164213"/>
                  </a:lnTo>
                  <a:lnTo>
                    <a:pt x="0" y="169511"/>
                  </a:lnTo>
                  <a:lnTo>
                    <a:pt x="158" y="174807"/>
                  </a:lnTo>
                  <a:lnTo>
                    <a:pt x="484" y="180095"/>
                  </a:lnTo>
                  <a:lnTo>
                    <a:pt x="977" y="185371"/>
                  </a:lnTo>
                  <a:lnTo>
                    <a:pt x="1638" y="190628"/>
                  </a:lnTo>
                  <a:lnTo>
                    <a:pt x="2464" y="195861"/>
                  </a:lnTo>
                  <a:lnTo>
                    <a:pt x="3456" y="201066"/>
                  </a:lnTo>
                  <a:lnTo>
                    <a:pt x="4613" y="206237"/>
                  </a:lnTo>
                  <a:lnTo>
                    <a:pt x="5933" y="211368"/>
                  </a:lnTo>
                  <a:lnTo>
                    <a:pt x="7414" y="216455"/>
                  </a:lnTo>
                  <a:lnTo>
                    <a:pt x="9057" y="221492"/>
                  </a:lnTo>
                  <a:lnTo>
                    <a:pt x="10858" y="226475"/>
                  </a:lnTo>
                  <a:lnTo>
                    <a:pt x="12816" y="231399"/>
                  </a:lnTo>
                  <a:lnTo>
                    <a:pt x="14929" y="236257"/>
                  </a:lnTo>
                  <a:lnTo>
                    <a:pt x="17195" y="241047"/>
                  </a:lnTo>
                  <a:lnTo>
                    <a:pt x="19611" y="245762"/>
                  </a:lnTo>
                  <a:lnTo>
                    <a:pt x="22176" y="250398"/>
                  </a:lnTo>
                  <a:lnTo>
                    <a:pt x="24887" y="254951"/>
                  </a:lnTo>
                  <a:lnTo>
                    <a:pt x="27740" y="259415"/>
                  </a:lnTo>
                  <a:lnTo>
                    <a:pt x="30734" y="263787"/>
                  </a:lnTo>
                  <a:lnTo>
                    <a:pt x="33864" y="268061"/>
                  </a:lnTo>
                  <a:lnTo>
                    <a:pt x="37129" y="272235"/>
                  </a:lnTo>
                  <a:lnTo>
                    <a:pt x="40524" y="276302"/>
                  </a:lnTo>
                  <a:lnTo>
                    <a:pt x="44046" y="280261"/>
                  </a:lnTo>
                  <a:lnTo>
                    <a:pt x="47692" y="284105"/>
                  </a:lnTo>
                  <a:lnTo>
                    <a:pt x="51458" y="287832"/>
                  </a:lnTo>
                  <a:lnTo>
                    <a:pt x="55340" y="291438"/>
                  </a:lnTo>
                  <a:lnTo>
                    <a:pt x="59334" y="294919"/>
                  </a:lnTo>
                  <a:lnTo>
                    <a:pt x="63437" y="298272"/>
                  </a:lnTo>
                  <a:lnTo>
                    <a:pt x="67644" y="301493"/>
                  </a:lnTo>
                  <a:lnTo>
                    <a:pt x="71951" y="304579"/>
                  </a:lnTo>
                  <a:lnTo>
                    <a:pt x="76353" y="307527"/>
                  </a:lnTo>
                  <a:lnTo>
                    <a:pt x="80847" y="310333"/>
                  </a:lnTo>
                  <a:lnTo>
                    <a:pt x="85427" y="312997"/>
                  </a:lnTo>
                  <a:lnTo>
                    <a:pt x="90090" y="315513"/>
                  </a:lnTo>
                  <a:lnTo>
                    <a:pt x="94830" y="317881"/>
                  </a:lnTo>
                  <a:lnTo>
                    <a:pt x="99643" y="320097"/>
                  </a:lnTo>
                  <a:lnTo>
                    <a:pt x="104523" y="322160"/>
                  </a:lnTo>
                  <a:lnTo>
                    <a:pt x="109466" y="324067"/>
                  </a:lnTo>
                  <a:lnTo>
                    <a:pt x="114468" y="325816"/>
                  </a:lnTo>
                  <a:lnTo>
                    <a:pt x="119522" y="327406"/>
                  </a:lnTo>
                  <a:lnTo>
                    <a:pt x="124624" y="328835"/>
                  </a:lnTo>
                  <a:lnTo>
                    <a:pt x="129769" y="330101"/>
                  </a:lnTo>
                  <a:lnTo>
                    <a:pt x="134951" y="331204"/>
                  </a:lnTo>
                  <a:lnTo>
                    <a:pt x="140166" y="332142"/>
                  </a:lnTo>
                  <a:lnTo>
                    <a:pt x="145407" y="332914"/>
                  </a:lnTo>
                  <a:lnTo>
                    <a:pt x="150671" y="333520"/>
                  </a:lnTo>
                  <a:lnTo>
                    <a:pt x="155951" y="333959"/>
                  </a:lnTo>
                  <a:lnTo>
                    <a:pt x="161243" y="334230"/>
                  </a:lnTo>
                  <a:lnTo>
                    <a:pt x="166540" y="334333"/>
                  </a:lnTo>
                  <a:lnTo>
                    <a:pt x="171838" y="334269"/>
                  </a:lnTo>
                  <a:lnTo>
                    <a:pt x="177131" y="334036"/>
                  </a:lnTo>
                  <a:lnTo>
                    <a:pt x="182415" y="333636"/>
                  </a:lnTo>
                  <a:lnTo>
                    <a:pt x="187683" y="333069"/>
                  </a:lnTo>
                  <a:lnTo>
                    <a:pt x="192930" y="332335"/>
                  </a:lnTo>
                  <a:lnTo>
                    <a:pt x="198151" y="331435"/>
                  </a:lnTo>
                  <a:lnTo>
                    <a:pt x="203341" y="330370"/>
                  </a:lnTo>
                  <a:lnTo>
                    <a:pt x="208495" y="329141"/>
                  </a:lnTo>
                  <a:lnTo>
                    <a:pt x="213608" y="327749"/>
                  </a:lnTo>
                  <a:lnTo>
                    <a:pt x="218673" y="326196"/>
                  </a:lnTo>
                  <a:lnTo>
                    <a:pt x="223687" y="324484"/>
                  </a:lnTo>
                  <a:lnTo>
                    <a:pt x="228644" y="322613"/>
                  </a:lnTo>
                  <a:lnTo>
                    <a:pt x="233540" y="320586"/>
                  </a:lnTo>
                  <a:lnTo>
                    <a:pt x="238369" y="318405"/>
                  </a:lnTo>
                  <a:lnTo>
                    <a:pt x="243126" y="316072"/>
                  </a:lnTo>
                  <a:lnTo>
                    <a:pt x="247806" y="313590"/>
                  </a:lnTo>
                  <a:lnTo>
                    <a:pt x="252406" y="310960"/>
                  </a:lnTo>
                  <a:lnTo>
                    <a:pt x="256920" y="308186"/>
                  </a:lnTo>
                  <a:lnTo>
                    <a:pt x="261344" y="305270"/>
                  </a:lnTo>
                  <a:lnTo>
                    <a:pt x="265674" y="302216"/>
                  </a:lnTo>
                  <a:lnTo>
                    <a:pt x="269904" y="299025"/>
                  </a:lnTo>
                  <a:lnTo>
                    <a:pt x="274031" y="295703"/>
                  </a:lnTo>
                  <a:lnTo>
                    <a:pt x="278051" y="292251"/>
                  </a:lnTo>
                  <a:lnTo>
                    <a:pt x="281959" y="288674"/>
                  </a:lnTo>
                  <a:lnTo>
                    <a:pt x="285752" y="284974"/>
                  </a:lnTo>
                  <a:lnTo>
                    <a:pt x="289426" y="281157"/>
                  </a:lnTo>
                  <a:lnTo>
                    <a:pt x="292977" y="277224"/>
                  </a:lnTo>
                  <a:lnTo>
                    <a:pt x="296402" y="273181"/>
                  </a:lnTo>
                  <a:lnTo>
                    <a:pt x="299697" y="269032"/>
                  </a:lnTo>
                  <a:lnTo>
                    <a:pt x="302858" y="264780"/>
                  </a:lnTo>
                  <a:lnTo>
                    <a:pt x="305884" y="260431"/>
                  </a:lnTo>
                  <a:lnTo>
                    <a:pt x="308769" y="255987"/>
                  </a:lnTo>
                  <a:lnTo>
                    <a:pt x="311513" y="251454"/>
                  </a:lnTo>
                  <a:lnTo>
                    <a:pt x="314112" y="246837"/>
                  </a:lnTo>
                  <a:lnTo>
                    <a:pt x="316563" y="242140"/>
                  </a:lnTo>
                  <a:lnTo>
                    <a:pt x="318864" y="237367"/>
                  </a:lnTo>
                  <a:lnTo>
                    <a:pt x="321012" y="232524"/>
                  </a:lnTo>
                  <a:lnTo>
                    <a:pt x="323006" y="227615"/>
                  </a:lnTo>
                  <a:lnTo>
                    <a:pt x="324844" y="222645"/>
                  </a:lnTo>
                  <a:lnTo>
                    <a:pt x="326523" y="217620"/>
                  </a:lnTo>
                  <a:lnTo>
                    <a:pt x="328041" y="212544"/>
                  </a:lnTo>
                  <a:lnTo>
                    <a:pt x="329399" y="207422"/>
                  </a:lnTo>
                  <a:lnTo>
                    <a:pt x="330593" y="202260"/>
                  </a:lnTo>
                  <a:lnTo>
                    <a:pt x="331623" y="197063"/>
                  </a:lnTo>
                  <a:lnTo>
                    <a:pt x="332488" y="191836"/>
                  </a:lnTo>
                  <a:lnTo>
                    <a:pt x="333186" y="186584"/>
                  </a:lnTo>
                  <a:lnTo>
                    <a:pt x="333718" y="181312"/>
                  </a:lnTo>
                  <a:lnTo>
                    <a:pt x="334083" y="176026"/>
                  </a:lnTo>
                  <a:lnTo>
                    <a:pt x="334280" y="170732"/>
                  </a:lnTo>
                  <a:lnTo>
                    <a:pt x="334309" y="165433"/>
                  </a:lnTo>
                  <a:lnTo>
                    <a:pt x="334170" y="160137"/>
                  </a:lnTo>
                  <a:lnTo>
                    <a:pt x="333863" y="154847"/>
                  </a:lnTo>
                  <a:lnTo>
                    <a:pt x="333389" y="149570"/>
                  </a:lnTo>
                  <a:lnTo>
                    <a:pt x="332748" y="144311"/>
                  </a:lnTo>
                  <a:lnTo>
                    <a:pt x="331941" y="139074"/>
                  </a:lnTo>
                  <a:lnTo>
                    <a:pt x="330967" y="133866"/>
                  </a:lnTo>
                  <a:lnTo>
                    <a:pt x="329830" y="128691"/>
                  </a:lnTo>
                  <a:lnTo>
                    <a:pt x="328529" y="123555"/>
                  </a:lnTo>
                  <a:lnTo>
                    <a:pt x="327066" y="118463"/>
                  </a:lnTo>
                  <a:lnTo>
                    <a:pt x="325442" y="113419"/>
                  </a:lnTo>
                  <a:lnTo>
                    <a:pt x="323659" y="108430"/>
                  </a:lnTo>
                  <a:lnTo>
                    <a:pt x="321719" y="103499"/>
                  </a:lnTo>
                  <a:lnTo>
                    <a:pt x="319624" y="98633"/>
                  </a:lnTo>
                  <a:lnTo>
                    <a:pt x="317375" y="93835"/>
                  </a:lnTo>
                  <a:lnTo>
                    <a:pt x="314976" y="89111"/>
                  </a:lnTo>
                  <a:lnTo>
                    <a:pt x="312428" y="84466"/>
                  </a:lnTo>
                  <a:lnTo>
                    <a:pt x="309734" y="79903"/>
                  </a:lnTo>
                  <a:lnTo>
                    <a:pt x="306897" y="75429"/>
                  </a:lnTo>
                  <a:lnTo>
                    <a:pt x="303919" y="71046"/>
                  </a:lnTo>
                  <a:lnTo>
                    <a:pt x="300804" y="66760"/>
                  </a:lnTo>
                  <a:lnTo>
                    <a:pt x="297555" y="62575"/>
                  </a:lnTo>
                  <a:lnTo>
                    <a:pt x="294175" y="58495"/>
                  </a:lnTo>
                  <a:lnTo>
                    <a:pt x="290667" y="54524"/>
                  </a:lnTo>
                  <a:lnTo>
                    <a:pt x="287036" y="50666"/>
                  </a:lnTo>
                  <a:lnTo>
                    <a:pt x="283283" y="46925"/>
                  </a:lnTo>
                  <a:lnTo>
                    <a:pt x="279414" y="43305"/>
                  </a:lnTo>
                  <a:lnTo>
                    <a:pt x="275433" y="39809"/>
                  </a:lnTo>
                  <a:lnTo>
                    <a:pt x="271342" y="36442"/>
                  </a:lnTo>
                  <a:lnTo>
                    <a:pt x="267147" y="33206"/>
                  </a:lnTo>
                  <a:lnTo>
                    <a:pt x="262851" y="30104"/>
                  </a:lnTo>
                  <a:lnTo>
                    <a:pt x="258460" y="27140"/>
                  </a:lnTo>
                  <a:lnTo>
                    <a:pt x="253976" y="24316"/>
                  </a:lnTo>
                  <a:lnTo>
                    <a:pt x="249406" y="21637"/>
                  </a:lnTo>
                  <a:lnTo>
                    <a:pt x="244752" y="19103"/>
                  </a:lnTo>
                  <a:lnTo>
                    <a:pt x="240021" y="16718"/>
                  </a:lnTo>
                  <a:lnTo>
                    <a:pt x="235216" y="14484"/>
                  </a:lnTo>
                  <a:lnTo>
                    <a:pt x="230344" y="12404"/>
                  </a:lnTo>
                  <a:lnTo>
                    <a:pt x="225407" y="10479"/>
                  </a:lnTo>
                  <a:lnTo>
                    <a:pt x="220412" y="8711"/>
                  </a:lnTo>
                  <a:lnTo>
                    <a:pt x="215364" y="7103"/>
                  </a:lnTo>
                  <a:lnTo>
                    <a:pt x="210267" y="5656"/>
                  </a:lnTo>
                  <a:lnTo>
                    <a:pt x="205127" y="4370"/>
                  </a:lnTo>
                  <a:lnTo>
                    <a:pt x="199949" y="3249"/>
                  </a:lnTo>
                  <a:lnTo>
                    <a:pt x="194738" y="2292"/>
                  </a:lnTo>
                  <a:lnTo>
                    <a:pt x="189499" y="1500"/>
                  </a:lnTo>
                  <a:lnTo>
                    <a:pt x="184237" y="875"/>
                  </a:lnTo>
                  <a:lnTo>
                    <a:pt x="178959" y="417"/>
                  </a:lnTo>
                  <a:lnTo>
                    <a:pt x="173668" y="127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781287" y="421394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781287" y="421394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781287" y="421394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781287" y="421394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781287" y="421394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781287" y="421394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781287" y="421394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781287" y="421394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781287" y="421394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781287" y="421394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781287" y="4213948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781287" y="4213821"/>
              <a:ext cx="6517" cy="167167"/>
            </a:xfrm>
            <a:custGeom>
              <a:avLst/>
              <a:pathLst>
                <a:path w="6517" h="167167">
                  <a:moveTo>
                    <a:pt x="6517" y="12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919364" y="4659281"/>
              <a:ext cx="167160" cy="195538"/>
            </a:xfrm>
            <a:custGeom>
              <a:avLst/>
              <a:pathLst>
                <a:path w="167160" h="195538">
                  <a:moveTo>
                    <a:pt x="167160" y="0"/>
                  </a:moveTo>
                  <a:lnTo>
                    <a:pt x="161770" y="86"/>
                  </a:lnTo>
                  <a:lnTo>
                    <a:pt x="156386" y="347"/>
                  </a:lnTo>
                  <a:lnTo>
                    <a:pt x="151013" y="781"/>
                  </a:lnTo>
                  <a:lnTo>
                    <a:pt x="145657" y="1388"/>
                  </a:lnTo>
                  <a:lnTo>
                    <a:pt x="140323" y="2168"/>
                  </a:lnTo>
                  <a:lnTo>
                    <a:pt x="135017" y="3119"/>
                  </a:lnTo>
                  <a:lnTo>
                    <a:pt x="129745" y="4240"/>
                  </a:lnTo>
                  <a:lnTo>
                    <a:pt x="124511" y="5531"/>
                  </a:lnTo>
                  <a:lnTo>
                    <a:pt x="119322" y="6990"/>
                  </a:lnTo>
                  <a:lnTo>
                    <a:pt x="114183" y="8616"/>
                  </a:lnTo>
                  <a:lnTo>
                    <a:pt x="109098" y="10407"/>
                  </a:lnTo>
                  <a:lnTo>
                    <a:pt x="104074" y="12360"/>
                  </a:lnTo>
                  <a:lnTo>
                    <a:pt x="99116" y="14474"/>
                  </a:lnTo>
                  <a:lnTo>
                    <a:pt x="94228" y="16748"/>
                  </a:lnTo>
                  <a:lnTo>
                    <a:pt x="89416" y="19177"/>
                  </a:lnTo>
                  <a:lnTo>
                    <a:pt x="84685" y="21761"/>
                  </a:lnTo>
                  <a:lnTo>
                    <a:pt x="80040" y="24496"/>
                  </a:lnTo>
                  <a:lnTo>
                    <a:pt x="75485" y="27379"/>
                  </a:lnTo>
                  <a:lnTo>
                    <a:pt x="71026" y="30407"/>
                  </a:lnTo>
                  <a:lnTo>
                    <a:pt x="66667" y="33578"/>
                  </a:lnTo>
                  <a:lnTo>
                    <a:pt x="62412" y="36887"/>
                  </a:lnTo>
                  <a:lnTo>
                    <a:pt x="58266" y="40332"/>
                  </a:lnTo>
                  <a:lnTo>
                    <a:pt x="54233" y="43909"/>
                  </a:lnTo>
                  <a:lnTo>
                    <a:pt x="50318" y="47614"/>
                  </a:lnTo>
                  <a:lnTo>
                    <a:pt x="46524" y="51443"/>
                  </a:lnTo>
                  <a:lnTo>
                    <a:pt x="42856" y="55393"/>
                  </a:lnTo>
                  <a:lnTo>
                    <a:pt x="39317" y="59459"/>
                  </a:lnTo>
                  <a:lnTo>
                    <a:pt x="35910" y="63636"/>
                  </a:lnTo>
                  <a:lnTo>
                    <a:pt x="32641" y="67922"/>
                  </a:lnTo>
                  <a:lnTo>
                    <a:pt x="29511" y="72311"/>
                  </a:lnTo>
                  <a:lnTo>
                    <a:pt x="26524" y="76798"/>
                  </a:lnTo>
                  <a:lnTo>
                    <a:pt x="23684" y="81379"/>
                  </a:lnTo>
                  <a:lnTo>
                    <a:pt x="20992" y="86050"/>
                  </a:lnTo>
                  <a:lnTo>
                    <a:pt x="18453" y="90804"/>
                  </a:lnTo>
                  <a:lnTo>
                    <a:pt x="16068" y="95639"/>
                  </a:lnTo>
                  <a:lnTo>
                    <a:pt x="13840" y="100547"/>
                  </a:lnTo>
                  <a:lnTo>
                    <a:pt x="11772" y="105525"/>
                  </a:lnTo>
                  <a:lnTo>
                    <a:pt x="9866" y="110567"/>
                  </a:lnTo>
                  <a:lnTo>
                    <a:pt x="8123" y="115668"/>
                  </a:lnTo>
                  <a:lnTo>
                    <a:pt x="6545" y="120822"/>
                  </a:lnTo>
                  <a:lnTo>
                    <a:pt x="5134" y="126025"/>
                  </a:lnTo>
                  <a:lnTo>
                    <a:pt x="3892" y="131270"/>
                  </a:lnTo>
                  <a:lnTo>
                    <a:pt x="2819" y="136553"/>
                  </a:lnTo>
                  <a:lnTo>
                    <a:pt x="1918" y="141867"/>
                  </a:lnTo>
                  <a:lnTo>
                    <a:pt x="1188" y="147208"/>
                  </a:lnTo>
                  <a:lnTo>
                    <a:pt x="631" y="152570"/>
                  </a:lnTo>
                  <a:lnTo>
                    <a:pt x="247" y="157946"/>
                  </a:lnTo>
                  <a:lnTo>
                    <a:pt x="36" y="163333"/>
                  </a:lnTo>
                  <a:lnTo>
                    <a:pt x="0" y="168723"/>
                  </a:lnTo>
                  <a:lnTo>
                    <a:pt x="137" y="174112"/>
                  </a:lnTo>
                  <a:lnTo>
                    <a:pt x="447" y="179493"/>
                  </a:lnTo>
                  <a:lnTo>
                    <a:pt x="931" y="184862"/>
                  </a:lnTo>
                  <a:lnTo>
                    <a:pt x="1588" y="190212"/>
                  </a:lnTo>
                  <a:lnTo>
                    <a:pt x="2417" y="19553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921782" y="4826449"/>
              <a:ext cx="164742" cy="28371"/>
            </a:xfrm>
            <a:custGeom>
              <a:avLst/>
              <a:pathLst>
                <a:path w="164742" h="28371">
                  <a:moveTo>
                    <a:pt x="0" y="28371"/>
                  </a:moveTo>
                  <a:lnTo>
                    <a:pt x="1647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921782" y="4826449"/>
              <a:ext cx="164742" cy="28371"/>
            </a:xfrm>
            <a:custGeom>
              <a:avLst/>
              <a:pathLst>
                <a:path w="164742" h="28371">
                  <a:moveTo>
                    <a:pt x="0" y="28371"/>
                  </a:moveTo>
                  <a:lnTo>
                    <a:pt x="1647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921782" y="4826449"/>
              <a:ext cx="164742" cy="28371"/>
            </a:xfrm>
            <a:custGeom>
              <a:avLst/>
              <a:pathLst>
                <a:path w="164742" h="28371">
                  <a:moveTo>
                    <a:pt x="0" y="28371"/>
                  </a:moveTo>
                  <a:lnTo>
                    <a:pt x="16474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921782" y="4826449"/>
              <a:ext cx="164742" cy="28371"/>
            </a:xfrm>
            <a:custGeom>
              <a:avLst/>
              <a:pathLst>
                <a:path w="164742" h="28371">
                  <a:moveTo>
                    <a:pt x="0" y="28371"/>
                  </a:moveTo>
                  <a:lnTo>
                    <a:pt x="1647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921782" y="4826449"/>
              <a:ext cx="164742" cy="28371"/>
            </a:xfrm>
            <a:custGeom>
              <a:avLst/>
              <a:pathLst>
                <a:path w="164742" h="28371">
                  <a:moveTo>
                    <a:pt x="0" y="28371"/>
                  </a:moveTo>
                  <a:lnTo>
                    <a:pt x="1647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921782" y="4826449"/>
              <a:ext cx="164742" cy="28371"/>
            </a:xfrm>
            <a:custGeom>
              <a:avLst/>
              <a:pathLst>
                <a:path w="164742" h="28371">
                  <a:moveTo>
                    <a:pt x="0" y="28371"/>
                  </a:moveTo>
                  <a:lnTo>
                    <a:pt x="1647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921782" y="4826449"/>
              <a:ext cx="164742" cy="28371"/>
            </a:xfrm>
            <a:custGeom>
              <a:avLst/>
              <a:pathLst>
                <a:path w="164742" h="28371">
                  <a:moveTo>
                    <a:pt x="0" y="28371"/>
                  </a:moveTo>
                  <a:lnTo>
                    <a:pt x="1647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921782" y="4826449"/>
              <a:ext cx="164742" cy="28371"/>
            </a:xfrm>
            <a:custGeom>
              <a:avLst/>
              <a:pathLst>
                <a:path w="164742" h="28371">
                  <a:moveTo>
                    <a:pt x="0" y="28371"/>
                  </a:moveTo>
                  <a:lnTo>
                    <a:pt x="16474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921782" y="4826449"/>
              <a:ext cx="164742" cy="28371"/>
            </a:xfrm>
            <a:custGeom>
              <a:avLst/>
              <a:pathLst>
                <a:path w="164742" h="28371">
                  <a:moveTo>
                    <a:pt x="0" y="28371"/>
                  </a:moveTo>
                  <a:lnTo>
                    <a:pt x="16474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921782" y="4826449"/>
              <a:ext cx="164742" cy="53033"/>
            </a:xfrm>
            <a:custGeom>
              <a:avLst/>
              <a:pathLst>
                <a:path w="164742" h="53033">
                  <a:moveTo>
                    <a:pt x="0" y="28371"/>
                  </a:moveTo>
                  <a:lnTo>
                    <a:pt x="1651" y="36693"/>
                  </a:lnTo>
                  <a:lnTo>
                    <a:pt x="3723" y="44921"/>
                  </a:lnTo>
                  <a:lnTo>
                    <a:pt x="6210" y="53033"/>
                  </a:lnTo>
                  <a:lnTo>
                    <a:pt x="16474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927992" y="4659281"/>
              <a:ext cx="325687" cy="334330"/>
            </a:xfrm>
            <a:custGeom>
              <a:avLst/>
              <a:pathLst>
                <a:path w="325687" h="334330">
                  <a:moveTo>
                    <a:pt x="0" y="220200"/>
                  </a:moveTo>
                  <a:lnTo>
                    <a:pt x="1766" y="225215"/>
                  </a:lnTo>
                  <a:lnTo>
                    <a:pt x="3692" y="230172"/>
                  </a:lnTo>
                  <a:lnTo>
                    <a:pt x="5774" y="235064"/>
                  </a:lnTo>
                  <a:lnTo>
                    <a:pt x="8010" y="239888"/>
                  </a:lnTo>
                  <a:lnTo>
                    <a:pt x="10399" y="244638"/>
                  </a:lnTo>
                  <a:lnTo>
                    <a:pt x="12938" y="249310"/>
                  </a:lnTo>
                  <a:lnTo>
                    <a:pt x="15624" y="253899"/>
                  </a:lnTo>
                  <a:lnTo>
                    <a:pt x="18455" y="258400"/>
                  </a:lnTo>
                  <a:lnTo>
                    <a:pt x="21427" y="262809"/>
                  </a:lnTo>
                  <a:lnTo>
                    <a:pt x="24538" y="267121"/>
                  </a:lnTo>
                  <a:lnTo>
                    <a:pt x="27785" y="271331"/>
                  </a:lnTo>
                  <a:lnTo>
                    <a:pt x="31164" y="275437"/>
                  </a:lnTo>
                  <a:lnTo>
                    <a:pt x="34671" y="279433"/>
                  </a:lnTo>
                  <a:lnTo>
                    <a:pt x="38304" y="283315"/>
                  </a:lnTo>
                  <a:lnTo>
                    <a:pt x="42059" y="287080"/>
                  </a:lnTo>
                  <a:lnTo>
                    <a:pt x="45932" y="290723"/>
                  </a:lnTo>
                  <a:lnTo>
                    <a:pt x="49918" y="294242"/>
                  </a:lnTo>
                  <a:lnTo>
                    <a:pt x="54014" y="297632"/>
                  </a:lnTo>
                  <a:lnTo>
                    <a:pt x="58216" y="300890"/>
                  </a:lnTo>
                  <a:lnTo>
                    <a:pt x="62520" y="304013"/>
                  </a:lnTo>
                  <a:lnTo>
                    <a:pt x="66921" y="306997"/>
                  </a:lnTo>
                  <a:lnTo>
                    <a:pt x="71414" y="309840"/>
                  </a:lnTo>
                  <a:lnTo>
                    <a:pt x="75996" y="312538"/>
                  </a:lnTo>
                  <a:lnTo>
                    <a:pt x="80661" y="315089"/>
                  </a:lnTo>
                  <a:lnTo>
                    <a:pt x="85404" y="317491"/>
                  </a:lnTo>
                  <a:lnTo>
                    <a:pt x="90222" y="319741"/>
                  </a:lnTo>
                  <a:lnTo>
                    <a:pt x="95109" y="321836"/>
                  </a:lnTo>
                  <a:lnTo>
                    <a:pt x="100060" y="323775"/>
                  </a:lnTo>
                  <a:lnTo>
                    <a:pt x="105070" y="325555"/>
                  </a:lnTo>
                  <a:lnTo>
                    <a:pt x="110134" y="327175"/>
                  </a:lnTo>
                  <a:lnTo>
                    <a:pt x="115248" y="328634"/>
                  </a:lnTo>
                  <a:lnTo>
                    <a:pt x="120405" y="329928"/>
                  </a:lnTo>
                  <a:lnTo>
                    <a:pt x="125600" y="331059"/>
                  </a:lnTo>
                  <a:lnTo>
                    <a:pt x="130829" y="332023"/>
                  </a:lnTo>
                  <a:lnTo>
                    <a:pt x="136086" y="332821"/>
                  </a:lnTo>
                  <a:lnTo>
                    <a:pt x="141366" y="333451"/>
                  </a:lnTo>
                  <a:lnTo>
                    <a:pt x="146663" y="333913"/>
                  </a:lnTo>
                  <a:lnTo>
                    <a:pt x="151972" y="334206"/>
                  </a:lnTo>
                  <a:lnTo>
                    <a:pt x="157288" y="334330"/>
                  </a:lnTo>
                  <a:lnTo>
                    <a:pt x="162604" y="334285"/>
                  </a:lnTo>
                  <a:lnTo>
                    <a:pt x="167917" y="334071"/>
                  </a:lnTo>
                  <a:lnTo>
                    <a:pt x="173221" y="333688"/>
                  </a:lnTo>
                  <a:lnTo>
                    <a:pt x="178509" y="333136"/>
                  </a:lnTo>
                  <a:lnTo>
                    <a:pt x="183777" y="332417"/>
                  </a:lnTo>
                  <a:lnTo>
                    <a:pt x="189020" y="331531"/>
                  </a:lnTo>
                  <a:lnTo>
                    <a:pt x="194232" y="330478"/>
                  </a:lnTo>
                  <a:lnTo>
                    <a:pt x="199407" y="329260"/>
                  </a:lnTo>
                  <a:lnTo>
                    <a:pt x="204542" y="327878"/>
                  </a:lnTo>
                  <a:lnTo>
                    <a:pt x="209630" y="326333"/>
                  </a:lnTo>
                  <a:lnTo>
                    <a:pt x="214666" y="324628"/>
                  </a:lnTo>
                  <a:lnTo>
                    <a:pt x="219645" y="322763"/>
                  </a:lnTo>
                  <a:lnTo>
                    <a:pt x="224563" y="320741"/>
                  </a:lnTo>
                  <a:lnTo>
                    <a:pt x="229413" y="318563"/>
                  </a:lnTo>
                  <a:lnTo>
                    <a:pt x="234192" y="316232"/>
                  </a:lnTo>
                  <a:lnTo>
                    <a:pt x="238895" y="313750"/>
                  </a:lnTo>
                  <a:lnTo>
                    <a:pt x="243516" y="311120"/>
                  </a:lnTo>
                  <a:lnTo>
                    <a:pt x="248051" y="308345"/>
                  </a:lnTo>
                  <a:lnTo>
                    <a:pt x="252496" y="305426"/>
                  </a:lnTo>
                  <a:lnTo>
                    <a:pt x="256845" y="302368"/>
                  </a:lnTo>
                  <a:lnTo>
                    <a:pt x="261095" y="299173"/>
                  </a:lnTo>
                  <a:lnTo>
                    <a:pt x="265242" y="295844"/>
                  </a:lnTo>
                  <a:lnTo>
                    <a:pt x="269280" y="292386"/>
                  </a:lnTo>
                  <a:lnTo>
                    <a:pt x="273206" y="288800"/>
                  </a:lnTo>
                  <a:lnTo>
                    <a:pt x="277017" y="285092"/>
                  </a:lnTo>
                  <a:lnTo>
                    <a:pt x="280707" y="281264"/>
                  </a:lnTo>
                  <a:lnTo>
                    <a:pt x="284274" y="277320"/>
                  </a:lnTo>
                  <a:lnTo>
                    <a:pt x="287714" y="273266"/>
                  </a:lnTo>
                  <a:lnTo>
                    <a:pt x="291022" y="269104"/>
                  </a:lnTo>
                  <a:lnTo>
                    <a:pt x="294197" y="264839"/>
                  </a:lnTo>
                  <a:lnTo>
                    <a:pt x="297235" y="260475"/>
                  </a:lnTo>
                  <a:lnTo>
                    <a:pt x="300132" y="256016"/>
                  </a:lnTo>
                  <a:lnTo>
                    <a:pt x="302886" y="251468"/>
                  </a:lnTo>
                  <a:lnTo>
                    <a:pt x="305494" y="246834"/>
                  </a:lnTo>
                  <a:lnTo>
                    <a:pt x="307954" y="242120"/>
                  </a:lnTo>
                  <a:lnTo>
                    <a:pt x="310262" y="237330"/>
                  </a:lnTo>
                  <a:lnTo>
                    <a:pt x="312416" y="232469"/>
                  </a:lnTo>
                  <a:lnTo>
                    <a:pt x="314415" y="227542"/>
                  </a:lnTo>
                  <a:lnTo>
                    <a:pt x="316257" y="222554"/>
                  </a:lnTo>
                  <a:lnTo>
                    <a:pt x="317938" y="217510"/>
                  </a:lnTo>
                  <a:lnTo>
                    <a:pt x="319459" y="212415"/>
                  </a:lnTo>
                  <a:lnTo>
                    <a:pt x="320816" y="207274"/>
                  </a:lnTo>
                  <a:lnTo>
                    <a:pt x="322010" y="202092"/>
                  </a:lnTo>
                  <a:lnTo>
                    <a:pt x="323038" y="196876"/>
                  </a:lnTo>
                  <a:lnTo>
                    <a:pt x="323900" y="191629"/>
                  </a:lnTo>
                  <a:lnTo>
                    <a:pt x="324594" y="186357"/>
                  </a:lnTo>
                  <a:lnTo>
                    <a:pt x="325120" y="181066"/>
                  </a:lnTo>
                  <a:lnTo>
                    <a:pt x="325478" y="175761"/>
                  </a:lnTo>
                  <a:lnTo>
                    <a:pt x="325667" y="170447"/>
                  </a:lnTo>
                  <a:lnTo>
                    <a:pt x="325687" y="165130"/>
                  </a:lnTo>
                  <a:lnTo>
                    <a:pt x="325537" y="159815"/>
                  </a:lnTo>
                  <a:lnTo>
                    <a:pt x="325219" y="154508"/>
                  </a:lnTo>
                  <a:lnTo>
                    <a:pt x="324732" y="149213"/>
                  </a:lnTo>
                  <a:lnTo>
                    <a:pt x="324077" y="143936"/>
                  </a:lnTo>
                  <a:lnTo>
                    <a:pt x="323254" y="138683"/>
                  </a:lnTo>
                  <a:lnTo>
                    <a:pt x="322265" y="133459"/>
                  </a:lnTo>
                  <a:lnTo>
                    <a:pt x="321110" y="128269"/>
                  </a:lnTo>
                  <a:lnTo>
                    <a:pt x="319791" y="123118"/>
                  </a:lnTo>
                  <a:lnTo>
                    <a:pt x="318309" y="118012"/>
                  </a:lnTo>
                  <a:lnTo>
                    <a:pt x="316665" y="112955"/>
                  </a:lnTo>
                  <a:lnTo>
                    <a:pt x="314860" y="107953"/>
                  </a:lnTo>
                  <a:lnTo>
                    <a:pt x="312898" y="103012"/>
                  </a:lnTo>
                  <a:lnTo>
                    <a:pt x="310780" y="98135"/>
                  </a:lnTo>
                  <a:lnTo>
                    <a:pt x="308507" y="93328"/>
                  </a:lnTo>
                  <a:lnTo>
                    <a:pt x="306083" y="88595"/>
                  </a:lnTo>
                  <a:lnTo>
                    <a:pt x="303510" y="83943"/>
                  </a:lnTo>
                  <a:lnTo>
                    <a:pt x="300790" y="79374"/>
                  </a:lnTo>
                  <a:lnTo>
                    <a:pt x="297926" y="74894"/>
                  </a:lnTo>
                  <a:lnTo>
                    <a:pt x="294920" y="70508"/>
                  </a:lnTo>
                  <a:lnTo>
                    <a:pt x="291777" y="66219"/>
                  </a:lnTo>
                  <a:lnTo>
                    <a:pt x="288500" y="62032"/>
                  </a:lnTo>
                  <a:lnTo>
                    <a:pt x="285090" y="57952"/>
                  </a:lnTo>
                  <a:lnTo>
                    <a:pt x="281553" y="53982"/>
                  </a:lnTo>
                  <a:lnTo>
                    <a:pt x="277891" y="50127"/>
                  </a:lnTo>
                  <a:lnTo>
                    <a:pt x="274108" y="46390"/>
                  </a:lnTo>
                  <a:lnTo>
                    <a:pt x="270209" y="42776"/>
                  </a:lnTo>
                  <a:lnTo>
                    <a:pt x="266196" y="39287"/>
                  </a:lnTo>
                  <a:lnTo>
                    <a:pt x="262075" y="35928"/>
                  </a:lnTo>
                  <a:lnTo>
                    <a:pt x="257849" y="32701"/>
                  </a:lnTo>
                  <a:lnTo>
                    <a:pt x="253522" y="29611"/>
                  </a:lnTo>
                  <a:lnTo>
                    <a:pt x="249099" y="26659"/>
                  </a:lnTo>
                  <a:lnTo>
                    <a:pt x="244585" y="23850"/>
                  </a:lnTo>
                  <a:lnTo>
                    <a:pt x="239983" y="21186"/>
                  </a:lnTo>
                  <a:lnTo>
                    <a:pt x="235300" y="18669"/>
                  </a:lnTo>
                  <a:lnTo>
                    <a:pt x="230538" y="16303"/>
                  </a:lnTo>
                  <a:lnTo>
                    <a:pt x="225704" y="14089"/>
                  </a:lnTo>
                  <a:lnTo>
                    <a:pt x="220801" y="12030"/>
                  </a:lnTo>
                  <a:lnTo>
                    <a:pt x="215836" y="10128"/>
                  </a:lnTo>
                  <a:lnTo>
                    <a:pt x="210813" y="8385"/>
                  </a:lnTo>
                  <a:lnTo>
                    <a:pt x="205737" y="6803"/>
                  </a:lnTo>
                  <a:lnTo>
                    <a:pt x="200613" y="5383"/>
                  </a:lnTo>
                  <a:lnTo>
                    <a:pt x="195446" y="4126"/>
                  </a:lnTo>
                  <a:lnTo>
                    <a:pt x="190242" y="3035"/>
                  </a:lnTo>
                  <a:lnTo>
                    <a:pt x="185006" y="2109"/>
                  </a:lnTo>
                  <a:lnTo>
                    <a:pt x="179744" y="1351"/>
                  </a:lnTo>
                  <a:lnTo>
                    <a:pt x="174459" y="760"/>
                  </a:lnTo>
                  <a:lnTo>
                    <a:pt x="169159" y="338"/>
                  </a:lnTo>
                  <a:lnTo>
                    <a:pt x="163848" y="84"/>
                  </a:lnTo>
                  <a:lnTo>
                    <a:pt x="158532" y="0"/>
                  </a:lnTo>
                  <a:lnTo>
                    <a:pt x="15853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86237" y="5018213"/>
              <a:ext cx="2483" cy="167167"/>
            </a:xfrm>
            <a:custGeom>
              <a:avLst/>
              <a:pathLst>
                <a:path w="2483" h="167167">
                  <a:moveTo>
                    <a:pt x="2483" y="0"/>
                  </a:moveTo>
                  <a:lnTo>
                    <a:pt x="0" y="18"/>
                  </a:lnTo>
                  <a:lnTo>
                    <a:pt x="248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486237" y="5018231"/>
              <a:ext cx="2483" cy="167148"/>
            </a:xfrm>
            <a:custGeom>
              <a:avLst/>
              <a:pathLst>
                <a:path w="2483" h="167148">
                  <a:moveTo>
                    <a:pt x="0" y="0"/>
                  </a:moveTo>
                  <a:lnTo>
                    <a:pt x="2483" y="167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486237" y="5018231"/>
              <a:ext cx="2483" cy="167148"/>
            </a:xfrm>
            <a:custGeom>
              <a:avLst/>
              <a:pathLst>
                <a:path w="2483" h="167148">
                  <a:moveTo>
                    <a:pt x="0" y="0"/>
                  </a:moveTo>
                  <a:lnTo>
                    <a:pt x="2483" y="1671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486237" y="5018231"/>
              <a:ext cx="2483" cy="167148"/>
            </a:xfrm>
            <a:custGeom>
              <a:avLst/>
              <a:pathLst>
                <a:path w="2483" h="167148">
                  <a:moveTo>
                    <a:pt x="0" y="0"/>
                  </a:moveTo>
                  <a:lnTo>
                    <a:pt x="2483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486237" y="5018231"/>
              <a:ext cx="2483" cy="167148"/>
            </a:xfrm>
            <a:custGeom>
              <a:avLst/>
              <a:pathLst>
                <a:path w="2483" h="167148">
                  <a:moveTo>
                    <a:pt x="0" y="0"/>
                  </a:moveTo>
                  <a:lnTo>
                    <a:pt x="2483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486237" y="5018231"/>
              <a:ext cx="2483" cy="167148"/>
            </a:xfrm>
            <a:custGeom>
              <a:avLst/>
              <a:pathLst>
                <a:path w="2483" h="167148">
                  <a:moveTo>
                    <a:pt x="0" y="0"/>
                  </a:moveTo>
                  <a:lnTo>
                    <a:pt x="2483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486237" y="5018231"/>
              <a:ext cx="2483" cy="167148"/>
            </a:xfrm>
            <a:custGeom>
              <a:avLst/>
              <a:pathLst>
                <a:path w="2483" h="167148">
                  <a:moveTo>
                    <a:pt x="0" y="0"/>
                  </a:moveTo>
                  <a:lnTo>
                    <a:pt x="2483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486237" y="5018231"/>
              <a:ext cx="2483" cy="167148"/>
            </a:xfrm>
            <a:custGeom>
              <a:avLst/>
              <a:pathLst>
                <a:path w="2483" h="167148">
                  <a:moveTo>
                    <a:pt x="0" y="0"/>
                  </a:moveTo>
                  <a:lnTo>
                    <a:pt x="2483" y="1671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486237" y="5018231"/>
              <a:ext cx="2483" cy="167148"/>
            </a:xfrm>
            <a:custGeom>
              <a:avLst/>
              <a:pathLst>
                <a:path w="2483" h="167148">
                  <a:moveTo>
                    <a:pt x="0" y="0"/>
                  </a:moveTo>
                  <a:lnTo>
                    <a:pt x="2483" y="1671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321554" y="5018231"/>
              <a:ext cx="334328" cy="334307"/>
            </a:xfrm>
            <a:custGeom>
              <a:avLst/>
              <a:pathLst>
                <a:path w="334328" h="334307">
                  <a:moveTo>
                    <a:pt x="164683" y="0"/>
                  </a:moveTo>
                  <a:lnTo>
                    <a:pt x="159388" y="162"/>
                  </a:lnTo>
                  <a:lnTo>
                    <a:pt x="154102" y="492"/>
                  </a:lnTo>
                  <a:lnTo>
                    <a:pt x="148828" y="990"/>
                  </a:lnTo>
                  <a:lnTo>
                    <a:pt x="143573" y="1654"/>
                  </a:lnTo>
                  <a:lnTo>
                    <a:pt x="138342" y="2485"/>
                  </a:lnTo>
                  <a:lnTo>
                    <a:pt x="133139" y="3481"/>
                  </a:lnTo>
                  <a:lnTo>
                    <a:pt x="127971" y="4641"/>
                  </a:lnTo>
                  <a:lnTo>
                    <a:pt x="122842" y="5964"/>
                  </a:lnTo>
                  <a:lnTo>
                    <a:pt x="117758" y="7450"/>
                  </a:lnTo>
                  <a:lnTo>
                    <a:pt x="112723" y="9095"/>
                  </a:lnTo>
                  <a:lnTo>
                    <a:pt x="107743" y="10899"/>
                  </a:lnTo>
                  <a:lnTo>
                    <a:pt x="102822" y="12860"/>
                  </a:lnTo>
                  <a:lnTo>
                    <a:pt x="97966" y="14976"/>
                  </a:lnTo>
                  <a:lnTo>
                    <a:pt x="93180" y="17245"/>
                  </a:lnTo>
                  <a:lnTo>
                    <a:pt x="88468" y="19665"/>
                  </a:lnTo>
                  <a:lnTo>
                    <a:pt x="83835" y="22232"/>
                  </a:lnTo>
                  <a:lnTo>
                    <a:pt x="79285" y="24945"/>
                  </a:lnTo>
                  <a:lnTo>
                    <a:pt x="74824" y="27800"/>
                  </a:lnTo>
                  <a:lnTo>
                    <a:pt x="70455" y="30796"/>
                  </a:lnTo>
                  <a:lnTo>
                    <a:pt x="66184" y="33928"/>
                  </a:lnTo>
                  <a:lnTo>
                    <a:pt x="62014" y="37195"/>
                  </a:lnTo>
                  <a:lnTo>
                    <a:pt x="57950" y="40591"/>
                  </a:lnTo>
                  <a:lnTo>
                    <a:pt x="53995" y="44115"/>
                  </a:lnTo>
                  <a:lnTo>
                    <a:pt x="50154" y="47762"/>
                  </a:lnTo>
                  <a:lnTo>
                    <a:pt x="46430" y="51530"/>
                  </a:lnTo>
                  <a:lnTo>
                    <a:pt x="42827" y="55413"/>
                  </a:lnTo>
                  <a:lnTo>
                    <a:pt x="39350" y="59408"/>
                  </a:lnTo>
                  <a:lnTo>
                    <a:pt x="36001" y="63512"/>
                  </a:lnTo>
                  <a:lnTo>
                    <a:pt x="32783" y="67719"/>
                  </a:lnTo>
                  <a:lnTo>
                    <a:pt x="29700" y="72027"/>
                  </a:lnTo>
                  <a:lnTo>
                    <a:pt x="26756" y="76430"/>
                  </a:lnTo>
                  <a:lnTo>
                    <a:pt x="23952" y="80924"/>
                  </a:lnTo>
                  <a:lnTo>
                    <a:pt x="21292" y="85505"/>
                  </a:lnTo>
                  <a:lnTo>
                    <a:pt x="18779" y="90167"/>
                  </a:lnTo>
                  <a:lnTo>
                    <a:pt x="16414" y="94907"/>
                  </a:lnTo>
                  <a:lnTo>
                    <a:pt x="14201" y="99720"/>
                  </a:lnTo>
                  <a:lnTo>
                    <a:pt x="12142" y="104600"/>
                  </a:lnTo>
                  <a:lnTo>
                    <a:pt x="10238" y="109543"/>
                  </a:lnTo>
                  <a:lnTo>
                    <a:pt x="8491" y="114543"/>
                  </a:lnTo>
                  <a:lnTo>
                    <a:pt x="6904" y="119597"/>
                  </a:lnTo>
                  <a:lnTo>
                    <a:pt x="5478" y="124698"/>
                  </a:lnTo>
                  <a:lnTo>
                    <a:pt x="4215" y="129842"/>
                  </a:lnTo>
                  <a:lnTo>
                    <a:pt x="3114" y="135024"/>
                  </a:lnTo>
                  <a:lnTo>
                    <a:pt x="2179" y="140237"/>
                  </a:lnTo>
                  <a:lnTo>
                    <a:pt x="1409" y="145478"/>
                  </a:lnTo>
                  <a:lnTo>
                    <a:pt x="806" y="150740"/>
                  </a:lnTo>
                  <a:lnTo>
                    <a:pt x="369" y="156019"/>
                  </a:lnTo>
                  <a:lnTo>
                    <a:pt x="101" y="161309"/>
                  </a:lnTo>
                  <a:lnTo>
                    <a:pt x="0" y="166605"/>
                  </a:lnTo>
                  <a:lnTo>
                    <a:pt x="66" y="171902"/>
                  </a:lnTo>
                  <a:lnTo>
                    <a:pt x="301" y="177193"/>
                  </a:lnTo>
                  <a:lnTo>
                    <a:pt x="703" y="182475"/>
                  </a:lnTo>
                  <a:lnTo>
                    <a:pt x="1272" y="187741"/>
                  </a:lnTo>
                  <a:lnTo>
                    <a:pt x="2008" y="192987"/>
                  </a:lnTo>
                  <a:lnTo>
                    <a:pt x="2909" y="198206"/>
                  </a:lnTo>
                  <a:lnTo>
                    <a:pt x="3976" y="203395"/>
                  </a:lnTo>
                  <a:lnTo>
                    <a:pt x="5206" y="208547"/>
                  </a:lnTo>
                  <a:lnTo>
                    <a:pt x="6599" y="213657"/>
                  </a:lnTo>
                  <a:lnTo>
                    <a:pt x="8153" y="218721"/>
                  </a:lnTo>
                  <a:lnTo>
                    <a:pt x="9867" y="223733"/>
                  </a:lnTo>
                  <a:lnTo>
                    <a:pt x="11738" y="228688"/>
                  </a:lnTo>
                  <a:lnTo>
                    <a:pt x="13766" y="233582"/>
                  </a:lnTo>
                  <a:lnTo>
                    <a:pt x="15948" y="238409"/>
                  </a:lnTo>
                  <a:lnTo>
                    <a:pt x="18281" y="243164"/>
                  </a:lnTo>
                  <a:lnTo>
                    <a:pt x="20764" y="247843"/>
                  </a:lnTo>
                  <a:lnTo>
                    <a:pt x="23395" y="252440"/>
                  </a:lnTo>
                  <a:lnTo>
                    <a:pt x="26169" y="256953"/>
                  </a:lnTo>
                  <a:lnTo>
                    <a:pt x="29085" y="261375"/>
                  </a:lnTo>
                  <a:lnTo>
                    <a:pt x="32140" y="265702"/>
                  </a:lnTo>
                  <a:lnTo>
                    <a:pt x="35330" y="269930"/>
                  </a:lnTo>
                  <a:lnTo>
                    <a:pt x="38652" y="274056"/>
                  </a:lnTo>
                  <a:lnTo>
                    <a:pt x="42104" y="278074"/>
                  </a:lnTo>
                  <a:lnTo>
                    <a:pt x="45681" y="281980"/>
                  </a:lnTo>
                  <a:lnTo>
                    <a:pt x="49380" y="285771"/>
                  </a:lnTo>
                  <a:lnTo>
                    <a:pt x="53197" y="289444"/>
                  </a:lnTo>
                  <a:lnTo>
                    <a:pt x="57129" y="292993"/>
                  </a:lnTo>
                  <a:lnTo>
                    <a:pt x="61172" y="296416"/>
                  </a:lnTo>
                  <a:lnTo>
                    <a:pt x="65320" y="299709"/>
                  </a:lnTo>
                  <a:lnTo>
                    <a:pt x="69571" y="302869"/>
                  </a:lnTo>
                  <a:lnTo>
                    <a:pt x="73920" y="305893"/>
                  </a:lnTo>
                  <a:lnTo>
                    <a:pt x="78363" y="308778"/>
                  </a:lnTo>
                  <a:lnTo>
                    <a:pt x="82894" y="311520"/>
                  </a:lnTo>
                  <a:lnTo>
                    <a:pt x="87511" y="314118"/>
                  </a:lnTo>
                  <a:lnTo>
                    <a:pt x="92207" y="316568"/>
                  </a:lnTo>
                  <a:lnTo>
                    <a:pt x="96979" y="318868"/>
                  </a:lnTo>
                  <a:lnTo>
                    <a:pt x="101821" y="321015"/>
                  </a:lnTo>
                  <a:lnTo>
                    <a:pt x="106728" y="323008"/>
                  </a:lnTo>
                  <a:lnTo>
                    <a:pt x="111697" y="324845"/>
                  </a:lnTo>
                  <a:lnTo>
                    <a:pt x="116721" y="326523"/>
                  </a:lnTo>
                  <a:lnTo>
                    <a:pt x="121795" y="328041"/>
                  </a:lnTo>
                  <a:lnTo>
                    <a:pt x="126915" y="329398"/>
                  </a:lnTo>
                  <a:lnTo>
                    <a:pt x="132076" y="330592"/>
                  </a:lnTo>
                  <a:lnTo>
                    <a:pt x="137272" y="331621"/>
                  </a:lnTo>
                  <a:lnTo>
                    <a:pt x="142498" y="332486"/>
                  </a:lnTo>
                  <a:lnTo>
                    <a:pt x="147748" y="333184"/>
                  </a:lnTo>
                  <a:lnTo>
                    <a:pt x="153019" y="333716"/>
                  </a:lnTo>
                  <a:lnTo>
                    <a:pt x="158303" y="334081"/>
                  </a:lnTo>
                  <a:lnTo>
                    <a:pt x="163596" y="334278"/>
                  </a:lnTo>
                  <a:lnTo>
                    <a:pt x="168893" y="334307"/>
                  </a:lnTo>
                  <a:lnTo>
                    <a:pt x="174188" y="334168"/>
                  </a:lnTo>
                  <a:lnTo>
                    <a:pt x="179476" y="333862"/>
                  </a:lnTo>
                  <a:lnTo>
                    <a:pt x="184752" y="333388"/>
                  </a:lnTo>
                  <a:lnTo>
                    <a:pt x="190010" y="332748"/>
                  </a:lnTo>
                  <a:lnTo>
                    <a:pt x="195245" y="331941"/>
                  </a:lnTo>
                  <a:lnTo>
                    <a:pt x="200452" y="330969"/>
                  </a:lnTo>
                  <a:lnTo>
                    <a:pt x="205625" y="329832"/>
                  </a:lnTo>
                  <a:lnTo>
                    <a:pt x="210760" y="328532"/>
                  </a:lnTo>
                  <a:lnTo>
                    <a:pt x="215851" y="327069"/>
                  </a:lnTo>
                  <a:lnTo>
                    <a:pt x="220893" y="325447"/>
                  </a:lnTo>
                  <a:lnTo>
                    <a:pt x="225882" y="323665"/>
                  </a:lnTo>
                  <a:lnTo>
                    <a:pt x="230811" y="321726"/>
                  </a:lnTo>
                  <a:lnTo>
                    <a:pt x="235676" y="319632"/>
                  </a:lnTo>
                  <a:lnTo>
                    <a:pt x="240473" y="317385"/>
                  </a:lnTo>
                  <a:lnTo>
                    <a:pt x="245196" y="314987"/>
                  </a:lnTo>
                  <a:lnTo>
                    <a:pt x="249841" y="312441"/>
                  </a:lnTo>
                  <a:lnTo>
                    <a:pt x="254403" y="309748"/>
                  </a:lnTo>
                  <a:lnTo>
                    <a:pt x="258877" y="306913"/>
                  </a:lnTo>
                  <a:lnTo>
                    <a:pt x="263259" y="303937"/>
                  </a:lnTo>
                  <a:lnTo>
                    <a:pt x="267544" y="300824"/>
                  </a:lnTo>
                  <a:lnTo>
                    <a:pt x="271729" y="297577"/>
                  </a:lnTo>
                  <a:lnTo>
                    <a:pt x="275809" y="294199"/>
                  </a:lnTo>
                  <a:lnTo>
                    <a:pt x="279779" y="290693"/>
                  </a:lnTo>
                  <a:lnTo>
                    <a:pt x="283637" y="287063"/>
                  </a:lnTo>
                  <a:lnTo>
                    <a:pt x="287378" y="283313"/>
                  </a:lnTo>
                  <a:lnTo>
                    <a:pt x="290998" y="279446"/>
                  </a:lnTo>
                  <a:lnTo>
                    <a:pt x="294493" y="275466"/>
                  </a:lnTo>
                  <a:lnTo>
                    <a:pt x="297861" y="271378"/>
                  </a:lnTo>
                  <a:lnTo>
                    <a:pt x="301098" y="267185"/>
                  </a:lnTo>
                  <a:lnTo>
                    <a:pt x="304200" y="262891"/>
                  </a:lnTo>
                  <a:lnTo>
                    <a:pt x="307164" y="258502"/>
                  </a:lnTo>
                  <a:lnTo>
                    <a:pt x="309988" y="254020"/>
                  </a:lnTo>
                  <a:lnTo>
                    <a:pt x="312669" y="249452"/>
                  </a:lnTo>
                  <a:lnTo>
                    <a:pt x="315204" y="244801"/>
                  </a:lnTo>
                  <a:lnTo>
                    <a:pt x="317589" y="240071"/>
                  </a:lnTo>
                  <a:lnTo>
                    <a:pt x="319824" y="235269"/>
                  </a:lnTo>
                  <a:lnTo>
                    <a:pt x="321906" y="230398"/>
                  </a:lnTo>
                  <a:lnTo>
                    <a:pt x="323832" y="225464"/>
                  </a:lnTo>
                  <a:lnTo>
                    <a:pt x="325601" y="220471"/>
                  </a:lnTo>
                  <a:lnTo>
                    <a:pt x="327211" y="215425"/>
                  </a:lnTo>
                  <a:lnTo>
                    <a:pt x="328660" y="210330"/>
                  </a:lnTo>
                  <a:lnTo>
                    <a:pt x="329947" y="205192"/>
                  </a:lnTo>
                  <a:lnTo>
                    <a:pt x="331071" y="200016"/>
                  </a:lnTo>
                  <a:lnTo>
                    <a:pt x="332030" y="194806"/>
                  </a:lnTo>
                  <a:lnTo>
                    <a:pt x="332823" y="189569"/>
                  </a:lnTo>
                  <a:lnTo>
                    <a:pt x="333450" y="184309"/>
                  </a:lnTo>
                  <a:lnTo>
                    <a:pt x="333911" y="179033"/>
                  </a:lnTo>
                  <a:lnTo>
                    <a:pt x="334203" y="173744"/>
                  </a:lnTo>
                  <a:lnTo>
                    <a:pt x="334328" y="168448"/>
                  </a:lnTo>
                  <a:lnTo>
                    <a:pt x="334286" y="163152"/>
                  </a:lnTo>
                  <a:lnTo>
                    <a:pt x="334075" y="157859"/>
                  </a:lnTo>
                  <a:lnTo>
                    <a:pt x="333697" y="152576"/>
                  </a:lnTo>
                  <a:lnTo>
                    <a:pt x="333152" y="147307"/>
                  </a:lnTo>
                  <a:lnTo>
                    <a:pt x="332440" y="142058"/>
                  </a:lnTo>
                  <a:lnTo>
                    <a:pt x="331562" y="136834"/>
                  </a:lnTo>
                  <a:lnTo>
                    <a:pt x="330519" y="131641"/>
                  </a:lnTo>
                  <a:lnTo>
                    <a:pt x="329312" y="126483"/>
                  </a:lnTo>
                  <a:lnTo>
                    <a:pt x="327942" y="121367"/>
                  </a:lnTo>
                  <a:lnTo>
                    <a:pt x="326411" y="116296"/>
                  </a:lnTo>
                  <a:lnTo>
                    <a:pt x="324720" y="111276"/>
                  </a:lnTo>
                  <a:lnTo>
                    <a:pt x="322871" y="106313"/>
                  </a:lnTo>
                  <a:lnTo>
                    <a:pt x="320865" y="101410"/>
                  </a:lnTo>
                  <a:lnTo>
                    <a:pt x="318705" y="96574"/>
                  </a:lnTo>
                  <a:lnTo>
                    <a:pt x="316393" y="91808"/>
                  </a:lnTo>
                  <a:lnTo>
                    <a:pt x="313931" y="87118"/>
                  </a:lnTo>
                  <a:lnTo>
                    <a:pt x="311322" y="82508"/>
                  </a:lnTo>
                  <a:lnTo>
                    <a:pt x="308568" y="77984"/>
                  </a:lnTo>
                  <a:lnTo>
                    <a:pt x="305672" y="73548"/>
                  </a:lnTo>
                  <a:lnTo>
                    <a:pt x="302637" y="69207"/>
                  </a:lnTo>
                  <a:lnTo>
                    <a:pt x="299466" y="64964"/>
                  </a:lnTo>
                  <a:lnTo>
                    <a:pt x="296162" y="60824"/>
                  </a:lnTo>
                  <a:lnTo>
                    <a:pt x="292729" y="56790"/>
                  </a:lnTo>
                  <a:lnTo>
                    <a:pt x="289170" y="52868"/>
                  </a:lnTo>
                  <a:lnTo>
                    <a:pt x="285488" y="49060"/>
                  </a:lnTo>
                  <a:lnTo>
                    <a:pt x="281687" y="45370"/>
                  </a:lnTo>
                  <a:lnTo>
                    <a:pt x="277771" y="41803"/>
                  </a:lnTo>
                  <a:lnTo>
                    <a:pt x="273745" y="38362"/>
                  </a:lnTo>
                  <a:lnTo>
                    <a:pt x="269611" y="35050"/>
                  </a:lnTo>
                  <a:lnTo>
                    <a:pt x="265374" y="31871"/>
                  </a:lnTo>
                  <a:lnTo>
                    <a:pt x="261039" y="28827"/>
                  </a:lnTo>
                  <a:lnTo>
                    <a:pt x="256610" y="25922"/>
                  </a:lnTo>
                  <a:lnTo>
                    <a:pt x="252090" y="23159"/>
                  </a:lnTo>
                  <a:lnTo>
                    <a:pt x="247486" y="20541"/>
                  </a:lnTo>
                  <a:lnTo>
                    <a:pt x="242801" y="18070"/>
                  </a:lnTo>
                  <a:lnTo>
                    <a:pt x="238039" y="15749"/>
                  </a:lnTo>
                  <a:lnTo>
                    <a:pt x="233207" y="13579"/>
                  </a:lnTo>
                  <a:lnTo>
                    <a:pt x="228309" y="11564"/>
                  </a:lnTo>
                  <a:lnTo>
                    <a:pt x="223349" y="9705"/>
                  </a:lnTo>
                  <a:lnTo>
                    <a:pt x="218332" y="8004"/>
                  </a:lnTo>
                  <a:lnTo>
                    <a:pt x="213265" y="6463"/>
                  </a:lnTo>
                  <a:lnTo>
                    <a:pt x="208151" y="5083"/>
                  </a:lnTo>
                  <a:lnTo>
                    <a:pt x="202995" y="3866"/>
                  </a:lnTo>
                  <a:lnTo>
                    <a:pt x="197804" y="2813"/>
                  </a:lnTo>
                  <a:lnTo>
                    <a:pt x="192582" y="1925"/>
                  </a:lnTo>
                  <a:lnTo>
                    <a:pt x="187335" y="1202"/>
                  </a:lnTo>
                  <a:lnTo>
                    <a:pt x="182067" y="647"/>
                  </a:lnTo>
                  <a:lnTo>
                    <a:pt x="176785" y="258"/>
                  </a:lnTo>
                  <a:lnTo>
                    <a:pt x="167166" y="167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488720" y="5018213"/>
              <a:ext cx="9618" cy="167167"/>
            </a:xfrm>
            <a:custGeom>
              <a:avLst/>
              <a:pathLst>
                <a:path w="9618" h="167167">
                  <a:moveTo>
                    <a:pt x="9618" y="27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797344" y="5269756"/>
              <a:ext cx="167156" cy="211690"/>
            </a:xfrm>
            <a:custGeom>
              <a:avLst/>
              <a:pathLst>
                <a:path w="167156" h="211690">
                  <a:moveTo>
                    <a:pt x="167156" y="0"/>
                  </a:moveTo>
                  <a:lnTo>
                    <a:pt x="161760" y="87"/>
                  </a:lnTo>
                  <a:lnTo>
                    <a:pt x="156369" y="348"/>
                  </a:lnTo>
                  <a:lnTo>
                    <a:pt x="150989" y="783"/>
                  </a:lnTo>
                  <a:lnTo>
                    <a:pt x="145627" y="1392"/>
                  </a:lnTo>
                  <a:lnTo>
                    <a:pt x="140286" y="2173"/>
                  </a:lnTo>
                  <a:lnTo>
                    <a:pt x="134974" y="3127"/>
                  </a:lnTo>
                  <a:lnTo>
                    <a:pt x="129695" y="4251"/>
                  </a:lnTo>
                  <a:lnTo>
                    <a:pt x="124456" y="5545"/>
                  </a:lnTo>
                  <a:lnTo>
                    <a:pt x="119260" y="7008"/>
                  </a:lnTo>
                  <a:lnTo>
                    <a:pt x="114115" y="8638"/>
                  </a:lnTo>
                  <a:lnTo>
                    <a:pt x="109025" y="10432"/>
                  </a:lnTo>
                  <a:lnTo>
                    <a:pt x="103996" y="12391"/>
                  </a:lnTo>
                  <a:lnTo>
                    <a:pt x="99032" y="14510"/>
                  </a:lnTo>
                  <a:lnTo>
                    <a:pt x="94140" y="16789"/>
                  </a:lnTo>
                  <a:lnTo>
                    <a:pt x="89323" y="19225"/>
                  </a:lnTo>
                  <a:lnTo>
                    <a:pt x="84588" y="21814"/>
                  </a:lnTo>
                  <a:lnTo>
                    <a:pt x="79939" y="24555"/>
                  </a:lnTo>
                  <a:lnTo>
                    <a:pt x="75380" y="27445"/>
                  </a:lnTo>
                  <a:lnTo>
                    <a:pt x="70918" y="30481"/>
                  </a:lnTo>
                  <a:lnTo>
                    <a:pt x="66555" y="33659"/>
                  </a:lnTo>
                  <a:lnTo>
                    <a:pt x="62298" y="36976"/>
                  </a:lnTo>
                  <a:lnTo>
                    <a:pt x="58150" y="40429"/>
                  </a:lnTo>
                  <a:lnTo>
                    <a:pt x="54115" y="44014"/>
                  </a:lnTo>
                  <a:lnTo>
                    <a:pt x="50199" y="47727"/>
                  </a:lnTo>
                  <a:lnTo>
                    <a:pt x="46404" y="51565"/>
                  </a:lnTo>
                  <a:lnTo>
                    <a:pt x="42735" y="55523"/>
                  </a:lnTo>
                  <a:lnTo>
                    <a:pt x="39196" y="59598"/>
                  </a:lnTo>
                  <a:lnTo>
                    <a:pt x="35790" y="63785"/>
                  </a:lnTo>
                  <a:lnTo>
                    <a:pt x="32521" y="68080"/>
                  </a:lnTo>
                  <a:lnTo>
                    <a:pt x="29392" y="72478"/>
                  </a:lnTo>
                  <a:lnTo>
                    <a:pt x="26407" y="76974"/>
                  </a:lnTo>
                  <a:lnTo>
                    <a:pt x="23569" y="81565"/>
                  </a:lnTo>
                  <a:lnTo>
                    <a:pt x="20881" y="86245"/>
                  </a:lnTo>
                  <a:lnTo>
                    <a:pt x="18345" y="91009"/>
                  </a:lnTo>
                  <a:lnTo>
                    <a:pt x="15964" y="95853"/>
                  </a:lnTo>
                  <a:lnTo>
                    <a:pt x="13740" y="100770"/>
                  </a:lnTo>
                  <a:lnTo>
                    <a:pt x="11677" y="105758"/>
                  </a:lnTo>
                  <a:lnTo>
                    <a:pt x="9775" y="110809"/>
                  </a:lnTo>
                  <a:lnTo>
                    <a:pt x="8038" y="115919"/>
                  </a:lnTo>
                  <a:lnTo>
                    <a:pt x="6467" y="121082"/>
                  </a:lnTo>
                  <a:lnTo>
                    <a:pt x="5063" y="126293"/>
                  </a:lnTo>
                  <a:lnTo>
                    <a:pt x="3828" y="131547"/>
                  </a:lnTo>
                  <a:lnTo>
                    <a:pt x="2763" y="136839"/>
                  </a:lnTo>
                  <a:lnTo>
                    <a:pt x="1870" y="142161"/>
                  </a:lnTo>
                  <a:lnTo>
                    <a:pt x="1149" y="147510"/>
                  </a:lnTo>
                  <a:lnTo>
                    <a:pt x="601" y="152879"/>
                  </a:lnTo>
                  <a:lnTo>
                    <a:pt x="226" y="158264"/>
                  </a:lnTo>
                  <a:lnTo>
                    <a:pt x="26" y="163657"/>
                  </a:lnTo>
                  <a:lnTo>
                    <a:pt x="0" y="169054"/>
                  </a:lnTo>
                  <a:lnTo>
                    <a:pt x="148" y="174449"/>
                  </a:lnTo>
                  <a:lnTo>
                    <a:pt x="470" y="179837"/>
                  </a:lnTo>
                  <a:lnTo>
                    <a:pt x="966" y="185211"/>
                  </a:lnTo>
                  <a:lnTo>
                    <a:pt x="1635" y="190567"/>
                  </a:lnTo>
                  <a:lnTo>
                    <a:pt x="2476" y="195898"/>
                  </a:lnTo>
                  <a:lnTo>
                    <a:pt x="3490" y="201199"/>
                  </a:lnTo>
                  <a:lnTo>
                    <a:pt x="4674" y="206465"/>
                  </a:lnTo>
                  <a:lnTo>
                    <a:pt x="6027" y="21169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803372" y="5269756"/>
              <a:ext cx="328275" cy="334334"/>
            </a:xfrm>
            <a:custGeom>
              <a:avLst/>
              <a:pathLst>
                <a:path w="328275" h="334334">
                  <a:moveTo>
                    <a:pt x="0" y="211690"/>
                  </a:moveTo>
                  <a:lnTo>
                    <a:pt x="1493" y="216780"/>
                  </a:lnTo>
                  <a:lnTo>
                    <a:pt x="3148" y="221820"/>
                  </a:lnTo>
                  <a:lnTo>
                    <a:pt x="4961" y="226805"/>
                  </a:lnTo>
                  <a:lnTo>
                    <a:pt x="6932" y="231730"/>
                  </a:lnTo>
                  <a:lnTo>
                    <a:pt x="9058" y="236590"/>
                  </a:lnTo>
                  <a:lnTo>
                    <a:pt x="11338" y="241380"/>
                  </a:lnTo>
                  <a:lnTo>
                    <a:pt x="13768" y="246095"/>
                  </a:lnTo>
                  <a:lnTo>
                    <a:pt x="16346" y="250731"/>
                  </a:lnTo>
                  <a:lnTo>
                    <a:pt x="19071" y="255283"/>
                  </a:lnTo>
                  <a:lnTo>
                    <a:pt x="21938" y="259746"/>
                  </a:lnTo>
                  <a:lnTo>
                    <a:pt x="24946" y="264116"/>
                  </a:lnTo>
                  <a:lnTo>
                    <a:pt x="28090" y="268388"/>
                  </a:lnTo>
                  <a:lnTo>
                    <a:pt x="31369" y="272558"/>
                  </a:lnTo>
                  <a:lnTo>
                    <a:pt x="34778" y="276622"/>
                  </a:lnTo>
                  <a:lnTo>
                    <a:pt x="38315" y="280576"/>
                  </a:lnTo>
                  <a:lnTo>
                    <a:pt x="41975" y="284416"/>
                  </a:lnTo>
                  <a:lnTo>
                    <a:pt x="45755" y="288137"/>
                  </a:lnTo>
                  <a:lnTo>
                    <a:pt x="49651" y="291737"/>
                  </a:lnTo>
                  <a:lnTo>
                    <a:pt x="53660" y="295211"/>
                  </a:lnTo>
                  <a:lnTo>
                    <a:pt x="57777" y="298557"/>
                  </a:lnTo>
                  <a:lnTo>
                    <a:pt x="61998" y="301770"/>
                  </a:lnTo>
                  <a:lnTo>
                    <a:pt x="66318" y="304847"/>
                  </a:lnTo>
                  <a:lnTo>
                    <a:pt x="70734" y="307786"/>
                  </a:lnTo>
                  <a:lnTo>
                    <a:pt x="75242" y="310584"/>
                  </a:lnTo>
                  <a:lnTo>
                    <a:pt x="79835" y="313237"/>
                  </a:lnTo>
                  <a:lnTo>
                    <a:pt x="84511" y="315742"/>
                  </a:lnTo>
                  <a:lnTo>
                    <a:pt x="89264" y="318099"/>
                  </a:lnTo>
                  <a:lnTo>
                    <a:pt x="94089" y="320303"/>
                  </a:lnTo>
                  <a:lnTo>
                    <a:pt x="98981" y="322353"/>
                  </a:lnTo>
                  <a:lnTo>
                    <a:pt x="103937" y="324246"/>
                  </a:lnTo>
                  <a:lnTo>
                    <a:pt x="108949" y="325982"/>
                  </a:lnTo>
                  <a:lnTo>
                    <a:pt x="114015" y="327558"/>
                  </a:lnTo>
                  <a:lnTo>
                    <a:pt x="119127" y="328972"/>
                  </a:lnTo>
                  <a:lnTo>
                    <a:pt x="124282" y="330223"/>
                  </a:lnTo>
                  <a:lnTo>
                    <a:pt x="129475" y="331310"/>
                  </a:lnTo>
                  <a:lnTo>
                    <a:pt x="134699" y="332232"/>
                  </a:lnTo>
                  <a:lnTo>
                    <a:pt x="139949" y="332987"/>
                  </a:lnTo>
                  <a:lnTo>
                    <a:pt x="145221" y="333576"/>
                  </a:lnTo>
                  <a:lnTo>
                    <a:pt x="150509" y="333997"/>
                  </a:lnTo>
                  <a:lnTo>
                    <a:pt x="155808" y="334250"/>
                  </a:lnTo>
                  <a:lnTo>
                    <a:pt x="161112" y="334334"/>
                  </a:lnTo>
                  <a:lnTo>
                    <a:pt x="166416" y="334251"/>
                  </a:lnTo>
                  <a:lnTo>
                    <a:pt x="171715" y="333999"/>
                  </a:lnTo>
                  <a:lnTo>
                    <a:pt x="177003" y="333579"/>
                  </a:lnTo>
                  <a:lnTo>
                    <a:pt x="182275" y="332992"/>
                  </a:lnTo>
                  <a:lnTo>
                    <a:pt x="187526" y="332237"/>
                  </a:lnTo>
                  <a:lnTo>
                    <a:pt x="192750" y="331316"/>
                  </a:lnTo>
                  <a:lnTo>
                    <a:pt x="197942" y="330231"/>
                  </a:lnTo>
                  <a:lnTo>
                    <a:pt x="203098" y="328980"/>
                  </a:lnTo>
                  <a:lnTo>
                    <a:pt x="208211" y="327567"/>
                  </a:lnTo>
                  <a:lnTo>
                    <a:pt x="213276" y="325993"/>
                  </a:lnTo>
                  <a:lnTo>
                    <a:pt x="218289" y="324258"/>
                  </a:lnTo>
                  <a:lnTo>
                    <a:pt x="223245" y="322365"/>
                  </a:lnTo>
                  <a:lnTo>
                    <a:pt x="228138" y="320316"/>
                  </a:lnTo>
                  <a:lnTo>
                    <a:pt x="232963" y="318113"/>
                  </a:lnTo>
                  <a:lnTo>
                    <a:pt x="237717" y="315758"/>
                  </a:lnTo>
                  <a:lnTo>
                    <a:pt x="242393" y="313253"/>
                  </a:lnTo>
                  <a:lnTo>
                    <a:pt x="246987" y="310601"/>
                  </a:lnTo>
                  <a:lnTo>
                    <a:pt x="251495" y="307805"/>
                  </a:lnTo>
                  <a:lnTo>
                    <a:pt x="255912" y="304867"/>
                  </a:lnTo>
                  <a:lnTo>
                    <a:pt x="260233" y="301790"/>
                  </a:lnTo>
                  <a:lnTo>
                    <a:pt x="264454" y="298578"/>
                  </a:lnTo>
                  <a:lnTo>
                    <a:pt x="268572" y="295233"/>
                  </a:lnTo>
                  <a:lnTo>
                    <a:pt x="272581" y="291760"/>
                  </a:lnTo>
                  <a:lnTo>
                    <a:pt x="276478" y="288161"/>
                  </a:lnTo>
                  <a:lnTo>
                    <a:pt x="280259" y="284440"/>
                  </a:lnTo>
                  <a:lnTo>
                    <a:pt x="283920" y="280601"/>
                  </a:lnTo>
                  <a:lnTo>
                    <a:pt x="287458" y="276648"/>
                  </a:lnTo>
                  <a:lnTo>
                    <a:pt x="290868" y="272584"/>
                  </a:lnTo>
                  <a:lnTo>
                    <a:pt x="294147" y="268415"/>
                  </a:lnTo>
                  <a:lnTo>
                    <a:pt x="297293" y="264143"/>
                  </a:lnTo>
                  <a:lnTo>
                    <a:pt x="300301" y="259774"/>
                  </a:lnTo>
                  <a:lnTo>
                    <a:pt x="303169" y="255312"/>
                  </a:lnTo>
                  <a:lnTo>
                    <a:pt x="305895" y="250760"/>
                  </a:lnTo>
                  <a:lnTo>
                    <a:pt x="308474" y="246125"/>
                  </a:lnTo>
                  <a:lnTo>
                    <a:pt x="310905" y="241410"/>
                  </a:lnTo>
                  <a:lnTo>
                    <a:pt x="313185" y="236621"/>
                  </a:lnTo>
                  <a:lnTo>
                    <a:pt x="315312" y="231761"/>
                  </a:lnTo>
                  <a:lnTo>
                    <a:pt x="317284" y="226836"/>
                  </a:lnTo>
                  <a:lnTo>
                    <a:pt x="319099" y="221852"/>
                  </a:lnTo>
                  <a:lnTo>
                    <a:pt x="320754" y="216812"/>
                  </a:lnTo>
                  <a:lnTo>
                    <a:pt x="322249" y="211722"/>
                  </a:lnTo>
                  <a:lnTo>
                    <a:pt x="323582" y="206588"/>
                  </a:lnTo>
                  <a:lnTo>
                    <a:pt x="324751" y="201413"/>
                  </a:lnTo>
                  <a:lnTo>
                    <a:pt x="325755" y="196205"/>
                  </a:lnTo>
                  <a:lnTo>
                    <a:pt x="326594" y="190967"/>
                  </a:lnTo>
                  <a:lnTo>
                    <a:pt x="327265" y="185705"/>
                  </a:lnTo>
                  <a:lnTo>
                    <a:pt x="327770" y="180424"/>
                  </a:lnTo>
                  <a:lnTo>
                    <a:pt x="328107" y="175130"/>
                  </a:lnTo>
                  <a:lnTo>
                    <a:pt x="328275" y="169828"/>
                  </a:lnTo>
                  <a:lnTo>
                    <a:pt x="328275" y="164523"/>
                  </a:lnTo>
                  <a:lnTo>
                    <a:pt x="328107" y="159221"/>
                  </a:lnTo>
                  <a:lnTo>
                    <a:pt x="327771" y="153927"/>
                  </a:lnTo>
                  <a:lnTo>
                    <a:pt x="327267" y="148646"/>
                  </a:lnTo>
                  <a:lnTo>
                    <a:pt x="326596" y="143384"/>
                  </a:lnTo>
                  <a:lnTo>
                    <a:pt x="325758" y="138146"/>
                  </a:lnTo>
                  <a:lnTo>
                    <a:pt x="324754" y="132937"/>
                  </a:lnTo>
                  <a:lnTo>
                    <a:pt x="323586" y="127763"/>
                  </a:lnTo>
                  <a:lnTo>
                    <a:pt x="322254" y="122628"/>
                  </a:lnTo>
                  <a:lnTo>
                    <a:pt x="320760" y="117538"/>
                  </a:lnTo>
                  <a:lnTo>
                    <a:pt x="319104" y="112498"/>
                  </a:lnTo>
                  <a:lnTo>
                    <a:pt x="317290" y="107513"/>
                  </a:lnTo>
                  <a:lnTo>
                    <a:pt x="315319" y="102588"/>
                  </a:lnTo>
                  <a:lnTo>
                    <a:pt x="313192" y="97729"/>
                  </a:lnTo>
                  <a:lnTo>
                    <a:pt x="310913" y="92939"/>
                  </a:lnTo>
                  <a:lnTo>
                    <a:pt x="308482" y="88224"/>
                  </a:lnTo>
                  <a:lnTo>
                    <a:pt x="305903" y="83588"/>
                  </a:lnTo>
                  <a:lnTo>
                    <a:pt x="303178" y="79037"/>
                  </a:lnTo>
                  <a:lnTo>
                    <a:pt x="300310" y="74574"/>
                  </a:lnTo>
                  <a:lnTo>
                    <a:pt x="297302" y="70205"/>
                  </a:lnTo>
                  <a:lnTo>
                    <a:pt x="294157" y="65933"/>
                  </a:lnTo>
                  <a:lnTo>
                    <a:pt x="290878" y="61763"/>
                  </a:lnTo>
                  <a:lnTo>
                    <a:pt x="287469" y="57699"/>
                  </a:lnTo>
                  <a:lnTo>
                    <a:pt x="283932" y="53746"/>
                  </a:lnTo>
                  <a:lnTo>
                    <a:pt x="280271" y="49906"/>
                  </a:lnTo>
                  <a:lnTo>
                    <a:pt x="276491" y="46185"/>
                  </a:lnTo>
                  <a:lnTo>
                    <a:pt x="272594" y="42586"/>
                  </a:lnTo>
                  <a:lnTo>
                    <a:pt x="268585" y="39112"/>
                  </a:lnTo>
                  <a:lnTo>
                    <a:pt x="264468" y="35767"/>
                  </a:lnTo>
                  <a:lnTo>
                    <a:pt x="260247" y="32554"/>
                  </a:lnTo>
                  <a:lnTo>
                    <a:pt x="255926" y="29477"/>
                  </a:lnTo>
                  <a:lnTo>
                    <a:pt x="251509" y="26538"/>
                  </a:lnTo>
                  <a:lnTo>
                    <a:pt x="247002" y="23742"/>
                  </a:lnTo>
                  <a:lnTo>
                    <a:pt x="242408" y="21089"/>
                  </a:lnTo>
                  <a:lnTo>
                    <a:pt x="237732" y="18584"/>
                  </a:lnTo>
                  <a:lnTo>
                    <a:pt x="232979" y="16228"/>
                  </a:lnTo>
                  <a:lnTo>
                    <a:pt x="228154" y="14024"/>
                  </a:lnTo>
                  <a:lnTo>
                    <a:pt x="223261" y="11975"/>
                  </a:lnTo>
                  <a:lnTo>
                    <a:pt x="218305" y="10082"/>
                  </a:lnTo>
                  <a:lnTo>
                    <a:pt x="213292" y="8347"/>
                  </a:lnTo>
                  <a:lnTo>
                    <a:pt x="208227" y="6771"/>
                  </a:lnTo>
                  <a:lnTo>
                    <a:pt x="203114" y="5358"/>
                  </a:lnTo>
                  <a:lnTo>
                    <a:pt x="197959" y="4107"/>
                  </a:lnTo>
                  <a:lnTo>
                    <a:pt x="192767" y="3021"/>
                  </a:lnTo>
                  <a:lnTo>
                    <a:pt x="187542" y="2099"/>
                  </a:lnTo>
                  <a:lnTo>
                    <a:pt x="182292" y="1344"/>
                  </a:lnTo>
                  <a:lnTo>
                    <a:pt x="177020" y="756"/>
                  </a:lnTo>
                  <a:lnTo>
                    <a:pt x="171732" y="336"/>
                  </a:lnTo>
                  <a:lnTo>
                    <a:pt x="166433" y="84"/>
                  </a:lnTo>
                  <a:lnTo>
                    <a:pt x="161129" y="0"/>
                  </a:lnTo>
                  <a:lnTo>
                    <a:pt x="16112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460857" y="5399291"/>
              <a:ext cx="25358" cy="167167"/>
            </a:xfrm>
            <a:custGeom>
              <a:avLst/>
              <a:pathLst>
                <a:path w="25358" h="167167">
                  <a:moveTo>
                    <a:pt x="25358" y="0"/>
                  </a:moveTo>
                  <a:lnTo>
                    <a:pt x="16876" y="215"/>
                  </a:lnTo>
                  <a:lnTo>
                    <a:pt x="8416" y="860"/>
                  </a:lnTo>
                  <a:lnTo>
                    <a:pt x="0" y="1934"/>
                  </a:lnTo>
                  <a:lnTo>
                    <a:pt x="2535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460857" y="5401226"/>
              <a:ext cx="25358" cy="165232"/>
            </a:xfrm>
            <a:custGeom>
              <a:avLst/>
              <a:pathLst>
                <a:path w="25358" h="165232">
                  <a:moveTo>
                    <a:pt x="0" y="0"/>
                  </a:moveTo>
                  <a:lnTo>
                    <a:pt x="25358" y="165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460857" y="5401226"/>
              <a:ext cx="25358" cy="165232"/>
            </a:xfrm>
            <a:custGeom>
              <a:avLst/>
              <a:pathLst>
                <a:path w="25358" h="165232">
                  <a:moveTo>
                    <a:pt x="0" y="0"/>
                  </a:moveTo>
                  <a:lnTo>
                    <a:pt x="25358" y="165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460857" y="5401226"/>
              <a:ext cx="25358" cy="165232"/>
            </a:xfrm>
            <a:custGeom>
              <a:avLst/>
              <a:pathLst>
                <a:path w="25358" h="165232">
                  <a:moveTo>
                    <a:pt x="0" y="0"/>
                  </a:moveTo>
                  <a:lnTo>
                    <a:pt x="25358" y="165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460857" y="5401226"/>
              <a:ext cx="25358" cy="165232"/>
            </a:xfrm>
            <a:custGeom>
              <a:avLst/>
              <a:pathLst>
                <a:path w="25358" h="165232">
                  <a:moveTo>
                    <a:pt x="0" y="0"/>
                  </a:moveTo>
                  <a:lnTo>
                    <a:pt x="25358" y="165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460857" y="5401226"/>
              <a:ext cx="25358" cy="165232"/>
            </a:xfrm>
            <a:custGeom>
              <a:avLst/>
              <a:pathLst>
                <a:path w="25358" h="165232">
                  <a:moveTo>
                    <a:pt x="0" y="0"/>
                  </a:moveTo>
                  <a:lnTo>
                    <a:pt x="25358" y="1652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460857" y="5401226"/>
              <a:ext cx="25358" cy="165232"/>
            </a:xfrm>
            <a:custGeom>
              <a:avLst/>
              <a:pathLst>
                <a:path w="25358" h="165232">
                  <a:moveTo>
                    <a:pt x="0" y="0"/>
                  </a:moveTo>
                  <a:lnTo>
                    <a:pt x="25358" y="1652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319055" y="5399715"/>
              <a:ext cx="334321" cy="333907"/>
            </a:xfrm>
            <a:custGeom>
              <a:avLst/>
              <a:pathLst>
                <a:path w="334321" h="333907">
                  <a:moveTo>
                    <a:pt x="141802" y="1511"/>
                  </a:moveTo>
                  <a:lnTo>
                    <a:pt x="136573" y="2398"/>
                  </a:lnTo>
                  <a:lnTo>
                    <a:pt x="131375" y="3451"/>
                  </a:lnTo>
                  <a:lnTo>
                    <a:pt x="126213" y="4668"/>
                  </a:lnTo>
                  <a:lnTo>
                    <a:pt x="121093" y="6049"/>
                  </a:lnTo>
                  <a:lnTo>
                    <a:pt x="116019" y="7591"/>
                  </a:lnTo>
                  <a:lnTo>
                    <a:pt x="110996" y="9293"/>
                  </a:lnTo>
                  <a:lnTo>
                    <a:pt x="106030" y="11154"/>
                  </a:lnTo>
                  <a:lnTo>
                    <a:pt x="101125" y="13172"/>
                  </a:lnTo>
                  <a:lnTo>
                    <a:pt x="96287" y="15344"/>
                  </a:lnTo>
                  <a:lnTo>
                    <a:pt x="91520" y="17668"/>
                  </a:lnTo>
                  <a:lnTo>
                    <a:pt x="86829" y="20142"/>
                  </a:lnTo>
                  <a:lnTo>
                    <a:pt x="82219" y="22764"/>
                  </a:lnTo>
                  <a:lnTo>
                    <a:pt x="77695" y="25531"/>
                  </a:lnTo>
                  <a:lnTo>
                    <a:pt x="73261" y="28440"/>
                  </a:lnTo>
                  <a:lnTo>
                    <a:pt x="68921" y="31488"/>
                  </a:lnTo>
                  <a:lnTo>
                    <a:pt x="64680" y="34673"/>
                  </a:lnTo>
                  <a:lnTo>
                    <a:pt x="60542" y="37990"/>
                  </a:lnTo>
                  <a:lnTo>
                    <a:pt x="56511" y="41437"/>
                  </a:lnTo>
                  <a:lnTo>
                    <a:pt x="52592" y="45010"/>
                  </a:lnTo>
                  <a:lnTo>
                    <a:pt x="48788" y="48705"/>
                  </a:lnTo>
                  <a:lnTo>
                    <a:pt x="45104" y="52519"/>
                  </a:lnTo>
                  <a:lnTo>
                    <a:pt x="41542" y="56448"/>
                  </a:lnTo>
                  <a:lnTo>
                    <a:pt x="38106" y="60489"/>
                  </a:lnTo>
                  <a:lnTo>
                    <a:pt x="34801" y="64636"/>
                  </a:lnTo>
                  <a:lnTo>
                    <a:pt x="31628" y="68886"/>
                  </a:lnTo>
                  <a:lnTo>
                    <a:pt x="28592" y="73234"/>
                  </a:lnTo>
                  <a:lnTo>
                    <a:pt x="25696" y="77677"/>
                  </a:lnTo>
                  <a:lnTo>
                    <a:pt x="22942" y="82209"/>
                  </a:lnTo>
                  <a:lnTo>
                    <a:pt x="20333" y="86826"/>
                  </a:lnTo>
                  <a:lnTo>
                    <a:pt x="17872" y="91524"/>
                  </a:lnTo>
                  <a:lnTo>
                    <a:pt x="15561" y="96297"/>
                  </a:lnTo>
                  <a:lnTo>
                    <a:pt x="13402" y="101142"/>
                  </a:lnTo>
                  <a:lnTo>
                    <a:pt x="11399" y="106052"/>
                  </a:lnTo>
                  <a:lnTo>
                    <a:pt x="9552" y="111023"/>
                  </a:lnTo>
                  <a:lnTo>
                    <a:pt x="7864" y="116051"/>
                  </a:lnTo>
                  <a:lnTo>
                    <a:pt x="6336" y="121130"/>
                  </a:lnTo>
                  <a:lnTo>
                    <a:pt x="4970" y="126254"/>
                  </a:lnTo>
                  <a:lnTo>
                    <a:pt x="3767" y="131419"/>
                  </a:lnTo>
                  <a:lnTo>
                    <a:pt x="2729" y="136620"/>
                  </a:lnTo>
                  <a:lnTo>
                    <a:pt x="1856" y="141851"/>
                  </a:lnTo>
                  <a:lnTo>
                    <a:pt x="1150" y="147107"/>
                  </a:lnTo>
                  <a:lnTo>
                    <a:pt x="610" y="152383"/>
                  </a:lnTo>
                  <a:lnTo>
                    <a:pt x="239" y="157673"/>
                  </a:lnTo>
                  <a:lnTo>
                    <a:pt x="35" y="162973"/>
                  </a:lnTo>
                  <a:lnTo>
                    <a:pt x="0" y="168276"/>
                  </a:lnTo>
                  <a:lnTo>
                    <a:pt x="132" y="173578"/>
                  </a:lnTo>
                  <a:lnTo>
                    <a:pt x="433" y="178873"/>
                  </a:lnTo>
                  <a:lnTo>
                    <a:pt x="902" y="184155"/>
                  </a:lnTo>
                  <a:lnTo>
                    <a:pt x="1538" y="189420"/>
                  </a:lnTo>
                  <a:lnTo>
                    <a:pt x="2340" y="194663"/>
                  </a:lnTo>
                  <a:lnTo>
                    <a:pt x="3309" y="199877"/>
                  </a:lnTo>
                  <a:lnTo>
                    <a:pt x="4442" y="205058"/>
                  </a:lnTo>
                  <a:lnTo>
                    <a:pt x="5740" y="210200"/>
                  </a:lnTo>
                  <a:lnTo>
                    <a:pt x="7199" y="215298"/>
                  </a:lnTo>
                  <a:lnTo>
                    <a:pt x="8820" y="220348"/>
                  </a:lnTo>
                  <a:lnTo>
                    <a:pt x="10600" y="225344"/>
                  </a:lnTo>
                  <a:lnTo>
                    <a:pt x="12538" y="230280"/>
                  </a:lnTo>
                  <a:lnTo>
                    <a:pt x="14631" y="235153"/>
                  </a:lnTo>
                  <a:lnTo>
                    <a:pt x="16878" y="239957"/>
                  </a:lnTo>
                  <a:lnTo>
                    <a:pt x="19276" y="244687"/>
                  </a:lnTo>
                  <a:lnTo>
                    <a:pt x="21823" y="249339"/>
                  </a:lnTo>
                  <a:lnTo>
                    <a:pt x="24516" y="253908"/>
                  </a:lnTo>
                  <a:lnTo>
                    <a:pt x="27353" y="258389"/>
                  </a:lnTo>
                  <a:lnTo>
                    <a:pt x="30330" y="262778"/>
                  </a:lnTo>
                  <a:lnTo>
                    <a:pt x="33445" y="267070"/>
                  </a:lnTo>
                  <a:lnTo>
                    <a:pt x="36695" y="271261"/>
                  </a:lnTo>
                  <a:lnTo>
                    <a:pt x="40076" y="275347"/>
                  </a:lnTo>
                  <a:lnTo>
                    <a:pt x="43585" y="279323"/>
                  </a:lnTo>
                  <a:lnTo>
                    <a:pt x="47218" y="283186"/>
                  </a:lnTo>
                  <a:lnTo>
                    <a:pt x="50972" y="286932"/>
                  </a:lnTo>
                  <a:lnTo>
                    <a:pt x="54843" y="290558"/>
                  </a:lnTo>
                  <a:lnTo>
                    <a:pt x="58827" y="294058"/>
                  </a:lnTo>
                  <a:lnTo>
                    <a:pt x="62920" y="297430"/>
                  </a:lnTo>
                  <a:lnTo>
                    <a:pt x="67118" y="300671"/>
                  </a:lnTo>
                  <a:lnTo>
                    <a:pt x="71417" y="303777"/>
                  </a:lnTo>
                  <a:lnTo>
                    <a:pt x="75812" y="306745"/>
                  </a:lnTo>
                  <a:lnTo>
                    <a:pt x="80299" y="309572"/>
                  </a:lnTo>
                  <a:lnTo>
                    <a:pt x="84873" y="312256"/>
                  </a:lnTo>
                  <a:lnTo>
                    <a:pt x="89530" y="314793"/>
                  </a:lnTo>
                  <a:lnTo>
                    <a:pt x="94266" y="317181"/>
                  </a:lnTo>
                  <a:lnTo>
                    <a:pt x="99074" y="319417"/>
                  </a:lnTo>
                  <a:lnTo>
                    <a:pt x="103952" y="321500"/>
                  </a:lnTo>
                  <a:lnTo>
                    <a:pt x="108892" y="323427"/>
                  </a:lnTo>
                  <a:lnTo>
                    <a:pt x="113892" y="325197"/>
                  </a:lnTo>
                  <a:lnTo>
                    <a:pt x="118945" y="326807"/>
                  </a:lnTo>
                  <a:lnTo>
                    <a:pt x="124047" y="328256"/>
                  </a:lnTo>
                  <a:lnTo>
                    <a:pt x="129192" y="329542"/>
                  </a:lnTo>
                  <a:lnTo>
                    <a:pt x="134375" y="330665"/>
                  </a:lnTo>
                  <a:lnTo>
                    <a:pt x="139591" y="331622"/>
                  </a:lnTo>
                  <a:lnTo>
                    <a:pt x="144835" y="332414"/>
                  </a:lnTo>
                  <a:lnTo>
                    <a:pt x="150102" y="333038"/>
                  </a:lnTo>
                  <a:lnTo>
                    <a:pt x="155385" y="333496"/>
                  </a:lnTo>
                  <a:lnTo>
                    <a:pt x="160681" y="333785"/>
                  </a:lnTo>
                  <a:lnTo>
                    <a:pt x="165983" y="333907"/>
                  </a:lnTo>
                  <a:lnTo>
                    <a:pt x="171286" y="333860"/>
                  </a:lnTo>
                  <a:lnTo>
                    <a:pt x="176585" y="333645"/>
                  </a:lnTo>
                  <a:lnTo>
                    <a:pt x="181874" y="333262"/>
                  </a:lnTo>
                  <a:lnTo>
                    <a:pt x="187149" y="332712"/>
                  </a:lnTo>
                  <a:lnTo>
                    <a:pt x="192404" y="331994"/>
                  </a:lnTo>
                  <a:lnTo>
                    <a:pt x="197633" y="331110"/>
                  </a:lnTo>
                  <a:lnTo>
                    <a:pt x="202831" y="330061"/>
                  </a:lnTo>
                  <a:lnTo>
                    <a:pt x="207994" y="328847"/>
                  </a:lnTo>
                  <a:lnTo>
                    <a:pt x="213116" y="327470"/>
                  </a:lnTo>
                  <a:lnTo>
                    <a:pt x="218191" y="325931"/>
                  </a:lnTo>
                  <a:lnTo>
                    <a:pt x="223215" y="324233"/>
                  </a:lnTo>
                  <a:lnTo>
                    <a:pt x="228182" y="322375"/>
                  </a:lnTo>
                  <a:lnTo>
                    <a:pt x="233088" y="320361"/>
                  </a:lnTo>
                  <a:lnTo>
                    <a:pt x="237928" y="318193"/>
                  </a:lnTo>
                  <a:lnTo>
                    <a:pt x="242696" y="315872"/>
                  </a:lnTo>
                  <a:lnTo>
                    <a:pt x="247389" y="313400"/>
                  </a:lnTo>
                  <a:lnTo>
                    <a:pt x="252001" y="310782"/>
                  </a:lnTo>
                  <a:lnTo>
                    <a:pt x="256527" y="308018"/>
                  </a:lnTo>
                  <a:lnTo>
                    <a:pt x="260963" y="305112"/>
                  </a:lnTo>
                  <a:lnTo>
                    <a:pt x="265305" y="302067"/>
                  </a:lnTo>
                  <a:lnTo>
                    <a:pt x="269549" y="298886"/>
                  </a:lnTo>
                  <a:lnTo>
                    <a:pt x="273689" y="295571"/>
                  </a:lnTo>
                  <a:lnTo>
                    <a:pt x="277722" y="292127"/>
                  </a:lnTo>
                  <a:lnTo>
                    <a:pt x="281643" y="288557"/>
                  </a:lnTo>
                  <a:lnTo>
                    <a:pt x="285450" y="284864"/>
                  </a:lnTo>
                  <a:lnTo>
                    <a:pt x="289137" y="281052"/>
                  </a:lnTo>
                  <a:lnTo>
                    <a:pt x="292702" y="277126"/>
                  </a:lnTo>
                  <a:lnTo>
                    <a:pt x="296140" y="273088"/>
                  </a:lnTo>
                  <a:lnTo>
                    <a:pt x="299448" y="268943"/>
                  </a:lnTo>
                  <a:lnTo>
                    <a:pt x="302624" y="264695"/>
                  </a:lnTo>
                  <a:lnTo>
                    <a:pt x="305663" y="260349"/>
                  </a:lnTo>
                  <a:lnTo>
                    <a:pt x="308562" y="255908"/>
                  </a:lnTo>
                  <a:lnTo>
                    <a:pt x="311319" y="251378"/>
                  </a:lnTo>
                  <a:lnTo>
                    <a:pt x="313932" y="246763"/>
                  </a:lnTo>
                  <a:lnTo>
                    <a:pt x="316396" y="242067"/>
                  </a:lnTo>
                  <a:lnTo>
                    <a:pt x="318710" y="237295"/>
                  </a:lnTo>
                  <a:lnTo>
                    <a:pt x="320872" y="232452"/>
                  </a:lnTo>
                  <a:lnTo>
                    <a:pt x="322879" y="227543"/>
                  </a:lnTo>
                  <a:lnTo>
                    <a:pt x="324729" y="222573"/>
                  </a:lnTo>
                  <a:lnTo>
                    <a:pt x="326421" y="217547"/>
                  </a:lnTo>
                  <a:lnTo>
                    <a:pt x="327952" y="212469"/>
                  </a:lnTo>
                  <a:lnTo>
                    <a:pt x="329322" y="207346"/>
                  </a:lnTo>
                  <a:lnTo>
                    <a:pt x="330528" y="202181"/>
                  </a:lnTo>
                  <a:lnTo>
                    <a:pt x="331570" y="196981"/>
                  </a:lnTo>
                  <a:lnTo>
                    <a:pt x="332446" y="191751"/>
                  </a:lnTo>
                  <a:lnTo>
                    <a:pt x="333156" y="186495"/>
                  </a:lnTo>
                  <a:lnTo>
                    <a:pt x="333699" y="181220"/>
                  </a:lnTo>
                  <a:lnTo>
                    <a:pt x="334075" y="175930"/>
                  </a:lnTo>
                  <a:lnTo>
                    <a:pt x="334282" y="170630"/>
                  </a:lnTo>
                  <a:lnTo>
                    <a:pt x="334321" y="165327"/>
                  </a:lnTo>
                  <a:lnTo>
                    <a:pt x="334192" y="160025"/>
                  </a:lnTo>
                  <a:lnTo>
                    <a:pt x="333895" y="154730"/>
                  </a:lnTo>
                  <a:lnTo>
                    <a:pt x="333430" y="149447"/>
                  </a:lnTo>
                  <a:lnTo>
                    <a:pt x="332798" y="144182"/>
                  </a:lnTo>
                  <a:lnTo>
                    <a:pt x="331999" y="138939"/>
                  </a:lnTo>
                  <a:lnTo>
                    <a:pt x="331034" y="133724"/>
                  </a:lnTo>
                  <a:lnTo>
                    <a:pt x="329904" y="128542"/>
                  </a:lnTo>
                  <a:lnTo>
                    <a:pt x="328610" y="123399"/>
                  </a:lnTo>
                  <a:lnTo>
                    <a:pt x="327154" y="118300"/>
                  </a:lnTo>
                  <a:lnTo>
                    <a:pt x="325537" y="113249"/>
                  </a:lnTo>
                  <a:lnTo>
                    <a:pt x="323760" y="108252"/>
                  </a:lnTo>
                  <a:lnTo>
                    <a:pt x="321826" y="103314"/>
                  </a:lnTo>
                  <a:lnTo>
                    <a:pt x="319736" y="98440"/>
                  </a:lnTo>
                  <a:lnTo>
                    <a:pt x="317493" y="93634"/>
                  </a:lnTo>
                  <a:lnTo>
                    <a:pt x="315098" y="88902"/>
                  </a:lnTo>
                  <a:lnTo>
                    <a:pt x="312554" y="84249"/>
                  </a:lnTo>
                  <a:lnTo>
                    <a:pt x="309864" y="79678"/>
                  </a:lnTo>
                  <a:lnTo>
                    <a:pt x="307031" y="75195"/>
                  </a:lnTo>
                  <a:lnTo>
                    <a:pt x="304056" y="70804"/>
                  </a:lnTo>
                  <a:lnTo>
                    <a:pt x="300944" y="66510"/>
                  </a:lnTo>
                  <a:lnTo>
                    <a:pt x="297697" y="62317"/>
                  </a:lnTo>
                  <a:lnTo>
                    <a:pt x="294319" y="58229"/>
                  </a:lnTo>
                  <a:lnTo>
                    <a:pt x="290813" y="54250"/>
                  </a:lnTo>
                  <a:lnTo>
                    <a:pt x="287182" y="50384"/>
                  </a:lnTo>
                  <a:lnTo>
                    <a:pt x="283431" y="46635"/>
                  </a:lnTo>
                  <a:lnTo>
                    <a:pt x="279563" y="43007"/>
                  </a:lnTo>
                  <a:lnTo>
                    <a:pt x="275581" y="39504"/>
                  </a:lnTo>
                  <a:lnTo>
                    <a:pt x="271490" y="36129"/>
                  </a:lnTo>
                  <a:lnTo>
                    <a:pt x="267295" y="32885"/>
                  </a:lnTo>
                  <a:lnTo>
                    <a:pt x="262998" y="29776"/>
                  </a:lnTo>
                  <a:lnTo>
                    <a:pt x="258605" y="26805"/>
                  </a:lnTo>
                  <a:lnTo>
                    <a:pt x="254120" y="23975"/>
                  </a:lnTo>
                  <a:lnTo>
                    <a:pt x="249548" y="21288"/>
                  </a:lnTo>
                  <a:lnTo>
                    <a:pt x="244892" y="18748"/>
                  </a:lnTo>
                  <a:lnTo>
                    <a:pt x="240158" y="16357"/>
                  </a:lnTo>
                  <a:lnTo>
                    <a:pt x="235351" y="14117"/>
                  </a:lnTo>
                  <a:lnTo>
                    <a:pt x="230476" y="12031"/>
                  </a:lnTo>
                  <a:lnTo>
                    <a:pt x="225536" y="10100"/>
                  </a:lnTo>
                  <a:lnTo>
                    <a:pt x="220538" y="8327"/>
                  </a:lnTo>
                  <a:lnTo>
                    <a:pt x="215486" y="6714"/>
                  </a:lnTo>
                  <a:lnTo>
                    <a:pt x="210385" y="5261"/>
                  </a:lnTo>
                  <a:lnTo>
                    <a:pt x="205241" y="3971"/>
                  </a:lnTo>
                  <a:lnTo>
                    <a:pt x="200059" y="2845"/>
                  </a:lnTo>
                  <a:lnTo>
                    <a:pt x="194843" y="1884"/>
                  </a:lnTo>
                  <a:lnTo>
                    <a:pt x="189600" y="1089"/>
                  </a:lnTo>
                  <a:lnTo>
                    <a:pt x="184334" y="461"/>
                  </a:lnTo>
                  <a:lnTo>
                    <a:pt x="179050" y="0"/>
                  </a:lnTo>
                  <a:lnTo>
                    <a:pt x="167160" y="1667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486215" y="5399291"/>
              <a:ext cx="11890" cy="167167"/>
            </a:xfrm>
            <a:custGeom>
              <a:avLst/>
              <a:pathLst>
                <a:path w="11890" h="167167">
                  <a:moveTo>
                    <a:pt x="11890" y="42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856376" y="5399291"/>
              <a:ext cx="167167" cy="301120"/>
            </a:xfrm>
            <a:custGeom>
              <a:avLst/>
              <a:pathLst>
                <a:path w="167167" h="301120">
                  <a:moveTo>
                    <a:pt x="167167" y="0"/>
                  </a:moveTo>
                  <a:lnTo>
                    <a:pt x="161809" y="85"/>
                  </a:lnTo>
                  <a:lnTo>
                    <a:pt x="156457" y="343"/>
                  </a:lnTo>
                  <a:lnTo>
                    <a:pt x="151116" y="772"/>
                  </a:lnTo>
                  <a:lnTo>
                    <a:pt x="145792" y="1372"/>
                  </a:lnTo>
                  <a:lnTo>
                    <a:pt x="140489" y="2142"/>
                  </a:lnTo>
                  <a:lnTo>
                    <a:pt x="135214" y="3082"/>
                  </a:lnTo>
                  <a:lnTo>
                    <a:pt x="129971" y="4190"/>
                  </a:lnTo>
                  <a:lnTo>
                    <a:pt x="124767" y="5466"/>
                  </a:lnTo>
                  <a:lnTo>
                    <a:pt x="119606" y="6908"/>
                  </a:lnTo>
                  <a:lnTo>
                    <a:pt x="114495" y="8515"/>
                  </a:lnTo>
                  <a:lnTo>
                    <a:pt x="109437" y="10284"/>
                  </a:lnTo>
                  <a:lnTo>
                    <a:pt x="104439" y="12215"/>
                  </a:lnTo>
                  <a:lnTo>
                    <a:pt x="99505" y="14305"/>
                  </a:lnTo>
                  <a:lnTo>
                    <a:pt x="94640" y="16552"/>
                  </a:lnTo>
                  <a:lnTo>
                    <a:pt x="89851" y="18954"/>
                  </a:lnTo>
                  <a:lnTo>
                    <a:pt x="85140" y="21508"/>
                  </a:lnTo>
                  <a:lnTo>
                    <a:pt x="80514" y="24212"/>
                  </a:lnTo>
                  <a:lnTo>
                    <a:pt x="75977" y="27062"/>
                  </a:lnTo>
                  <a:lnTo>
                    <a:pt x="71534" y="30057"/>
                  </a:lnTo>
                  <a:lnTo>
                    <a:pt x="67188" y="33192"/>
                  </a:lnTo>
                  <a:lnTo>
                    <a:pt x="62946" y="36465"/>
                  </a:lnTo>
                  <a:lnTo>
                    <a:pt x="58811" y="39873"/>
                  </a:lnTo>
                  <a:lnTo>
                    <a:pt x="54787" y="43411"/>
                  </a:lnTo>
                  <a:lnTo>
                    <a:pt x="50878" y="47076"/>
                  </a:lnTo>
                  <a:lnTo>
                    <a:pt x="47089" y="50865"/>
                  </a:lnTo>
                  <a:lnTo>
                    <a:pt x="43423" y="54773"/>
                  </a:lnTo>
                  <a:lnTo>
                    <a:pt x="39885" y="58796"/>
                  </a:lnTo>
                  <a:lnTo>
                    <a:pt x="36477" y="62931"/>
                  </a:lnTo>
                  <a:lnTo>
                    <a:pt x="33203" y="67174"/>
                  </a:lnTo>
                  <a:lnTo>
                    <a:pt x="30067" y="71518"/>
                  </a:lnTo>
                  <a:lnTo>
                    <a:pt x="27072" y="75961"/>
                  </a:lnTo>
                  <a:lnTo>
                    <a:pt x="24221" y="80498"/>
                  </a:lnTo>
                  <a:lnTo>
                    <a:pt x="21517" y="85124"/>
                  </a:lnTo>
                  <a:lnTo>
                    <a:pt x="18962" y="89834"/>
                  </a:lnTo>
                  <a:lnTo>
                    <a:pt x="16560" y="94624"/>
                  </a:lnTo>
                  <a:lnTo>
                    <a:pt x="14312" y="99488"/>
                  </a:lnTo>
                  <a:lnTo>
                    <a:pt x="12222" y="104422"/>
                  </a:lnTo>
                  <a:lnTo>
                    <a:pt x="10291" y="109420"/>
                  </a:lnTo>
                  <a:lnTo>
                    <a:pt x="8520" y="114477"/>
                  </a:lnTo>
                  <a:lnTo>
                    <a:pt x="6913" y="119589"/>
                  </a:lnTo>
                  <a:lnTo>
                    <a:pt x="5471" y="124749"/>
                  </a:lnTo>
                  <a:lnTo>
                    <a:pt x="4194" y="129953"/>
                  </a:lnTo>
                  <a:lnTo>
                    <a:pt x="3085" y="135195"/>
                  </a:lnTo>
                  <a:lnTo>
                    <a:pt x="2145" y="140471"/>
                  </a:lnTo>
                  <a:lnTo>
                    <a:pt x="1374" y="145773"/>
                  </a:lnTo>
                  <a:lnTo>
                    <a:pt x="774" y="151098"/>
                  </a:lnTo>
                  <a:lnTo>
                    <a:pt x="344" y="156439"/>
                  </a:lnTo>
                  <a:lnTo>
                    <a:pt x="86" y="161791"/>
                  </a:lnTo>
                  <a:lnTo>
                    <a:pt x="0" y="167148"/>
                  </a:lnTo>
                  <a:lnTo>
                    <a:pt x="85" y="172506"/>
                  </a:lnTo>
                  <a:lnTo>
                    <a:pt x="342" y="177858"/>
                  </a:lnTo>
                  <a:lnTo>
                    <a:pt x="770" y="183199"/>
                  </a:lnTo>
                  <a:lnTo>
                    <a:pt x="1369" y="188524"/>
                  </a:lnTo>
                  <a:lnTo>
                    <a:pt x="2139" y="193827"/>
                  </a:lnTo>
                  <a:lnTo>
                    <a:pt x="3078" y="199102"/>
                  </a:lnTo>
                  <a:lnTo>
                    <a:pt x="4186" y="204345"/>
                  </a:lnTo>
                  <a:lnTo>
                    <a:pt x="5461" y="209549"/>
                  </a:lnTo>
                  <a:lnTo>
                    <a:pt x="6903" y="214710"/>
                  </a:lnTo>
                  <a:lnTo>
                    <a:pt x="8509" y="219822"/>
                  </a:lnTo>
                  <a:lnTo>
                    <a:pt x="10278" y="224879"/>
                  </a:lnTo>
                  <a:lnTo>
                    <a:pt x="12208" y="229878"/>
                  </a:lnTo>
                  <a:lnTo>
                    <a:pt x="14297" y="234812"/>
                  </a:lnTo>
                  <a:lnTo>
                    <a:pt x="16544" y="239677"/>
                  </a:lnTo>
                  <a:lnTo>
                    <a:pt x="18945" y="244467"/>
                  </a:lnTo>
                  <a:lnTo>
                    <a:pt x="21499" y="249177"/>
                  </a:lnTo>
                  <a:lnTo>
                    <a:pt x="24202" y="253804"/>
                  </a:lnTo>
                  <a:lnTo>
                    <a:pt x="27052" y="258341"/>
                  </a:lnTo>
                  <a:lnTo>
                    <a:pt x="30046" y="262785"/>
                  </a:lnTo>
                  <a:lnTo>
                    <a:pt x="33181" y="267131"/>
                  </a:lnTo>
                  <a:lnTo>
                    <a:pt x="36454" y="271373"/>
                  </a:lnTo>
                  <a:lnTo>
                    <a:pt x="39861" y="275509"/>
                  </a:lnTo>
                  <a:lnTo>
                    <a:pt x="43398" y="279534"/>
                  </a:lnTo>
                  <a:lnTo>
                    <a:pt x="47063" y="283443"/>
                  </a:lnTo>
                  <a:lnTo>
                    <a:pt x="50851" y="287232"/>
                  </a:lnTo>
                  <a:lnTo>
                    <a:pt x="54759" y="290898"/>
                  </a:lnTo>
                  <a:lnTo>
                    <a:pt x="58782" y="294437"/>
                  </a:lnTo>
                  <a:lnTo>
                    <a:pt x="62917" y="297846"/>
                  </a:lnTo>
                  <a:lnTo>
                    <a:pt x="67159" y="30112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923535" y="5566459"/>
              <a:ext cx="100008" cy="133952"/>
            </a:xfrm>
            <a:custGeom>
              <a:avLst/>
              <a:pathLst>
                <a:path w="100008" h="133952">
                  <a:moveTo>
                    <a:pt x="0" y="133952"/>
                  </a:moveTo>
                  <a:lnTo>
                    <a:pt x="1000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923535" y="5566459"/>
              <a:ext cx="100008" cy="133952"/>
            </a:xfrm>
            <a:custGeom>
              <a:avLst/>
              <a:pathLst>
                <a:path w="100008" h="133952">
                  <a:moveTo>
                    <a:pt x="0" y="133952"/>
                  </a:moveTo>
                  <a:lnTo>
                    <a:pt x="1000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923535" y="5566459"/>
              <a:ext cx="100008" cy="133952"/>
            </a:xfrm>
            <a:custGeom>
              <a:avLst/>
              <a:pathLst>
                <a:path w="100008" h="133952">
                  <a:moveTo>
                    <a:pt x="0" y="133952"/>
                  </a:moveTo>
                  <a:lnTo>
                    <a:pt x="1000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923535" y="5566459"/>
              <a:ext cx="100008" cy="133952"/>
            </a:xfrm>
            <a:custGeom>
              <a:avLst/>
              <a:pathLst>
                <a:path w="100008" h="133952">
                  <a:moveTo>
                    <a:pt x="0" y="133952"/>
                  </a:moveTo>
                  <a:lnTo>
                    <a:pt x="10000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923535" y="5566459"/>
              <a:ext cx="100008" cy="133952"/>
            </a:xfrm>
            <a:custGeom>
              <a:avLst/>
              <a:pathLst>
                <a:path w="100008" h="133952">
                  <a:moveTo>
                    <a:pt x="0" y="133952"/>
                  </a:moveTo>
                  <a:lnTo>
                    <a:pt x="10000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923535" y="5566459"/>
              <a:ext cx="167370" cy="167150"/>
            </a:xfrm>
            <a:custGeom>
              <a:avLst/>
              <a:pathLst>
                <a:path w="167370" h="167150">
                  <a:moveTo>
                    <a:pt x="0" y="133952"/>
                  </a:moveTo>
                  <a:lnTo>
                    <a:pt x="4474" y="137179"/>
                  </a:lnTo>
                  <a:lnTo>
                    <a:pt x="9052" y="140257"/>
                  </a:lnTo>
                  <a:lnTo>
                    <a:pt x="13730" y="143181"/>
                  </a:lnTo>
                  <a:lnTo>
                    <a:pt x="18501" y="145950"/>
                  </a:lnTo>
                  <a:lnTo>
                    <a:pt x="23361" y="148560"/>
                  </a:lnTo>
                  <a:lnTo>
                    <a:pt x="28305" y="151008"/>
                  </a:lnTo>
                  <a:lnTo>
                    <a:pt x="33327" y="153292"/>
                  </a:lnTo>
                  <a:lnTo>
                    <a:pt x="38421" y="155409"/>
                  </a:lnTo>
                  <a:lnTo>
                    <a:pt x="43583" y="157356"/>
                  </a:lnTo>
                  <a:lnTo>
                    <a:pt x="48806" y="159132"/>
                  </a:lnTo>
                  <a:lnTo>
                    <a:pt x="54084" y="160735"/>
                  </a:lnTo>
                  <a:lnTo>
                    <a:pt x="59413" y="162163"/>
                  </a:lnTo>
                  <a:lnTo>
                    <a:pt x="64786" y="163414"/>
                  </a:lnTo>
                  <a:lnTo>
                    <a:pt x="70197" y="164487"/>
                  </a:lnTo>
                  <a:lnTo>
                    <a:pt x="75641" y="165381"/>
                  </a:lnTo>
                  <a:lnTo>
                    <a:pt x="81111" y="166095"/>
                  </a:lnTo>
                  <a:lnTo>
                    <a:pt x="86602" y="166629"/>
                  </a:lnTo>
                  <a:lnTo>
                    <a:pt x="92107" y="166980"/>
                  </a:lnTo>
                  <a:lnTo>
                    <a:pt x="97621" y="167150"/>
                  </a:lnTo>
                  <a:lnTo>
                    <a:pt x="103138" y="167138"/>
                  </a:lnTo>
                  <a:lnTo>
                    <a:pt x="108651" y="166943"/>
                  </a:lnTo>
                  <a:lnTo>
                    <a:pt x="114155" y="166567"/>
                  </a:lnTo>
                  <a:lnTo>
                    <a:pt x="119643" y="166010"/>
                  </a:lnTo>
                  <a:lnTo>
                    <a:pt x="125110" y="165271"/>
                  </a:lnTo>
                  <a:lnTo>
                    <a:pt x="130550" y="164353"/>
                  </a:lnTo>
                  <a:lnTo>
                    <a:pt x="135956" y="163256"/>
                  </a:lnTo>
                  <a:lnTo>
                    <a:pt x="141324" y="161981"/>
                  </a:lnTo>
                  <a:lnTo>
                    <a:pt x="146646" y="160529"/>
                  </a:lnTo>
                  <a:lnTo>
                    <a:pt x="151918" y="158903"/>
                  </a:lnTo>
                  <a:lnTo>
                    <a:pt x="157132" y="157104"/>
                  </a:lnTo>
                  <a:lnTo>
                    <a:pt x="162285" y="155133"/>
                  </a:lnTo>
                  <a:lnTo>
                    <a:pt x="167370" y="152994"/>
                  </a:lnTo>
                  <a:lnTo>
                    <a:pt x="10000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023544" y="5399291"/>
              <a:ext cx="167167" cy="320161"/>
            </a:xfrm>
            <a:custGeom>
              <a:avLst/>
              <a:pathLst>
                <a:path w="167167" h="320161">
                  <a:moveTo>
                    <a:pt x="67362" y="320161"/>
                  </a:moveTo>
                  <a:lnTo>
                    <a:pt x="72234" y="317922"/>
                  </a:lnTo>
                  <a:lnTo>
                    <a:pt x="77033" y="315527"/>
                  </a:lnTo>
                  <a:lnTo>
                    <a:pt x="81752" y="312980"/>
                  </a:lnTo>
                  <a:lnTo>
                    <a:pt x="86387" y="310283"/>
                  </a:lnTo>
                  <a:lnTo>
                    <a:pt x="90933" y="307439"/>
                  </a:lnTo>
                  <a:lnTo>
                    <a:pt x="95385" y="304450"/>
                  </a:lnTo>
                  <a:lnTo>
                    <a:pt x="99739" y="301320"/>
                  </a:lnTo>
                  <a:lnTo>
                    <a:pt x="103991" y="298051"/>
                  </a:lnTo>
                  <a:lnTo>
                    <a:pt x="108136" y="294648"/>
                  </a:lnTo>
                  <a:lnTo>
                    <a:pt x="112169" y="291114"/>
                  </a:lnTo>
                  <a:lnTo>
                    <a:pt x="116087" y="287453"/>
                  </a:lnTo>
                  <a:lnTo>
                    <a:pt x="119885" y="283667"/>
                  </a:lnTo>
                  <a:lnTo>
                    <a:pt x="123560" y="279762"/>
                  </a:lnTo>
                  <a:lnTo>
                    <a:pt x="127108" y="275741"/>
                  </a:lnTo>
                  <a:lnTo>
                    <a:pt x="130525" y="271608"/>
                  </a:lnTo>
                  <a:lnTo>
                    <a:pt x="133808" y="267368"/>
                  </a:lnTo>
                  <a:lnTo>
                    <a:pt x="136953" y="263024"/>
                  </a:lnTo>
                  <a:lnTo>
                    <a:pt x="139957" y="258582"/>
                  </a:lnTo>
                  <a:lnTo>
                    <a:pt x="142817" y="254046"/>
                  </a:lnTo>
                  <a:lnTo>
                    <a:pt x="145531" y="249420"/>
                  </a:lnTo>
                  <a:lnTo>
                    <a:pt x="148094" y="244710"/>
                  </a:lnTo>
                  <a:lnTo>
                    <a:pt x="150505" y="239920"/>
                  </a:lnTo>
                  <a:lnTo>
                    <a:pt x="152761" y="235055"/>
                  </a:lnTo>
                  <a:lnTo>
                    <a:pt x="154860" y="230121"/>
                  </a:lnTo>
                  <a:lnTo>
                    <a:pt x="156800" y="225121"/>
                  </a:lnTo>
                  <a:lnTo>
                    <a:pt x="158578" y="220062"/>
                  </a:lnTo>
                  <a:lnTo>
                    <a:pt x="160193" y="214948"/>
                  </a:lnTo>
                  <a:lnTo>
                    <a:pt x="161643" y="209785"/>
                  </a:lnTo>
                  <a:lnTo>
                    <a:pt x="162927" y="204579"/>
                  </a:lnTo>
                  <a:lnTo>
                    <a:pt x="164043" y="199334"/>
                  </a:lnTo>
                  <a:lnTo>
                    <a:pt x="164990" y="194055"/>
                  </a:lnTo>
                  <a:lnTo>
                    <a:pt x="165768" y="188750"/>
                  </a:lnTo>
                  <a:lnTo>
                    <a:pt x="166375" y="183421"/>
                  </a:lnTo>
                  <a:lnTo>
                    <a:pt x="166811" y="178077"/>
                  </a:lnTo>
                  <a:lnTo>
                    <a:pt x="167075" y="172720"/>
                  </a:lnTo>
                  <a:lnTo>
                    <a:pt x="167167" y="167359"/>
                  </a:lnTo>
                  <a:lnTo>
                    <a:pt x="167087" y="161997"/>
                  </a:lnTo>
                  <a:lnTo>
                    <a:pt x="166835" y="156640"/>
                  </a:lnTo>
                  <a:lnTo>
                    <a:pt x="166412" y="151294"/>
                  </a:lnTo>
                  <a:lnTo>
                    <a:pt x="165817" y="145965"/>
                  </a:lnTo>
                  <a:lnTo>
                    <a:pt x="165052" y="140657"/>
                  </a:lnTo>
                  <a:lnTo>
                    <a:pt x="164116" y="135377"/>
                  </a:lnTo>
                  <a:lnTo>
                    <a:pt x="163012" y="130129"/>
                  </a:lnTo>
                  <a:lnTo>
                    <a:pt x="161740" y="124919"/>
                  </a:lnTo>
                  <a:lnTo>
                    <a:pt x="160302" y="119753"/>
                  </a:lnTo>
                  <a:lnTo>
                    <a:pt x="158699" y="114636"/>
                  </a:lnTo>
                  <a:lnTo>
                    <a:pt x="156932" y="109573"/>
                  </a:lnTo>
                  <a:lnTo>
                    <a:pt x="155004" y="104569"/>
                  </a:lnTo>
                  <a:lnTo>
                    <a:pt x="152916" y="99629"/>
                  </a:lnTo>
                  <a:lnTo>
                    <a:pt x="150672" y="94759"/>
                  </a:lnTo>
                  <a:lnTo>
                    <a:pt x="148272" y="89964"/>
                  </a:lnTo>
                  <a:lnTo>
                    <a:pt x="145719" y="85247"/>
                  </a:lnTo>
                  <a:lnTo>
                    <a:pt x="143016" y="80616"/>
                  </a:lnTo>
                  <a:lnTo>
                    <a:pt x="140167" y="76073"/>
                  </a:lnTo>
                  <a:lnTo>
                    <a:pt x="137173" y="71624"/>
                  </a:lnTo>
                  <a:lnTo>
                    <a:pt x="134038" y="67273"/>
                  </a:lnTo>
                  <a:lnTo>
                    <a:pt x="130765" y="63025"/>
                  </a:lnTo>
                  <a:lnTo>
                    <a:pt x="127357" y="58885"/>
                  </a:lnTo>
                  <a:lnTo>
                    <a:pt x="123818" y="54855"/>
                  </a:lnTo>
                  <a:lnTo>
                    <a:pt x="120152" y="50942"/>
                  </a:lnTo>
                  <a:lnTo>
                    <a:pt x="116362" y="47148"/>
                  </a:lnTo>
                  <a:lnTo>
                    <a:pt x="112453" y="43477"/>
                  </a:lnTo>
                  <a:lnTo>
                    <a:pt x="108428" y="39934"/>
                  </a:lnTo>
                  <a:lnTo>
                    <a:pt x="104291" y="36521"/>
                  </a:lnTo>
                  <a:lnTo>
                    <a:pt x="100047" y="33244"/>
                  </a:lnTo>
                  <a:lnTo>
                    <a:pt x="95700" y="30103"/>
                  </a:lnTo>
                  <a:lnTo>
                    <a:pt x="91254" y="27104"/>
                  </a:lnTo>
                  <a:lnTo>
                    <a:pt x="86715" y="24249"/>
                  </a:lnTo>
                  <a:lnTo>
                    <a:pt x="82086" y="21542"/>
                  </a:lnTo>
                  <a:lnTo>
                    <a:pt x="77373" y="18984"/>
                  </a:lnTo>
                  <a:lnTo>
                    <a:pt x="72580" y="16578"/>
                  </a:lnTo>
                  <a:lnTo>
                    <a:pt x="67713" y="14328"/>
                  </a:lnTo>
                  <a:lnTo>
                    <a:pt x="62775" y="12234"/>
                  </a:lnTo>
                  <a:lnTo>
                    <a:pt x="57774" y="10300"/>
                  </a:lnTo>
                  <a:lnTo>
                    <a:pt x="52712" y="8528"/>
                  </a:lnTo>
                  <a:lnTo>
                    <a:pt x="47597" y="6919"/>
                  </a:lnTo>
                  <a:lnTo>
                    <a:pt x="42433" y="5475"/>
                  </a:lnTo>
                  <a:lnTo>
                    <a:pt x="37224" y="4197"/>
                  </a:lnTo>
                  <a:lnTo>
                    <a:pt x="31978" y="3087"/>
                  </a:lnTo>
                  <a:lnTo>
                    <a:pt x="26699" y="2145"/>
                  </a:lnTo>
                  <a:lnTo>
                    <a:pt x="21392" y="1374"/>
                  </a:lnTo>
                  <a:lnTo>
                    <a:pt x="16063" y="773"/>
                  </a:lnTo>
                  <a:lnTo>
                    <a:pt x="10718" y="343"/>
                  </a:lnTo>
                  <a:lnTo>
                    <a:pt x="536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416850" y="5269756"/>
              <a:ext cx="128408" cy="167167"/>
            </a:xfrm>
            <a:custGeom>
              <a:avLst/>
              <a:pathLst>
                <a:path w="128408" h="167167">
                  <a:moveTo>
                    <a:pt x="128408" y="0"/>
                  </a:moveTo>
                  <a:lnTo>
                    <a:pt x="122777" y="94"/>
                  </a:lnTo>
                  <a:lnTo>
                    <a:pt x="117152" y="379"/>
                  </a:lnTo>
                  <a:lnTo>
                    <a:pt x="111541" y="853"/>
                  </a:lnTo>
                  <a:lnTo>
                    <a:pt x="105948" y="1515"/>
                  </a:lnTo>
                  <a:lnTo>
                    <a:pt x="100381" y="2366"/>
                  </a:lnTo>
                  <a:lnTo>
                    <a:pt x="94846" y="3403"/>
                  </a:lnTo>
                  <a:lnTo>
                    <a:pt x="89349" y="4626"/>
                  </a:lnTo>
                  <a:lnTo>
                    <a:pt x="83897" y="6034"/>
                  </a:lnTo>
                  <a:lnTo>
                    <a:pt x="78494" y="7625"/>
                  </a:lnTo>
                  <a:lnTo>
                    <a:pt x="73149" y="9397"/>
                  </a:lnTo>
                  <a:lnTo>
                    <a:pt x="67866" y="11348"/>
                  </a:lnTo>
                  <a:lnTo>
                    <a:pt x="62652" y="13475"/>
                  </a:lnTo>
                  <a:lnTo>
                    <a:pt x="57512" y="15777"/>
                  </a:lnTo>
                  <a:lnTo>
                    <a:pt x="52453" y="18251"/>
                  </a:lnTo>
                  <a:lnTo>
                    <a:pt x="47480" y="20894"/>
                  </a:lnTo>
                  <a:lnTo>
                    <a:pt x="42599" y="23703"/>
                  </a:lnTo>
                  <a:lnTo>
                    <a:pt x="37816" y="26675"/>
                  </a:lnTo>
                  <a:lnTo>
                    <a:pt x="33135" y="29806"/>
                  </a:lnTo>
                  <a:lnTo>
                    <a:pt x="28562" y="33093"/>
                  </a:lnTo>
                  <a:lnTo>
                    <a:pt x="24103" y="36532"/>
                  </a:lnTo>
                  <a:lnTo>
                    <a:pt x="19762" y="40120"/>
                  </a:lnTo>
                  <a:lnTo>
                    <a:pt x="15544" y="43851"/>
                  </a:lnTo>
                  <a:lnTo>
                    <a:pt x="11454" y="47723"/>
                  </a:lnTo>
                  <a:lnTo>
                    <a:pt x="7497" y="51730"/>
                  </a:lnTo>
                  <a:lnTo>
                    <a:pt x="3678" y="55868"/>
                  </a:lnTo>
                  <a:lnTo>
                    <a:pt x="0" y="60133"/>
                  </a:lnTo>
                  <a:lnTo>
                    <a:pt x="12840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416850" y="5329889"/>
              <a:ext cx="128408" cy="107034"/>
            </a:xfrm>
            <a:custGeom>
              <a:avLst/>
              <a:pathLst>
                <a:path w="128408" h="107034">
                  <a:moveTo>
                    <a:pt x="0" y="0"/>
                  </a:moveTo>
                  <a:lnTo>
                    <a:pt x="128408" y="1070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416850" y="5329889"/>
              <a:ext cx="128408" cy="107034"/>
            </a:xfrm>
            <a:custGeom>
              <a:avLst/>
              <a:pathLst>
                <a:path w="128408" h="107034">
                  <a:moveTo>
                    <a:pt x="0" y="0"/>
                  </a:moveTo>
                  <a:lnTo>
                    <a:pt x="128408" y="1070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416850" y="5329889"/>
              <a:ext cx="128408" cy="107034"/>
            </a:xfrm>
            <a:custGeom>
              <a:avLst/>
              <a:pathLst>
                <a:path w="128408" h="107034">
                  <a:moveTo>
                    <a:pt x="0" y="0"/>
                  </a:moveTo>
                  <a:lnTo>
                    <a:pt x="128408" y="1070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416850" y="5329889"/>
              <a:ext cx="128408" cy="107034"/>
            </a:xfrm>
            <a:custGeom>
              <a:avLst/>
              <a:pathLst>
                <a:path w="128408" h="107034">
                  <a:moveTo>
                    <a:pt x="0" y="0"/>
                  </a:moveTo>
                  <a:lnTo>
                    <a:pt x="128408" y="1070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385401" y="5329889"/>
              <a:ext cx="159857" cy="107034"/>
            </a:xfrm>
            <a:custGeom>
              <a:avLst/>
              <a:pathLst>
                <a:path w="159857" h="107034">
                  <a:moveTo>
                    <a:pt x="31449" y="0"/>
                  </a:moveTo>
                  <a:lnTo>
                    <a:pt x="27660" y="4715"/>
                  </a:lnTo>
                  <a:lnTo>
                    <a:pt x="24045" y="9565"/>
                  </a:lnTo>
                  <a:lnTo>
                    <a:pt x="20608" y="14542"/>
                  </a:lnTo>
                  <a:lnTo>
                    <a:pt x="17353" y="19640"/>
                  </a:lnTo>
                  <a:lnTo>
                    <a:pt x="14285" y="24852"/>
                  </a:lnTo>
                  <a:lnTo>
                    <a:pt x="11407" y="30173"/>
                  </a:lnTo>
                  <a:lnTo>
                    <a:pt x="8723" y="35594"/>
                  </a:lnTo>
                  <a:lnTo>
                    <a:pt x="6238" y="41108"/>
                  </a:lnTo>
                  <a:lnTo>
                    <a:pt x="3953" y="46709"/>
                  </a:lnTo>
                  <a:lnTo>
                    <a:pt x="1873" y="52388"/>
                  </a:lnTo>
                  <a:lnTo>
                    <a:pt x="0" y="58139"/>
                  </a:lnTo>
                  <a:lnTo>
                    <a:pt x="159857" y="1070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378102" y="5269756"/>
              <a:ext cx="334306" cy="334334"/>
            </a:xfrm>
            <a:custGeom>
              <a:avLst/>
              <a:pathLst>
                <a:path w="334306" h="334334">
                  <a:moveTo>
                    <a:pt x="7299" y="118273"/>
                  </a:moveTo>
                  <a:lnTo>
                    <a:pt x="5829" y="123364"/>
                  </a:lnTo>
                  <a:lnTo>
                    <a:pt x="4522" y="128500"/>
                  </a:lnTo>
                  <a:lnTo>
                    <a:pt x="3378" y="133675"/>
                  </a:lnTo>
                  <a:lnTo>
                    <a:pt x="2399" y="138883"/>
                  </a:lnTo>
                  <a:lnTo>
                    <a:pt x="1585" y="144120"/>
                  </a:lnTo>
                  <a:lnTo>
                    <a:pt x="937" y="149380"/>
                  </a:lnTo>
                  <a:lnTo>
                    <a:pt x="457" y="154658"/>
                  </a:lnTo>
                  <a:lnTo>
                    <a:pt x="144" y="159948"/>
                  </a:lnTo>
                  <a:lnTo>
                    <a:pt x="0" y="165246"/>
                  </a:lnTo>
                  <a:lnTo>
                    <a:pt x="23" y="170546"/>
                  </a:lnTo>
                  <a:lnTo>
                    <a:pt x="214" y="175842"/>
                  </a:lnTo>
                  <a:lnTo>
                    <a:pt x="573" y="181129"/>
                  </a:lnTo>
                  <a:lnTo>
                    <a:pt x="1099" y="186403"/>
                  </a:lnTo>
                  <a:lnTo>
                    <a:pt x="1792" y="191657"/>
                  </a:lnTo>
                  <a:lnTo>
                    <a:pt x="2651" y="196886"/>
                  </a:lnTo>
                  <a:lnTo>
                    <a:pt x="3676" y="202086"/>
                  </a:lnTo>
                  <a:lnTo>
                    <a:pt x="4865" y="207250"/>
                  </a:lnTo>
                  <a:lnTo>
                    <a:pt x="6217" y="212375"/>
                  </a:lnTo>
                  <a:lnTo>
                    <a:pt x="7731" y="217454"/>
                  </a:lnTo>
                  <a:lnTo>
                    <a:pt x="9405" y="222482"/>
                  </a:lnTo>
                  <a:lnTo>
                    <a:pt x="11238" y="227454"/>
                  </a:lnTo>
                  <a:lnTo>
                    <a:pt x="13227" y="232367"/>
                  </a:lnTo>
                  <a:lnTo>
                    <a:pt x="15372" y="237213"/>
                  </a:lnTo>
                  <a:lnTo>
                    <a:pt x="17668" y="241989"/>
                  </a:lnTo>
                  <a:lnTo>
                    <a:pt x="20115" y="246690"/>
                  </a:lnTo>
                  <a:lnTo>
                    <a:pt x="22710" y="251311"/>
                  </a:lnTo>
                  <a:lnTo>
                    <a:pt x="25450" y="255848"/>
                  </a:lnTo>
                  <a:lnTo>
                    <a:pt x="28332" y="260295"/>
                  </a:lnTo>
                  <a:lnTo>
                    <a:pt x="31354" y="264649"/>
                  </a:lnTo>
                  <a:lnTo>
                    <a:pt x="34512" y="268904"/>
                  </a:lnTo>
                  <a:lnTo>
                    <a:pt x="37803" y="273058"/>
                  </a:lnTo>
                  <a:lnTo>
                    <a:pt x="41225" y="277105"/>
                  </a:lnTo>
                  <a:lnTo>
                    <a:pt x="44773" y="281042"/>
                  </a:lnTo>
                  <a:lnTo>
                    <a:pt x="48444" y="284864"/>
                  </a:lnTo>
                  <a:lnTo>
                    <a:pt x="52235" y="288568"/>
                  </a:lnTo>
                  <a:lnTo>
                    <a:pt x="56141" y="292149"/>
                  </a:lnTo>
                  <a:lnTo>
                    <a:pt x="60158" y="295606"/>
                  </a:lnTo>
                  <a:lnTo>
                    <a:pt x="64284" y="298933"/>
                  </a:lnTo>
                  <a:lnTo>
                    <a:pt x="68512" y="302127"/>
                  </a:lnTo>
                  <a:lnTo>
                    <a:pt x="72840" y="305186"/>
                  </a:lnTo>
                  <a:lnTo>
                    <a:pt x="77262" y="308107"/>
                  </a:lnTo>
                  <a:lnTo>
                    <a:pt x="81775" y="310886"/>
                  </a:lnTo>
                  <a:lnTo>
                    <a:pt x="86373" y="313520"/>
                  </a:lnTo>
                  <a:lnTo>
                    <a:pt x="91053" y="316007"/>
                  </a:lnTo>
                  <a:lnTo>
                    <a:pt x="95809" y="318344"/>
                  </a:lnTo>
                  <a:lnTo>
                    <a:pt x="100637" y="320530"/>
                  </a:lnTo>
                  <a:lnTo>
                    <a:pt x="105532" y="322562"/>
                  </a:lnTo>
                  <a:lnTo>
                    <a:pt x="110489" y="324437"/>
                  </a:lnTo>
                  <a:lnTo>
                    <a:pt x="115503" y="326154"/>
                  </a:lnTo>
                  <a:lnTo>
                    <a:pt x="120568" y="327711"/>
                  </a:lnTo>
                  <a:lnTo>
                    <a:pt x="125681" y="329108"/>
                  </a:lnTo>
                  <a:lnTo>
                    <a:pt x="130835" y="330341"/>
                  </a:lnTo>
                  <a:lnTo>
                    <a:pt x="136026" y="331410"/>
                  </a:lnTo>
                  <a:lnTo>
                    <a:pt x="141247" y="332314"/>
                  </a:lnTo>
                  <a:lnTo>
                    <a:pt x="146495" y="333053"/>
                  </a:lnTo>
                  <a:lnTo>
                    <a:pt x="151764" y="333624"/>
                  </a:lnTo>
                  <a:lnTo>
                    <a:pt x="157048" y="334029"/>
                  </a:lnTo>
                  <a:lnTo>
                    <a:pt x="162343" y="334265"/>
                  </a:lnTo>
                  <a:lnTo>
                    <a:pt x="167642" y="334334"/>
                  </a:lnTo>
                  <a:lnTo>
                    <a:pt x="172941" y="334234"/>
                  </a:lnTo>
                  <a:lnTo>
                    <a:pt x="178233" y="333967"/>
                  </a:lnTo>
                  <a:lnTo>
                    <a:pt x="183515" y="333532"/>
                  </a:lnTo>
                  <a:lnTo>
                    <a:pt x="188781" y="332930"/>
                  </a:lnTo>
                  <a:lnTo>
                    <a:pt x="194024" y="332161"/>
                  </a:lnTo>
                  <a:lnTo>
                    <a:pt x="199241" y="331226"/>
                  </a:lnTo>
                  <a:lnTo>
                    <a:pt x="204425" y="330127"/>
                  </a:lnTo>
                  <a:lnTo>
                    <a:pt x="209572" y="328864"/>
                  </a:lnTo>
                  <a:lnTo>
                    <a:pt x="214676" y="327438"/>
                  </a:lnTo>
                  <a:lnTo>
                    <a:pt x="219733" y="325851"/>
                  </a:lnTo>
                  <a:lnTo>
                    <a:pt x="224736" y="324105"/>
                  </a:lnTo>
                  <a:lnTo>
                    <a:pt x="229682" y="322201"/>
                  </a:lnTo>
                  <a:lnTo>
                    <a:pt x="234565" y="320141"/>
                  </a:lnTo>
                  <a:lnTo>
                    <a:pt x="239380" y="317927"/>
                  </a:lnTo>
                  <a:lnTo>
                    <a:pt x="244123" y="315562"/>
                  </a:lnTo>
                  <a:lnTo>
                    <a:pt x="248788" y="313048"/>
                  </a:lnTo>
                  <a:lnTo>
                    <a:pt x="253371" y="310387"/>
                  </a:lnTo>
                  <a:lnTo>
                    <a:pt x="257868" y="307582"/>
                  </a:lnTo>
                  <a:lnTo>
                    <a:pt x="262273" y="304636"/>
                  </a:lnTo>
                  <a:lnTo>
                    <a:pt x="266583" y="301552"/>
                  </a:lnTo>
                  <a:lnTo>
                    <a:pt x="270793" y="298332"/>
                  </a:lnTo>
                  <a:lnTo>
                    <a:pt x="274898" y="294981"/>
                  </a:lnTo>
                  <a:lnTo>
                    <a:pt x="278896" y="291502"/>
                  </a:lnTo>
                  <a:lnTo>
                    <a:pt x="282781" y="287897"/>
                  </a:lnTo>
                  <a:lnTo>
                    <a:pt x="286550" y="284172"/>
                  </a:lnTo>
                  <a:lnTo>
                    <a:pt x="290199" y="280328"/>
                  </a:lnTo>
                  <a:lnTo>
                    <a:pt x="293724" y="276371"/>
                  </a:lnTo>
                  <a:lnTo>
                    <a:pt x="297122" y="272304"/>
                  </a:lnTo>
                  <a:lnTo>
                    <a:pt x="300389" y="268132"/>
                  </a:lnTo>
                  <a:lnTo>
                    <a:pt x="303523" y="263857"/>
                  </a:lnTo>
                  <a:lnTo>
                    <a:pt x="306519" y="259486"/>
                  </a:lnTo>
                  <a:lnTo>
                    <a:pt x="309375" y="255022"/>
                  </a:lnTo>
                  <a:lnTo>
                    <a:pt x="312089" y="250470"/>
                  </a:lnTo>
                  <a:lnTo>
                    <a:pt x="314657" y="245834"/>
                  </a:lnTo>
                  <a:lnTo>
                    <a:pt x="317076" y="241119"/>
                  </a:lnTo>
                  <a:lnTo>
                    <a:pt x="319345" y="236329"/>
                  </a:lnTo>
                  <a:lnTo>
                    <a:pt x="321461" y="231470"/>
                  </a:lnTo>
                  <a:lnTo>
                    <a:pt x="323422" y="226547"/>
                  </a:lnTo>
                  <a:lnTo>
                    <a:pt x="325225" y="221564"/>
                  </a:lnTo>
                  <a:lnTo>
                    <a:pt x="326870" y="216526"/>
                  </a:lnTo>
                  <a:lnTo>
                    <a:pt x="328355" y="211438"/>
                  </a:lnTo>
                  <a:lnTo>
                    <a:pt x="329677" y="206306"/>
                  </a:lnTo>
                  <a:lnTo>
                    <a:pt x="330836" y="201135"/>
                  </a:lnTo>
                  <a:lnTo>
                    <a:pt x="331830" y="195929"/>
                  </a:lnTo>
                  <a:lnTo>
                    <a:pt x="332659" y="190695"/>
                  </a:lnTo>
                  <a:lnTo>
                    <a:pt x="333322" y="185437"/>
                  </a:lnTo>
                  <a:lnTo>
                    <a:pt x="333818" y="180160"/>
                  </a:lnTo>
                  <a:lnTo>
                    <a:pt x="334146" y="174871"/>
                  </a:lnTo>
                  <a:lnTo>
                    <a:pt x="334306" y="169574"/>
                  </a:lnTo>
                  <a:lnTo>
                    <a:pt x="334298" y="164274"/>
                  </a:lnTo>
                  <a:lnTo>
                    <a:pt x="334123" y="158977"/>
                  </a:lnTo>
                  <a:lnTo>
                    <a:pt x="333779" y="153689"/>
                  </a:lnTo>
                  <a:lnTo>
                    <a:pt x="333268" y="148414"/>
                  </a:lnTo>
                  <a:lnTo>
                    <a:pt x="332590" y="143158"/>
                  </a:lnTo>
                  <a:lnTo>
                    <a:pt x="331746" y="137926"/>
                  </a:lnTo>
                  <a:lnTo>
                    <a:pt x="330736" y="132723"/>
                  </a:lnTo>
                  <a:lnTo>
                    <a:pt x="329562" y="127555"/>
                  </a:lnTo>
                  <a:lnTo>
                    <a:pt x="328225" y="122427"/>
                  </a:lnTo>
                  <a:lnTo>
                    <a:pt x="326726" y="117344"/>
                  </a:lnTo>
                  <a:lnTo>
                    <a:pt x="325067" y="112311"/>
                  </a:lnTo>
                  <a:lnTo>
                    <a:pt x="323248" y="107333"/>
                  </a:lnTo>
                  <a:lnTo>
                    <a:pt x="321273" y="102415"/>
                  </a:lnTo>
                  <a:lnTo>
                    <a:pt x="319143" y="97562"/>
                  </a:lnTo>
                  <a:lnTo>
                    <a:pt x="316861" y="92780"/>
                  </a:lnTo>
                  <a:lnTo>
                    <a:pt x="314427" y="88072"/>
                  </a:lnTo>
                  <a:lnTo>
                    <a:pt x="311846" y="83443"/>
                  </a:lnTo>
                  <a:lnTo>
                    <a:pt x="309119" y="78899"/>
                  </a:lnTo>
                  <a:lnTo>
                    <a:pt x="306250" y="74443"/>
                  </a:lnTo>
                  <a:lnTo>
                    <a:pt x="303241" y="70080"/>
                  </a:lnTo>
                  <a:lnTo>
                    <a:pt x="300095" y="65815"/>
                  </a:lnTo>
                  <a:lnTo>
                    <a:pt x="296816" y="61652"/>
                  </a:lnTo>
                  <a:lnTo>
                    <a:pt x="293406" y="57595"/>
                  </a:lnTo>
                  <a:lnTo>
                    <a:pt x="289869" y="53649"/>
                  </a:lnTo>
                  <a:lnTo>
                    <a:pt x="286209" y="49816"/>
                  </a:lnTo>
                  <a:lnTo>
                    <a:pt x="282429" y="46101"/>
                  </a:lnTo>
                  <a:lnTo>
                    <a:pt x="278534" y="42508"/>
                  </a:lnTo>
                  <a:lnTo>
                    <a:pt x="274526" y="39040"/>
                  </a:lnTo>
                  <a:lnTo>
                    <a:pt x="270411" y="35701"/>
                  </a:lnTo>
                  <a:lnTo>
                    <a:pt x="266192" y="32494"/>
                  </a:lnTo>
                  <a:lnTo>
                    <a:pt x="261873" y="29422"/>
                  </a:lnTo>
                  <a:lnTo>
                    <a:pt x="257459" y="26489"/>
                  </a:lnTo>
                  <a:lnTo>
                    <a:pt x="252954" y="23697"/>
                  </a:lnTo>
                  <a:lnTo>
                    <a:pt x="248364" y="21050"/>
                  </a:lnTo>
                  <a:lnTo>
                    <a:pt x="243691" y="18549"/>
                  </a:lnTo>
                  <a:lnTo>
                    <a:pt x="238942" y="16197"/>
                  </a:lnTo>
                  <a:lnTo>
                    <a:pt x="234120" y="13998"/>
                  </a:lnTo>
                  <a:lnTo>
                    <a:pt x="229231" y="11952"/>
                  </a:lnTo>
                  <a:lnTo>
                    <a:pt x="224280" y="10062"/>
                  </a:lnTo>
                  <a:lnTo>
                    <a:pt x="219271" y="8331"/>
                  </a:lnTo>
                  <a:lnTo>
                    <a:pt x="214210" y="6759"/>
                  </a:lnTo>
                  <a:lnTo>
                    <a:pt x="209102" y="5348"/>
                  </a:lnTo>
                  <a:lnTo>
                    <a:pt x="203951" y="4099"/>
                  </a:lnTo>
                  <a:lnTo>
                    <a:pt x="198764" y="3015"/>
                  </a:lnTo>
                  <a:lnTo>
                    <a:pt x="193544" y="2095"/>
                  </a:lnTo>
                  <a:lnTo>
                    <a:pt x="188299" y="1342"/>
                  </a:lnTo>
                  <a:lnTo>
                    <a:pt x="183032" y="755"/>
                  </a:lnTo>
                  <a:lnTo>
                    <a:pt x="177749" y="335"/>
                  </a:lnTo>
                  <a:lnTo>
                    <a:pt x="17245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859265" y="5018213"/>
              <a:ext cx="161773" cy="167167"/>
            </a:xfrm>
            <a:custGeom>
              <a:avLst/>
              <a:pathLst>
                <a:path w="161773" h="167167">
                  <a:moveTo>
                    <a:pt x="161773" y="0"/>
                  </a:moveTo>
                  <a:lnTo>
                    <a:pt x="156274" y="90"/>
                  </a:lnTo>
                  <a:lnTo>
                    <a:pt x="150780" y="361"/>
                  </a:lnTo>
                  <a:lnTo>
                    <a:pt x="145299" y="813"/>
                  </a:lnTo>
                  <a:lnTo>
                    <a:pt x="139836" y="1445"/>
                  </a:lnTo>
                  <a:lnTo>
                    <a:pt x="134396" y="2256"/>
                  </a:lnTo>
                  <a:lnTo>
                    <a:pt x="128986" y="3246"/>
                  </a:lnTo>
                  <a:lnTo>
                    <a:pt x="123612" y="4413"/>
                  </a:lnTo>
                  <a:lnTo>
                    <a:pt x="118278" y="5757"/>
                  </a:lnTo>
                  <a:lnTo>
                    <a:pt x="112992" y="7275"/>
                  </a:lnTo>
                  <a:lnTo>
                    <a:pt x="107759" y="8966"/>
                  </a:lnTo>
                  <a:lnTo>
                    <a:pt x="102584" y="10829"/>
                  </a:lnTo>
                  <a:lnTo>
                    <a:pt x="97473" y="12860"/>
                  </a:lnTo>
                  <a:lnTo>
                    <a:pt x="92432" y="15059"/>
                  </a:lnTo>
                  <a:lnTo>
                    <a:pt x="87466" y="17422"/>
                  </a:lnTo>
                  <a:lnTo>
                    <a:pt x="82580" y="19948"/>
                  </a:lnTo>
                  <a:lnTo>
                    <a:pt x="77780" y="22633"/>
                  </a:lnTo>
                  <a:lnTo>
                    <a:pt x="73071" y="25474"/>
                  </a:lnTo>
                  <a:lnTo>
                    <a:pt x="68458" y="28468"/>
                  </a:lnTo>
                  <a:lnTo>
                    <a:pt x="63946" y="31613"/>
                  </a:lnTo>
                  <a:lnTo>
                    <a:pt x="59539" y="34905"/>
                  </a:lnTo>
                  <a:lnTo>
                    <a:pt x="55244" y="38339"/>
                  </a:lnTo>
                  <a:lnTo>
                    <a:pt x="51064" y="41913"/>
                  </a:lnTo>
                  <a:lnTo>
                    <a:pt x="47003" y="45623"/>
                  </a:lnTo>
                  <a:lnTo>
                    <a:pt x="43067" y="49464"/>
                  </a:lnTo>
                  <a:lnTo>
                    <a:pt x="39260" y="53433"/>
                  </a:lnTo>
                  <a:lnTo>
                    <a:pt x="35584" y="57524"/>
                  </a:lnTo>
                  <a:lnTo>
                    <a:pt x="32046" y="61735"/>
                  </a:lnTo>
                  <a:lnTo>
                    <a:pt x="28648" y="66059"/>
                  </a:lnTo>
                  <a:lnTo>
                    <a:pt x="25394" y="70493"/>
                  </a:lnTo>
                  <a:lnTo>
                    <a:pt x="22288" y="75032"/>
                  </a:lnTo>
                  <a:lnTo>
                    <a:pt x="19332" y="79670"/>
                  </a:lnTo>
                  <a:lnTo>
                    <a:pt x="16531" y="84403"/>
                  </a:lnTo>
                  <a:lnTo>
                    <a:pt x="13887" y="89226"/>
                  </a:lnTo>
                  <a:lnTo>
                    <a:pt x="11403" y="94133"/>
                  </a:lnTo>
                  <a:lnTo>
                    <a:pt x="9082" y="99119"/>
                  </a:lnTo>
                  <a:lnTo>
                    <a:pt x="6926" y="104178"/>
                  </a:lnTo>
                  <a:lnTo>
                    <a:pt x="4938" y="109306"/>
                  </a:lnTo>
                  <a:lnTo>
                    <a:pt x="3120" y="114497"/>
                  </a:lnTo>
                  <a:lnTo>
                    <a:pt x="1473" y="119744"/>
                  </a:lnTo>
                  <a:lnTo>
                    <a:pt x="0" y="125043"/>
                  </a:lnTo>
                  <a:lnTo>
                    <a:pt x="16177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859265" y="5143256"/>
              <a:ext cx="161773" cy="42123"/>
            </a:xfrm>
            <a:custGeom>
              <a:avLst/>
              <a:pathLst>
                <a:path w="161773" h="42123">
                  <a:moveTo>
                    <a:pt x="0" y="0"/>
                  </a:moveTo>
                  <a:lnTo>
                    <a:pt x="161773" y="42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859265" y="5143256"/>
              <a:ext cx="161773" cy="42123"/>
            </a:xfrm>
            <a:custGeom>
              <a:avLst/>
              <a:pathLst>
                <a:path w="161773" h="42123">
                  <a:moveTo>
                    <a:pt x="0" y="0"/>
                  </a:moveTo>
                  <a:lnTo>
                    <a:pt x="161773" y="42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859265" y="5143256"/>
              <a:ext cx="161773" cy="42123"/>
            </a:xfrm>
            <a:custGeom>
              <a:avLst/>
              <a:pathLst>
                <a:path w="161773" h="42123">
                  <a:moveTo>
                    <a:pt x="0" y="0"/>
                  </a:moveTo>
                  <a:lnTo>
                    <a:pt x="161773" y="42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853888" y="5143256"/>
              <a:ext cx="167150" cy="99552"/>
            </a:xfrm>
            <a:custGeom>
              <a:avLst/>
              <a:pathLst>
                <a:path w="167150" h="99552">
                  <a:moveTo>
                    <a:pt x="5377" y="0"/>
                  </a:moveTo>
                  <a:lnTo>
                    <a:pt x="4052" y="5463"/>
                  </a:lnTo>
                  <a:lnTo>
                    <a:pt x="2911" y="10969"/>
                  </a:lnTo>
                  <a:lnTo>
                    <a:pt x="1956" y="16509"/>
                  </a:lnTo>
                  <a:lnTo>
                    <a:pt x="1188" y="22079"/>
                  </a:lnTo>
                  <a:lnTo>
                    <a:pt x="608" y="27671"/>
                  </a:lnTo>
                  <a:lnTo>
                    <a:pt x="216" y="33280"/>
                  </a:lnTo>
                  <a:lnTo>
                    <a:pt x="13" y="38898"/>
                  </a:lnTo>
                  <a:lnTo>
                    <a:pt x="0" y="44521"/>
                  </a:lnTo>
                  <a:lnTo>
                    <a:pt x="175" y="50140"/>
                  </a:lnTo>
                  <a:lnTo>
                    <a:pt x="539" y="55751"/>
                  </a:lnTo>
                  <a:lnTo>
                    <a:pt x="1091" y="61346"/>
                  </a:lnTo>
                  <a:lnTo>
                    <a:pt x="1831" y="66919"/>
                  </a:lnTo>
                  <a:lnTo>
                    <a:pt x="2759" y="72464"/>
                  </a:lnTo>
                  <a:lnTo>
                    <a:pt x="3872" y="77975"/>
                  </a:lnTo>
                  <a:lnTo>
                    <a:pt x="5170" y="83446"/>
                  </a:lnTo>
                  <a:lnTo>
                    <a:pt x="6651" y="88869"/>
                  </a:lnTo>
                  <a:lnTo>
                    <a:pt x="8314" y="94240"/>
                  </a:lnTo>
                  <a:lnTo>
                    <a:pt x="10156" y="99552"/>
                  </a:lnTo>
                  <a:lnTo>
                    <a:pt x="167150" y="421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864045" y="5018213"/>
              <a:ext cx="324151" cy="334326"/>
            </a:xfrm>
            <a:custGeom>
              <a:avLst/>
              <a:pathLst>
                <a:path w="324151" h="334326">
                  <a:moveTo>
                    <a:pt x="0" y="224595"/>
                  </a:moveTo>
                  <a:lnTo>
                    <a:pt x="1907" y="229564"/>
                  </a:lnTo>
                  <a:lnTo>
                    <a:pt x="3972" y="234469"/>
                  </a:lnTo>
                  <a:lnTo>
                    <a:pt x="6192" y="239306"/>
                  </a:lnTo>
                  <a:lnTo>
                    <a:pt x="8565" y="244069"/>
                  </a:lnTo>
                  <a:lnTo>
                    <a:pt x="11088" y="248755"/>
                  </a:lnTo>
                  <a:lnTo>
                    <a:pt x="13759" y="253358"/>
                  </a:lnTo>
                  <a:lnTo>
                    <a:pt x="16575" y="257874"/>
                  </a:lnTo>
                  <a:lnTo>
                    <a:pt x="19533" y="262298"/>
                  </a:lnTo>
                  <a:lnTo>
                    <a:pt x="22631" y="266625"/>
                  </a:lnTo>
                  <a:lnTo>
                    <a:pt x="25865" y="270852"/>
                  </a:lnTo>
                  <a:lnTo>
                    <a:pt x="29232" y="274973"/>
                  </a:lnTo>
                  <a:lnTo>
                    <a:pt x="32729" y="278985"/>
                  </a:lnTo>
                  <a:lnTo>
                    <a:pt x="36351" y="282884"/>
                  </a:lnTo>
                  <a:lnTo>
                    <a:pt x="40096" y="286666"/>
                  </a:lnTo>
                  <a:lnTo>
                    <a:pt x="43959" y="290326"/>
                  </a:lnTo>
                  <a:lnTo>
                    <a:pt x="47937" y="293862"/>
                  </a:lnTo>
                  <a:lnTo>
                    <a:pt x="52025" y="297269"/>
                  </a:lnTo>
                  <a:lnTo>
                    <a:pt x="56219" y="300545"/>
                  </a:lnTo>
                  <a:lnTo>
                    <a:pt x="60516" y="303685"/>
                  </a:lnTo>
                  <a:lnTo>
                    <a:pt x="64911" y="306687"/>
                  </a:lnTo>
                  <a:lnTo>
                    <a:pt x="69398" y="309547"/>
                  </a:lnTo>
                  <a:lnTo>
                    <a:pt x="73975" y="312263"/>
                  </a:lnTo>
                  <a:lnTo>
                    <a:pt x="78636" y="314833"/>
                  </a:lnTo>
                  <a:lnTo>
                    <a:pt x="83376" y="317252"/>
                  </a:lnTo>
                  <a:lnTo>
                    <a:pt x="88191" y="319519"/>
                  </a:lnTo>
                  <a:lnTo>
                    <a:pt x="93075" y="321632"/>
                  </a:lnTo>
                  <a:lnTo>
                    <a:pt x="98025" y="323589"/>
                  </a:lnTo>
                  <a:lnTo>
                    <a:pt x="103034" y="325386"/>
                  </a:lnTo>
                  <a:lnTo>
                    <a:pt x="108098" y="327024"/>
                  </a:lnTo>
                  <a:lnTo>
                    <a:pt x="113211" y="328499"/>
                  </a:lnTo>
                  <a:lnTo>
                    <a:pt x="118369" y="329811"/>
                  </a:lnTo>
                  <a:lnTo>
                    <a:pt x="123565" y="330958"/>
                  </a:lnTo>
                  <a:lnTo>
                    <a:pt x="128796" y="331939"/>
                  </a:lnTo>
                  <a:lnTo>
                    <a:pt x="134055" y="332753"/>
                  </a:lnTo>
                  <a:lnTo>
                    <a:pt x="139338" y="333399"/>
                  </a:lnTo>
                  <a:lnTo>
                    <a:pt x="144638" y="333877"/>
                  </a:lnTo>
                  <a:lnTo>
                    <a:pt x="149951" y="334186"/>
                  </a:lnTo>
                  <a:lnTo>
                    <a:pt x="155271" y="334326"/>
                  </a:lnTo>
                  <a:lnTo>
                    <a:pt x="160593" y="334296"/>
                  </a:lnTo>
                  <a:lnTo>
                    <a:pt x="165912" y="334096"/>
                  </a:lnTo>
                  <a:lnTo>
                    <a:pt x="171221" y="333728"/>
                  </a:lnTo>
                  <a:lnTo>
                    <a:pt x="176515" y="333191"/>
                  </a:lnTo>
                  <a:lnTo>
                    <a:pt x="181790" y="332485"/>
                  </a:lnTo>
                  <a:lnTo>
                    <a:pt x="187040" y="331612"/>
                  </a:lnTo>
                  <a:lnTo>
                    <a:pt x="192260" y="330572"/>
                  </a:lnTo>
                  <a:lnTo>
                    <a:pt x="197443" y="329367"/>
                  </a:lnTo>
                  <a:lnTo>
                    <a:pt x="202586" y="327997"/>
                  </a:lnTo>
                  <a:lnTo>
                    <a:pt x="207682" y="326464"/>
                  </a:lnTo>
                  <a:lnTo>
                    <a:pt x="212727" y="324770"/>
                  </a:lnTo>
                  <a:lnTo>
                    <a:pt x="217716" y="322916"/>
                  </a:lnTo>
                  <a:lnTo>
                    <a:pt x="222643" y="320904"/>
                  </a:lnTo>
                  <a:lnTo>
                    <a:pt x="227503" y="318736"/>
                  </a:lnTo>
                  <a:lnTo>
                    <a:pt x="232292" y="316415"/>
                  </a:lnTo>
                  <a:lnTo>
                    <a:pt x="237005" y="313942"/>
                  </a:lnTo>
                  <a:lnTo>
                    <a:pt x="241637" y="311321"/>
                  </a:lnTo>
                  <a:lnTo>
                    <a:pt x="246182" y="308554"/>
                  </a:lnTo>
                  <a:lnTo>
                    <a:pt x="250638" y="305643"/>
                  </a:lnTo>
                  <a:lnTo>
                    <a:pt x="254998" y="302592"/>
                  </a:lnTo>
                  <a:lnTo>
                    <a:pt x="259259" y="299403"/>
                  </a:lnTo>
                  <a:lnTo>
                    <a:pt x="263417" y="296081"/>
                  </a:lnTo>
                  <a:lnTo>
                    <a:pt x="267467" y="292628"/>
                  </a:lnTo>
                  <a:lnTo>
                    <a:pt x="271404" y="289048"/>
                  </a:lnTo>
                  <a:lnTo>
                    <a:pt x="275226" y="285344"/>
                  </a:lnTo>
                  <a:lnTo>
                    <a:pt x="278928" y="281521"/>
                  </a:lnTo>
                  <a:lnTo>
                    <a:pt x="282506" y="277581"/>
                  </a:lnTo>
                  <a:lnTo>
                    <a:pt x="285957" y="273530"/>
                  </a:lnTo>
                  <a:lnTo>
                    <a:pt x="289278" y="269371"/>
                  </a:lnTo>
                  <a:lnTo>
                    <a:pt x="292464" y="265108"/>
                  </a:lnTo>
                  <a:lnTo>
                    <a:pt x="295513" y="260746"/>
                  </a:lnTo>
                  <a:lnTo>
                    <a:pt x="298422" y="256290"/>
                  </a:lnTo>
                  <a:lnTo>
                    <a:pt x="301187" y="251743"/>
                  </a:lnTo>
                  <a:lnTo>
                    <a:pt x="303806" y="247110"/>
                  </a:lnTo>
                  <a:lnTo>
                    <a:pt x="306276" y="242396"/>
                  </a:lnTo>
                  <a:lnTo>
                    <a:pt x="308595" y="237606"/>
                  </a:lnTo>
                  <a:lnTo>
                    <a:pt x="310761" y="232744"/>
                  </a:lnTo>
                  <a:lnTo>
                    <a:pt x="312770" y="227816"/>
                  </a:lnTo>
                  <a:lnTo>
                    <a:pt x="314622" y="222827"/>
                  </a:lnTo>
                  <a:lnTo>
                    <a:pt x="316314" y="217781"/>
                  </a:lnTo>
                  <a:lnTo>
                    <a:pt x="317844" y="212684"/>
                  </a:lnTo>
                  <a:lnTo>
                    <a:pt x="319212" y="207541"/>
                  </a:lnTo>
                  <a:lnTo>
                    <a:pt x="320415" y="202356"/>
                  </a:lnTo>
                  <a:lnTo>
                    <a:pt x="321452" y="197137"/>
                  </a:lnTo>
                  <a:lnTo>
                    <a:pt x="322323" y="191886"/>
                  </a:lnTo>
                  <a:lnTo>
                    <a:pt x="323026" y="186611"/>
                  </a:lnTo>
                  <a:lnTo>
                    <a:pt x="323560" y="181316"/>
                  </a:lnTo>
                  <a:lnTo>
                    <a:pt x="323926" y="176007"/>
                  </a:lnTo>
                  <a:lnTo>
                    <a:pt x="324123" y="170688"/>
                  </a:lnTo>
                  <a:lnTo>
                    <a:pt x="324151" y="165367"/>
                  </a:lnTo>
                  <a:lnTo>
                    <a:pt x="324009" y="160047"/>
                  </a:lnTo>
                  <a:lnTo>
                    <a:pt x="323697" y="154734"/>
                  </a:lnTo>
                  <a:lnTo>
                    <a:pt x="323217" y="149434"/>
                  </a:lnTo>
                  <a:lnTo>
                    <a:pt x="322568" y="144151"/>
                  </a:lnTo>
                  <a:lnTo>
                    <a:pt x="321752" y="138892"/>
                  </a:lnTo>
                  <a:lnTo>
                    <a:pt x="320768" y="133662"/>
                  </a:lnTo>
                  <a:lnTo>
                    <a:pt x="319619" y="128466"/>
                  </a:lnTo>
                  <a:lnTo>
                    <a:pt x="318304" y="123309"/>
                  </a:lnTo>
                  <a:lnTo>
                    <a:pt x="316827" y="118196"/>
                  </a:lnTo>
                  <a:lnTo>
                    <a:pt x="315187" y="113133"/>
                  </a:lnTo>
                  <a:lnTo>
                    <a:pt x="313387" y="108125"/>
                  </a:lnTo>
                  <a:lnTo>
                    <a:pt x="311428" y="103177"/>
                  </a:lnTo>
                  <a:lnTo>
                    <a:pt x="309313" y="98293"/>
                  </a:lnTo>
                  <a:lnTo>
                    <a:pt x="307043" y="93479"/>
                  </a:lnTo>
                  <a:lnTo>
                    <a:pt x="304621" y="88740"/>
                  </a:lnTo>
                  <a:lnTo>
                    <a:pt x="302050" y="84081"/>
                  </a:lnTo>
                  <a:lnTo>
                    <a:pt x="299332" y="79505"/>
                  </a:lnTo>
                  <a:lnTo>
                    <a:pt x="296469" y="75019"/>
                  </a:lnTo>
                  <a:lnTo>
                    <a:pt x="293465" y="70626"/>
                  </a:lnTo>
                  <a:lnTo>
                    <a:pt x="290323" y="66330"/>
                  </a:lnTo>
                  <a:lnTo>
                    <a:pt x="287046" y="62137"/>
                  </a:lnTo>
                  <a:lnTo>
                    <a:pt x="283637" y="58051"/>
                  </a:lnTo>
                  <a:lnTo>
                    <a:pt x="280099" y="54075"/>
                  </a:lnTo>
                  <a:lnTo>
                    <a:pt x="276437" y="50213"/>
                  </a:lnTo>
                  <a:lnTo>
                    <a:pt x="272653" y="46471"/>
                  </a:lnTo>
                  <a:lnTo>
                    <a:pt x="268753" y="42850"/>
                  </a:lnTo>
                  <a:lnTo>
                    <a:pt x="264739" y="39355"/>
                  </a:lnTo>
                  <a:lnTo>
                    <a:pt x="260616" y="35990"/>
                  </a:lnTo>
                  <a:lnTo>
                    <a:pt x="256388" y="32758"/>
                  </a:lnTo>
                  <a:lnTo>
                    <a:pt x="252059" y="29663"/>
                  </a:lnTo>
                  <a:lnTo>
                    <a:pt x="247634" y="26706"/>
                  </a:lnTo>
                  <a:lnTo>
                    <a:pt x="243117" y="23892"/>
                  </a:lnTo>
                  <a:lnTo>
                    <a:pt x="238512" y="21223"/>
                  </a:lnTo>
                  <a:lnTo>
                    <a:pt x="233825" y="18702"/>
                  </a:lnTo>
                  <a:lnTo>
                    <a:pt x="229060" y="16332"/>
                  </a:lnTo>
                  <a:lnTo>
                    <a:pt x="224222" y="14114"/>
                  </a:lnTo>
                  <a:lnTo>
                    <a:pt x="219316" y="12052"/>
                  </a:lnTo>
                  <a:lnTo>
                    <a:pt x="214347" y="10146"/>
                  </a:lnTo>
                  <a:lnTo>
                    <a:pt x="209320" y="8400"/>
                  </a:lnTo>
                  <a:lnTo>
                    <a:pt x="204240" y="6815"/>
                  </a:lnTo>
                  <a:lnTo>
                    <a:pt x="199111" y="5392"/>
                  </a:lnTo>
                  <a:lnTo>
                    <a:pt x="193940" y="4134"/>
                  </a:lnTo>
                  <a:lnTo>
                    <a:pt x="188732" y="3040"/>
                  </a:lnTo>
                  <a:lnTo>
                    <a:pt x="183491" y="2113"/>
                  </a:lnTo>
                  <a:lnTo>
                    <a:pt x="178224" y="1353"/>
                  </a:lnTo>
                  <a:lnTo>
                    <a:pt x="172935" y="761"/>
                  </a:lnTo>
                  <a:lnTo>
                    <a:pt x="167630" y="338"/>
                  </a:lnTo>
                  <a:lnTo>
                    <a:pt x="162314" y="84"/>
                  </a:lnTo>
                  <a:lnTo>
                    <a:pt x="156993" y="0"/>
                  </a:lnTo>
                  <a:lnTo>
                    <a:pt x="15699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256067" y="4659281"/>
              <a:ext cx="167167" cy="332990"/>
            </a:xfrm>
            <a:custGeom>
              <a:avLst/>
              <a:pathLst>
                <a:path w="167167" h="332990">
                  <a:moveTo>
                    <a:pt x="167167" y="0"/>
                  </a:moveTo>
                  <a:lnTo>
                    <a:pt x="161807" y="85"/>
                  </a:lnTo>
                  <a:lnTo>
                    <a:pt x="156452" y="343"/>
                  </a:lnTo>
                  <a:lnTo>
                    <a:pt x="151108" y="773"/>
                  </a:lnTo>
                  <a:lnTo>
                    <a:pt x="145781" y="1373"/>
                  </a:lnTo>
                  <a:lnTo>
                    <a:pt x="140475" y="2144"/>
                  </a:lnTo>
                  <a:lnTo>
                    <a:pt x="135198" y="3085"/>
                  </a:lnTo>
                  <a:lnTo>
                    <a:pt x="129953" y="4194"/>
                  </a:lnTo>
                  <a:lnTo>
                    <a:pt x="124746" y="5472"/>
                  </a:lnTo>
                  <a:lnTo>
                    <a:pt x="119583" y="6915"/>
                  </a:lnTo>
                  <a:lnTo>
                    <a:pt x="114469" y="8523"/>
                  </a:lnTo>
                  <a:lnTo>
                    <a:pt x="109409" y="10295"/>
                  </a:lnTo>
                  <a:lnTo>
                    <a:pt x="104408" y="12227"/>
                  </a:lnTo>
                  <a:lnTo>
                    <a:pt x="99472" y="14319"/>
                  </a:lnTo>
                  <a:lnTo>
                    <a:pt x="94606" y="16569"/>
                  </a:lnTo>
                  <a:lnTo>
                    <a:pt x="89814" y="18973"/>
                  </a:lnTo>
                  <a:lnTo>
                    <a:pt x="85102" y="21529"/>
                  </a:lnTo>
                  <a:lnTo>
                    <a:pt x="80474" y="24236"/>
                  </a:lnTo>
                  <a:lnTo>
                    <a:pt x="75936" y="27089"/>
                  </a:lnTo>
                  <a:lnTo>
                    <a:pt x="71491" y="30086"/>
                  </a:lnTo>
                  <a:lnTo>
                    <a:pt x="67144" y="33225"/>
                  </a:lnTo>
                  <a:lnTo>
                    <a:pt x="62901" y="36501"/>
                  </a:lnTo>
                  <a:lnTo>
                    <a:pt x="58765" y="39912"/>
                  </a:lnTo>
                  <a:lnTo>
                    <a:pt x="54740" y="43453"/>
                  </a:lnTo>
                  <a:lnTo>
                    <a:pt x="50831" y="47122"/>
                  </a:lnTo>
                  <a:lnTo>
                    <a:pt x="47041" y="50914"/>
                  </a:lnTo>
                  <a:lnTo>
                    <a:pt x="43375" y="54826"/>
                  </a:lnTo>
                  <a:lnTo>
                    <a:pt x="39837" y="58853"/>
                  </a:lnTo>
                  <a:lnTo>
                    <a:pt x="36429" y="62991"/>
                  </a:lnTo>
                  <a:lnTo>
                    <a:pt x="33156" y="67237"/>
                  </a:lnTo>
                  <a:lnTo>
                    <a:pt x="30020" y="71586"/>
                  </a:lnTo>
                  <a:lnTo>
                    <a:pt x="27026" y="76033"/>
                  </a:lnTo>
                  <a:lnTo>
                    <a:pt x="24176" y="80573"/>
                  </a:lnTo>
                  <a:lnTo>
                    <a:pt x="21473" y="85203"/>
                  </a:lnTo>
                  <a:lnTo>
                    <a:pt x="18919" y="89917"/>
                  </a:lnTo>
                  <a:lnTo>
                    <a:pt x="16518" y="94710"/>
                  </a:lnTo>
                  <a:lnTo>
                    <a:pt x="14273" y="99578"/>
                  </a:lnTo>
                  <a:lnTo>
                    <a:pt x="12184" y="104515"/>
                  </a:lnTo>
                  <a:lnTo>
                    <a:pt x="10255" y="109517"/>
                  </a:lnTo>
                  <a:lnTo>
                    <a:pt x="8487" y="114578"/>
                  </a:lnTo>
                  <a:lnTo>
                    <a:pt x="6882" y="119694"/>
                  </a:lnTo>
                  <a:lnTo>
                    <a:pt x="5442" y="124858"/>
                  </a:lnTo>
                  <a:lnTo>
                    <a:pt x="4169" y="130065"/>
                  </a:lnTo>
                  <a:lnTo>
                    <a:pt x="3063" y="135311"/>
                  </a:lnTo>
                  <a:lnTo>
                    <a:pt x="2126" y="140590"/>
                  </a:lnTo>
                  <a:lnTo>
                    <a:pt x="1358" y="145895"/>
                  </a:lnTo>
                  <a:lnTo>
                    <a:pt x="762" y="151223"/>
                  </a:lnTo>
                  <a:lnTo>
                    <a:pt x="336" y="156567"/>
                  </a:lnTo>
                  <a:lnTo>
                    <a:pt x="82" y="161922"/>
                  </a:lnTo>
                  <a:lnTo>
                    <a:pt x="0" y="167283"/>
                  </a:lnTo>
                  <a:lnTo>
                    <a:pt x="89" y="172643"/>
                  </a:lnTo>
                  <a:lnTo>
                    <a:pt x="351" y="177997"/>
                  </a:lnTo>
                  <a:lnTo>
                    <a:pt x="784" y="183341"/>
                  </a:lnTo>
                  <a:lnTo>
                    <a:pt x="1388" y="188668"/>
                  </a:lnTo>
                  <a:lnTo>
                    <a:pt x="2163" y="193973"/>
                  </a:lnTo>
                  <a:lnTo>
                    <a:pt x="3107" y="199250"/>
                  </a:lnTo>
                  <a:lnTo>
                    <a:pt x="4220" y="204494"/>
                  </a:lnTo>
                  <a:lnTo>
                    <a:pt x="5501" y="209700"/>
                  </a:lnTo>
                  <a:lnTo>
                    <a:pt x="6948" y="214862"/>
                  </a:lnTo>
                  <a:lnTo>
                    <a:pt x="8560" y="219975"/>
                  </a:lnTo>
                  <a:lnTo>
                    <a:pt x="10334" y="225034"/>
                  </a:lnTo>
                  <a:lnTo>
                    <a:pt x="12271" y="230033"/>
                  </a:lnTo>
                  <a:lnTo>
                    <a:pt x="14366" y="234967"/>
                  </a:lnTo>
                  <a:lnTo>
                    <a:pt x="16619" y="239832"/>
                  </a:lnTo>
                  <a:lnTo>
                    <a:pt x="19026" y="244622"/>
                  </a:lnTo>
                  <a:lnTo>
                    <a:pt x="21586" y="249333"/>
                  </a:lnTo>
                  <a:lnTo>
                    <a:pt x="24296" y="253958"/>
                  </a:lnTo>
                  <a:lnTo>
                    <a:pt x="27152" y="258495"/>
                  </a:lnTo>
                  <a:lnTo>
                    <a:pt x="30153" y="262938"/>
                  </a:lnTo>
                  <a:lnTo>
                    <a:pt x="33294" y="267282"/>
                  </a:lnTo>
                  <a:lnTo>
                    <a:pt x="36573" y="271523"/>
                  </a:lnTo>
                  <a:lnTo>
                    <a:pt x="39987" y="275657"/>
                  </a:lnTo>
                  <a:lnTo>
                    <a:pt x="43531" y="279679"/>
                  </a:lnTo>
                  <a:lnTo>
                    <a:pt x="47202" y="283586"/>
                  </a:lnTo>
                  <a:lnTo>
                    <a:pt x="50997" y="287373"/>
                  </a:lnTo>
                  <a:lnTo>
                    <a:pt x="54911" y="291036"/>
                  </a:lnTo>
                  <a:lnTo>
                    <a:pt x="58941" y="294572"/>
                  </a:lnTo>
                  <a:lnTo>
                    <a:pt x="63082" y="297977"/>
                  </a:lnTo>
                  <a:lnTo>
                    <a:pt x="67330" y="301247"/>
                  </a:lnTo>
                  <a:lnTo>
                    <a:pt x="71681" y="304380"/>
                  </a:lnTo>
                  <a:lnTo>
                    <a:pt x="76129" y="307371"/>
                  </a:lnTo>
                  <a:lnTo>
                    <a:pt x="80672" y="310218"/>
                  </a:lnTo>
                  <a:lnTo>
                    <a:pt x="85304" y="312918"/>
                  </a:lnTo>
                  <a:lnTo>
                    <a:pt x="90019" y="315468"/>
                  </a:lnTo>
                  <a:lnTo>
                    <a:pt x="94814" y="317865"/>
                  </a:lnTo>
                  <a:lnTo>
                    <a:pt x="99684" y="320108"/>
                  </a:lnTo>
                  <a:lnTo>
                    <a:pt x="104623" y="322193"/>
                  </a:lnTo>
                  <a:lnTo>
                    <a:pt x="109626" y="324119"/>
                  </a:lnTo>
                  <a:lnTo>
                    <a:pt x="114688" y="325883"/>
                  </a:lnTo>
                  <a:lnTo>
                    <a:pt x="119804" y="327485"/>
                  </a:lnTo>
                  <a:lnTo>
                    <a:pt x="124970" y="328921"/>
                  </a:lnTo>
                  <a:lnTo>
                    <a:pt x="130178" y="330191"/>
                  </a:lnTo>
                  <a:lnTo>
                    <a:pt x="135424" y="331293"/>
                  </a:lnTo>
                  <a:lnTo>
                    <a:pt x="140704" y="332226"/>
                  </a:lnTo>
                  <a:lnTo>
                    <a:pt x="146010" y="33299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402078" y="4826449"/>
              <a:ext cx="21156" cy="165823"/>
            </a:xfrm>
            <a:custGeom>
              <a:avLst/>
              <a:pathLst>
                <a:path w="21156" h="165823">
                  <a:moveTo>
                    <a:pt x="0" y="165823"/>
                  </a:moveTo>
                  <a:lnTo>
                    <a:pt x="2115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402078" y="4826449"/>
              <a:ext cx="21156" cy="165823"/>
            </a:xfrm>
            <a:custGeom>
              <a:avLst/>
              <a:pathLst>
                <a:path w="21156" h="165823">
                  <a:moveTo>
                    <a:pt x="0" y="165823"/>
                  </a:moveTo>
                  <a:lnTo>
                    <a:pt x="2115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402078" y="4826449"/>
              <a:ext cx="127114" cy="167161"/>
            </a:xfrm>
            <a:custGeom>
              <a:avLst/>
              <a:pathLst>
                <a:path w="127114" h="167161">
                  <a:moveTo>
                    <a:pt x="0" y="165823"/>
                  </a:moveTo>
                  <a:lnTo>
                    <a:pt x="5631" y="166444"/>
                  </a:lnTo>
                  <a:lnTo>
                    <a:pt x="11280" y="166875"/>
                  </a:lnTo>
                  <a:lnTo>
                    <a:pt x="16940" y="167114"/>
                  </a:lnTo>
                  <a:lnTo>
                    <a:pt x="22605" y="167161"/>
                  </a:lnTo>
                  <a:lnTo>
                    <a:pt x="28269" y="167016"/>
                  </a:lnTo>
                  <a:lnTo>
                    <a:pt x="33924" y="166679"/>
                  </a:lnTo>
                  <a:lnTo>
                    <a:pt x="39565" y="166150"/>
                  </a:lnTo>
                  <a:lnTo>
                    <a:pt x="45184" y="165431"/>
                  </a:lnTo>
                  <a:lnTo>
                    <a:pt x="50776" y="164522"/>
                  </a:lnTo>
                  <a:lnTo>
                    <a:pt x="56334" y="163424"/>
                  </a:lnTo>
                  <a:lnTo>
                    <a:pt x="61852" y="162138"/>
                  </a:lnTo>
                  <a:lnTo>
                    <a:pt x="67322" y="160666"/>
                  </a:lnTo>
                  <a:lnTo>
                    <a:pt x="72740" y="159009"/>
                  </a:lnTo>
                  <a:lnTo>
                    <a:pt x="78099" y="157170"/>
                  </a:lnTo>
                  <a:lnTo>
                    <a:pt x="83392" y="155150"/>
                  </a:lnTo>
                  <a:lnTo>
                    <a:pt x="88613" y="152952"/>
                  </a:lnTo>
                  <a:lnTo>
                    <a:pt x="93758" y="150578"/>
                  </a:lnTo>
                  <a:lnTo>
                    <a:pt x="98818" y="148032"/>
                  </a:lnTo>
                  <a:lnTo>
                    <a:pt x="103790" y="145315"/>
                  </a:lnTo>
                  <a:lnTo>
                    <a:pt x="108667" y="142432"/>
                  </a:lnTo>
                  <a:lnTo>
                    <a:pt x="113443" y="139385"/>
                  </a:lnTo>
                  <a:lnTo>
                    <a:pt x="118113" y="136177"/>
                  </a:lnTo>
                  <a:lnTo>
                    <a:pt x="122672" y="132814"/>
                  </a:lnTo>
                  <a:lnTo>
                    <a:pt x="127114" y="129298"/>
                  </a:lnTo>
                  <a:lnTo>
                    <a:pt x="2115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423235" y="4659281"/>
              <a:ext cx="167161" cy="296465"/>
            </a:xfrm>
            <a:custGeom>
              <a:avLst/>
              <a:pathLst>
                <a:path w="167161" h="296465">
                  <a:moveTo>
                    <a:pt x="105957" y="296465"/>
                  </a:moveTo>
                  <a:lnTo>
                    <a:pt x="110025" y="293021"/>
                  </a:lnTo>
                  <a:lnTo>
                    <a:pt x="113981" y="289450"/>
                  </a:lnTo>
                  <a:lnTo>
                    <a:pt x="117821" y="285754"/>
                  </a:lnTo>
                  <a:lnTo>
                    <a:pt x="121542" y="281938"/>
                  </a:lnTo>
                  <a:lnTo>
                    <a:pt x="125139" y="278005"/>
                  </a:lnTo>
                  <a:lnTo>
                    <a:pt x="128609" y="273959"/>
                  </a:lnTo>
                  <a:lnTo>
                    <a:pt x="131948" y="269805"/>
                  </a:lnTo>
                  <a:lnTo>
                    <a:pt x="135153" y="265547"/>
                  </a:lnTo>
                  <a:lnTo>
                    <a:pt x="138220" y="261188"/>
                  </a:lnTo>
                  <a:lnTo>
                    <a:pt x="141147" y="256734"/>
                  </a:lnTo>
                  <a:lnTo>
                    <a:pt x="143931" y="252189"/>
                  </a:lnTo>
                  <a:lnTo>
                    <a:pt x="146568" y="247557"/>
                  </a:lnTo>
                  <a:lnTo>
                    <a:pt x="149056" y="242844"/>
                  </a:lnTo>
                  <a:lnTo>
                    <a:pt x="151393" y="238054"/>
                  </a:lnTo>
                  <a:lnTo>
                    <a:pt x="153576" y="233192"/>
                  </a:lnTo>
                  <a:lnTo>
                    <a:pt x="155603" y="228262"/>
                  </a:lnTo>
                  <a:lnTo>
                    <a:pt x="157471" y="223271"/>
                  </a:lnTo>
                  <a:lnTo>
                    <a:pt x="159180" y="218222"/>
                  </a:lnTo>
                  <a:lnTo>
                    <a:pt x="160726" y="213122"/>
                  </a:lnTo>
                  <a:lnTo>
                    <a:pt x="162110" y="207975"/>
                  </a:lnTo>
                  <a:lnTo>
                    <a:pt x="163328" y="202786"/>
                  </a:lnTo>
                  <a:lnTo>
                    <a:pt x="164381" y="197561"/>
                  </a:lnTo>
                  <a:lnTo>
                    <a:pt x="165266" y="192305"/>
                  </a:lnTo>
                  <a:lnTo>
                    <a:pt x="165983" y="187024"/>
                  </a:lnTo>
                  <a:lnTo>
                    <a:pt x="166532" y="181723"/>
                  </a:lnTo>
                  <a:lnTo>
                    <a:pt x="166911" y="176406"/>
                  </a:lnTo>
                  <a:lnTo>
                    <a:pt x="167121" y="171081"/>
                  </a:lnTo>
                  <a:lnTo>
                    <a:pt x="167161" y="165751"/>
                  </a:lnTo>
                  <a:lnTo>
                    <a:pt x="167031" y="160423"/>
                  </a:lnTo>
                  <a:lnTo>
                    <a:pt x="166731" y="155102"/>
                  </a:lnTo>
                  <a:lnTo>
                    <a:pt x="166262" y="149793"/>
                  </a:lnTo>
                  <a:lnTo>
                    <a:pt x="165623" y="144501"/>
                  </a:lnTo>
                  <a:lnTo>
                    <a:pt x="164816" y="139233"/>
                  </a:lnTo>
                  <a:lnTo>
                    <a:pt x="163842" y="133993"/>
                  </a:lnTo>
                  <a:lnTo>
                    <a:pt x="162701" y="128787"/>
                  </a:lnTo>
                  <a:lnTo>
                    <a:pt x="161395" y="123619"/>
                  </a:lnTo>
                  <a:lnTo>
                    <a:pt x="159925" y="118496"/>
                  </a:lnTo>
                  <a:lnTo>
                    <a:pt x="158292" y="113423"/>
                  </a:lnTo>
                  <a:lnTo>
                    <a:pt x="156498" y="108404"/>
                  </a:lnTo>
                  <a:lnTo>
                    <a:pt x="154545" y="103445"/>
                  </a:lnTo>
                  <a:lnTo>
                    <a:pt x="152436" y="98550"/>
                  </a:lnTo>
                  <a:lnTo>
                    <a:pt x="150171" y="93726"/>
                  </a:lnTo>
                  <a:lnTo>
                    <a:pt x="147753" y="88976"/>
                  </a:lnTo>
                  <a:lnTo>
                    <a:pt x="145185" y="84305"/>
                  </a:lnTo>
                  <a:lnTo>
                    <a:pt x="142470" y="79719"/>
                  </a:lnTo>
                  <a:lnTo>
                    <a:pt x="139610" y="75222"/>
                  </a:lnTo>
                  <a:lnTo>
                    <a:pt x="136608" y="70818"/>
                  </a:lnTo>
                  <a:lnTo>
                    <a:pt x="133467" y="66512"/>
                  </a:lnTo>
                  <a:lnTo>
                    <a:pt x="130190" y="62308"/>
                  </a:lnTo>
                  <a:lnTo>
                    <a:pt x="126781" y="58211"/>
                  </a:lnTo>
                  <a:lnTo>
                    <a:pt x="123244" y="54225"/>
                  </a:lnTo>
                  <a:lnTo>
                    <a:pt x="119580" y="50354"/>
                  </a:lnTo>
                  <a:lnTo>
                    <a:pt x="115796" y="46601"/>
                  </a:lnTo>
                  <a:lnTo>
                    <a:pt x="111893" y="42971"/>
                  </a:lnTo>
                  <a:lnTo>
                    <a:pt x="107877" y="39467"/>
                  </a:lnTo>
                  <a:lnTo>
                    <a:pt x="103752" y="36093"/>
                  </a:lnTo>
                  <a:lnTo>
                    <a:pt x="99520" y="32852"/>
                  </a:lnTo>
                  <a:lnTo>
                    <a:pt x="95188" y="29747"/>
                  </a:lnTo>
                  <a:lnTo>
                    <a:pt x="90759" y="26783"/>
                  </a:lnTo>
                  <a:lnTo>
                    <a:pt x="86237" y="23961"/>
                  </a:lnTo>
                  <a:lnTo>
                    <a:pt x="81628" y="21285"/>
                  </a:lnTo>
                  <a:lnTo>
                    <a:pt x="76936" y="18756"/>
                  </a:lnTo>
                  <a:lnTo>
                    <a:pt x="72166" y="16379"/>
                  </a:lnTo>
                  <a:lnTo>
                    <a:pt x="67322" y="14155"/>
                  </a:lnTo>
                  <a:lnTo>
                    <a:pt x="62410" y="12087"/>
                  </a:lnTo>
                  <a:lnTo>
                    <a:pt x="57435" y="10176"/>
                  </a:lnTo>
                  <a:lnTo>
                    <a:pt x="52401" y="8425"/>
                  </a:lnTo>
                  <a:lnTo>
                    <a:pt x="47314" y="6835"/>
                  </a:lnTo>
                  <a:lnTo>
                    <a:pt x="42179" y="5408"/>
                  </a:lnTo>
                  <a:lnTo>
                    <a:pt x="37001" y="4146"/>
                  </a:lnTo>
                  <a:lnTo>
                    <a:pt x="31785" y="3049"/>
                  </a:lnTo>
                  <a:lnTo>
                    <a:pt x="26537" y="2119"/>
                  </a:lnTo>
                  <a:lnTo>
                    <a:pt x="21262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561307" y="4213821"/>
              <a:ext cx="227836" cy="334323"/>
            </a:xfrm>
            <a:custGeom>
              <a:avLst/>
              <a:pathLst>
                <a:path w="227836" h="334323">
                  <a:moveTo>
                    <a:pt x="167164" y="0"/>
                  </a:moveTo>
                  <a:lnTo>
                    <a:pt x="161826" y="85"/>
                  </a:lnTo>
                  <a:lnTo>
                    <a:pt x="156494" y="340"/>
                  </a:lnTo>
                  <a:lnTo>
                    <a:pt x="151172" y="766"/>
                  </a:lnTo>
                  <a:lnTo>
                    <a:pt x="145867" y="1362"/>
                  </a:lnTo>
                  <a:lnTo>
                    <a:pt x="140584" y="2126"/>
                  </a:lnTo>
                  <a:lnTo>
                    <a:pt x="135327" y="3059"/>
                  </a:lnTo>
                  <a:lnTo>
                    <a:pt x="130103" y="4159"/>
                  </a:lnTo>
                  <a:lnTo>
                    <a:pt x="124917" y="5426"/>
                  </a:lnTo>
                  <a:lnTo>
                    <a:pt x="119774" y="6857"/>
                  </a:lnTo>
                  <a:lnTo>
                    <a:pt x="114680" y="8452"/>
                  </a:lnTo>
                  <a:lnTo>
                    <a:pt x="109638" y="10209"/>
                  </a:lnTo>
                  <a:lnTo>
                    <a:pt x="104656" y="12126"/>
                  </a:lnTo>
                  <a:lnTo>
                    <a:pt x="99737" y="14201"/>
                  </a:lnTo>
                  <a:lnTo>
                    <a:pt x="94887" y="16432"/>
                  </a:lnTo>
                  <a:lnTo>
                    <a:pt x="90111" y="18817"/>
                  </a:lnTo>
                  <a:lnTo>
                    <a:pt x="85413" y="21353"/>
                  </a:lnTo>
                  <a:lnTo>
                    <a:pt x="80799" y="24038"/>
                  </a:lnTo>
                  <a:lnTo>
                    <a:pt x="76273" y="26868"/>
                  </a:lnTo>
                  <a:lnTo>
                    <a:pt x="71839" y="29842"/>
                  </a:lnTo>
                  <a:lnTo>
                    <a:pt x="67503" y="32956"/>
                  </a:lnTo>
                  <a:lnTo>
                    <a:pt x="63268" y="36207"/>
                  </a:lnTo>
                  <a:lnTo>
                    <a:pt x="59139" y="39591"/>
                  </a:lnTo>
                  <a:lnTo>
                    <a:pt x="55121" y="43105"/>
                  </a:lnTo>
                  <a:lnTo>
                    <a:pt x="51217" y="46746"/>
                  </a:lnTo>
                  <a:lnTo>
                    <a:pt x="47431" y="50510"/>
                  </a:lnTo>
                  <a:lnTo>
                    <a:pt x="43767" y="54393"/>
                  </a:lnTo>
                  <a:lnTo>
                    <a:pt x="40229" y="58390"/>
                  </a:lnTo>
                  <a:lnTo>
                    <a:pt x="36820" y="62499"/>
                  </a:lnTo>
                  <a:lnTo>
                    <a:pt x="33544" y="66714"/>
                  </a:lnTo>
                  <a:lnTo>
                    <a:pt x="30405" y="71032"/>
                  </a:lnTo>
                  <a:lnTo>
                    <a:pt x="27405" y="75448"/>
                  </a:lnTo>
                  <a:lnTo>
                    <a:pt x="24547" y="79958"/>
                  </a:lnTo>
                  <a:lnTo>
                    <a:pt x="21836" y="84556"/>
                  </a:lnTo>
                  <a:lnTo>
                    <a:pt x="19272" y="89239"/>
                  </a:lnTo>
                  <a:lnTo>
                    <a:pt x="16859" y="94001"/>
                  </a:lnTo>
                  <a:lnTo>
                    <a:pt x="14599" y="98837"/>
                  </a:lnTo>
                  <a:lnTo>
                    <a:pt x="12495" y="103744"/>
                  </a:lnTo>
                  <a:lnTo>
                    <a:pt x="10549" y="108715"/>
                  </a:lnTo>
                  <a:lnTo>
                    <a:pt x="8762" y="113746"/>
                  </a:lnTo>
                  <a:lnTo>
                    <a:pt x="7137" y="118831"/>
                  </a:lnTo>
                  <a:lnTo>
                    <a:pt x="5675" y="123965"/>
                  </a:lnTo>
                  <a:lnTo>
                    <a:pt x="4378" y="129144"/>
                  </a:lnTo>
                  <a:lnTo>
                    <a:pt x="3247" y="134361"/>
                  </a:lnTo>
                  <a:lnTo>
                    <a:pt x="2283" y="139612"/>
                  </a:lnTo>
                  <a:lnTo>
                    <a:pt x="1487" y="144891"/>
                  </a:lnTo>
                  <a:lnTo>
                    <a:pt x="861" y="150192"/>
                  </a:lnTo>
                  <a:lnTo>
                    <a:pt x="403" y="155511"/>
                  </a:lnTo>
                  <a:lnTo>
                    <a:pt x="116" y="160842"/>
                  </a:lnTo>
                  <a:lnTo>
                    <a:pt x="0" y="166179"/>
                  </a:lnTo>
                  <a:lnTo>
                    <a:pt x="53" y="171517"/>
                  </a:lnTo>
                  <a:lnTo>
                    <a:pt x="277" y="176851"/>
                  </a:lnTo>
                  <a:lnTo>
                    <a:pt x="672" y="182175"/>
                  </a:lnTo>
                  <a:lnTo>
                    <a:pt x="1236" y="187484"/>
                  </a:lnTo>
                  <a:lnTo>
                    <a:pt x="1969" y="192772"/>
                  </a:lnTo>
                  <a:lnTo>
                    <a:pt x="2871" y="198033"/>
                  </a:lnTo>
                  <a:lnTo>
                    <a:pt x="3940" y="203264"/>
                  </a:lnTo>
                  <a:lnTo>
                    <a:pt x="5176" y="208457"/>
                  </a:lnTo>
                  <a:lnTo>
                    <a:pt x="6577" y="213609"/>
                  </a:lnTo>
                  <a:lnTo>
                    <a:pt x="8142" y="218713"/>
                  </a:lnTo>
                  <a:lnTo>
                    <a:pt x="9869" y="223764"/>
                  </a:lnTo>
                  <a:lnTo>
                    <a:pt x="11756" y="228758"/>
                  </a:lnTo>
                  <a:lnTo>
                    <a:pt x="13802" y="233689"/>
                  </a:lnTo>
                  <a:lnTo>
                    <a:pt x="16005" y="238552"/>
                  </a:lnTo>
                  <a:lnTo>
                    <a:pt x="18361" y="243342"/>
                  </a:lnTo>
                  <a:lnTo>
                    <a:pt x="20869" y="248055"/>
                  </a:lnTo>
                  <a:lnTo>
                    <a:pt x="23527" y="252685"/>
                  </a:lnTo>
                  <a:lnTo>
                    <a:pt x="26331" y="257228"/>
                  </a:lnTo>
                  <a:lnTo>
                    <a:pt x="29278" y="261679"/>
                  </a:lnTo>
                  <a:lnTo>
                    <a:pt x="32366" y="266033"/>
                  </a:lnTo>
                  <a:lnTo>
                    <a:pt x="35592" y="270287"/>
                  </a:lnTo>
                  <a:lnTo>
                    <a:pt x="38952" y="274436"/>
                  </a:lnTo>
                  <a:lnTo>
                    <a:pt x="42443" y="278475"/>
                  </a:lnTo>
                  <a:lnTo>
                    <a:pt x="46060" y="282401"/>
                  </a:lnTo>
                  <a:lnTo>
                    <a:pt x="49802" y="286209"/>
                  </a:lnTo>
                  <a:lnTo>
                    <a:pt x="53663" y="289896"/>
                  </a:lnTo>
                  <a:lnTo>
                    <a:pt x="57639" y="293457"/>
                  </a:lnTo>
                  <a:lnTo>
                    <a:pt x="61728" y="296890"/>
                  </a:lnTo>
                  <a:lnTo>
                    <a:pt x="65924" y="300191"/>
                  </a:lnTo>
                  <a:lnTo>
                    <a:pt x="70223" y="303356"/>
                  </a:lnTo>
                  <a:lnTo>
                    <a:pt x="74621" y="306382"/>
                  </a:lnTo>
                  <a:lnTo>
                    <a:pt x="79113" y="309266"/>
                  </a:lnTo>
                  <a:lnTo>
                    <a:pt x="83696" y="312005"/>
                  </a:lnTo>
                  <a:lnTo>
                    <a:pt x="88363" y="314596"/>
                  </a:lnTo>
                  <a:lnTo>
                    <a:pt x="93111" y="317037"/>
                  </a:lnTo>
                  <a:lnTo>
                    <a:pt x="97934" y="319325"/>
                  </a:lnTo>
                  <a:lnTo>
                    <a:pt x="102828" y="321458"/>
                  </a:lnTo>
                  <a:lnTo>
                    <a:pt x="107788" y="323434"/>
                  </a:lnTo>
                  <a:lnTo>
                    <a:pt x="112808" y="325250"/>
                  </a:lnTo>
                  <a:lnTo>
                    <a:pt x="117883" y="326905"/>
                  </a:lnTo>
                  <a:lnTo>
                    <a:pt x="123009" y="328397"/>
                  </a:lnTo>
                  <a:lnTo>
                    <a:pt x="128180" y="329725"/>
                  </a:lnTo>
                  <a:lnTo>
                    <a:pt x="133390" y="330887"/>
                  </a:lnTo>
                  <a:lnTo>
                    <a:pt x="138635" y="331882"/>
                  </a:lnTo>
                  <a:lnTo>
                    <a:pt x="143909" y="332709"/>
                  </a:lnTo>
                  <a:lnTo>
                    <a:pt x="149207" y="333367"/>
                  </a:lnTo>
                  <a:lnTo>
                    <a:pt x="154523" y="333856"/>
                  </a:lnTo>
                  <a:lnTo>
                    <a:pt x="159852" y="334174"/>
                  </a:lnTo>
                  <a:lnTo>
                    <a:pt x="165189" y="334323"/>
                  </a:lnTo>
                  <a:lnTo>
                    <a:pt x="170527" y="334301"/>
                  </a:lnTo>
                  <a:lnTo>
                    <a:pt x="175862" y="334108"/>
                  </a:lnTo>
                  <a:lnTo>
                    <a:pt x="181188" y="333745"/>
                  </a:lnTo>
                  <a:lnTo>
                    <a:pt x="186500" y="333212"/>
                  </a:lnTo>
                  <a:lnTo>
                    <a:pt x="191792" y="332510"/>
                  </a:lnTo>
                  <a:lnTo>
                    <a:pt x="197059" y="331640"/>
                  </a:lnTo>
                  <a:lnTo>
                    <a:pt x="202296" y="330601"/>
                  </a:lnTo>
                  <a:lnTo>
                    <a:pt x="207496" y="329396"/>
                  </a:lnTo>
                  <a:lnTo>
                    <a:pt x="212656" y="328025"/>
                  </a:lnTo>
                  <a:lnTo>
                    <a:pt x="217769" y="326491"/>
                  </a:lnTo>
                  <a:lnTo>
                    <a:pt x="222831" y="324794"/>
                  </a:lnTo>
                  <a:lnTo>
                    <a:pt x="227836" y="322936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728472" y="4380988"/>
              <a:ext cx="60671" cy="155768"/>
            </a:xfrm>
            <a:custGeom>
              <a:avLst/>
              <a:pathLst>
                <a:path w="60671" h="155768">
                  <a:moveTo>
                    <a:pt x="60671" y="15576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728472" y="4380988"/>
              <a:ext cx="158695" cy="155768"/>
            </a:xfrm>
            <a:custGeom>
              <a:avLst/>
              <a:pathLst>
                <a:path w="158695" h="155768">
                  <a:moveTo>
                    <a:pt x="60671" y="155768"/>
                  </a:moveTo>
                  <a:lnTo>
                    <a:pt x="65713" y="153709"/>
                  </a:lnTo>
                  <a:lnTo>
                    <a:pt x="70685" y="151487"/>
                  </a:lnTo>
                  <a:lnTo>
                    <a:pt x="75582" y="149104"/>
                  </a:lnTo>
                  <a:lnTo>
                    <a:pt x="80399" y="146563"/>
                  </a:lnTo>
                  <a:lnTo>
                    <a:pt x="85130" y="143867"/>
                  </a:lnTo>
                  <a:lnTo>
                    <a:pt x="89771" y="141017"/>
                  </a:lnTo>
                  <a:lnTo>
                    <a:pt x="94317" y="138018"/>
                  </a:lnTo>
                  <a:lnTo>
                    <a:pt x="98763" y="134873"/>
                  </a:lnTo>
                  <a:lnTo>
                    <a:pt x="103104" y="131584"/>
                  </a:lnTo>
                  <a:lnTo>
                    <a:pt x="107335" y="128156"/>
                  </a:lnTo>
                  <a:lnTo>
                    <a:pt x="111453" y="124591"/>
                  </a:lnTo>
                  <a:lnTo>
                    <a:pt x="115452" y="120895"/>
                  </a:lnTo>
                  <a:lnTo>
                    <a:pt x="119329" y="117070"/>
                  </a:lnTo>
                  <a:lnTo>
                    <a:pt x="123079" y="113121"/>
                  </a:lnTo>
                  <a:lnTo>
                    <a:pt x="126698" y="109052"/>
                  </a:lnTo>
                  <a:lnTo>
                    <a:pt x="130183" y="104867"/>
                  </a:lnTo>
                  <a:lnTo>
                    <a:pt x="133530" y="100570"/>
                  </a:lnTo>
                  <a:lnTo>
                    <a:pt x="136735" y="96168"/>
                  </a:lnTo>
                  <a:lnTo>
                    <a:pt x="139795" y="91662"/>
                  </a:lnTo>
                  <a:lnTo>
                    <a:pt x="142707" y="87060"/>
                  </a:lnTo>
                  <a:lnTo>
                    <a:pt x="145467" y="82365"/>
                  </a:lnTo>
                  <a:lnTo>
                    <a:pt x="148073" y="77583"/>
                  </a:lnTo>
                  <a:lnTo>
                    <a:pt x="150521" y="72719"/>
                  </a:lnTo>
                  <a:lnTo>
                    <a:pt x="152810" y="67777"/>
                  </a:lnTo>
                  <a:lnTo>
                    <a:pt x="154937" y="62764"/>
                  </a:lnTo>
                  <a:lnTo>
                    <a:pt x="156899" y="57683"/>
                  </a:lnTo>
                  <a:lnTo>
                    <a:pt x="158695" y="525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728472" y="4213821"/>
              <a:ext cx="167167" cy="219709"/>
            </a:xfrm>
            <a:custGeom>
              <a:avLst/>
              <a:pathLst>
                <a:path w="167167" h="219709">
                  <a:moveTo>
                    <a:pt x="158695" y="219709"/>
                  </a:moveTo>
                  <a:lnTo>
                    <a:pt x="160297" y="214598"/>
                  </a:lnTo>
                  <a:lnTo>
                    <a:pt x="161734" y="209438"/>
                  </a:lnTo>
                  <a:lnTo>
                    <a:pt x="163005" y="204235"/>
                  </a:lnTo>
                  <a:lnTo>
                    <a:pt x="164109" y="198994"/>
                  </a:lnTo>
                  <a:lnTo>
                    <a:pt x="165045" y="193720"/>
                  </a:lnTo>
                  <a:lnTo>
                    <a:pt x="165811" y="188419"/>
                  </a:lnTo>
                  <a:lnTo>
                    <a:pt x="166406" y="183096"/>
                  </a:lnTo>
                  <a:lnTo>
                    <a:pt x="166831" y="177756"/>
                  </a:lnTo>
                  <a:lnTo>
                    <a:pt x="167085" y="172406"/>
                  </a:lnTo>
                  <a:lnTo>
                    <a:pt x="167167" y="167050"/>
                  </a:lnTo>
                  <a:lnTo>
                    <a:pt x="167077" y="161695"/>
                  </a:lnTo>
                  <a:lnTo>
                    <a:pt x="166816" y="156345"/>
                  </a:lnTo>
                  <a:lnTo>
                    <a:pt x="166384" y="151006"/>
                  </a:lnTo>
                  <a:lnTo>
                    <a:pt x="165781" y="145684"/>
                  </a:lnTo>
                  <a:lnTo>
                    <a:pt x="165007" y="140384"/>
                  </a:lnTo>
                  <a:lnTo>
                    <a:pt x="164065" y="135111"/>
                  </a:lnTo>
                  <a:lnTo>
                    <a:pt x="162953" y="129871"/>
                  </a:lnTo>
                  <a:lnTo>
                    <a:pt x="161675" y="124670"/>
                  </a:lnTo>
                  <a:lnTo>
                    <a:pt x="160230" y="119512"/>
                  </a:lnTo>
                  <a:lnTo>
                    <a:pt x="158621" y="114403"/>
                  </a:lnTo>
                  <a:lnTo>
                    <a:pt x="156850" y="109348"/>
                  </a:lnTo>
                  <a:lnTo>
                    <a:pt x="154917" y="104353"/>
                  </a:lnTo>
                  <a:lnTo>
                    <a:pt x="152825" y="99422"/>
                  </a:lnTo>
                  <a:lnTo>
                    <a:pt x="150576" y="94561"/>
                  </a:lnTo>
                  <a:lnTo>
                    <a:pt x="148173" y="89774"/>
                  </a:lnTo>
                  <a:lnTo>
                    <a:pt x="145617" y="85067"/>
                  </a:lnTo>
                  <a:lnTo>
                    <a:pt x="142912" y="80443"/>
                  </a:lnTo>
                  <a:lnTo>
                    <a:pt x="140060" y="75909"/>
                  </a:lnTo>
                  <a:lnTo>
                    <a:pt x="137065" y="71469"/>
                  </a:lnTo>
                  <a:lnTo>
                    <a:pt x="133928" y="67127"/>
                  </a:lnTo>
                  <a:lnTo>
                    <a:pt x="130655" y="62888"/>
                  </a:lnTo>
                  <a:lnTo>
                    <a:pt x="127247" y="58755"/>
                  </a:lnTo>
                  <a:lnTo>
                    <a:pt x="123708" y="54734"/>
                  </a:lnTo>
                  <a:lnTo>
                    <a:pt x="120043" y="50829"/>
                  </a:lnTo>
                  <a:lnTo>
                    <a:pt x="116254" y="47043"/>
                  </a:lnTo>
                  <a:lnTo>
                    <a:pt x="112346" y="43380"/>
                  </a:lnTo>
                  <a:lnTo>
                    <a:pt x="108322" y="39844"/>
                  </a:lnTo>
                  <a:lnTo>
                    <a:pt x="104188" y="36439"/>
                  </a:lnTo>
                  <a:lnTo>
                    <a:pt x="99946" y="33168"/>
                  </a:lnTo>
                  <a:lnTo>
                    <a:pt x="95602" y="30035"/>
                  </a:lnTo>
                  <a:lnTo>
                    <a:pt x="91159" y="27043"/>
                  </a:lnTo>
                  <a:lnTo>
                    <a:pt x="86623" y="24194"/>
                  </a:lnTo>
                  <a:lnTo>
                    <a:pt x="81998" y="21492"/>
                  </a:lnTo>
                  <a:lnTo>
                    <a:pt x="77289" y="18940"/>
                  </a:lnTo>
                  <a:lnTo>
                    <a:pt x="72501" y="16540"/>
                  </a:lnTo>
                  <a:lnTo>
                    <a:pt x="67638" y="14294"/>
                  </a:lnTo>
                  <a:lnTo>
                    <a:pt x="62705" y="12206"/>
                  </a:lnTo>
                  <a:lnTo>
                    <a:pt x="57709" y="10277"/>
                  </a:lnTo>
                  <a:lnTo>
                    <a:pt x="52653" y="8508"/>
                  </a:lnTo>
                  <a:lnTo>
                    <a:pt x="47543" y="6903"/>
                  </a:lnTo>
                  <a:lnTo>
                    <a:pt x="42384" y="5462"/>
                  </a:lnTo>
                  <a:lnTo>
                    <a:pt x="37182" y="4187"/>
                  </a:lnTo>
                  <a:lnTo>
                    <a:pt x="31941" y="3079"/>
                  </a:lnTo>
                  <a:lnTo>
                    <a:pt x="26668" y="2140"/>
                  </a:lnTo>
                  <a:lnTo>
                    <a:pt x="21367" y="1371"/>
                  </a:lnTo>
                  <a:lnTo>
                    <a:pt x="16044" y="771"/>
                  </a:lnTo>
                  <a:lnTo>
                    <a:pt x="10705" y="343"/>
                  </a:lnTo>
                  <a:lnTo>
                    <a:pt x="535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51844" y="3707720"/>
              <a:ext cx="167167" cy="333575"/>
            </a:xfrm>
            <a:custGeom>
              <a:avLst/>
              <a:pathLst>
                <a:path w="167167" h="333575">
                  <a:moveTo>
                    <a:pt x="167167" y="0"/>
                  </a:moveTo>
                  <a:lnTo>
                    <a:pt x="161807" y="85"/>
                  </a:lnTo>
                  <a:lnTo>
                    <a:pt x="156454" y="343"/>
                  </a:lnTo>
                  <a:lnTo>
                    <a:pt x="151111" y="772"/>
                  </a:lnTo>
                  <a:lnTo>
                    <a:pt x="145784" y="1373"/>
                  </a:lnTo>
                  <a:lnTo>
                    <a:pt x="140480" y="2143"/>
                  </a:lnTo>
                  <a:lnTo>
                    <a:pt x="135203" y="3084"/>
                  </a:lnTo>
                  <a:lnTo>
                    <a:pt x="129959" y="4193"/>
                  </a:lnTo>
                  <a:lnTo>
                    <a:pt x="124753" y="5470"/>
                  </a:lnTo>
                  <a:lnTo>
                    <a:pt x="119590" y="6913"/>
                  </a:lnTo>
                  <a:lnTo>
                    <a:pt x="114477" y="8520"/>
                  </a:lnTo>
                  <a:lnTo>
                    <a:pt x="109418" y="10291"/>
                  </a:lnTo>
                  <a:lnTo>
                    <a:pt x="104418" y="12223"/>
                  </a:lnTo>
                  <a:lnTo>
                    <a:pt x="99483" y="14315"/>
                  </a:lnTo>
                  <a:lnTo>
                    <a:pt x="94617" y="16563"/>
                  </a:lnTo>
                  <a:lnTo>
                    <a:pt x="89826" y="18967"/>
                  </a:lnTo>
                  <a:lnTo>
                    <a:pt x="85114" y="21522"/>
                  </a:lnTo>
                  <a:lnTo>
                    <a:pt x="80487" y="24228"/>
                  </a:lnTo>
                  <a:lnTo>
                    <a:pt x="75949" y="27080"/>
                  </a:lnTo>
                  <a:lnTo>
                    <a:pt x="71505" y="30077"/>
                  </a:lnTo>
                  <a:lnTo>
                    <a:pt x="67159" y="33214"/>
                  </a:lnTo>
                  <a:lnTo>
                    <a:pt x="62915" y="36490"/>
                  </a:lnTo>
                  <a:lnTo>
                    <a:pt x="58779" y="39899"/>
                  </a:lnTo>
                  <a:lnTo>
                    <a:pt x="54755" y="43439"/>
                  </a:lnTo>
                  <a:lnTo>
                    <a:pt x="50846" y="47107"/>
                  </a:lnTo>
                  <a:lnTo>
                    <a:pt x="47057" y="50898"/>
                  </a:lnTo>
                  <a:lnTo>
                    <a:pt x="43391" y="54809"/>
                  </a:lnTo>
                  <a:lnTo>
                    <a:pt x="39852" y="58835"/>
                  </a:lnTo>
                  <a:lnTo>
                    <a:pt x="36444" y="62972"/>
                  </a:lnTo>
                  <a:lnTo>
                    <a:pt x="33171" y="67217"/>
                  </a:lnTo>
                  <a:lnTo>
                    <a:pt x="30035" y="71564"/>
                  </a:lnTo>
                  <a:lnTo>
                    <a:pt x="27041" y="76010"/>
                  </a:lnTo>
                  <a:lnTo>
                    <a:pt x="24190" y="80549"/>
                  </a:lnTo>
                  <a:lnTo>
                    <a:pt x="21487" y="85177"/>
                  </a:lnTo>
                  <a:lnTo>
                    <a:pt x="18933" y="89890"/>
                  </a:lnTo>
                  <a:lnTo>
                    <a:pt x="16532" y="94682"/>
                  </a:lnTo>
                  <a:lnTo>
                    <a:pt x="14285" y="99549"/>
                  </a:lnTo>
                  <a:lnTo>
                    <a:pt x="12196" y="104485"/>
                  </a:lnTo>
                  <a:lnTo>
                    <a:pt x="10266" y="109486"/>
                  </a:lnTo>
                  <a:lnTo>
                    <a:pt x="8498" y="114546"/>
                  </a:lnTo>
                  <a:lnTo>
                    <a:pt x="6892" y="119660"/>
                  </a:lnTo>
                  <a:lnTo>
                    <a:pt x="5451" y="124823"/>
                  </a:lnTo>
                  <a:lnTo>
                    <a:pt x="4177" y="130029"/>
                  </a:lnTo>
                  <a:lnTo>
                    <a:pt x="3070" y="135274"/>
                  </a:lnTo>
                  <a:lnTo>
                    <a:pt x="2132" y="140551"/>
                  </a:lnTo>
                  <a:lnTo>
                    <a:pt x="1363" y="145856"/>
                  </a:lnTo>
                  <a:lnTo>
                    <a:pt x="765" y="151183"/>
                  </a:lnTo>
                  <a:lnTo>
                    <a:pt x="339" y="156526"/>
                  </a:lnTo>
                  <a:lnTo>
                    <a:pt x="83" y="161880"/>
                  </a:lnTo>
                  <a:lnTo>
                    <a:pt x="0" y="167239"/>
                  </a:lnTo>
                  <a:lnTo>
                    <a:pt x="88" y="172599"/>
                  </a:lnTo>
                  <a:lnTo>
                    <a:pt x="348" y="177953"/>
                  </a:lnTo>
                  <a:lnTo>
                    <a:pt x="779" y="183295"/>
                  </a:lnTo>
                  <a:lnTo>
                    <a:pt x="1382" y="188622"/>
                  </a:lnTo>
                  <a:lnTo>
                    <a:pt x="2155" y="193926"/>
                  </a:lnTo>
                  <a:lnTo>
                    <a:pt x="3098" y="199202"/>
                  </a:lnTo>
                  <a:lnTo>
                    <a:pt x="4209" y="204446"/>
                  </a:lnTo>
                  <a:lnTo>
                    <a:pt x="5488" y="209651"/>
                  </a:lnTo>
                  <a:lnTo>
                    <a:pt x="6933" y="214813"/>
                  </a:lnTo>
                  <a:lnTo>
                    <a:pt x="8543" y="219926"/>
                  </a:lnTo>
                  <a:lnTo>
                    <a:pt x="10316" y="224984"/>
                  </a:lnTo>
                  <a:lnTo>
                    <a:pt x="12250" y="229983"/>
                  </a:lnTo>
                  <a:lnTo>
                    <a:pt x="14344" y="234917"/>
                  </a:lnTo>
                  <a:lnTo>
                    <a:pt x="16595" y="239782"/>
                  </a:lnTo>
                  <a:lnTo>
                    <a:pt x="19000" y="244572"/>
                  </a:lnTo>
                  <a:lnTo>
                    <a:pt x="21558" y="249283"/>
                  </a:lnTo>
                  <a:lnTo>
                    <a:pt x="24266" y="253909"/>
                  </a:lnTo>
                  <a:lnTo>
                    <a:pt x="27120" y="258446"/>
                  </a:lnTo>
                  <a:lnTo>
                    <a:pt x="30118" y="262889"/>
                  </a:lnTo>
                  <a:lnTo>
                    <a:pt x="33258" y="267233"/>
                  </a:lnTo>
                  <a:lnTo>
                    <a:pt x="36535" y="271475"/>
                  </a:lnTo>
                  <a:lnTo>
                    <a:pt x="39946" y="275610"/>
                  </a:lnTo>
                  <a:lnTo>
                    <a:pt x="43488" y="279633"/>
                  </a:lnTo>
                  <a:lnTo>
                    <a:pt x="47157" y="283540"/>
                  </a:lnTo>
                  <a:lnTo>
                    <a:pt x="50950" y="287328"/>
                  </a:lnTo>
                  <a:lnTo>
                    <a:pt x="54862" y="290992"/>
                  </a:lnTo>
                  <a:lnTo>
                    <a:pt x="58890" y="294529"/>
                  </a:lnTo>
                  <a:lnTo>
                    <a:pt x="63029" y="297935"/>
                  </a:lnTo>
                  <a:lnTo>
                    <a:pt x="67275" y="301206"/>
                  </a:lnTo>
                  <a:lnTo>
                    <a:pt x="71623" y="304340"/>
                  </a:lnTo>
                  <a:lnTo>
                    <a:pt x="76070" y="307332"/>
                  </a:lnTo>
                  <a:lnTo>
                    <a:pt x="80611" y="310181"/>
                  </a:lnTo>
                  <a:lnTo>
                    <a:pt x="85241" y="312883"/>
                  </a:lnTo>
                  <a:lnTo>
                    <a:pt x="89954" y="315434"/>
                  </a:lnTo>
                  <a:lnTo>
                    <a:pt x="94748" y="317833"/>
                  </a:lnTo>
                  <a:lnTo>
                    <a:pt x="99615" y="320078"/>
                  </a:lnTo>
                  <a:lnTo>
                    <a:pt x="104552" y="322165"/>
                  </a:lnTo>
                  <a:lnTo>
                    <a:pt x="109554" y="324093"/>
                  </a:lnTo>
                  <a:lnTo>
                    <a:pt x="114615" y="325859"/>
                  </a:lnTo>
                  <a:lnTo>
                    <a:pt x="119729" y="327462"/>
                  </a:lnTo>
                  <a:lnTo>
                    <a:pt x="124893" y="328901"/>
                  </a:lnTo>
                  <a:lnTo>
                    <a:pt x="130100" y="330173"/>
                  </a:lnTo>
                  <a:lnTo>
                    <a:pt x="135345" y="331278"/>
                  </a:lnTo>
                  <a:lnTo>
                    <a:pt x="140623" y="332213"/>
                  </a:lnTo>
                  <a:lnTo>
                    <a:pt x="145928" y="332980"/>
                  </a:lnTo>
                  <a:lnTo>
                    <a:pt x="151255" y="33357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903099" y="3712618"/>
              <a:ext cx="183071" cy="329437"/>
            </a:xfrm>
            <a:custGeom>
              <a:avLst/>
              <a:pathLst>
                <a:path w="183071" h="329437">
                  <a:moveTo>
                    <a:pt x="0" y="328678"/>
                  </a:moveTo>
                  <a:lnTo>
                    <a:pt x="5307" y="329100"/>
                  </a:lnTo>
                  <a:lnTo>
                    <a:pt x="10626" y="329353"/>
                  </a:lnTo>
                  <a:lnTo>
                    <a:pt x="15950" y="329437"/>
                  </a:lnTo>
                  <a:lnTo>
                    <a:pt x="21274" y="329351"/>
                  </a:lnTo>
                  <a:lnTo>
                    <a:pt x="26593" y="329095"/>
                  </a:lnTo>
                  <a:lnTo>
                    <a:pt x="31900" y="328670"/>
                  </a:lnTo>
                  <a:lnTo>
                    <a:pt x="37192" y="328077"/>
                  </a:lnTo>
                  <a:lnTo>
                    <a:pt x="42462" y="327315"/>
                  </a:lnTo>
                  <a:lnTo>
                    <a:pt x="47705" y="326386"/>
                  </a:lnTo>
                  <a:lnTo>
                    <a:pt x="52916" y="325290"/>
                  </a:lnTo>
                  <a:lnTo>
                    <a:pt x="58089" y="324028"/>
                  </a:lnTo>
                  <a:lnTo>
                    <a:pt x="63219" y="322603"/>
                  </a:lnTo>
                  <a:lnTo>
                    <a:pt x="68302" y="321015"/>
                  </a:lnTo>
                  <a:lnTo>
                    <a:pt x="73331" y="319266"/>
                  </a:lnTo>
                  <a:lnTo>
                    <a:pt x="78302" y="317358"/>
                  </a:lnTo>
                  <a:lnTo>
                    <a:pt x="83209" y="315292"/>
                  </a:lnTo>
                  <a:lnTo>
                    <a:pt x="88049" y="313071"/>
                  </a:lnTo>
                  <a:lnTo>
                    <a:pt x="92815" y="310697"/>
                  </a:lnTo>
                  <a:lnTo>
                    <a:pt x="97503" y="308173"/>
                  </a:lnTo>
                  <a:lnTo>
                    <a:pt x="102109" y="305500"/>
                  </a:lnTo>
                  <a:lnTo>
                    <a:pt x="106627" y="302682"/>
                  </a:lnTo>
                  <a:lnTo>
                    <a:pt x="111053" y="299722"/>
                  </a:lnTo>
                  <a:lnTo>
                    <a:pt x="115382" y="296622"/>
                  </a:lnTo>
                  <a:lnTo>
                    <a:pt x="119610" y="293386"/>
                  </a:lnTo>
                  <a:lnTo>
                    <a:pt x="123734" y="290017"/>
                  </a:lnTo>
                  <a:lnTo>
                    <a:pt x="127747" y="286518"/>
                  </a:lnTo>
                  <a:lnTo>
                    <a:pt x="131648" y="282893"/>
                  </a:lnTo>
                  <a:lnTo>
                    <a:pt x="135431" y="279146"/>
                  </a:lnTo>
                  <a:lnTo>
                    <a:pt x="139093" y="275280"/>
                  </a:lnTo>
                  <a:lnTo>
                    <a:pt x="142629" y="271300"/>
                  </a:lnTo>
                  <a:lnTo>
                    <a:pt x="146037" y="267208"/>
                  </a:lnTo>
                  <a:lnTo>
                    <a:pt x="149314" y="263011"/>
                  </a:lnTo>
                  <a:lnTo>
                    <a:pt x="152454" y="258711"/>
                  </a:lnTo>
                  <a:lnTo>
                    <a:pt x="155457" y="254314"/>
                  </a:lnTo>
                  <a:lnTo>
                    <a:pt x="158317" y="249823"/>
                  </a:lnTo>
                  <a:lnTo>
                    <a:pt x="161034" y="245243"/>
                  </a:lnTo>
                  <a:lnTo>
                    <a:pt x="163602" y="240579"/>
                  </a:lnTo>
                  <a:lnTo>
                    <a:pt x="166022" y="235835"/>
                  </a:lnTo>
                  <a:lnTo>
                    <a:pt x="168288" y="231017"/>
                  </a:lnTo>
                  <a:lnTo>
                    <a:pt x="170401" y="226129"/>
                  </a:lnTo>
                  <a:lnTo>
                    <a:pt x="172356" y="221177"/>
                  </a:lnTo>
                  <a:lnTo>
                    <a:pt x="174153" y="216164"/>
                  </a:lnTo>
                  <a:lnTo>
                    <a:pt x="175789" y="211097"/>
                  </a:lnTo>
                  <a:lnTo>
                    <a:pt x="177263" y="205981"/>
                  </a:lnTo>
                  <a:lnTo>
                    <a:pt x="178573" y="200820"/>
                  </a:lnTo>
                  <a:lnTo>
                    <a:pt x="179719" y="195620"/>
                  </a:lnTo>
                  <a:lnTo>
                    <a:pt x="180698" y="190386"/>
                  </a:lnTo>
                  <a:lnTo>
                    <a:pt x="181509" y="185123"/>
                  </a:lnTo>
                  <a:lnTo>
                    <a:pt x="182153" y="179838"/>
                  </a:lnTo>
                  <a:lnTo>
                    <a:pt x="182629" y="174534"/>
                  </a:lnTo>
                  <a:lnTo>
                    <a:pt x="182935" y="169218"/>
                  </a:lnTo>
                  <a:lnTo>
                    <a:pt x="183071" y="163895"/>
                  </a:lnTo>
                  <a:lnTo>
                    <a:pt x="183038" y="158571"/>
                  </a:lnTo>
                  <a:lnTo>
                    <a:pt x="182836" y="153250"/>
                  </a:lnTo>
                  <a:lnTo>
                    <a:pt x="182464" y="147938"/>
                  </a:lnTo>
                  <a:lnTo>
                    <a:pt x="181923" y="142641"/>
                  </a:lnTo>
                  <a:lnTo>
                    <a:pt x="181213" y="137364"/>
                  </a:lnTo>
                  <a:lnTo>
                    <a:pt x="180336" y="132112"/>
                  </a:lnTo>
                  <a:lnTo>
                    <a:pt x="179292" y="126890"/>
                  </a:lnTo>
                  <a:lnTo>
                    <a:pt x="178083" y="121705"/>
                  </a:lnTo>
                  <a:lnTo>
                    <a:pt x="176709" y="116561"/>
                  </a:lnTo>
                  <a:lnTo>
                    <a:pt x="175171" y="111463"/>
                  </a:lnTo>
                  <a:lnTo>
                    <a:pt x="173472" y="106416"/>
                  </a:lnTo>
                  <a:lnTo>
                    <a:pt x="171614" y="101426"/>
                  </a:lnTo>
                  <a:lnTo>
                    <a:pt x="169597" y="96498"/>
                  </a:lnTo>
                  <a:lnTo>
                    <a:pt x="167424" y="91637"/>
                  </a:lnTo>
                  <a:lnTo>
                    <a:pt x="165098" y="86848"/>
                  </a:lnTo>
                  <a:lnTo>
                    <a:pt x="162620" y="82134"/>
                  </a:lnTo>
                  <a:lnTo>
                    <a:pt x="159993" y="77503"/>
                  </a:lnTo>
                  <a:lnTo>
                    <a:pt x="157221" y="72957"/>
                  </a:lnTo>
                  <a:lnTo>
                    <a:pt x="154305" y="68502"/>
                  </a:lnTo>
                  <a:lnTo>
                    <a:pt x="151248" y="64142"/>
                  </a:lnTo>
                  <a:lnTo>
                    <a:pt x="148054" y="59881"/>
                  </a:lnTo>
                  <a:lnTo>
                    <a:pt x="144726" y="55725"/>
                  </a:lnTo>
                  <a:lnTo>
                    <a:pt x="141268" y="51676"/>
                  </a:lnTo>
                  <a:lnTo>
                    <a:pt x="137682" y="47740"/>
                  </a:lnTo>
                  <a:lnTo>
                    <a:pt x="133972" y="43920"/>
                  </a:lnTo>
                  <a:lnTo>
                    <a:pt x="130143" y="40220"/>
                  </a:lnTo>
                  <a:lnTo>
                    <a:pt x="126198" y="36644"/>
                  </a:lnTo>
                  <a:lnTo>
                    <a:pt x="122141" y="33195"/>
                  </a:lnTo>
                  <a:lnTo>
                    <a:pt x="117977" y="29877"/>
                  </a:lnTo>
                  <a:lnTo>
                    <a:pt x="113708" y="26694"/>
                  </a:lnTo>
                  <a:lnTo>
                    <a:pt x="109341" y="23648"/>
                  </a:lnTo>
                  <a:lnTo>
                    <a:pt x="104878" y="20742"/>
                  </a:lnTo>
                  <a:lnTo>
                    <a:pt x="100326" y="17981"/>
                  </a:lnTo>
                  <a:lnTo>
                    <a:pt x="95688" y="15365"/>
                  </a:lnTo>
                  <a:lnTo>
                    <a:pt x="90969" y="12899"/>
                  </a:lnTo>
                  <a:lnTo>
                    <a:pt x="86173" y="10585"/>
                  </a:lnTo>
                  <a:lnTo>
                    <a:pt x="81307" y="8424"/>
                  </a:lnTo>
                  <a:lnTo>
                    <a:pt x="76374" y="6419"/>
                  </a:lnTo>
                  <a:lnTo>
                    <a:pt x="71380" y="4573"/>
                  </a:lnTo>
                  <a:lnTo>
                    <a:pt x="66329" y="2886"/>
                  </a:lnTo>
                  <a:lnTo>
                    <a:pt x="61227" y="1361"/>
                  </a:lnTo>
                  <a:lnTo>
                    <a:pt x="56080" y="0"/>
                  </a:lnTo>
                  <a:lnTo>
                    <a:pt x="15912" y="1622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919011" y="3707720"/>
              <a:ext cx="40168" cy="167167"/>
            </a:xfrm>
            <a:custGeom>
              <a:avLst/>
              <a:pathLst>
                <a:path w="40168" h="167167">
                  <a:moveTo>
                    <a:pt x="40168" y="4897"/>
                  </a:moveTo>
                  <a:lnTo>
                    <a:pt x="33574" y="3406"/>
                  </a:lnTo>
                  <a:lnTo>
                    <a:pt x="26925" y="2182"/>
                  </a:lnTo>
                  <a:lnTo>
                    <a:pt x="20232" y="1228"/>
                  </a:lnTo>
                  <a:lnTo>
                    <a:pt x="13506" y="546"/>
                  </a:lnTo>
                  <a:lnTo>
                    <a:pt x="6758" y="13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tx90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24" name="tx92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25" name="tx92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26" name="tx92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27" name="tx92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2025-06-25T04:05:44Z</dcterms:modified>
  <cp:category/>
</cp:coreProperties>
</file>