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132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61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8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7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71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6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1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38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9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8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7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5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3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2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6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4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5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8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81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2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9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2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1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9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3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2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1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043" y="3170392"/>
              <a:ext cx="1736" cy="167167"/>
            </a:xfrm>
            <a:custGeom>
              <a:avLst/>
              <a:pathLst>
                <a:path w="1736" h="167167">
                  <a:moveTo>
                    <a:pt x="1736" y="0"/>
                  </a:moveTo>
                  <a:lnTo>
                    <a:pt x="0" y="9"/>
                  </a:lnTo>
                  <a:lnTo>
                    <a:pt x="17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043" y="3170401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5" y="3170401"/>
              <a:ext cx="334323" cy="334320"/>
            </a:xfrm>
            <a:custGeom>
              <a:avLst/>
              <a:pathLst>
                <a:path w="334323" h="334320">
                  <a:moveTo>
                    <a:pt x="165427" y="0"/>
                  </a:moveTo>
                  <a:lnTo>
                    <a:pt x="160129" y="139"/>
                  </a:lnTo>
                  <a:lnTo>
                    <a:pt x="154837" y="446"/>
                  </a:lnTo>
                  <a:lnTo>
                    <a:pt x="149558" y="920"/>
                  </a:lnTo>
                  <a:lnTo>
                    <a:pt x="144297" y="1562"/>
                  </a:lnTo>
                  <a:lnTo>
                    <a:pt x="139059" y="2370"/>
                  </a:lnTo>
                  <a:lnTo>
                    <a:pt x="133849" y="3344"/>
                  </a:lnTo>
                  <a:lnTo>
                    <a:pt x="128672" y="4482"/>
                  </a:lnTo>
                  <a:lnTo>
                    <a:pt x="123535" y="5784"/>
                  </a:lnTo>
                  <a:lnTo>
                    <a:pt x="118441" y="7248"/>
                  </a:lnTo>
                  <a:lnTo>
                    <a:pt x="113396" y="8873"/>
                  </a:lnTo>
                  <a:lnTo>
                    <a:pt x="108405" y="10657"/>
                  </a:lnTo>
                  <a:lnTo>
                    <a:pt x="103473" y="12599"/>
                  </a:lnTo>
                  <a:lnTo>
                    <a:pt x="98605" y="14696"/>
                  </a:lnTo>
                  <a:lnTo>
                    <a:pt x="93806" y="16946"/>
                  </a:lnTo>
                  <a:lnTo>
                    <a:pt x="89081" y="19347"/>
                  </a:lnTo>
                  <a:lnTo>
                    <a:pt x="84434" y="21897"/>
                  </a:lnTo>
                  <a:lnTo>
                    <a:pt x="79871" y="24592"/>
                  </a:lnTo>
                  <a:lnTo>
                    <a:pt x="75395" y="27431"/>
                  </a:lnTo>
                  <a:lnTo>
                    <a:pt x="71011" y="30411"/>
                  </a:lnTo>
                  <a:lnTo>
                    <a:pt x="66725" y="33528"/>
                  </a:lnTo>
                  <a:lnTo>
                    <a:pt x="62539" y="36779"/>
                  </a:lnTo>
                  <a:lnTo>
                    <a:pt x="58458" y="40161"/>
                  </a:lnTo>
                  <a:lnTo>
                    <a:pt x="54487" y="43671"/>
                  </a:lnTo>
                  <a:lnTo>
                    <a:pt x="50628" y="47306"/>
                  </a:lnTo>
                  <a:lnTo>
                    <a:pt x="46887" y="51060"/>
                  </a:lnTo>
                  <a:lnTo>
                    <a:pt x="43267" y="54932"/>
                  </a:lnTo>
                  <a:lnTo>
                    <a:pt x="39772" y="58916"/>
                  </a:lnTo>
                  <a:lnTo>
                    <a:pt x="36404" y="63009"/>
                  </a:lnTo>
                  <a:lnTo>
                    <a:pt x="33168" y="67206"/>
                  </a:lnTo>
                  <a:lnTo>
                    <a:pt x="30067" y="71505"/>
                  </a:lnTo>
                  <a:lnTo>
                    <a:pt x="27103" y="75899"/>
                  </a:lnTo>
                  <a:lnTo>
                    <a:pt x="24281" y="80385"/>
                  </a:lnTo>
                  <a:lnTo>
                    <a:pt x="21602" y="84958"/>
                  </a:lnTo>
                  <a:lnTo>
                    <a:pt x="19069" y="89614"/>
                  </a:lnTo>
                  <a:lnTo>
                    <a:pt x="16685" y="94348"/>
                  </a:lnTo>
                  <a:lnTo>
                    <a:pt x="14452" y="99155"/>
                  </a:lnTo>
                  <a:lnTo>
                    <a:pt x="12373" y="104031"/>
                  </a:lnTo>
                  <a:lnTo>
                    <a:pt x="10450" y="108970"/>
                  </a:lnTo>
                  <a:lnTo>
                    <a:pt x="8684" y="113967"/>
                  </a:lnTo>
                  <a:lnTo>
                    <a:pt x="7077" y="119018"/>
                  </a:lnTo>
                  <a:lnTo>
                    <a:pt x="5632" y="124117"/>
                  </a:lnTo>
                  <a:lnTo>
                    <a:pt x="4348" y="129260"/>
                  </a:lnTo>
                  <a:lnTo>
                    <a:pt x="3229" y="134440"/>
                  </a:lnTo>
                  <a:lnTo>
                    <a:pt x="2274" y="139654"/>
                  </a:lnTo>
                  <a:lnTo>
                    <a:pt x="1485" y="144895"/>
                  </a:lnTo>
                  <a:lnTo>
                    <a:pt x="862" y="150158"/>
                  </a:lnTo>
                  <a:lnTo>
                    <a:pt x="407" y="155439"/>
                  </a:lnTo>
                  <a:lnTo>
                    <a:pt x="119" y="160732"/>
                  </a:lnTo>
                  <a:lnTo>
                    <a:pt x="0" y="166030"/>
                  </a:lnTo>
                  <a:lnTo>
                    <a:pt x="48" y="171330"/>
                  </a:lnTo>
                  <a:lnTo>
                    <a:pt x="264" y="176626"/>
                  </a:lnTo>
                  <a:lnTo>
                    <a:pt x="648" y="181913"/>
                  </a:lnTo>
                  <a:lnTo>
                    <a:pt x="1200" y="187184"/>
                  </a:lnTo>
                  <a:lnTo>
                    <a:pt x="1918" y="192435"/>
                  </a:lnTo>
                  <a:lnTo>
                    <a:pt x="2802" y="197661"/>
                  </a:lnTo>
                  <a:lnTo>
                    <a:pt x="3852" y="202857"/>
                  </a:lnTo>
                  <a:lnTo>
                    <a:pt x="5066" y="208016"/>
                  </a:lnTo>
                  <a:lnTo>
                    <a:pt x="6442" y="213134"/>
                  </a:lnTo>
                  <a:lnTo>
                    <a:pt x="7981" y="218206"/>
                  </a:lnTo>
                  <a:lnTo>
                    <a:pt x="9679" y="223227"/>
                  </a:lnTo>
                  <a:lnTo>
                    <a:pt x="11536" y="228191"/>
                  </a:lnTo>
                  <a:lnTo>
                    <a:pt x="13549" y="233095"/>
                  </a:lnTo>
                  <a:lnTo>
                    <a:pt x="15716" y="237931"/>
                  </a:lnTo>
                  <a:lnTo>
                    <a:pt x="18036" y="242697"/>
                  </a:lnTo>
                  <a:lnTo>
                    <a:pt x="20506" y="247387"/>
                  </a:lnTo>
                  <a:lnTo>
                    <a:pt x="23123" y="251996"/>
                  </a:lnTo>
                  <a:lnTo>
                    <a:pt x="25885" y="256519"/>
                  </a:lnTo>
                  <a:lnTo>
                    <a:pt x="28789" y="260953"/>
                  </a:lnTo>
                  <a:lnTo>
                    <a:pt x="31832" y="265293"/>
                  </a:lnTo>
                  <a:lnTo>
                    <a:pt x="35011" y="269534"/>
                  </a:lnTo>
                  <a:lnTo>
                    <a:pt x="38323" y="273672"/>
                  </a:lnTo>
                  <a:lnTo>
                    <a:pt x="41765" y="277703"/>
                  </a:lnTo>
                  <a:lnTo>
                    <a:pt x="45332" y="281623"/>
                  </a:lnTo>
                  <a:lnTo>
                    <a:pt x="49022" y="285427"/>
                  </a:lnTo>
                  <a:lnTo>
                    <a:pt x="52831" y="289113"/>
                  </a:lnTo>
                  <a:lnTo>
                    <a:pt x="56755" y="292677"/>
                  </a:lnTo>
                  <a:lnTo>
                    <a:pt x="60789" y="296114"/>
                  </a:lnTo>
                  <a:lnTo>
                    <a:pt x="64931" y="299421"/>
                  </a:lnTo>
                  <a:lnTo>
                    <a:pt x="69175" y="302596"/>
                  </a:lnTo>
                  <a:lnTo>
                    <a:pt x="73518" y="305634"/>
                  </a:lnTo>
                  <a:lnTo>
                    <a:pt x="77955" y="308533"/>
                  </a:lnTo>
                  <a:lnTo>
                    <a:pt x="82482" y="311290"/>
                  </a:lnTo>
                  <a:lnTo>
                    <a:pt x="87094" y="313902"/>
                  </a:lnTo>
                  <a:lnTo>
                    <a:pt x="91786" y="316367"/>
                  </a:lnTo>
                  <a:lnTo>
                    <a:pt x="96555" y="318681"/>
                  </a:lnTo>
                  <a:lnTo>
                    <a:pt x="101394" y="320844"/>
                  </a:lnTo>
                  <a:lnTo>
                    <a:pt x="106299" y="322852"/>
                  </a:lnTo>
                  <a:lnTo>
                    <a:pt x="111265" y="324703"/>
                  </a:lnTo>
                  <a:lnTo>
                    <a:pt x="116288" y="326396"/>
                  </a:lnTo>
                  <a:lnTo>
                    <a:pt x="121362" y="327929"/>
                  </a:lnTo>
                  <a:lnTo>
                    <a:pt x="126481" y="329300"/>
                  </a:lnTo>
                  <a:lnTo>
                    <a:pt x="131642" y="330508"/>
                  </a:lnTo>
                  <a:lnTo>
                    <a:pt x="136839" y="331552"/>
                  </a:lnTo>
                  <a:lnTo>
                    <a:pt x="142065" y="332431"/>
                  </a:lnTo>
                  <a:lnTo>
                    <a:pt x="147318" y="333143"/>
                  </a:lnTo>
                  <a:lnTo>
                    <a:pt x="152590" y="333689"/>
                  </a:lnTo>
                  <a:lnTo>
                    <a:pt x="157876" y="334067"/>
                  </a:lnTo>
                  <a:lnTo>
                    <a:pt x="163172" y="334278"/>
                  </a:lnTo>
                  <a:lnTo>
                    <a:pt x="168472" y="334320"/>
                  </a:lnTo>
                  <a:lnTo>
                    <a:pt x="173771" y="334195"/>
                  </a:lnTo>
                  <a:lnTo>
                    <a:pt x="179063" y="333901"/>
                  </a:lnTo>
                  <a:lnTo>
                    <a:pt x="184343" y="333440"/>
                  </a:lnTo>
                  <a:lnTo>
                    <a:pt x="189606" y="332812"/>
                  </a:lnTo>
                  <a:lnTo>
                    <a:pt x="194847" y="332017"/>
                  </a:lnTo>
                  <a:lnTo>
                    <a:pt x="200059" y="331057"/>
                  </a:lnTo>
                  <a:lnTo>
                    <a:pt x="205239" y="329931"/>
                  </a:lnTo>
                  <a:lnTo>
                    <a:pt x="210380" y="328643"/>
                  </a:lnTo>
                  <a:lnTo>
                    <a:pt x="215477" y="327191"/>
                  </a:lnTo>
                  <a:lnTo>
                    <a:pt x="220526" y="325579"/>
                  </a:lnTo>
                  <a:lnTo>
                    <a:pt x="225522" y="323808"/>
                  </a:lnTo>
                  <a:lnTo>
                    <a:pt x="230459" y="321879"/>
                  </a:lnTo>
                  <a:lnTo>
                    <a:pt x="235332" y="319795"/>
                  </a:lnTo>
                  <a:lnTo>
                    <a:pt x="240137" y="317557"/>
                  </a:lnTo>
                  <a:lnTo>
                    <a:pt x="244868" y="315168"/>
                  </a:lnTo>
                  <a:lnTo>
                    <a:pt x="249521" y="312630"/>
                  </a:lnTo>
                  <a:lnTo>
                    <a:pt x="254091" y="309946"/>
                  </a:lnTo>
                  <a:lnTo>
                    <a:pt x="258574" y="307118"/>
                  </a:lnTo>
                  <a:lnTo>
                    <a:pt x="262966" y="304150"/>
                  </a:lnTo>
                  <a:lnTo>
                    <a:pt x="267260" y="301044"/>
                  </a:lnTo>
                  <a:lnTo>
                    <a:pt x="271454" y="297804"/>
                  </a:lnTo>
                  <a:lnTo>
                    <a:pt x="275544" y="294432"/>
                  </a:lnTo>
                  <a:lnTo>
                    <a:pt x="279524" y="290932"/>
                  </a:lnTo>
                  <a:lnTo>
                    <a:pt x="283392" y="287307"/>
                  </a:lnTo>
                  <a:lnTo>
                    <a:pt x="287142" y="283562"/>
                  </a:lnTo>
                  <a:lnTo>
                    <a:pt x="290772" y="279700"/>
                  </a:lnTo>
                  <a:lnTo>
                    <a:pt x="294278" y="275725"/>
                  </a:lnTo>
                  <a:lnTo>
                    <a:pt x="297656" y="271641"/>
                  </a:lnTo>
                  <a:lnTo>
                    <a:pt x="300903" y="267451"/>
                  </a:lnTo>
                  <a:lnTo>
                    <a:pt x="304015" y="263161"/>
                  </a:lnTo>
                  <a:lnTo>
                    <a:pt x="306990" y="258774"/>
                  </a:lnTo>
                  <a:lnTo>
                    <a:pt x="309824" y="254295"/>
                  </a:lnTo>
                  <a:lnTo>
                    <a:pt x="312514" y="249729"/>
                  </a:lnTo>
                  <a:lnTo>
                    <a:pt x="315059" y="245079"/>
                  </a:lnTo>
                  <a:lnTo>
                    <a:pt x="317455" y="240352"/>
                  </a:lnTo>
                  <a:lnTo>
                    <a:pt x="319700" y="235550"/>
                  </a:lnTo>
                  <a:lnTo>
                    <a:pt x="321791" y="230680"/>
                  </a:lnTo>
                  <a:lnTo>
                    <a:pt x="323727" y="225746"/>
                  </a:lnTo>
                  <a:lnTo>
                    <a:pt x="325506" y="220753"/>
                  </a:lnTo>
                  <a:lnTo>
                    <a:pt x="327126" y="215707"/>
                  </a:lnTo>
                  <a:lnTo>
                    <a:pt x="328584" y="210611"/>
                  </a:lnTo>
                  <a:lnTo>
                    <a:pt x="329881" y="205472"/>
                  </a:lnTo>
                  <a:lnTo>
                    <a:pt x="331014" y="200294"/>
                  </a:lnTo>
                  <a:lnTo>
                    <a:pt x="331982" y="195083"/>
                  </a:lnTo>
                  <a:lnTo>
                    <a:pt x="332784" y="189844"/>
                  </a:lnTo>
                  <a:lnTo>
                    <a:pt x="333420" y="184582"/>
                  </a:lnTo>
                  <a:lnTo>
                    <a:pt x="333889" y="179302"/>
                  </a:lnTo>
                  <a:lnTo>
                    <a:pt x="334190" y="174011"/>
                  </a:lnTo>
                  <a:lnTo>
                    <a:pt x="334323" y="168712"/>
                  </a:lnTo>
                  <a:lnTo>
                    <a:pt x="334289" y="163412"/>
                  </a:lnTo>
                  <a:lnTo>
                    <a:pt x="334086" y="158116"/>
                  </a:lnTo>
                  <a:lnTo>
                    <a:pt x="333715" y="152828"/>
                  </a:lnTo>
                  <a:lnTo>
                    <a:pt x="333177" y="147556"/>
                  </a:lnTo>
                  <a:lnTo>
                    <a:pt x="332472" y="142302"/>
                  </a:lnTo>
                  <a:lnTo>
                    <a:pt x="331601" y="137074"/>
                  </a:lnTo>
                  <a:lnTo>
                    <a:pt x="330565" y="131876"/>
                  </a:lnTo>
                  <a:lnTo>
                    <a:pt x="329364" y="126714"/>
                  </a:lnTo>
                  <a:lnTo>
                    <a:pt x="328001" y="121592"/>
                  </a:lnTo>
                  <a:lnTo>
                    <a:pt x="326475" y="116516"/>
                  </a:lnTo>
                  <a:lnTo>
                    <a:pt x="324790" y="111491"/>
                  </a:lnTo>
                  <a:lnTo>
                    <a:pt x="322946" y="106522"/>
                  </a:lnTo>
                  <a:lnTo>
                    <a:pt x="320945" y="101614"/>
                  </a:lnTo>
                  <a:lnTo>
                    <a:pt x="318790" y="96771"/>
                  </a:lnTo>
                  <a:lnTo>
                    <a:pt x="316482" y="92000"/>
                  </a:lnTo>
                  <a:lnTo>
                    <a:pt x="314025" y="87304"/>
                  </a:lnTo>
                  <a:lnTo>
                    <a:pt x="311419" y="82688"/>
                  </a:lnTo>
                  <a:lnTo>
                    <a:pt x="308669" y="78157"/>
                  </a:lnTo>
                  <a:lnTo>
                    <a:pt x="305776" y="73716"/>
                  </a:lnTo>
                  <a:lnTo>
                    <a:pt x="302744" y="69369"/>
                  </a:lnTo>
                  <a:lnTo>
                    <a:pt x="299576" y="65120"/>
                  </a:lnTo>
                  <a:lnTo>
                    <a:pt x="296275" y="60973"/>
                  </a:lnTo>
                  <a:lnTo>
                    <a:pt x="292843" y="56934"/>
                  </a:lnTo>
                  <a:lnTo>
                    <a:pt x="289286" y="53005"/>
                  </a:lnTo>
                  <a:lnTo>
                    <a:pt x="285606" y="49190"/>
                  </a:lnTo>
                  <a:lnTo>
                    <a:pt x="281806" y="45495"/>
                  </a:lnTo>
                  <a:lnTo>
                    <a:pt x="277892" y="41922"/>
                  </a:lnTo>
                  <a:lnTo>
                    <a:pt x="273866" y="38474"/>
                  </a:lnTo>
                  <a:lnTo>
                    <a:pt x="269733" y="35156"/>
                  </a:lnTo>
                  <a:lnTo>
                    <a:pt x="265496" y="31971"/>
                  </a:lnTo>
                  <a:lnTo>
                    <a:pt x="261161" y="28921"/>
                  </a:lnTo>
                  <a:lnTo>
                    <a:pt x="256731" y="26011"/>
                  </a:lnTo>
                  <a:lnTo>
                    <a:pt x="252212" y="23242"/>
                  </a:lnTo>
                  <a:lnTo>
                    <a:pt x="247607" y="20618"/>
                  </a:lnTo>
                  <a:lnTo>
                    <a:pt x="242921" y="18142"/>
                  </a:lnTo>
                  <a:lnTo>
                    <a:pt x="238158" y="15815"/>
                  </a:lnTo>
                  <a:lnTo>
                    <a:pt x="233325" y="13641"/>
                  </a:lnTo>
                  <a:lnTo>
                    <a:pt x="228425" y="11620"/>
                  </a:lnTo>
                  <a:lnTo>
                    <a:pt x="223463" y="9756"/>
                  </a:lnTo>
                  <a:lnTo>
                    <a:pt x="218445" y="8051"/>
                  </a:lnTo>
                  <a:lnTo>
                    <a:pt x="213375" y="6505"/>
                  </a:lnTo>
                  <a:lnTo>
                    <a:pt x="208259" y="5121"/>
                  </a:lnTo>
                  <a:lnTo>
                    <a:pt x="203101" y="3899"/>
                  </a:lnTo>
                  <a:lnTo>
                    <a:pt x="197907" y="2842"/>
                  </a:lnTo>
                  <a:lnTo>
                    <a:pt x="192683" y="1950"/>
                  </a:lnTo>
                  <a:lnTo>
                    <a:pt x="187432" y="1224"/>
                  </a:lnTo>
                  <a:lnTo>
                    <a:pt x="182162" y="665"/>
                  </a:lnTo>
                  <a:lnTo>
                    <a:pt x="167163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14998" cy="167167"/>
            </a:xfrm>
            <a:custGeom>
              <a:avLst/>
              <a:pathLst>
                <a:path w="14998" h="167167">
                  <a:moveTo>
                    <a:pt x="14998" y="6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3986" y="2633064"/>
              <a:ext cx="35024" cy="167167"/>
            </a:xfrm>
            <a:custGeom>
              <a:avLst/>
              <a:pathLst>
                <a:path w="35024" h="167167">
                  <a:moveTo>
                    <a:pt x="35024" y="0"/>
                  </a:moveTo>
                  <a:lnTo>
                    <a:pt x="27969" y="148"/>
                  </a:lnTo>
                  <a:lnTo>
                    <a:pt x="20926" y="595"/>
                  </a:lnTo>
                  <a:lnTo>
                    <a:pt x="13909" y="1338"/>
                  </a:lnTo>
                  <a:lnTo>
                    <a:pt x="6929" y="2377"/>
                  </a:lnTo>
                  <a:lnTo>
                    <a:pt x="0" y="3710"/>
                  </a:lnTo>
                  <a:lnTo>
                    <a:pt x="350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3986" y="2636774"/>
              <a:ext cx="35024" cy="163457"/>
            </a:xfrm>
            <a:custGeom>
              <a:avLst/>
              <a:pathLst>
                <a:path w="35024" h="163457">
                  <a:moveTo>
                    <a:pt x="0" y="0"/>
                  </a:moveTo>
                  <a:lnTo>
                    <a:pt x="35024" y="1634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5" y="2636774"/>
              <a:ext cx="334331" cy="330613"/>
            </a:xfrm>
            <a:custGeom>
              <a:avLst/>
              <a:pathLst>
                <a:path w="334331" h="330613">
                  <a:moveTo>
                    <a:pt x="132141" y="0"/>
                  </a:moveTo>
                  <a:lnTo>
                    <a:pt x="126973" y="1193"/>
                  </a:lnTo>
                  <a:lnTo>
                    <a:pt x="121845" y="2550"/>
                  </a:lnTo>
                  <a:lnTo>
                    <a:pt x="116764" y="4068"/>
                  </a:lnTo>
                  <a:lnTo>
                    <a:pt x="111733" y="5747"/>
                  </a:lnTo>
                  <a:lnTo>
                    <a:pt x="106758" y="7585"/>
                  </a:lnTo>
                  <a:lnTo>
                    <a:pt x="101843" y="9580"/>
                  </a:lnTo>
                  <a:lnTo>
                    <a:pt x="96995" y="11730"/>
                  </a:lnTo>
                  <a:lnTo>
                    <a:pt x="92217" y="14032"/>
                  </a:lnTo>
                  <a:lnTo>
                    <a:pt x="87514" y="16485"/>
                  </a:lnTo>
                  <a:lnTo>
                    <a:pt x="82892" y="19086"/>
                  </a:lnTo>
                  <a:lnTo>
                    <a:pt x="78354" y="21832"/>
                  </a:lnTo>
                  <a:lnTo>
                    <a:pt x="73906" y="24720"/>
                  </a:lnTo>
                  <a:lnTo>
                    <a:pt x="69552" y="27749"/>
                  </a:lnTo>
                  <a:lnTo>
                    <a:pt x="65296" y="30914"/>
                  </a:lnTo>
                  <a:lnTo>
                    <a:pt x="61143" y="34212"/>
                  </a:lnTo>
                  <a:lnTo>
                    <a:pt x="57096" y="37640"/>
                  </a:lnTo>
                  <a:lnTo>
                    <a:pt x="53160" y="41196"/>
                  </a:lnTo>
                  <a:lnTo>
                    <a:pt x="49339" y="44874"/>
                  </a:lnTo>
                  <a:lnTo>
                    <a:pt x="45636" y="48671"/>
                  </a:lnTo>
                  <a:lnTo>
                    <a:pt x="42056" y="52584"/>
                  </a:lnTo>
                  <a:lnTo>
                    <a:pt x="38602" y="56609"/>
                  </a:lnTo>
                  <a:lnTo>
                    <a:pt x="35277" y="60741"/>
                  </a:lnTo>
                  <a:lnTo>
                    <a:pt x="32085" y="64977"/>
                  </a:lnTo>
                  <a:lnTo>
                    <a:pt x="29029" y="69312"/>
                  </a:lnTo>
                  <a:lnTo>
                    <a:pt x="26112" y="73741"/>
                  </a:lnTo>
                  <a:lnTo>
                    <a:pt x="23337" y="78261"/>
                  </a:lnTo>
                  <a:lnTo>
                    <a:pt x="20706" y="82867"/>
                  </a:lnTo>
                  <a:lnTo>
                    <a:pt x="18223" y="87553"/>
                  </a:lnTo>
                  <a:lnTo>
                    <a:pt x="15890" y="92317"/>
                  </a:lnTo>
                  <a:lnTo>
                    <a:pt x="13710" y="97151"/>
                  </a:lnTo>
                  <a:lnTo>
                    <a:pt x="11684" y="102053"/>
                  </a:lnTo>
                  <a:lnTo>
                    <a:pt x="9814" y="107016"/>
                  </a:lnTo>
                  <a:lnTo>
                    <a:pt x="8103" y="112036"/>
                  </a:lnTo>
                  <a:lnTo>
                    <a:pt x="6551" y="117108"/>
                  </a:lnTo>
                  <a:lnTo>
                    <a:pt x="5162" y="122227"/>
                  </a:lnTo>
                  <a:lnTo>
                    <a:pt x="3936" y="127387"/>
                  </a:lnTo>
                  <a:lnTo>
                    <a:pt x="2873" y="132583"/>
                  </a:lnTo>
                  <a:lnTo>
                    <a:pt x="1977" y="137810"/>
                  </a:lnTo>
                  <a:lnTo>
                    <a:pt x="1246" y="143064"/>
                  </a:lnTo>
                  <a:lnTo>
                    <a:pt x="683" y="148337"/>
                  </a:lnTo>
                  <a:lnTo>
                    <a:pt x="287" y="153626"/>
                  </a:lnTo>
                  <a:lnTo>
                    <a:pt x="59" y="158925"/>
                  </a:lnTo>
                  <a:lnTo>
                    <a:pt x="0" y="164229"/>
                  </a:lnTo>
                  <a:lnTo>
                    <a:pt x="108" y="169531"/>
                  </a:lnTo>
                  <a:lnTo>
                    <a:pt x="385" y="174828"/>
                  </a:lnTo>
                  <a:lnTo>
                    <a:pt x="830" y="180113"/>
                  </a:lnTo>
                  <a:lnTo>
                    <a:pt x="1442" y="185381"/>
                  </a:lnTo>
                  <a:lnTo>
                    <a:pt x="2221" y="190628"/>
                  </a:lnTo>
                  <a:lnTo>
                    <a:pt x="3166" y="195847"/>
                  </a:lnTo>
                  <a:lnTo>
                    <a:pt x="4276" y="201033"/>
                  </a:lnTo>
                  <a:lnTo>
                    <a:pt x="5550" y="206181"/>
                  </a:lnTo>
                  <a:lnTo>
                    <a:pt x="6986" y="211287"/>
                  </a:lnTo>
                  <a:lnTo>
                    <a:pt x="8584" y="216344"/>
                  </a:lnTo>
                  <a:lnTo>
                    <a:pt x="10342" y="221348"/>
                  </a:lnTo>
                  <a:lnTo>
                    <a:pt x="12257" y="226294"/>
                  </a:lnTo>
                  <a:lnTo>
                    <a:pt x="14329" y="231177"/>
                  </a:lnTo>
                  <a:lnTo>
                    <a:pt x="16554" y="235991"/>
                  </a:lnTo>
                  <a:lnTo>
                    <a:pt x="18931" y="240732"/>
                  </a:lnTo>
                  <a:lnTo>
                    <a:pt x="21457" y="245396"/>
                  </a:lnTo>
                  <a:lnTo>
                    <a:pt x="24130" y="249977"/>
                  </a:lnTo>
                  <a:lnTo>
                    <a:pt x="26946" y="254471"/>
                  </a:lnTo>
                  <a:lnTo>
                    <a:pt x="29904" y="258874"/>
                  </a:lnTo>
                  <a:lnTo>
                    <a:pt x="33000" y="263180"/>
                  </a:lnTo>
                  <a:lnTo>
                    <a:pt x="36231" y="267386"/>
                  </a:lnTo>
                  <a:lnTo>
                    <a:pt x="39594" y="271487"/>
                  </a:lnTo>
                  <a:lnTo>
                    <a:pt x="43086" y="275480"/>
                  </a:lnTo>
                  <a:lnTo>
                    <a:pt x="46702" y="279360"/>
                  </a:lnTo>
                  <a:lnTo>
                    <a:pt x="50439" y="283123"/>
                  </a:lnTo>
                  <a:lnTo>
                    <a:pt x="54294" y="286766"/>
                  </a:lnTo>
                  <a:lnTo>
                    <a:pt x="58263" y="290284"/>
                  </a:lnTo>
                  <a:lnTo>
                    <a:pt x="62341" y="293675"/>
                  </a:lnTo>
                  <a:lnTo>
                    <a:pt x="66525" y="296935"/>
                  </a:lnTo>
                  <a:lnTo>
                    <a:pt x="70810" y="300060"/>
                  </a:lnTo>
                  <a:lnTo>
                    <a:pt x="75192" y="303048"/>
                  </a:lnTo>
                  <a:lnTo>
                    <a:pt x="79666" y="305896"/>
                  </a:lnTo>
                  <a:lnTo>
                    <a:pt x="84229" y="308600"/>
                  </a:lnTo>
                  <a:lnTo>
                    <a:pt x="88875" y="311158"/>
                  </a:lnTo>
                  <a:lnTo>
                    <a:pt x="93600" y="313567"/>
                  </a:lnTo>
                  <a:lnTo>
                    <a:pt x="98399" y="315825"/>
                  </a:lnTo>
                  <a:lnTo>
                    <a:pt x="103268" y="317930"/>
                  </a:lnTo>
                  <a:lnTo>
                    <a:pt x="108200" y="319879"/>
                  </a:lnTo>
                  <a:lnTo>
                    <a:pt x="113192" y="321671"/>
                  </a:lnTo>
                  <a:lnTo>
                    <a:pt x="118238" y="323304"/>
                  </a:lnTo>
                  <a:lnTo>
                    <a:pt x="123334" y="324775"/>
                  </a:lnTo>
                  <a:lnTo>
                    <a:pt x="128473" y="326085"/>
                  </a:lnTo>
                  <a:lnTo>
                    <a:pt x="133652" y="327230"/>
                  </a:lnTo>
                  <a:lnTo>
                    <a:pt x="138864" y="328211"/>
                  </a:lnTo>
                  <a:lnTo>
                    <a:pt x="144105" y="329026"/>
                  </a:lnTo>
                  <a:lnTo>
                    <a:pt x="149369" y="329674"/>
                  </a:lnTo>
                  <a:lnTo>
                    <a:pt x="154651" y="330155"/>
                  </a:lnTo>
                  <a:lnTo>
                    <a:pt x="159946" y="330468"/>
                  </a:lnTo>
                  <a:lnTo>
                    <a:pt x="165247" y="330613"/>
                  </a:lnTo>
                  <a:lnTo>
                    <a:pt x="170551" y="330590"/>
                  </a:lnTo>
                  <a:lnTo>
                    <a:pt x="175852" y="330398"/>
                  </a:lnTo>
                  <a:lnTo>
                    <a:pt x="181143" y="330039"/>
                  </a:lnTo>
                  <a:lnTo>
                    <a:pt x="186421" y="329511"/>
                  </a:lnTo>
                  <a:lnTo>
                    <a:pt x="191679" y="328817"/>
                  </a:lnTo>
                  <a:lnTo>
                    <a:pt x="196912" y="327956"/>
                  </a:lnTo>
                  <a:lnTo>
                    <a:pt x="202116" y="326930"/>
                  </a:lnTo>
                  <a:lnTo>
                    <a:pt x="207284" y="325739"/>
                  </a:lnTo>
                  <a:lnTo>
                    <a:pt x="212412" y="324384"/>
                  </a:lnTo>
                  <a:lnTo>
                    <a:pt x="217494" y="322868"/>
                  </a:lnTo>
                  <a:lnTo>
                    <a:pt x="222526" y="321191"/>
                  </a:lnTo>
                  <a:lnTo>
                    <a:pt x="227502" y="319355"/>
                  </a:lnTo>
                  <a:lnTo>
                    <a:pt x="232417" y="317363"/>
                  </a:lnTo>
                  <a:lnTo>
                    <a:pt x="237267" y="315215"/>
                  </a:lnTo>
                  <a:lnTo>
                    <a:pt x="242046" y="312915"/>
                  </a:lnTo>
                  <a:lnTo>
                    <a:pt x="246750" y="310464"/>
                  </a:lnTo>
                  <a:lnTo>
                    <a:pt x="251373" y="307866"/>
                  </a:lnTo>
                  <a:lnTo>
                    <a:pt x="255912" y="305122"/>
                  </a:lnTo>
                  <a:lnTo>
                    <a:pt x="260361" y="302235"/>
                  </a:lnTo>
                  <a:lnTo>
                    <a:pt x="264717" y="299209"/>
                  </a:lnTo>
                  <a:lnTo>
                    <a:pt x="268974" y="296046"/>
                  </a:lnTo>
                  <a:lnTo>
                    <a:pt x="273129" y="292749"/>
                  </a:lnTo>
                  <a:lnTo>
                    <a:pt x="277177" y="289323"/>
                  </a:lnTo>
                  <a:lnTo>
                    <a:pt x="281115" y="285769"/>
                  </a:lnTo>
                  <a:lnTo>
                    <a:pt x="284938" y="282093"/>
                  </a:lnTo>
                  <a:lnTo>
                    <a:pt x="288642" y="278297"/>
                  </a:lnTo>
                  <a:lnTo>
                    <a:pt x="292224" y="274386"/>
                  </a:lnTo>
                  <a:lnTo>
                    <a:pt x="295680" y="270362"/>
                  </a:lnTo>
                  <a:lnTo>
                    <a:pt x="299007" y="266232"/>
                  </a:lnTo>
                  <a:lnTo>
                    <a:pt x="302201" y="261998"/>
                  </a:lnTo>
                  <a:lnTo>
                    <a:pt x="305259" y="257664"/>
                  </a:lnTo>
                  <a:lnTo>
                    <a:pt x="308178" y="253236"/>
                  </a:lnTo>
                  <a:lnTo>
                    <a:pt x="310955" y="248717"/>
                  </a:lnTo>
                  <a:lnTo>
                    <a:pt x="313588" y="244113"/>
                  </a:lnTo>
                  <a:lnTo>
                    <a:pt x="316073" y="239427"/>
                  </a:lnTo>
                  <a:lnTo>
                    <a:pt x="318408" y="234665"/>
                  </a:lnTo>
                  <a:lnTo>
                    <a:pt x="320591" y="229831"/>
                  </a:lnTo>
                  <a:lnTo>
                    <a:pt x="322619" y="224931"/>
                  </a:lnTo>
                  <a:lnTo>
                    <a:pt x="324491" y="219968"/>
                  </a:lnTo>
                  <a:lnTo>
                    <a:pt x="326204" y="214949"/>
                  </a:lnTo>
                  <a:lnTo>
                    <a:pt x="327758" y="209878"/>
                  </a:lnTo>
                  <a:lnTo>
                    <a:pt x="329150" y="204760"/>
                  </a:lnTo>
                  <a:lnTo>
                    <a:pt x="330378" y="199601"/>
                  </a:lnTo>
                  <a:lnTo>
                    <a:pt x="331443" y="194405"/>
                  </a:lnTo>
                  <a:lnTo>
                    <a:pt x="332342" y="189178"/>
                  </a:lnTo>
                  <a:lnTo>
                    <a:pt x="333075" y="183925"/>
                  </a:lnTo>
                  <a:lnTo>
                    <a:pt x="333641" y="178651"/>
                  </a:lnTo>
                  <a:lnTo>
                    <a:pt x="334039" y="173362"/>
                  </a:lnTo>
                  <a:lnTo>
                    <a:pt x="334269" y="168064"/>
                  </a:lnTo>
                  <a:lnTo>
                    <a:pt x="334331" y="162760"/>
                  </a:lnTo>
                  <a:lnTo>
                    <a:pt x="334225" y="157457"/>
                  </a:lnTo>
                  <a:lnTo>
                    <a:pt x="333951" y="152161"/>
                  </a:lnTo>
                  <a:lnTo>
                    <a:pt x="333508" y="146875"/>
                  </a:lnTo>
                  <a:lnTo>
                    <a:pt x="332899" y="141607"/>
                  </a:lnTo>
                  <a:lnTo>
                    <a:pt x="332122" y="136360"/>
                  </a:lnTo>
                  <a:lnTo>
                    <a:pt x="331179" y="131141"/>
                  </a:lnTo>
                  <a:lnTo>
                    <a:pt x="330072" y="125954"/>
                  </a:lnTo>
                  <a:lnTo>
                    <a:pt x="328800" y="120805"/>
                  </a:lnTo>
                  <a:lnTo>
                    <a:pt x="327366" y="115699"/>
                  </a:lnTo>
                  <a:lnTo>
                    <a:pt x="325770" y="110641"/>
                  </a:lnTo>
                  <a:lnTo>
                    <a:pt x="324015" y="105636"/>
                  </a:lnTo>
                  <a:lnTo>
                    <a:pt x="322101" y="100689"/>
                  </a:lnTo>
                  <a:lnTo>
                    <a:pt x="320032" y="95806"/>
                  </a:lnTo>
                  <a:lnTo>
                    <a:pt x="317809" y="90990"/>
                  </a:lnTo>
                  <a:lnTo>
                    <a:pt x="315434" y="86248"/>
                  </a:lnTo>
                  <a:lnTo>
                    <a:pt x="312910" y="81583"/>
                  </a:lnTo>
                  <a:lnTo>
                    <a:pt x="310240" y="77001"/>
                  </a:lnTo>
                  <a:lnTo>
                    <a:pt x="307425" y="72506"/>
                  </a:lnTo>
                  <a:lnTo>
                    <a:pt x="304469" y="68102"/>
                  </a:lnTo>
                  <a:lnTo>
                    <a:pt x="301375" y="63794"/>
                  </a:lnTo>
                  <a:lnTo>
                    <a:pt x="298146" y="59587"/>
                  </a:lnTo>
                  <a:lnTo>
                    <a:pt x="294785" y="55484"/>
                  </a:lnTo>
                  <a:lnTo>
                    <a:pt x="291295" y="51490"/>
                  </a:lnTo>
                  <a:lnTo>
                    <a:pt x="287681" y="47608"/>
                  </a:lnTo>
                  <a:lnTo>
                    <a:pt x="283945" y="43843"/>
                  </a:lnTo>
                  <a:lnTo>
                    <a:pt x="280092" y="40199"/>
                  </a:lnTo>
                  <a:lnTo>
                    <a:pt x="167165" y="163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12926" cy="167167"/>
            </a:xfrm>
            <a:custGeom>
              <a:avLst/>
              <a:pathLst>
                <a:path w="112926" h="167167">
                  <a:moveTo>
                    <a:pt x="112926" y="43909"/>
                  </a:moveTo>
                  <a:lnTo>
                    <a:pt x="108708" y="40173"/>
                  </a:lnTo>
                  <a:lnTo>
                    <a:pt x="104365" y="36581"/>
                  </a:lnTo>
                  <a:lnTo>
                    <a:pt x="99904" y="33137"/>
                  </a:lnTo>
                  <a:lnTo>
                    <a:pt x="95330" y="29846"/>
                  </a:lnTo>
                  <a:lnTo>
                    <a:pt x="90647" y="26711"/>
                  </a:lnTo>
                  <a:lnTo>
                    <a:pt x="85861" y="23735"/>
                  </a:lnTo>
                  <a:lnTo>
                    <a:pt x="80978" y="20922"/>
                  </a:lnTo>
                  <a:lnTo>
                    <a:pt x="76002" y="18276"/>
                  </a:lnTo>
                  <a:lnTo>
                    <a:pt x="70941" y="15799"/>
                  </a:lnTo>
                  <a:lnTo>
                    <a:pt x="65798" y="13494"/>
                  </a:lnTo>
                  <a:lnTo>
                    <a:pt x="60581" y="11363"/>
                  </a:lnTo>
                  <a:lnTo>
                    <a:pt x="55295" y="9410"/>
                  </a:lnTo>
                  <a:lnTo>
                    <a:pt x="49946" y="7635"/>
                  </a:lnTo>
                  <a:lnTo>
                    <a:pt x="44541" y="6043"/>
                  </a:lnTo>
                  <a:lnTo>
                    <a:pt x="39084" y="4633"/>
                  </a:lnTo>
                  <a:lnTo>
                    <a:pt x="33584" y="3408"/>
                  </a:lnTo>
                  <a:lnTo>
                    <a:pt x="28045" y="2369"/>
                  </a:lnTo>
                  <a:lnTo>
                    <a:pt x="22474" y="1517"/>
                  </a:lnTo>
                  <a:lnTo>
                    <a:pt x="16878" y="854"/>
                  </a:lnTo>
                  <a:lnTo>
                    <a:pt x="11262" y="379"/>
                  </a:lnTo>
                  <a:lnTo>
                    <a:pt x="563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723" y="2126963"/>
              <a:ext cx="7748" cy="167167"/>
            </a:xfrm>
            <a:custGeom>
              <a:avLst/>
              <a:pathLst>
                <a:path w="7748" h="167167">
                  <a:moveTo>
                    <a:pt x="7748" y="0"/>
                  </a:moveTo>
                  <a:lnTo>
                    <a:pt x="0" y="179"/>
                  </a:lnTo>
                  <a:lnTo>
                    <a:pt x="77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723" y="2127143"/>
              <a:ext cx="7748" cy="166987"/>
            </a:xfrm>
            <a:custGeom>
              <a:avLst/>
              <a:pathLst>
                <a:path w="7748" h="166987">
                  <a:moveTo>
                    <a:pt x="0" y="0"/>
                  </a:moveTo>
                  <a:lnTo>
                    <a:pt x="7748" y="166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5" y="2127143"/>
              <a:ext cx="331649" cy="334148"/>
            </a:xfrm>
            <a:custGeom>
              <a:avLst/>
              <a:pathLst>
                <a:path w="331649" h="334148">
                  <a:moveTo>
                    <a:pt x="159417" y="0"/>
                  </a:moveTo>
                  <a:lnTo>
                    <a:pt x="154109" y="331"/>
                  </a:lnTo>
                  <a:lnTo>
                    <a:pt x="148813" y="830"/>
                  </a:lnTo>
                  <a:lnTo>
                    <a:pt x="143536" y="1498"/>
                  </a:lnTo>
                  <a:lnTo>
                    <a:pt x="138283" y="2334"/>
                  </a:lnTo>
                  <a:lnTo>
                    <a:pt x="133060" y="3336"/>
                  </a:lnTo>
                  <a:lnTo>
                    <a:pt x="127871" y="4504"/>
                  </a:lnTo>
                  <a:lnTo>
                    <a:pt x="122721" y="5836"/>
                  </a:lnTo>
                  <a:lnTo>
                    <a:pt x="117617" y="7332"/>
                  </a:lnTo>
                  <a:lnTo>
                    <a:pt x="112562" y="8989"/>
                  </a:lnTo>
                  <a:lnTo>
                    <a:pt x="107564" y="10806"/>
                  </a:lnTo>
                  <a:lnTo>
                    <a:pt x="102625" y="12782"/>
                  </a:lnTo>
                  <a:lnTo>
                    <a:pt x="97752" y="14913"/>
                  </a:lnTo>
                  <a:lnTo>
                    <a:pt x="92949" y="17198"/>
                  </a:lnTo>
                  <a:lnTo>
                    <a:pt x="88221" y="19635"/>
                  </a:lnTo>
                  <a:lnTo>
                    <a:pt x="83573" y="22222"/>
                  </a:lnTo>
                  <a:lnTo>
                    <a:pt x="79010" y="24954"/>
                  </a:lnTo>
                  <a:lnTo>
                    <a:pt x="74535" y="27831"/>
                  </a:lnTo>
                  <a:lnTo>
                    <a:pt x="70155" y="30848"/>
                  </a:lnTo>
                  <a:lnTo>
                    <a:pt x="65873" y="34004"/>
                  </a:lnTo>
                  <a:lnTo>
                    <a:pt x="61694" y="37293"/>
                  </a:lnTo>
                  <a:lnTo>
                    <a:pt x="57621" y="40715"/>
                  </a:lnTo>
                  <a:lnTo>
                    <a:pt x="53659" y="44264"/>
                  </a:lnTo>
                  <a:lnTo>
                    <a:pt x="49812" y="47937"/>
                  </a:lnTo>
                  <a:lnTo>
                    <a:pt x="46084" y="51731"/>
                  </a:lnTo>
                  <a:lnTo>
                    <a:pt x="42479" y="55641"/>
                  </a:lnTo>
                  <a:lnTo>
                    <a:pt x="38999" y="59664"/>
                  </a:lnTo>
                  <a:lnTo>
                    <a:pt x="35650" y="63796"/>
                  </a:lnTo>
                  <a:lnTo>
                    <a:pt x="32433" y="68033"/>
                  </a:lnTo>
                  <a:lnTo>
                    <a:pt x="29353" y="72369"/>
                  </a:lnTo>
                  <a:lnTo>
                    <a:pt x="26413" y="76801"/>
                  </a:lnTo>
                  <a:lnTo>
                    <a:pt x="23615" y="81325"/>
                  </a:lnTo>
                  <a:lnTo>
                    <a:pt x="20962" y="85935"/>
                  </a:lnTo>
                  <a:lnTo>
                    <a:pt x="18458" y="90628"/>
                  </a:lnTo>
                  <a:lnTo>
                    <a:pt x="16104" y="95398"/>
                  </a:lnTo>
                  <a:lnTo>
                    <a:pt x="13903" y="100240"/>
                  </a:lnTo>
                  <a:lnTo>
                    <a:pt x="11857" y="105150"/>
                  </a:lnTo>
                  <a:lnTo>
                    <a:pt x="9968" y="110122"/>
                  </a:lnTo>
                  <a:lnTo>
                    <a:pt x="8238" y="115152"/>
                  </a:lnTo>
                  <a:lnTo>
                    <a:pt x="6670" y="120234"/>
                  </a:lnTo>
                  <a:lnTo>
                    <a:pt x="5264" y="125364"/>
                  </a:lnTo>
                  <a:lnTo>
                    <a:pt x="4021" y="130536"/>
                  </a:lnTo>
                  <a:lnTo>
                    <a:pt x="2944" y="135745"/>
                  </a:lnTo>
                  <a:lnTo>
                    <a:pt x="2033" y="140985"/>
                  </a:lnTo>
                  <a:lnTo>
                    <a:pt x="1290" y="146252"/>
                  </a:lnTo>
                  <a:lnTo>
                    <a:pt x="714" y="151540"/>
                  </a:lnTo>
                  <a:lnTo>
                    <a:pt x="307" y="156843"/>
                  </a:lnTo>
                  <a:lnTo>
                    <a:pt x="69" y="162157"/>
                  </a:lnTo>
                  <a:lnTo>
                    <a:pt x="0" y="167475"/>
                  </a:lnTo>
                  <a:lnTo>
                    <a:pt x="100" y="172793"/>
                  </a:lnTo>
                  <a:lnTo>
                    <a:pt x="369" y="178105"/>
                  </a:lnTo>
                  <a:lnTo>
                    <a:pt x="807" y="183406"/>
                  </a:lnTo>
                  <a:lnTo>
                    <a:pt x="1414" y="188691"/>
                  </a:lnTo>
                  <a:lnTo>
                    <a:pt x="2188" y="193953"/>
                  </a:lnTo>
                  <a:lnTo>
                    <a:pt x="3129" y="199188"/>
                  </a:lnTo>
                  <a:lnTo>
                    <a:pt x="4237" y="204390"/>
                  </a:lnTo>
                  <a:lnTo>
                    <a:pt x="5509" y="209555"/>
                  </a:lnTo>
                  <a:lnTo>
                    <a:pt x="6945" y="214676"/>
                  </a:lnTo>
                  <a:lnTo>
                    <a:pt x="8544" y="219750"/>
                  </a:lnTo>
                  <a:lnTo>
                    <a:pt x="10303" y="224769"/>
                  </a:lnTo>
                  <a:lnTo>
                    <a:pt x="12220" y="229731"/>
                  </a:lnTo>
                  <a:lnTo>
                    <a:pt x="14295" y="234628"/>
                  </a:lnTo>
                  <a:lnTo>
                    <a:pt x="16524" y="239458"/>
                  </a:lnTo>
                  <a:lnTo>
                    <a:pt x="18906" y="244213"/>
                  </a:lnTo>
                  <a:lnTo>
                    <a:pt x="21438" y="248891"/>
                  </a:lnTo>
                  <a:lnTo>
                    <a:pt x="24118" y="253486"/>
                  </a:lnTo>
                  <a:lnTo>
                    <a:pt x="26942" y="257993"/>
                  </a:lnTo>
                  <a:lnTo>
                    <a:pt x="29908" y="262408"/>
                  </a:lnTo>
                  <a:lnTo>
                    <a:pt x="33013" y="266727"/>
                  </a:lnTo>
                  <a:lnTo>
                    <a:pt x="36254" y="270944"/>
                  </a:lnTo>
                  <a:lnTo>
                    <a:pt x="39628" y="275056"/>
                  </a:lnTo>
                  <a:lnTo>
                    <a:pt x="43131" y="279059"/>
                  </a:lnTo>
                  <a:lnTo>
                    <a:pt x="46759" y="282949"/>
                  </a:lnTo>
                  <a:lnTo>
                    <a:pt x="50509" y="286721"/>
                  </a:lnTo>
                  <a:lnTo>
                    <a:pt x="54377" y="290371"/>
                  </a:lnTo>
                  <a:lnTo>
                    <a:pt x="58360" y="293897"/>
                  </a:lnTo>
                  <a:lnTo>
                    <a:pt x="62453" y="297295"/>
                  </a:lnTo>
                  <a:lnTo>
                    <a:pt x="66651" y="300560"/>
                  </a:lnTo>
                  <a:lnTo>
                    <a:pt x="70952" y="303690"/>
                  </a:lnTo>
                  <a:lnTo>
                    <a:pt x="75349" y="306682"/>
                  </a:lnTo>
                  <a:lnTo>
                    <a:pt x="79840" y="309532"/>
                  </a:lnTo>
                  <a:lnTo>
                    <a:pt x="84419" y="312238"/>
                  </a:lnTo>
                  <a:lnTo>
                    <a:pt x="89082" y="314797"/>
                  </a:lnTo>
                  <a:lnTo>
                    <a:pt x="93824" y="317207"/>
                  </a:lnTo>
                  <a:lnTo>
                    <a:pt x="98641" y="319464"/>
                  </a:lnTo>
                  <a:lnTo>
                    <a:pt x="103526" y="321567"/>
                  </a:lnTo>
                  <a:lnTo>
                    <a:pt x="108476" y="323513"/>
                  </a:lnTo>
                  <a:lnTo>
                    <a:pt x="113486" y="325301"/>
                  </a:lnTo>
                  <a:lnTo>
                    <a:pt x="118550" y="326929"/>
                  </a:lnTo>
                  <a:lnTo>
                    <a:pt x="123663" y="328395"/>
                  </a:lnTo>
                  <a:lnTo>
                    <a:pt x="128820" y="329697"/>
                  </a:lnTo>
                  <a:lnTo>
                    <a:pt x="134016" y="330835"/>
                  </a:lnTo>
                  <a:lnTo>
                    <a:pt x="139245" y="331806"/>
                  </a:lnTo>
                  <a:lnTo>
                    <a:pt x="144503" y="332611"/>
                  </a:lnTo>
                  <a:lnTo>
                    <a:pt x="149783" y="333248"/>
                  </a:lnTo>
                  <a:lnTo>
                    <a:pt x="155082" y="333717"/>
                  </a:lnTo>
                  <a:lnTo>
                    <a:pt x="160392" y="334017"/>
                  </a:lnTo>
                  <a:lnTo>
                    <a:pt x="165710" y="334148"/>
                  </a:lnTo>
                  <a:lnTo>
                    <a:pt x="171029" y="334110"/>
                  </a:lnTo>
                  <a:lnTo>
                    <a:pt x="176343" y="333903"/>
                  </a:lnTo>
                  <a:lnTo>
                    <a:pt x="181649" y="333526"/>
                  </a:lnTo>
                  <a:lnTo>
                    <a:pt x="186940" y="332981"/>
                  </a:lnTo>
                  <a:lnTo>
                    <a:pt x="192211" y="332268"/>
                  </a:lnTo>
                  <a:lnTo>
                    <a:pt x="197457" y="331388"/>
                  </a:lnTo>
                  <a:lnTo>
                    <a:pt x="202672" y="330341"/>
                  </a:lnTo>
                  <a:lnTo>
                    <a:pt x="207851" y="329128"/>
                  </a:lnTo>
                  <a:lnTo>
                    <a:pt x="212988" y="327752"/>
                  </a:lnTo>
                  <a:lnTo>
                    <a:pt x="218080" y="326213"/>
                  </a:lnTo>
                  <a:lnTo>
                    <a:pt x="223120" y="324512"/>
                  </a:lnTo>
                  <a:lnTo>
                    <a:pt x="228103" y="322652"/>
                  </a:lnTo>
                  <a:lnTo>
                    <a:pt x="233025" y="320635"/>
                  </a:lnTo>
                  <a:lnTo>
                    <a:pt x="237879" y="318462"/>
                  </a:lnTo>
                  <a:lnTo>
                    <a:pt x="242663" y="316136"/>
                  </a:lnTo>
                  <a:lnTo>
                    <a:pt x="247369" y="313658"/>
                  </a:lnTo>
                  <a:lnTo>
                    <a:pt x="251995" y="311032"/>
                  </a:lnTo>
                  <a:lnTo>
                    <a:pt x="256535" y="308261"/>
                  </a:lnTo>
                  <a:lnTo>
                    <a:pt x="260984" y="305346"/>
                  </a:lnTo>
                  <a:lnTo>
                    <a:pt x="265338" y="302291"/>
                  </a:lnTo>
                  <a:lnTo>
                    <a:pt x="269593" y="299099"/>
                  </a:lnTo>
                  <a:lnTo>
                    <a:pt x="273745" y="295774"/>
                  </a:lnTo>
                  <a:lnTo>
                    <a:pt x="277788" y="292318"/>
                  </a:lnTo>
                  <a:lnTo>
                    <a:pt x="281719" y="288735"/>
                  </a:lnTo>
                  <a:lnTo>
                    <a:pt x="285535" y="285029"/>
                  </a:lnTo>
                  <a:lnTo>
                    <a:pt x="289230" y="281204"/>
                  </a:lnTo>
                  <a:lnTo>
                    <a:pt x="292802" y="277262"/>
                  </a:lnTo>
                  <a:lnTo>
                    <a:pt x="296247" y="273210"/>
                  </a:lnTo>
                  <a:lnTo>
                    <a:pt x="299561" y="269049"/>
                  </a:lnTo>
                  <a:lnTo>
                    <a:pt x="302741" y="264786"/>
                  </a:lnTo>
                  <a:lnTo>
                    <a:pt x="305784" y="260423"/>
                  </a:lnTo>
                  <a:lnTo>
                    <a:pt x="308686" y="255965"/>
                  </a:lnTo>
                  <a:lnTo>
                    <a:pt x="311445" y="251418"/>
                  </a:lnTo>
                  <a:lnTo>
                    <a:pt x="314058" y="246785"/>
                  </a:lnTo>
                  <a:lnTo>
                    <a:pt x="316523" y="242072"/>
                  </a:lnTo>
                  <a:lnTo>
                    <a:pt x="318836" y="237282"/>
                  </a:lnTo>
                  <a:lnTo>
                    <a:pt x="320995" y="232421"/>
                  </a:lnTo>
                  <a:lnTo>
                    <a:pt x="322999" y="227494"/>
                  </a:lnTo>
                  <a:lnTo>
                    <a:pt x="324845" y="222506"/>
                  </a:lnTo>
                  <a:lnTo>
                    <a:pt x="326532" y="217461"/>
                  </a:lnTo>
                  <a:lnTo>
                    <a:pt x="328057" y="212365"/>
                  </a:lnTo>
                  <a:lnTo>
                    <a:pt x="329419" y="207224"/>
                  </a:lnTo>
                  <a:lnTo>
                    <a:pt x="330617" y="202041"/>
                  </a:lnTo>
                  <a:lnTo>
                    <a:pt x="331649" y="196824"/>
                  </a:lnTo>
                  <a:lnTo>
                    <a:pt x="167166" y="166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48" cy="197003"/>
            </a:xfrm>
            <a:custGeom>
              <a:avLst/>
              <a:pathLst>
                <a:path w="167148" h="197003">
                  <a:moveTo>
                    <a:pt x="164483" y="197003"/>
                  </a:moveTo>
                  <a:lnTo>
                    <a:pt x="165363" y="191657"/>
                  </a:lnTo>
                  <a:lnTo>
                    <a:pt x="166070" y="186286"/>
                  </a:lnTo>
                  <a:lnTo>
                    <a:pt x="166602" y="180894"/>
                  </a:lnTo>
                  <a:lnTo>
                    <a:pt x="166960" y="175488"/>
                  </a:lnTo>
                  <a:lnTo>
                    <a:pt x="167142" y="170073"/>
                  </a:lnTo>
                  <a:lnTo>
                    <a:pt x="167148" y="164655"/>
                  </a:lnTo>
                  <a:lnTo>
                    <a:pt x="166979" y="159240"/>
                  </a:lnTo>
                  <a:lnTo>
                    <a:pt x="166634" y="153833"/>
                  </a:lnTo>
                  <a:lnTo>
                    <a:pt x="166115" y="148440"/>
                  </a:lnTo>
                  <a:lnTo>
                    <a:pt x="165421" y="143066"/>
                  </a:lnTo>
                  <a:lnTo>
                    <a:pt x="164553" y="137718"/>
                  </a:lnTo>
                  <a:lnTo>
                    <a:pt x="163512" y="132401"/>
                  </a:lnTo>
                  <a:lnTo>
                    <a:pt x="162299" y="127121"/>
                  </a:lnTo>
                  <a:lnTo>
                    <a:pt x="160916" y="121882"/>
                  </a:lnTo>
                  <a:lnTo>
                    <a:pt x="159364" y="116691"/>
                  </a:lnTo>
                  <a:lnTo>
                    <a:pt x="157645" y="111553"/>
                  </a:lnTo>
                  <a:lnTo>
                    <a:pt x="155760" y="106474"/>
                  </a:lnTo>
                  <a:lnTo>
                    <a:pt x="153711" y="101458"/>
                  </a:lnTo>
                  <a:lnTo>
                    <a:pt x="151501" y="96511"/>
                  </a:lnTo>
                  <a:lnTo>
                    <a:pt x="149132" y="91639"/>
                  </a:lnTo>
                  <a:lnTo>
                    <a:pt x="146606" y="86846"/>
                  </a:lnTo>
                  <a:lnTo>
                    <a:pt x="143926" y="82137"/>
                  </a:lnTo>
                  <a:lnTo>
                    <a:pt x="141095" y="77518"/>
                  </a:lnTo>
                  <a:lnTo>
                    <a:pt x="138116" y="72992"/>
                  </a:lnTo>
                  <a:lnTo>
                    <a:pt x="134991" y="68566"/>
                  </a:lnTo>
                  <a:lnTo>
                    <a:pt x="131725" y="64243"/>
                  </a:lnTo>
                  <a:lnTo>
                    <a:pt x="128321" y="60029"/>
                  </a:lnTo>
                  <a:lnTo>
                    <a:pt x="124781" y="55926"/>
                  </a:lnTo>
                  <a:lnTo>
                    <a:pt x="121111" y="51941"/>
                  </a:lnTo>
                  <a:lnTo>
                    <a:pt x="117313" y="48077"/>
                  </a:lnTo>
                  <a:lnTo>
                    <a:pt x="113392" y="44338"/>
                  </a:lnTo>
                  <a:lnTo>
                    <a:pt x="109352" y="40728"/>
                  </a:lnTo>
                  <a:lnTo>
                    <a:pt x="105198" y="37250"/>
                  </a:lnTo>
                  <a:lnTo>
                    <a:pt x="100932" y="33910"/>
                  </a:lnTo>
                  <a:lnTo>
                    <a:pt x="96561" y="30709"/>
                  </a:lnTo>
                  <a:lnTo>
                    <a:pt x="92088" y="27651"/>
                  </a:lnTo>
                  <a:lnTo>
                    <a:pt x="87518" y="24740"/>
                  </a:lnTo>
                  <a:lnTo>
                    <a:pt x="82857" y="21979"/>
                  </a:lnTo>
                  <a:lnTo>
                    <a:pt x="78108" y="19370"/>
                  </a:lnTo>
                  <a:lnTo>
                    <a:pt x="73278" y="16916"/>
                  </a:lnTo>
                  <a:lnTo>
                    <a:pt x="68370" y="14621"/>
                  </a:lnTo>
                  <a:lnTo>
                    <a:pt x="63391" y="12485"/>
                  </a:lnTo>
                  <a:lnTo>
                    <a:pt x="58345" y="10512"/>
                  </a:lnTo>
                  <a:lnTo>
                    <a:pt x="53238" y="8704"/>
                  </a:lnTo>
                  <a:lnTo>
                    <a:pt x="48075" y="7062"/>
                  </a:lnTo>
                  <a:lnTo>
                    <a:pt x="42861" y="5588"/>
                  </a:lnTo>
                  <a:lnTo>
                    <a:pt x="37602" y="4284"/>
                  </a:lnTo>
                  <a:lnTo>
                    <a:pt x="32304" y="3151"/>
                  </a:lnTo>
                  <a:lnTo>
                    <a:pt x="26972" y="2190"/>
                  </a:lnTo>
                  <a:lnTo>
                    <a:pt x="21612" y="1402"/>
                  </a:lnTo>
                  <a:lnTo>
                    <a:pt x="16229" y="789"/>
                  </a:lnTo>
                  <a:lnTo>
                    <a:pt x="10828" y="351"/>
                  </a:lnTo>
                  <a:lnTo>
                    <a:pt x="541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570" y="1681503"/>
              <a:ext cx="12664" cy="167167"/>
            </a:xfrm>
            <a:custGeom>
              <a:avLst/>
              <a:pathLst>
                <a:path w="12664" h="167167">
                  <a:moveTo>
                    <a:pt x="12664" y="0"/>
                  </a:moveTo>
                  <a:lnTo>
                    <a:pt x="0" y="480"/>
                  </a:lnTo>
                  <a:lnTo>
                    <a:pt x="1266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570" y="1681983"/>
              <a:ext cx="12664" cy="166686"/>
            </a:xfrm>
            <a:custGeom>
              <a:avLst/>
              <a:pathLst>
                <a:path w="12664" h="166686">
                  <a:moveTo>
                    <a:pt x="0" y="0"/>
                  </a:moveTo>
                  <a:lnTo>
                    <a:pt x="12664" y="166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71" y="1681983"/>
              <a:ext cx="334312" cy="333852"/>
            </a:xfrm>
            <a:custGeom>
              <a:avLst/>
              <a:pathLst>
                <a:path w="334312" h="333852">
                  <a:moveTo>
                    <a:pt x="154498" y="0"/>
                  </a:moveTo>
                  <a:lnTo>
                    <a:pt x="149228" y="484"/>
                  </a:lnTo>
                  <a:lnTo>
                    <a:pt x="143977" y="1135"/>
                  </a:lnTo>
                  <a:lnTo>
                    <a:pt x="138749" y="1952"/>
                  </a:lnTo>
                  <a:lnTo>
                    <a:pt x="133549" y="2933"/>
                  </a:lnTo>
                  <a:lnTo>
                    <a:pt x="128383" y="4079"/>
                  </a:lnTo>
                  <a:lnTo>
                    <a:pt x="123256" y="5388"/>
                  </a:lnTo>
                  <a:lnTo>
                    <a:pt x="118172" y="6859"/>
                  </a:lnTo>
                  <a:lnTo>
                    <a:pt x="113138" y="8489"/>
                  </a:lnTo>
                  <a:lnTo>
                    <a:pt x="108158" y="10279"/>
                  </a:lnTo>
                  <a:lnTo>
                    <a:pt x="103237" y="12224"/>
                  </a:lnTo>
                  <a:lnTo>
                    <a:pt x="98381" y="14325"/>
                  </a:lnTo>
                  <a:lnTo>
                    <a:pt x="93593" y="16578"/>
                  </a:lnTo>
                  <a:lnTo>
                    <a:pt x="88879" y="18982"/>
                  </a:lnTo>
                  <a:lnTo>
                    <a:pt x="84243" y="21534"/>
                  </a:lnTo>
                  <a:lnTo>
                    <a:pt x="79690" y="24231"/>
                  </a:lnTo>
                  <a:lnTo>
                    <a:pt x="75225" y="27071"/>
                  </a:lnTo>
                  <a:lnTo>
                    <a:pt x="70852" y="30051"/>
                  </a:lnTo>
                  <a:lnTo>
                    <a:pt x="66576" y="33168"/>
                  </a:lnTo>
                  <a:lnTo>
                    <a:pt x="62400" y="36418"/>
                  </a:lnTo>
                  <a:lnTo>
                    <a:pt x="58330" y="39799"/>
                  </a:lnTo>
                  <a:lnTo>
                    <a:pt x="54368" y="43307"/>
                  </a:lnTo>
                  <a:lnTo>
                    <a:pt x="50520" y="46939"/>
                  </a:lnTo>
                  <a:lnTo>
                    <a:pt x="46788" y="50691"/>
                  </a:lnTo>
                  <a:lnTo>
                    <a:pt x="43177" y="54559"/>
                  </a:lnTo>
                  <a:lnTo>
                    <a:pt x="39690" y="58540"/>
                  </a:lnTo>
                  <a:lnTo>
                    <a:pt x="36331" y="62628"/>
                  </a:lnTo>
                  <a:lnTo>
                    <a:pt x="33103" y="66821"/>
                  </a:lnTo>
                  <a:lnTo>
                    <a:pt x="30010" y="71115"/>
                  </a:lnTo>
                  <a:lnTo>
                    <a:pt x="27053" y="75503"/>
                  </a:lnTo>
                  <a:lnTo>
                    <a:pt x="24238" y="79984"/>
                  </a:lnTo>
                  <a:lnTo>
                    <a:pt x="21565" y="84551"/>
                  </a:lnTo>
                  <a:lnTo>
                    <a:pt x="19038" y="89200"/>
                  </a:lnTo>
                  <a:lnTo>
                    <a:pt x="16660" y="93927"/>
                  </a:lnTo>
                  <a:lnTo>
                    <a:pt x="14433" y="98727"/>
                  </a:lnTo>
                  <a:lnTo>
                    <a:pt x="12358" y="103595"/>
                  </a:lnTo>
                  <a:lnTo>
                    <a:pt x="10439" y="108527"/>
                  </a:lnTo>
                  <a:lnTo>
                    <a:pt x="8677" y="113516"/>
                  </a:lnTo>
                  <a:lnTo>
                    <a:pt x="7073" y="118559"/>
                  </a:lnTo>
                  <a:lnTo>
                    <a:pt x="5630" y="123650"/>
                  </a:lnTo>
                  <a:lnTo>
                    <a:pt x="4349" y="128784"/>
                  </a:lnTo>
                  <a:lnTo>
                    <a:pt x="3231" y="133956"/>
                  </a:lnTo>
                  <a:lnTo>
                    <a:pt x="2277" y="139161"/>
                  </a:lnTo>
                  <a:lnTo>
                    <a:pt x="1488" y="144394"/>
                  </a:lnTo>
                  <a:lnTo>
                    <a:pt x="866" y="149649"/>
                  </a:lnTo>
                  <a:lnTo>
                    <a:pt x="410" y="154921"/>
                  </a:lnTo>
                  <a:lnTo>
                    <a:pt x="121" y="160205"/>
                  </a:lnTo>
                  <a:lnTo>
                    <a:pt x="0" y="165495"/>
                  </a:lnTo>
                  <a:lnTo>
                    <a:pt x="46" y="170786"/>
                  </a:lnTo>
                  <a:lnTo>
                    <a:pt x="259" y="176074"/>
                  </a:lnTo>
                  <a:lnTo>
                    <a:pt x="640" y="181351"/>
                  </a:lnTo>
                  <a:lnTo>
                    <a:pt x="1187" y="186615"/>
                  </a:lnTo>
                  <a:lnTo>
                    <a:pt x="1901" y="191858"/>
                  </a:lnTo>
                  <a:lnTo>
                    <a:pt x="2781" y="197076"/>
                  </a:lnTo>
                  <a:lnTo>
                    <a:pt x="3825" y="202264"/>
                  </a:lnTo>
                  <a:lnTo>
                    <a:pt x="5033" y="207415"/>
                  </a:lnTo>
                  <a:lnTo>
                    <a:pt x="6403" y="212527"/>
                  </a:lnTo>
                  <a:lnTo>
                    <a:pt x="7935" y="217592"/>
                  </a:lnTo>
                  <a:lnTo>
                    <a:pt x="9625" y="222606"/>
                  </a:lnTo>
                  <a:lnTo>
                    <a:pt x="11474" y="227564"/>
                  </a:lnTo>
                  <a:lnTo>
                    <a:pt x="13479" y="232461"/>
                  </a:lnTo>
                  <a:lnTo>
                    <a:pt x="15638" y="237292"/>
                  </a:lnTo>
                  <a:lnTo>
                    <a:pt x="17949" y="242053"/>
                  </a:lnTo>
                  <a:lnTo>
                    <a:pt x="20409" y="246738"/>
                  </a:lnTo>
                  <a:lnTo>
                    <a:pt x="23016" y="251343"/>
                  </a:lnTo>
                  <a:lnTo>
                    <a:pt x="25768" y="255863"/>
                  </a:lnTo>
                  <a:lnTo>
                    <a:pt x="28661" y="260293"/>
                  </a:lnTo>
                  <a:lnTo>
                    <a:pt x="31693" y="264630"/>
                  </a:lnTo>
                  <a:lnTo>
                    <a:pt x="34861" y="268869"/>
                  </a:lnTo>
                  <a:lnTo>
                    <a:pt x="38161" y="273005"/>
                  </a:lnTo>
                  <a:lnTo>
                    <a:pt x="41591" y="277035"/>
                  </a:lnTo>
                  <a:lnTo>
                    <a:pt x="45147" y="280954"/>
                  </a:lnTo>
                  <a:lnTo>
                    <a:pt x="48824" y="284758"/>
                  </a:lnTo>
                  <a:lnTo>
                    <a:pt x="52621" y="288445"/>
                  </a:lnTo>
                  <a:lnTo>
                    <a:pt x="56532" y="292009"/>
                  </a:lnTo>
                  <a:lnTo>
                    <a:pt x="60554" y="295448"/>
                  </a:lnTo>
                  <a:lnTo>
                    <a:pt x="64683" y="298758"/>
                  </a:lnTo>
                  <a:lnTo>
                    <a:pt x="68914" y="301935"/>
                  </a:lnTo>
                  <a:lnTo>
                    <a:pt x="73244" y="304977"/>
                  </a:lnTo>
                  <a:lnTo>
                    <a:pt x="77668" y="307880"/>
                  </a:lnTo>
                  <a:lnTo>
                    <a:pt x="82182" y="310642"/>
                  </a:lnTo>
                  <a:lnTo>
                    <a:pt x="86781" y="313260"/>
                  </a:lnTo>
                  <a:lnTo>
                    <a:pt x="91460" y="315730"/>
                  </a:lnTo>
                  <a:lnTo>
                    <a:pt x="96215" y="318052"/>
                  </a:lnTo>
                  <a:lnTo>
                    <a:pt x="101042" y="320221"/>
                  </a:lnTo>
                  <a:lnTo>
                    <a:pt x="105934" y="322237"/>
                  </a:lnTo>
                  <a:lnTo>
                    <a:pt x="110888" y="324097"/>
                  </a:lnTo>
                  <a:lnTo>
                    <a:pt x="115899" y="325799"/>
                  </a:lnTo>
                  <a:lnTo>
                    <a:pt x="120960" y="327342"/>
                  </a:lnTo>
                  <a:lnTo>
                    <a:pt x="126068" y="328724"/>
                  </a:lnTo>
                  <a:lnTo>
                    <a:pt x="131218" y="329944"/>
                  </a:lnTo>
                  <a:lnTo>
                    <a:pt x="136403" y="331000"/>
                  </a:lnTo>
                  <a:lnTo>
                    <a:pt x="141619" y="331891"/>
                  </a:lnTo>
                  <a:lnTo>
                    <a:pt x="146860" y="332617"/>
                  </a:lnTo>
                  <a:lnTo>
                    <a:pt x="152122" y="333176"/>
                  </a:lnTo>
                  <a:lnTo>
                    <a:pt x="157399" y="333569"/>
                  </a:lnTo>
                  <a:lnTo>
                    <a:pt x="162686" y="333794"/>
                  </a:lnTo>
                  <a:lnTo>
                    <a:pt x="167978" y="333852"/>
                  </a:lnTo>
                  <a:lnTo>
                    <a:pt x="173268" y="333742"/>
                  </a:lnTo>
                  <a:lnTo>
                    <a:pt x="178553" y="333465"/>
                  </a:lnTo>
                  <a:lnTo>
                    <a:pt x="183825" y="333021"/>
                  </a:lnTo>
                  <a:lnTo>
                    <a:pt x="189082" y="332411"/>
                  </a:lnTo>
                  <a:lnTo>
                    <a:pt x="194316" y="331634"/>
                  </a:lnTo>
                  <a:lnTo>
                    <a:pt x="199523" y="330692"/>
                  </a:lnTo>
                  <a:lnTo>
                    <a:pt x="204698" y="329585"/>
                  </a:lnTo>
                  <a:lnTo>
                    <a:pt x="209835" y="328316"/>
                  </a:lnTo>
                  <a:lnTo>
                    <a:pt x="214929" y="326884"/>
                  </a:lnTo>
                  <a:lnTo>
                    <a:pt x="219976" y="325292"/>
                  </a:lnTo>
                  <a:lnTo>
                    <a:pt x="224969" y="323541"/>
                  </a:lnTo>
                  <a:lnTo>
                    <a:pt x="229905" y="321633"/>
                  </a:lnTo>
                  <a:lnTo>
                    <a:pt x="234777" y="319569"/>
                  </a:lnTo>
                  <a:lnTo>
                    <a:pt x="239582" y="317353"/>
                  </a:lnTo>
                  <a:lnTo>
                    <a:pt x="244315" y="314985"/>
                  </a:lnTo>
                  <a:lnTo>
                    <a:pt x="248970" y="312469"/>
                  </a:lnTo>
                  <a:lnTo>
                    <a:pt x="253543" y="309807"/>
                  </a:lnTo>
                  <a:lnTo>
                    <a:pt x="258030" y="307001"/>
                  </a:lnTo>
                  <a:lnTo>
                    <a:pt x="262425" y="304055"/>
                  </a:lnTo>
                  <a:lnTo>
                    <a:pt x="266725" y="300971"/>
                  </a:lnTo>
                  <a:lnTo>
                    <a:pt x="270926" y="297752"/>
                  </a:lnTo>
                  <a:lnTo>
                    <a:pt x="275022" y="294402"/>
                  </a:lnTo>
                  <a:lnTo>
                    <a:pt x="279010" y="290925"/>
                  </a:lnTo>
                  <a:lnTo>
                    <a:pt x="282886" y="287322"/>
                  </a:lnTo>
                  <a:lnTo>
                    <a:pt x="286647" y="283599"/>
                  </a:lnTo>
                  <a:lnTo>
                    <a:pt x="290287" y="279759"/>
                  </a:lnTo>
                  <a:lnTo>
                    <a:pt x="293804" y="275805"/>
                  </a:lnTo>
                  <a:lnTo>
                    <a:pt x="297194" y="271742"/>
                  </a:lnTo>
                  <a:lnTo>
                    <a:pt x="300454" y="267574"/>
                  </a:lnTo>
                  <a:lnTo>
                    <a:pt x="303581" y="263305"/>
                  </a:lnTo>
                  <a:lnTo>
                    <a:pt x="306570" y="258938"/>
                  </a:lnTo>
                  <a:lnTo>
                    <a:pt x="309420" y="254480"/>
                  </a:lnTo>
                  <a:lnTo>
                    <a:pt x="312128" y="249933"/>
                  </a:lnTo>
                  <a:lnTo>
                    <a:pt x="314690" y="245303"/>
                  </a:lnTo>
                  <a:lnTo>
                    <a:pt x="317105" y="240595"/>
                  </a:lnTo>
                  <a:lnTo>
                    <a:pt x="319369" y="235812"/>
                  </a:lnTo>
                  <a:lnTo>
                    <a:pt x="321480" y="230960"/>
                  </a:lnTo>
                  <a:lnTo>
                    <a:pt x="323437" y="226043"/>
                  </a:lnTo>
                  <a:lnTo>
                    <a:pt x="325238" y="221067"/>
                  </a:lnTo>
                  <a:lnTo>
                    <a:pt x="326880" y="216037"/>
                  </a:lnTo>
                  <a:lnTo>
                    <a:pt x="328362" y="210957"/>
                  </a:lnTo>
                  <a:lnTo>
                    <a:pt x="329682" y="205833"/>
                  </a:lnTo>
                  <a:lnTo>
                    <a:pt x="330840" y="200669"/>
                  </a:lnTo>
                  <a:lnTo>
                    <a:pt x="331833" y="195472"/>
                  </a:lnTo>
                  <a:lnTo>
                    <a:pt x="332662" y="190245"/>
                  </a:lnTo>
                  <a:lnTo>
                    <a:pt x="333324" y="184995"/>
                  </a:lnTo>
                  <a:lnTo>
                    <a:pt x="333821" y="179727"/>
                  </a:lnTo>
                  <a:lnTo>
                    <a:pt x="334150" y="174446"/>
                  </a:lnTo>
                  <a:lnTo>
                    <a:pt x="334312" y="169157"/>
                  </a:lnTo>
                  <a:lnTo>
                    <a:pt x="334306" y="163865"/>
                  </a:lnTo>
                  <a:lnTo>
                    <a:pt x="334133" y="158576"/>
                  </a:lnTo>
                  <a:lnTo>
                    <a:pt x="333793" y="153296"/>
                  </a:lnTo>
                  <a:lnTo>
                    <a:pt x="333286" y="148028"/>
                  </a:lnTo>
                  <a:lnTo>
                    <a:pt x="332612" y="142780"/>
                  </a:lnTo>
                  <a:lnTo>
                    <a:pt x="331772" y="137555"/>
                  </a:lnTo>
                  <a:lnTo>
                    <a:pt x="330768" y="132360"/>
                  </a:lnTo>
                  <a:lnTo>
                    <a:pt x="329599" y="127199"/>
                  </a:lnTo>
                  <a:lnTo>
                    <a:pt x="328268" y="122077"/>
                  </a:lnTo>
                  <a:lnTo>
                    <a:pt x="326776" y="117000"/>
                  </a:lnTo>
                  <a:lnTo>
                    <a:pt x="325123" y="111973"/>
                  </a:lnTo>
                  <a:lnTo>
                    <a:pt x="323312" y="107001"/>
                  </a:lnTo>
                  <a:lnTo>
                    <a:pt x="321345" y="102089"/>
                  </a:lnTo>
                  <a:lnTo>
                    <a:pt x="319223" y="97241"/>
                  </a:lnTo>
                  <a:lnTo>
                    <a:pt x="316949" y="92463"/>
                  </a:lnTo>
                  <a:lnTo>
                    <a:pt x="314525" y="87760"/>
                  </a:lnTo>
                  <a:lnTo>
                    <a:pt x="311953" y="83135"/>
                  </a:lnTo>
                  <a:lnTo>
                    <a:pt x="309236" y="78594"/>
                  </a:lnTo>
                  <a:lnTo>
                    <a:pt x="306376" y="74142"/>
                  </a:lnTo>
                  <a:lnTo>
                    <a:pt x="303377" y="69782"/>
                  </a:lnTo>
                  <a:lnTo>
                    <a:pt x="300242" y="65519"/>
                  </a:lnTo>
                  <a:lnTo>
                    <a:pt x="296973" y="61358"/>
                  </a:lnTo>
                  <a:lnTo>
                    <a:pt x="293575" y="57302"/>
                  </a:lnTo>
                  <a:lnTo>
                    <a:pt x="290049" y="53356"/>
                  </a:lnTo>
                  <a:lnTo>
                    <a:pt x="286401" y="49523"/>
                  </a:lnTo>
                  <a:lnTo>
                    <a:pt x="282633" y="45808"/>
                  </a:lnTo>
                  <a:lnTo>
                    <a:pt x="278749" y="42214"/>
                  </a:lnTo>
                  <a:lnTo>
                    <a:pt x="274753" y="38744"/>
                  </a:lnTo>
                  <a:lnTo>
                    <a:pt x="270650" y="35403"/>
                  </a:lnTo>
                  <a:lnTo>
                    <a:pt x="266443" y="32193"/>
                  </a:lnTo>
                  <a:lnTo>
                    <a:pt x="262136" y="29118"/>
                  </a:lnTo>
                  <a:lnTo>
                    <a:pt x="257735" y="26181"/>
                  </a:lnTo>
                  <a:lnTo>
                    <a:pt x="253242" y="23385"/>
                  </a:lnTo>
                  <a:lnTo>
                    <a:pt x="248663" y="20732"/>
                  </a:lnTo>
                  <a:lnTo>
                    <a:pt x="244003" y="18226"/>
                  </a:lnTo>
                  <a:lnTo>
                    <a:pt x="239266" y="15868"/>
                  </a:lnTo>
                  <a:lnTo>
                    <a:pt x="234456" y="13662"/>
                  </a:lnTo>
                  <a:lnTo>
                    <a:pt x="229579" y="11609"/>
                  </a:lnTo>
                  <a:lnTo>
                    <a:pt x="224639" y="9711"/>
                  </a:lnTo>
                  <a:lnTo>
                    <a:pt x="219642" y="7970"/>
                  </a:lnTo>
                  <a:lnTo>
                    <a:pt x="214592" y="6389"/>
                  </a:lnTo>
                  <a:lnTo>
                    <a:pt x="209495" y="4968"/>
                  </a:lnTo>
                  <a:lnTo>
                    <a:pt x="204355" y="3709"/>
                  </a:lnTo>
                  <a:lnTo>
                    <a:pt x="167163" y="1666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37192" cy="167167"/>
            </a:xfrm>
            <a:custGeom>
              <a:avLst/>
              <a:pathLst>
                <a:path w="37192" h="167167">
                  <a:moveTo>
                    <a:pt x="37192" y="4189"/>
                  </a:moveTo>
                  <a:lnTo>
                    <a:pt x="31073" y="2913"/>
                  </a:lnTo>
                  <a:lnTo>
                    <a:pt x="24911" y="1866"/>
                  </a:lnTo>
                  <a:lnTo>
                    <a:pt x="18713" y="1050"/>
                  </a:lnTo>
                  <a:lnTo>
                    <a:pt x="12490" y="467"/>
                  </a:lnTo>
                  <a:lnTo>
                    <a:pt x="6249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84" y="1322571"/>
              <a:ext cx="167154" cy="320730"/>
            </a:xfrm>
            <a:custGeom>
              <a:avLst/>
              <a:pathLst>
                <a:path w="167154" h="3207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4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2" y="4126"/>
                  </a:lnTo>
                  <a:lnTo>
                    <a:pt x="125076" y="5382"/>
                  </a:lnTo>
                  <a:lnTo>
                    <a:pt x="119952" y="6802"/>
                  </a:lnTo>
                  <a:lnTo>
                    <a:pt x="114876" y="8384"/>
                  </a:lnTo>
                  <a:lnTo>
                    <a:pt x="109853" y="10127"/>
                  </a:lnTo>
                  <a:lnTo>
                    <a:pt x="104888" y="12029"/>
                  </a:lnTo>
                  <a:lnTo>
                    <a:pt x="99986" y="14087"/>
                  </a:lnTo>
                  <a:lnTo>
                    <a:pt x="95152" y="16301"/>
                  </a:lnTo>
                  <a:lnTo>
                    <a:pt x="90390" y="18667"/>
                  </a:lnTo>
                  <a:lnTo>
                    <a:pt x="85707" y="21183"/>
                  </a:lnTo>
                  <a:lnTo>
                    <a:pt x="81105" y="23847"/>
                  </a:lnTo>
                  <a:lnTo>
                    <a:pt x="76591" y="26656"/>
                  </a:lnTo>
                  <a:lnTo>
                    <a:pt x="72169" y="29607"/>
                  </a:lnTo>
                  <a:lnTo>
                    <a:pt x="67842" y="32698"/>
                  </a:lnTo>
                  <a:lnTo>
                    <a:pt x="63616" y="35924"/>
                  </a:lnTo>
                  <a:lnTo>
                    <a:pt x="59495" y="39283"/>
                  </a:lnTo>
                  <a:lnTo>
                    <a:pt x="55482" y="42771"/>
                  </a:lnTo>
                  <a:lnTo>
                    <a:pt x="51583" y="46385"/>
                  </a:lnTo>
                  <a:lnTo>
                    <a:pt x="47800" y="50122"/>
                  </a:lnTo>
                  <a:lnTo>
                    <a:pt x="44138" y="53977"/>
                  </a:lnTo>
                  <a:lnTo>
                    <a:pt x="40601" y="57946"/>
                  </a:lnTo>
                  <a:lnTo>
                    <a:pt x="37192" y="62026"/>
                  </a:lnTo>
                  <a:lnTo>
                    <a:pt x="33914" y="66212"/>
                  </a:lnTo>
                  <a:lnTo>
                    <a:pt x="30771" y="70500"/>
                  </a:lnTo>
                  <a:lnTo>
                    <a:pt x="27766" y="74886"/>
                  </a:lnTo>
                  <a:lnTo>
                    <a:pt x="24901" y="79366"/>
                  </a:lnTo>
                  <a:lnTo>
                    <a:pt x="22181" y="83934"/>
                  </a:lnTo>
                  <a:lnTo>
                    <a:pt x="19608" y="88586"/>
                  </a:lnTo>
                  <a:lnTo>
                    <a:pt x="17183" y="93318"/>
                  </a:lnTo>
                  <a:lnTo>
                    <a:pt x="14911" y="98125"/>
                  </a:lnTo>
                  <a:lnTo>
                    <a:pt x="12792" y="103001"/>
                  </a:lnTo>
                  <a:lnTo>
                    <a:pt x="10830" y="107943"/>
                  </a:lnTo>
                  <a:lnTo>
                    <a:pt x="9025" y="112944"/>
                  </a:lnTo>
                  <a:lnTo>
                    <a:pt x="7381" y="118000"/>
                  </a:lnTo>
                  <a:lnTo>
                    <a:pt x="5898" y="123106"/>
                  </a:lnTo>
                  <a:lnTo>
                    <a:pt x="4578" y="128256"/>
                  </a:lnTo>
                  <a:lnTo>
                    <a:pt x="3423" y="133446"/>
                  </a:lnTo>
                  <a:lnTo>
                    <a:pt x="2434" y="138670"/>
                  </a:lnTo>
                  <a:lnTo>
                    <a:pt x="1611" y="143923"/>
                  </a:lnTo>
                  <a:lnTo>
                    <a:pt x="955" y="149199"/>
                  </a:lnTo>
                  <a:lnTo>
                    <a:pt x="468" y="154494"/>
                  </a:lnTo>
                  <a:lnTo>
                    <a:pt x="149" y="159801"/>
                  </a:lnTo>
                  <a:lnTo>
                    <a:pt x="0" y="165115"/>
                  </a:lnTo>
                  <a:lnTo>
                    <a:pt x="19" y="170432"/>
                  </a:lnTo>
                  <a:lnTo>
                    <a:pt x="207" y="175746"/>
                  </a:lnTo>
                  <a:lnTo>
                    <a:pt x="564" y="181051"/>
                  </a:lnTo>
                  <a:lnTo>
                    <a:pt x="1090" y="186341"/>
                  </a:lnTo>
                  <a:lnTo>
                    <a:pt x="1784" y="191613"/>
                  </a:lnTo>
                  <a:lnTo>
                    <a:pt x="2645" y="196859"/>
                  </a:lnTo>
                  <a:lnTo>
                    <a:pt x="3672" y="202076"/>
                  </a:lnTo>
                  <a:lnTo>
                    <a:pt x="4865" y="207257"/>
                  </a:lnTo>
                  <a:lnTo>
                    <a:pt x="6222" y="212398"/>
                  </a:lnTo>
                  <a:lnTo>
                    <a:pt x="7742" y="217493"/>
                  </a:lnTo>
                  <a:lnTo>
                    <a:pt x="9423" y="222537"/>
                  </a:lnTo>
                  <a:lnTo>
                    <a:pt x="11264" y="227525"/>
                  </a:lnTo>
                  <a:lnTo>
                    <a:pt x="13262" y="232452"/>
                  </a:lnTo>
                  <a:lnTo>
                    <a:pt x="15416" y="237313"/>
                  </a:lnTo>
                  <a:lnTo>
                    <a:pt x="17724" y="242103"/>
                  </a:lnTo>
                  <a:lnTo>
                    <a:pt x="20182" y="246817"/>
                  </a:lnTo>
                  <a:lnTo>
                    <a:pt x="22789" y="251451"/>
                  </a:lnTo>
                  <a:lnTo>
                    <a:pt x="25543" y="255999"/>
                  </a:lnTo>
                  <a:lnTo>
                    <a:pt x="28439" y="260457"/>
                  </a:lnTo>
                  <a:lnTo>
                    <a:pt x="31476" y="264822"/>
                  </a:lnTo>
                  <a:lnTo>
                    <a:pt x="34650" y="269087"/>
                  </a:lnTo>
                  <a:lnTo>
                    <a:pt x="37959" y="273249"/>
                  </a:lnTo>
                  <a:lnTo>
                    <a:pt x="41398" y="277304"/>
                  </a:lnTo>
                  <a:lnTo>
                    <a:pt x="44964" y="281248"/>
                  </a:lnTo>
                  <a:lnTo>
                    <a:pt x="48653" y="285076"/>
                  </a:lnTo>
                  <a:lnTo>
                    <a:pt x="52463" y="288785"/>
                  </a:lnTo>
                  <a:lnTo>
                    <a:pt x="56389" y="292370"/>
                  </a:lnTo>
                  <a:lnTo>
                    <a:pt x="60426" y="295830"/>
                  </a:lnTo>
                  <a:lnTo>
                    <a:pt x="64572" y="299159"/>
                  </a:lnTo>
                  <a:lnTo>
                    <a:pt x="68821" y="302354"/>
                  </a:lnTo>
                  <a:lnTo>
                    <a:pt x="73170" y="305413"/>
                  </a:lnTo>
                  <a:lnTo>
                    <a:pt x="77614" y="308332"/>
                  </a:lnTo>
                  <a:lnTo>
                    <a:pt x="82149" y="311108"/>
                  </a:lnTo>
                  <a:lnTo>
                    <a:pt x="86769" y="313738"/>
                  </a:lnTo>
                  <a:lnTo>
                    <a:pt x="91471" y="316220"/>
                  </a:lnTo>
                  <a:lnTo>
                    <a:pt x="96249" y="318552"/>
                  </a:lnTo>
                  <a:lnTo>
                    <a:pt x="101099" y="32073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4983" y="1489739"/>
              <a:ext cx="66055" cy="153563"/>
            </a:xfrm>
            <a:custGeom>
              <a:avLst/>
              <a:pathLst>
                <a:path w="66055" h="153563">
                  <a:moveTo>
                    <a:pt x="0" y="153563"/>
                  </a:moveTo>
                  <a:lnTo>
                    <a:pt x="6605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4983" y="1351421"/>
              <a:ext cx="233210" cy="305475"/>
            </a:xfrm>
            <a:custGeom>
              <a:avLst/>
              <a:pathLst>
                <a:path w="233210" h="305475">
                  <a:moveTo>
                    <a:pt x="0" y="291881"/>
                  </a:moveTo>
                  <a:lnTo>
                    <a:pt x="4959" y="293921"/>
                  </a:lnTo>
                  <a:lnTo>
                    <a:pt x="9982" y="295800"/>
                  </a:lnTo>
                  <a:lnTo>
                    <a:pt x="15062" y="297518"/>
                  </a:lnTo>
                  <a:lnTo>
                    <a:pt x="20195" y="299072"/>
                  </a:lnTo>
                  <a:lnTo>
                    <a:pt x="25375" y="300460"/>
                  </a:lnTo>
                  <a:lnTo>
                    <a:pt x="30597" y="301681"/>
                  </a:lnTo>
                  <a:lnTo>
                    <a:pt x="35855" y="302735"/>
                  </a:lnTo>
                  <a:lnTo>
                    <a:pt x="41145" y="303619"/>
                  </a:lnTo>
                  <a:lnTo>
                    <a:pt x="46460" y="304333"/>
                  </a:lnTo>
                  <a:lnTo>
                    <a:pt x="51795" y="304876"/>
                  </a:lnTo>
                  <a:lnTo>
                    <a:pt x="57145" y="305247"/>
                  </a:lnTo>
                  <a:lnTo>
                    <a:pt x="62504" y="305447"/>
                  </a:lnTo>
                  <a:lnTo>
                    <a:pt x="67867" y="305475"/>
                  </a:lnTo>
                  <a:lnTo>
                    <a:pt x="73227" y="305331"/>
                  </a:lnTo>
                  <a:lnTo>
                    <a:pt x="78581" y="305015"/>
                  </a:lnTo>
                  <a:lnTo>
                    <a:pt x="83921" y="304528"/>
                  </a:lnTo>
                  <a:lnTo>
                    <a:pt x="89244" y="303869"/>
                  </a:lnTo>
                  <a:lnTo>
                    <a:pt x="94542" y="303040"/>
                  </a:lnTo>
                  <a:lnTo>
                    <a:pt x="99811" y="302041"/>
                  </a:lnTo>
                  <a:lnTo>
                    <a:pt x="105045" y="300874"/>
                  </a:lnTo>
                  <a:lnTo>
                    <a:pt x="110239" y="299540"/>
                  </a:lnTo>
                  <a:lnTo>
                    <a:pt x="115388" y="298040"/>
                  </a:lnTo>
                  <a:lnTo>
                    <a:pt x="120486" y="296375"/>
                  </a:lnTo>
                  <a:lnTo>
                    <a:pt x="125528" y="294548"/>
                  </a:lnTo>
                  <a:lnTo>
                    <a:pt x="130509" y="292560"/>
                  </a:lnTo>
                  <a:lnTo>
                    <a:pt x="135423" y="290413"/>
                  </a:lnTo>
                  <a:lnTo>
                    <a:pt x="140266" y="288110"/>
                  </a:lnTo>
                  <a:lnTo>
                    <a:pt x="145032" y="285652"/>
                  </a:lnTo>
                  <a:lnTo>
                    <a:pt x="149718" y="283043"/>
                  </a:lnTo>
                  <a:lnTo>
                    <a:pt x="154317" y="280285"/>
                  </a:lnTo>
                  <a:lnTo>
                    <a:pt x="158825" y="277381"/>
                  </a:lnTo>
                  <a:lnTo>
                    <a:pt x="163238" y="274333"/>
                  </a:lnTo>
                  <a:lnTo>
                    <a:pt x="167551" y="271146"/>
                  </a:lnTo>
                  <a:lnTo>
                    <a:pt x="171759" y="267822"/>
                  </a:lnTo>
                  <a:lnTo>
                    <a:pt x="175859" y="264365"/>
                  </a:lnTo>
                  <a:lnTo>
                    <a:pt x="179846" y="260778"/>
                  </a:lnTo>
                  <a:lnTo>
                    <a:pt x="183715" y="257065"/>
                  </a:lnTo>
                  <a:lnTo>
                    <a:pt x="187464" y="253230"/>
                  </a:lnTo>
                  <a:lnTo>
                    <a:pt x="191087" y="249276"/>
                  </a:lnTo>
                  <a:lnTo>
                    <a:pt x="194582" y="245209"/>
                  </a:lnTo>
                  <a:lnTo>
                    <a:pt x="197944" y="241031"/>
                  </a:lnTo>
                  <a:lnTo>
                    <a:pt x="201171" y="236747"/>
                  </a:lnTo>
                  <a:lnTo>
                    <a:pt x="204259" y="232363"/>
                  </a:lnTo>
                  <a:lnTo>
                    <a:pt x="207204" y="227881"/>
                  </a:lnTo>
                  <a:lnTo>
                    <a:pt x="210005" y="223308"/>
                  </a:lnTo>
                  <a:lnTo>
                    <a:pt x="212657" y="218647"/>
                  </a:lnTo>
                  <a:lnTo>
                    <a:pt x="215158" y="213903"/>
                  </a:lnTo>
                  <a:lnTo>
                    <a:pt x="217506" y="209081"/>
                  </a:lnTo>
                  <a:lnTo>
                    <a:pt x="219698" y="204187"/>
                  </a:lnTo>
                  <a:lnTo>
                    <a:pt x="221731" y="199225"/>
                  </a:lnTo>
                  <a:lnTo>
                    <a:pt x="223605" y="194200"/>
                  </a:lnTo>
                  <a:lnTo>
                    <a:pt x="225316" y="189117"/>
                  </a:lnTo>
                  <a:lnTo>
                    <a:pt x="226864" y="183983"/>
                  </a:lnTo>
                  <a:lnTo>
                    <a:pt x="228246" y="178801"/>
                  </a:lnTo>
                  <a:lnTo>
                    <a:pt x="229461" y="173578"/>
                  </a:lnTo>
                  <a:lnTo>
                    <a:pt x="230508" y="168318"/>
                  </a:lnTo>
                  <a:lnTo>
                    <a:pt x="231386" y="163028"/>
                  </a:lnTo>
                  <a:lnTo>
                    <a:pt x="232093" y="157712"/>
                  </a:lnTo>
                  <a:lnTo>
                    <a:pt x="232630" y="152376"/>
                  </a:lnTo>
                  <a:lnTo>
                    <a:pt x="232995" y="147025"/>
                  </a:lnTo>
                  <a:lnTo>
                    <a:pt x="233188" y="141666"/>
                  </a:lnTo>
                  <a:lnTo>
                    <a:pt x="233210" y="136303"/>
                  </a:lnTo>
                  <a:lnTo>
                    <a:pt x="233059" y="130943"/>
                  </a:lnTo>
                  <a:lnTo>
                    <a:pt x="232737" y="125590"/>
                  </a:lnTo>
                  <a:lnTo>
                    <a:pt x="232243" y="120250"/>
                  </a:lnTo>
                  <a:lnTo>
                    <a:pt x="231578" y="114928"/>
                  </a:lnTo>
                  <a:lnTo>
                    <a:pt x="230742" y="109631"/>
                  </a:lnTo>
                  <a:lnTo>
                    <a:pt x="229737" y="104363"/>
                  </a:lnTo>
                  <a:lnTo>
                    <a:pt x="228564" y="99130"/>
                  </a:lnTo>
                  <a:lnTo>
                    <a:pt x="227223" y="93938"/>
                  </a:lnTo>
                  <a:lnTo>
                    <a:pt x="225717" y="88791"/>
                  </a:lnTo>
                  <a:lnTo>
                    <a:pt x="224046" y="83695"/>
                  </a:lnTo>
                  <a:lnTo>
                    <a:pt x="222213" y="78655"/>
                  </a:lnTo>
                  <a:lnTo>
                    <a:pt x="220219" y="73677"/>
                  </a:lnTo>
                  <a:lnTo>
                    <a:pt x="218066" y="68765"/>
                  </a:lnTo>
                  <a:lnTo>
                    <a:pt x="215757" y="63925"/>
                  </a:lnTo>
                  <a:lnTo>
                    <a:pt x="213293" y="59162"/>
                  </a:lnTo>
                  <a:lnTo>
                    <a:pt x="210679" y="54479"/>
                  </a:lnTo>
                  <a:lnTo>
                    <a:pt x="207915" y="49884"/>
                  </a:lnTo>
                  <a:lnTo>
                    <a:pt x="205005" y="45379"/>
                  </a:lnTo>
                  <a:lnTo>
                    <a:pt x="201953" y="40969"/>
                  </a:lnTo>
                  <a:lnTo>
                    <a:pt x="198760" y="36660"/>
                  </a:lnTo>
                  <a:lnTo>
                    <a:pt x="195431" y="32456"/>
                  </a:lnTo>
                  <a:lnTo>
                    <a:pt x="191969" y="28361"/>
                  </a:lnTo>
                  <a:lnTo>
                    <a:pt x="188377" y="24378"/>
                  </a:lnTo>
                  <a:lnTo>
                    <a:pt x="184659" y="20513"/>
                  </a:lnTo>
                  <a:lnTo>
                    <a:pt x="180820" y="16770"/>
                  </a:lnTo>
                  <a:lnTo>
                    <a:pt x="176862" y="13151"/>
                  </a:lnTo>
                  <a:lnTo>
                    <a:pt x="172790" y="9661"/>
                  </a:lnTo>
                  <a:lnTo>
                    <a:pt x="168608" y="6304"/>
                  </a:lnTo>
                  <a:lnTo>
                    <a:pt x="164321" y="3082"/>
                  </a:lnTo>
                  <a:lnTo>
                    <a:pt x="159932" y="0"/>
                  </a:lnTo>
                  <a:lnTo>
                    <a:pt x="66055" y="1383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93877" cy="167167"/>
            </a:xfrm>
            <a:custGeom>
              <a:avLst/>
              <a:pathLst>
                <a:path w="93877" h="167167">
                  <a:moveTo>
                    <a:pt x="93877" y="28849"/>
                  </a:moveTo>
                  <a:lnTo>
                    <a:pt x="88969" y="25642"/>
                  </a:lnTo>
                  <a:lnTo>
                    <a:pt x="83951" y="22609"/>
                  </a:lnTo>
                  <a:lnTo>
                    <a:pt x="78830" y="19754"/>
                  </a:lnTo>
                  <a:lnTo>
                    <a:pt x="73612" y="17080"/>
                  </a:lnTo>
                  <a:lnTo>
                    <a:pt x="68303" y="14591"/>
                  </a:lnTo>
                  <a:lnTo>
                    <a:pt x="62910" y="12289"/>
                  </a:lnTo>
                  <a:lnTo>
                    <a:pt x="57440" y="10178"/>
                  </a:lnTo>
                  <a:lnTo>
                    <a:pt x="51900" y="8260"/>
                  </a:lnTo>
                  <a:lnTo>
                    <a:pt x="46295" y="6538"/>
                  </a:lnTo>
                  <a:lnTo>
                    <a:pt x="40633" y="5013"/>
                  </a:lnTo>
                  <a:lnTo>
                    <a:pt x="34922" y="3688"/>
                  </a:lnTo>
                  <a:lnTo>
                    <a:pt x="29167" y="2564"/>
                  </a:lnTo>
                  <a:lnTo>
                    <a:pt x="23377" y="1642"/>
                  </a:lnTo>
                  <a:lnTo>
                    <a:pt x="17558" y="924"/>
                  </a:lnTo>
                  <a:lnTo>
                    <a:pt x="11717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4" y="1071028"/>
              <a:ext cx="167163" cy="292048"/>
            </a:xfrm>
            <a:custGeom>
              <a:avLst/>
              <a:pathLst>
                <a:path w="167163" h="292048">
                  <a:moveTo>
                    <a:pt x="167163" y="0"/>
                  </a:moveTo>
                  <a:lnTo>
                    <a:pt x="161783" y="86"/>
                  </a:lnTo>
                  <a:lnTo>
                    <a:pt x="156408" y="346"/>
                  </a:lnTo>
                  <a:lnTo>
                    <a:pt x="151044" y="778"/>
                  </a:lnTo>
                  <a:lnTo>
                    <a:pt x="145697" y="1384"/>
                  </a:lnTo>
                  <a:lnTo>
                    <a:pt x="140372" y="2160"/>
                  </a:lnTo>
                  <a:lnTo>
                    <a:pt x="135075" y="3108"/>
                  </a:lnTo>
                  <a:lnTo>
                    <a:pt x="129811" y="4226"/>
                  </a:lnTo>
                  <a:lnTo>
                    <a:pt x="124586" y="5513"/>
                  </a:lnTo>
                  <a:lnTo>
                    <a:pt x="119405" y="6967"/>
                  </a:lnTo>
                  <a:lnTo>
                    <a:pt x="114273" y="8587"/>
                  </a:lnTo>
                  <a:lnTo>
                    <a:pt x="109197" y="10371"/>
                  </a:lnTo>
                  <a:lnTo>
                    <a:pt x="104180" y="12318"/>
                  </a:lnTo>
                  <a:lnTo>
                    <a:pt x="99229" y="14426"/>
                  </a:lnTo>
                  <a:lnTo>
                    <a:pt x="94348" y="16692"/>
                  </a:lnTo>
                  <a:lnTo>
                    <a:pt x="89542" y="19113"/>
                  </a:lnTo>
                  <a:lnTo>
                    <a:pt x="84817" y="21688"/>
                  </a:lnTo>
                  <a:lnTo>
                    <a:pt x="80177" y="24414"/>
                  </a:lnTo>
                  <a:lnTo>
                    <a:pt x="75628" y="27288"/>
                  </a:lnTo>
                  <a:lnTo>
                    <a:pt x="71173" y="30306"/>
                  </a:lnTo>
                  <a:lnTo>
                    <a:pt x="66818" y="33467"/>
                  </a:lnTo>
                  <a:lnTo>
                    <a:pt x="62566" y="36766"/>
                  </a:lnTo>
                  <a:lnTo>
                    <a:pt x="58423" y="40200"/>
                  </a:lnTo>
                  <a:lnTo>
                    <a:pt x="54393" y="43766"/>
                  </a:lnTo>
                  <a:lnTo>
                    <a:pt x="50480" y="47460"/>
                  </a:lnTo>
                  <a:lnTo>
                    <a:pt x="46687" y="51277"/>
                  </a:lnTo>
                  <a:lnTo>
                    <a:pt x="43019" y="55215"/>
                  </a:lnTo>
                  <a:lnTo>
                    <a:pt x="39480" y="59269"/>
                  </a:lnTo>
                  <a:lnTo>
                    <a:pt x="36074" y="63434"/>
                  </a:lnTo>
                  <a:lnTo>
                    <a:pt x="32803" y="67707"/>
                  </a:lnTo>
                  <a:lnTo>
                    <a:pt x="29671" y="72083"/>
                  </a:lnTo>
                  <a:lnTo>
                    <a:pt x="26682" y="76558"/>
                  </a:lnTo>
                  <a:lnTo>
                    <a:pt x="23838" y="81127"/>
                  </a:lnTo>
                  <a:lnTo>
                    <a:pt x="21143" y="85784"/>
                  </a:lnTo>
                  <a:lnTo>
                    <a:pt x="18600" y="90526"/>
                  </a:lnTo>
                  <a:lnTo>
                    <a:pt x="16210" y="95348"/>
                  </a:lnTo>
                  <a:lnTo>
                    <a:pt x="13976" y="100244"/>
                  </a:lnTo>
                  <a:lnTo>
                    <a:pt x="11902" y="105209"/>
                  </a:lnTo>
                  <a:lnTo>
                    <a:pt x="9988" y="110238"/>
                  </a:lnTo>
                  <a:lnTo>
                    <a:pt x="8237" y="115327"/>
                  </a:lnTo>
                  <a:lnTo>
                    <a:pt x="6651" y="120469"/>
                  </a:lnTo>
                  <a:lnTo>
                    <a:pt x="5231" y="125659"/>
                  </a:lnTo>
                  <a:lnTo>
                    <a:pt x="3979" y="130893"/>
                  </a:lnTo>
                  <a:lnTo>
                    <a:pt x="2896" y="136164"/>
                  </a:lnTo>
                  <a:lnTo>
                    <a:pt x="1983" y="141467"/>
                  </a:lnTo>
                  <a:lnTo>
                    <a:pt x="1242" y="146797"/>
                  </a:lnTo>
                  <a:lnTo>
                    <a:pt x="672" y="152148"/>
                  </a:lnTo>
                  <a:lnTo>
                    <a:pt x="275" y="157515"/>
                  </a:lnTo>
                  <a:lnTo>
                    <a:pt x="51" y="162891"/>
                  </a:lnTo>
                  <a:lnTo>
                    <a:pt x="0" y="168272"/>
                  </a:lnTo>
                  <a:lnTo>
                    <a:pt x="122" y="173652"/>
                  </a:lnTo>
                  <a:lnTo>
                    <a:pt x="417" y="179025"/>
                  </a:lnTo>
                  <a:lnTo>
                    <a:pt x="885" y="184386"/>
                  </a:lnTo>
                  <a:lnTo>
                    <a:pt x="1525" y="189729"/>
                  </a:lnTo>
                  <a:lnTo>
                    <a:pt x="2337" y="195048"/>
                  </a:lnTo>
                  <a:lnTo>
                    <a:pt x="3320" y="200339"/>
                  </a:lnTo>
                  <a:lnTo>
                    <a:pt x="4473" y="205595"/>
                  </a:lnTo>
                  <a:lnTo>
                    <a:pt x="5794" y="210812"/>
                  </a:lnTo>
                  <a:lnTo>
                    <a:pt x="7282" y="215983"/>
                  </a:lnTo>
                  <a:lnTo>
                    <a:pt x="8936" y="221104"/>
                  </a:lnTo>
                  <a:lnTo>
                    <a:pt x="10754" y="226169"/>
                  </a:lnTo>
                  <a:lnTo>
                    <a:pt x="12735" y="231172"/>
                  </a:lnTo>
                  <a:lnTo>
                    <a:pt x="14875" y="236110"/>
                  </a:lnTo>
                  <a:lnTo>
                    <a:pt x="17173" y="240976"/>
                  </a:lnTo>
                  <a:lnTo>
                    <a:pt x="19626" y="245765"/>
                  </a:lnTo>
                  <a:lnTo>
                    <a:pt x="22232" y="250473"/>
                  </a:lnTo>
                  <a:lnTo>
                    <a:pt x="24989" y="255095"/>
                  </a:lnTo>
                  <a:lnTo>
                    <a:pt x="27892" y="259625"/>
                  </a:lnTo>
                  <a:lnTo>
                    <a:pt x="30940" y="264060"/>
                  </a:lnTo>
                  <a:lnTo>
                    <a:pt x="34130" y="268394"/>
                  </a:lnTo>
                  <a:lnTo>
                    <a:pt x="37457" y="272624"/>
                  </a:lnTo>
                  <a:lnTo>
                    <a:pt x="40918" y="276744"/>
                  </a:lnTo>
                  <a:lnTo>
                    <a:pt x="44510" y="280751"/>
                  </a:lnTo>
                  <a:lnTo>
                    <a:pt x="48230" y="284639"/>
                  </a:lnTo>
                  <a:lnTo>
                    <a:pt x="52073" y="288407"/>
                  </a:lnTo>
                  <a:lnTo>
                    <a:pt x="56034" y="29204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4129" y="1238196"/>
              <a:ext cx="111128" cy="124881"/>
            </a:xfrm>
            <a:custGeom>
              <a:avLst/>
              <a:pathLst>
                <a:path w="111128" h="124881">
                  <a:moveTo>
                    <a:pt x="0" y="124881"/>
                  </a:moveTo>
                  <a:lnTo>
                    <a:pt x="1111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4129" y="1175906"/>
              <a:ext cx="278296" cy="229453"/>
            </a:xfrm>
            <a:custGeom>
              <a:avLst/>
              <a:pathLst>
                <a:path w="278296" h="229453">
                  <a:moveTo>
                    <a:pt x="0" y="187171"/>
                  </a:moveTo>
                  <a:lnTo>
                    <a:pt x="4039" y="190652"/>
                  </a:lnTo>
                  <a:lnTo>
                    <a:pt x="8188" y="194002"/>
                  </a:lnTo>
                  <a:lnTo>
                    <a:pt x="12442" y="197219"/>
                  </a:lnTo>
                  <a:lnTo>
                    <a:pt x="16796" y="200298"/>
                  </a:lnTo>
                  <a:lnTo>
                    <a:pt x="21246" y="203237"/>
                  </a:lnTo>
                  <a:lnTo>
                    <a:pt x="25788" y="206032"/>
                  </a:lnTo>
                  <a:lnTo>
                    <a:pt x="30416" y="208681"/>
                  </a:lnTo>
                  <a:lnTo>
                    <a:pt x="35127" y="211181"/>
                  </a:lnTo>
                  <a:lnTo>
                    <a:pt x="39915" y="213530"/>
                  </a:lnTo>
                  <a:lnTo>
                    <a:pt x="44775" y="215724"/>
                  </a:lnTo>
                  <a:lnTo>
                    <a:pt x="49703" y="217762"/>
                  </a:lnTo>
                  <a:lnTo>
                    <a:pt x="54693" y="219643"/>
                  </a:lnTo>
                  <a:lnTo>
                    <a:pt x="59741" y="221363"/>
                  </a:lnTo>
                  <a:lnTo>
                    <a:pt x="64841" y="222921"/>
                  </a:lnTo>
                  <a:lnTo>
                    <a:pt x="69989" y="224316"/>
                  </a:lnTo>
                  <a:lnTo>
                    <a:pt x="75178" y="225545"/>
                  </a:lnTo>
                  <a:lnTo>
                    <a:pt x="80403" y="226609"/>
                  </a:lnTo>
                  <a:lnTo>
                    <a:pt x="85660" y="227505"/>
                  </a:lnTo>
                  <a:lnTo>
                    <a:pt x="90943" y="228234"/>
                  </a:lnTo>
                  <a:lnTo>
                    <a:pt x="96247" y="228793"/>
                  </a:lnTo>
                  <a:lnTo>
                    <a:pt x="101565" y="229183"/>
                  </a:lnTo>
                  <a:lnTo>
                    <a:pt x="106894" y="229403"/>
                  </a:lnTo>
                  <a:lnTo>
                    <a:pt x="112226" y="229453"/>
                  </a:lnTo>
                  <a:lnTo>
                    <a:pt x="117558" y="229333"/>
                  </a:lnTo>
                  <a:lnTo>
                    <a:pt x="122883" y="229043"/>
                  </a:lnTo>
                  <a:lnTo>
                    <a:pt x="128196" y="228583"/>
                  </a:lnTo>
                  <a:lnTo>
                    <a:pt x="133491" y="227954"/>
                  </a:lnTo>
                  <a:lnTo>
                    <a:pt x="138764" y="227157"/>
                  </a:lnTo>
                  <a:lnTo>
                    <a:pt x="144009" y="226191"/>
                  </a:lnTo>
                  <a:lnTo>
                    <a:pt x="149220" y="225059"/>
                  </a:lnTo>
                  <a:lnTo>
                    <a:pt x="154393" y="223761"/>
                  </a:lnTo>
                  <a:lnTo>
                    <a:pt x="159521" y="222299"/>
                  </a:lnTo>
                  <a:lnTo>
                    <a:pt x="164600" y="220674"/>
                  </a:lnTo>
                  <a:lnTo>
                    <a:pt x="169625" y="218888"/>
                  </a:lnTo>
                  <a:lnTo>
                    <a:pt x="174590" y="216942"/>
                  </a:lnTo>
                  <a:lnTo>
                    <a:pt x="179491" y="214839"/>
                  </a:lnTo>
                  <a:lnTo>
                    <a:pt x="184322" y="212581"/>
                  </a:lnTo>
                  <a:lnTo>
                    <a:pt x="189079" y="210170"/>
                  </a:lnTo>
                  <a:lnTo>
                    <a:pt x="193756" y="207608"/>
                  </a:lnTo>
                  <a:lnTo>
                    <a:pt x="198349" y="204899"/>
                  </a:lnTo>
                  <a:lnTo>
                    <a:pt x="202854" y="202044"/>
                  </a:lnTo>
                  <a:lnTo>
                    <a:pt x="207265" y="199047"/>
                  </a:lnTo>
                  <a:lnTo>
                    <a:pt x="211578" y="195911"/>
                  </a:lnTo>
                  <a:lnTo>
                    <a:pt x="215789" y="192639"/>
                  </a:lnTo>
                  <a:lnTo>
                    <a:pt x="219894" y="189234"/>
                  </a:lnTo>
                  <a:lnTo>
                    <a:pt x="223888" y="185700"/>
                  </a:lnTo>
                  <a:lnTo>
                    <a:pt x="227767" y="182041"/>
                  </a:lnTo>
                  <a:lnTo>
                    <a:pt x="231527" y="178260"/>
                  </a:lnTo>
                  <a:lnTo>
                    <a:pt x="235165" y="174360"/>
                  </a:lnTo>
                  <a:lnTo>
                    <a:pt x="238677" y="170347"/>
                  </a:lnTo>
                  <a:lnTo>
                    <a:pt x="242059" y="166223"/>
                  </a:lnTo>
                  <a:lnTo>
                    <a:pt x="245307" y="161994"/>
                  </a:lnTo>
                  <a:lnTo>
                    <a:pt x="248419" y="157663"/>
                  </a:lnTo>
                  <a:lnTo>
                    <a:pt x="251391" y="153236"/>
                  </a:lnTo>
                  <a:lnTo>
                    <a:pt x="254221" y="148715"/>
                  </a:lnTo>
                  <a:lnTo>
                    <a:pt x="256905" y="144107"/>
                  </a:lnTo>
                  <a:lnTo>
                    <a:pt x="259441" y="139416"/>
                  </a:lnTo>
                  <a:lnTo>
                    <a:pt x="261825" y="134646"/>
                  </a:lnTo>
                  <a:lnTo>
                    <a:pt x="264056" y="129802"/>
                  </a:lnTo>
                  <a:lnTo>
                    <a:pt x="266132" y="124890"/>
                  </a:lnTo>
                  <a:lnTo>
                    <a:pt x="268050" y="119914"/>
                  </a:lnTo>
                  <a:lnTo>
                    <a:pt x="269808" y="114879"/>
                  </a:lnTo>
                  <a:lnTo>
                    <a:pt x="271405" y="109791"/>
                  </a:lnTo>
                  <a:lnTo>
                    <a:pt x="272839" y="104654"/>
                  </a:lnTo>
                  <a:lnTo>
                    <a:pt x="274108" y="99475"/>
                  </a:lnTo>
                  <a:lnTo>
                    <a:pt x="275211" y="94257"/>
                  </a:lnTo>
                  <a:lnTo>
                    <a:pt x="276147" y="89007"/>
                  </a:lnTo>
                  <a:lnTo>
                    <a:pt x="276915" y="83730"/>
                  </a:lnTo>
                  <a:lnTo>
                    <a:pt x="277515" y="78431"/>
                  </a:lnTo>
                  <a:lnTo>
                    <a:pt x="277945" y="73115"/>
                  </a:lnTo>
                  <a:lnTo>
                    <a:pt x="278205" y="67789"/>
                  </a:lnTo>
                  <a:lnTo>
                    <a:pt x="278296" y="62457"/>
                  </a:lnTo>
                  <a:lnTo>
                    <a:pt x="278216" y="57124"/>
                  </a:lnTo>
                  <a:lnTo>
                    <a:pt x="277966" y="51797"/>
                  </a:lnTo>
                  <a:lnTo>
                    <a:pt x="277547" y="46481"/>
                  </a:lnTo>
                  <a:lnTo>
                    <a:pt x="276958" y="41181"/>
                  </a:lnTo>
                  <a:lnTo>
                    <a:pt x="276200" y="35902"/>
                  </a:lnTo>
                  <a:lnTo>
                    <a:pt x="275274" y="30650"/>
                  </a:lnTo>
                  <a:lnTo>
                    <a:pt x="274182" y="25431"/>
                  </a:lnTo>
                  <a:lnTo>
                    <a:pt x="272923" y="20248"/>
                  </a:lnTo>
                  <a:lnTo>
                    <a:pt x="271500" y="15109"/>
                  </a:lnTo>
                  <a:lnTo>
                    <a:pt x="269913" y="10018"/>
                  </a:lnTo>
                  <a:lnTo>
                    <a:pt x="268165" y="4979"/>
                  </a:lnTo>
                  <a:lnTo>
                    <a:pt x="266257" y="0"/>
                  </a:lnTo>
                  <a:lnTo>
                    <a:pt x="111128" y="622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55128" cy="167167"/>
            </a:xfrm>
            <a:custGeom>
              <a:avLst/>
              <a:pathLst>
                <a:path w="155128" h="167167">
                  <a:moveTo>
                    <a:pt x="155128" y="104877"/>
                  </a:moveTo>
                  <a:lnTo>
                    <a:pt x="152987" y="99788"/>
                  </a:lnTo>
                  <a:lnTo>
                    <a:pt x="150678" y="94773"/>
                  </a:lnTo>
                  <a:lnTo>
                    <a:pt x="148206" y="89837"/>
                  </a:lnTo>
                  <a:lnTo>
                    <a:pt x="145571" y="84986"/>
                  </a:lnTo>
                  <a:lnTo>
                    <a:pt x="142778" y="80224"/>
                  </a:lnTo>
                  <a:lnTo>
                    <a:pt x="139830" y="75556"/>
                  </a:lnTo>
                  <a:lnTo>
                    <a:pt x="136728" y="70989"/>
                  </a:lnTo>
                  <a:lnTo>
                    <a:pt x="133478" y="66527"/>
                  </a:lnTo>
                  <a:lnTo>
                    <a:pt x="130082" y="62174"/>
                  </a:lnTo>
                  <a:lnTo>
                    <a:pt x="126544" y="57936"/>
                  </a:lnTo>
                  <a:lnTo>
                    <a:pt x="122868" y="53817"/>
                  </a:lnTo>
                  <a:lnTo>
                    <a:pt x="119058" y="49821"/>
                  </a:lnTo>
                  <a:lnTo>
                    <a:pt x="115118" y="45954"/>
                  </a:lnTo>
                  <a:lnTo>
                    <a:pt x="111053" y="42219"/>
                  </a:lnTo>
                  <a:lnTo>
                    <a:pt x="106866" y="38620"/>
                  </a:lnTo>
                  <a:lnTo>
                    <a:pt x="102563" y="35161"/>
                  </a:lnTo>
                  <a:lnTo>
                    <a:pt x="98149" y="31846"/>
                  </a:lnTo>
                  <a:lnTo>
                    <a:pt x="93627" y="28679"/>
                  </a:lnTo>
                  <a:lnTo>
                    <a:pt x="89003" y="25663"/>
                  </a:lnTo>
                  <a:lnTo>
                    <a:pt x="84282" y="22801"/>
                  </a:lnTo>
                  <a:lnTo>
                    <a:pt x="79468" y="20097"/>
                  </a:lnTo>
                  <a:lnTo>
                    <a:pt x="74569" y="17553"/>
                  </a:lnTo>
                  <a:lnTo>
                    <a:pt x="69588" y="15172"/>
                  </a:lnTo>
                  <a:lnTo>
                    <a:pt x="64531" y="12957"/>
                  </a:lnTo>
                  <a:lnTo>
                    <a:pt x="59403" y="10910"/>
                  </a:lnTo>
                  <a:lnTo>
                    <a:pt x="54211" y="9034"/>
                  </a:lnTo>
                  <a:lnTo>
                    <a:pt x="48960" y="7330"/>
                  </a:lnTo>
                  <a:lnTo>
                    <a:pt x="43655" y="5801"/>
                  </a:lnTo>
                  <a:lnTo>
                    <a:pt x="38303" y="4447"/>
                  </a:lnTo>
                  <a:lnTo>
                    <a:pt x="32909" y="3271"/>
                  </a:lnTo>
                  <a:lnTo>
                    <a:pt x="27479" y="2274"/>
                  </a:lnTo>
                  <a:lnTo>
                    <a:pt x="22019" y="1456"/>
                  </a:lnTo>
                  <a:lnTo>
                    <a:pt x="16535" y="819"/>
                  </a:lnTo>
                  <a:lnTo>
                    <a:pt x="11033" y="364"/>
                  </a:lnTo>
                  <a:lnTo>
                    <a:pt x="552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5009" y="941493"/>
              <a:ext cx="78535" cy="167167"/>
            </a:xfrm>
            <a:custGeom>
              <a:avLst/>
              <a:pathLst>
                <a:path w="78535" h="167167">
                  <a:moveTo>
                    <a:pt x="78535" y="0"/>
                  </a:moveTo>
                  <a:lnTo>
                    <a:pt x="72696" y="101"/>
                  </a:lnTo>
                  <a:lnTo>
                    <a:pt x="66865" y="407"/>
                  </a:lnTo>
                  <a:lnTo>
                    <a:pt x="61048" y="917"/>
                  </a:lnTo>
                  <a:lnTo>
                    <a:pt x="55252" y="1629"/>
                  </a:lnTo>
                  <a:lnTo>
                    <a:pt x="49484" y="2543"/>
                  </a:lnTo>
                  <a:lnTo>
                    <a:pt x="43752" y="3658"/>
                  </a:lnTo>
                  <a:lnTo>
                    <a:pt x="38063" y="4973"/>
                  </a:lnTo>
                  <a:lnTo>
                    <a:pt x="32423" y="6485"/>
                  </a:lnTo>
                  <a:lnTo>
                    <a:pt x="26839" y="8194"/>
                  </a:lnTo>
                  <a:lnTo>
                    <a:pt x="21318" y="10096"/>
                  </a:lnTo>
                  <a:lnTo>
                    <a:pt x="15867" y="12190"/>
                  </a:lnTo>
                  <a:lnTo>
                    <a:pt x="10493" y="14473"/>
                  </a:lnTo>
                  <a:lnTo>
                    <a:pt x="5201" y="16943"/>
                  </a:lnTo>
                  <a:lnTo>
                    <a:pt x="0" y="19596"/>
                  </a:lnTo>
                  <a:lnTo>
                    <a:pt x="7853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5009" y="961089"/>
              <a:ext cx="78535" cy="147571"/>
            </a:xfrm>
            <a:custGeom>
              <a:avLst/>
              <a:pathLst>
                <a:path w="78535" h="147571">
                  <a:moveTo>
                    <a:pt x="0" y="0"/>
                  </a:moveTo>
                  <a:lnTo>
                    <a:pt x="78535" y="1475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79" y="961089"/>
              <a:ext cx="334312" cy="314736"/>
            </a:xfrm>
            <a:custGeom>
              <a:avLst/>
              <a:pathLst>
                <a:path w="334312" h="314736">
                  <a:moveTo>
                    <a:pt x="88629" y="0"/>
                  </a:moveTo>
                  <a:lnTo>
                    <a:pt x="84000" y="2558"/>
                  </a:lnTo>
                  <a:lnTo>
                    <a:pt x="79454" y="5261"/>
                  </a:lnTo>
                  <a:lnTo>
                    <a:pt x="74996" y="8107"/>
                  </a:lnTo>
                  <a:lnTo>
                    <a:pt x="70631" y="11092"/>
                  </a:lnTo>
                  <a:lnTo>
                    <a:pt x="66361" y="14215"/>
                  </a:lnTo>
                  <a:lnTo>
                    <a:pt x="62193" y="17470"/>
                  </a:lnTo>
                  <a:lnTo>
                    <a:pt x="58130" y="20856"/>
                  </a:lnTo>
                  <a:lnTo>
                    <a:pt x="54176" y="24369"/>
                  </a:lnTo>
                  <a:lnTo>
                    <a:pt x="50335" y="28004"/>
                  </a:lnTo>
                  <a:lnTo>
                    <a:pt x="46611" y="31760"/>
                  </a:lnTo>
                  <a:lnTo>
                    <a:pt x="43008" y="35632"/>
                  </a:lnTo>
                  <a:lnTo>
                    <a:pt x="39529" y="39615"/>
                  </a:lnTo>
                  <a:lnTo>
                    <a:pt x="36178" y="43707"/>
                  </a:lnTo>
                  <a:lnTo>
                    <a:pt x="32958" y="47903"/>
                  </a:lnTo>
                  <a:lnTo>
                    <a:pt x="29872" y="52198"/>
                  </a:lnTo>
                  <a:lnTo>
                    <a:pt x="26924" y="56589"/>
                  </a:lnTo>
                  <a:lnTo>
                    <a:pt x="24116" y="61071"/>
                  </a:lnTo>
                  <a:lnTo>
                    <a:pt x="21451" y="65639"/>
                  </a:lnTo>
                  <a:lnTo>
                    <a:pt x="18932" y="70290"/>
                  </a:lnTo>
                  <a:lnTo>
                    <a:pt x="16562" y="75018"/>
                  </a:lnTo>
                  <a:lnTo>
                    <a:pt x="14342" y="79818"/>
                  </a:lnTo>
                  <a:lnTo>
                    <a:pt x="12275" y="84687"/>
                  </a:lnTo>
                  <a:lnTo>
                    <a:pt x="10363" y="89618"/>
                  </a:lnTo>
                  <a:lnTo>
                    <a:pt x="8608" y="94607"/>
                  </a:lnTo>
                  <a:lnTo>
                    <a:pt x="7012" y="99649"/>
                  </a:lnTo>
                  <a:lnTo>
                    <a:pt x="5577" y="104740"/>
                  </a:lnTo>
                  <a:lnTo>
                    <a:pt x="4303" y="109873"/>
                  </a:lnTo>
                  <a:lnTo>
                    <a:pt x="3192" y="115044"/>
                  </a:lnTo>
                  <a:lnTo>
                    <a:pt x="2245" y="120247"/>
                  </a:lnTo>
                  <a:lnTo>
                    <a:pt x="1463" y="125478"/>
                  </a:lnTo>
                  <a:lnTo>
                    <a:pt x="847" y="130731"/>
                  </a:lnTo>
                  <a:lnTo>
                    <a:pt x="397" y="136001"/>
                  </a:lnTo>
                  <a:lnTo>
                    <a:pt x="115" y="141282"/>
                  </a:lnTo>
                  <a:lnTo>
                    <a:pt x="0" y="146570"/>
                  </a:lnTo>
                  <a:lnTo>
                    <a:pt x="51" y="151858"/>
                  </a:lnTo>
                  <a:lnTo>
                    <a:pt x="271" y="157142"/>
                  </a:lnTo>
                  <a:lnTo>
                    <a:pt x="657" y="162417"/>
                  </a:lnTo>
                  <a:lnTo>
                    <a:pt x="1210" y="167677"/>
                  </a:lnTo>
                  <a:lnTo>
                    <a:pt x="1929" y="172917"/>
                  </a:lnTo>
                  <a:lnTo>
                    <a:pt x="2814" y="178131"/>
                  </a:lnTo>
                  <a:lnTo>
                    <a:pt x="3863" y="183315"/>
                  </a:lnTo>
                  <a:lnTo>
                    <a:pt x="5075" y="188463"/>
                  </a:lnTo>
                  <a:lnTo>
                    <a:pt x="6450" y="193570"/>
                  </a:lnTo>
                  <a:lnTo>
                    <a:pt x="7986" y="198631"/>
                  </a:lnTo>
                  <a:lnTo>
                    <a:pt x="9681" y="203641"/>
                  </a:lnTo>
                  <a:lnTo>
                    <a:pt x="11533" y="208595"/>
                  </a:lnTo>
                  <a:lnTo>
                    <a:pt x="13541" y="213488"/>
                  </a:lnTo>
                  <a:lnTo>
                    <a:pt x="15704" y="218315"/>
                  </a:lnTo>
                  <a:lnTo>
                    <a:pt x="18017" y="223070"/>
                  </a:lnTo>
                  <a:lnTo>
                    <a:pt x="20480" y="227751"/>
                  </a:lnTo>
                  <a:lnTo>
                    <a:pt x="23090" y="232351"/>
                  </a:lnTo>
                  <a:lnTo>
                    <a:pt x="25844" y="236866"/>
                  </a:lnTo>
                  <a:lnTo>
                    <a:pt x="28740" y="241292"/>
                  </a:lnTo>
                  <a:lnTo>
                    <a:pt x="31774" y="245624"/>
                  </a:lnTo>
                  <a:lnTo>
                    <a:pt x="34944" y="249858"/>
                  </a:lnTo>
                  <a:lnTo>
                    <a:pt x="38246" y="253989"/>
                  </a:lnTo>
                  <a:lnTo>
                    <a:pt x="41677" y="258014"/>
                  </a:lnTo>
                  <a:lnTo>
                    <a:pt x="45233" y="261929"/>
                  </a:lnTo>
                  <a:lnTo>
                    <a:pt x="48912" y="265729"/>
                  </a:lnTo>
                  <a:lnTo>
                    <a:pt x="52709" y="269411"/>
                  </a:lnTo>
                  <a:lnTo>
                    <a:pt x="56620" y="272970"/>
                  </a:lnTo>
                  <a:lnTo>
                    <a:pt x="60643" y="276404"/>
                  </a:lnTo>
                  <a:lnTo>
                    <a:pt x="64772" y="279710"/>
                  </a:lnTo>
                  <a:lnTo>
                    <a:pt x="69003" y="282883"/>
                  </a:lnTo>
                  <a:lnTo>
                    <a:pt x="73333" y="285920"/>
                  </a:lnTo>
                  <a:lnTo>
                    <a:pt x="77756" y="288819"/>
                  </a:lnTo>
                  <a:lnTo>
                    <a:pt x="82269" y="291577"/>
                  </a:lnTo>
                  <a:lnTo>
                    <a:pt x="86867" y="294190"/>
                  </a:lnTo>
                  <a:lnTo>
                    <a:pt x="91546" y="296657"/>
                  </a:lnTo>
                  <a:lnTo>
                    <a:pt x="96300" y="298975"/>
                  </a:lnTo>
                  <a:lnTo>
                    <a:pt x="101125" y="301141"/>
                  </a:lnTo>
                  <a:lnTo>
                    <a:pt x="106016" y="303153"/>
                  </a:lnTo>
                  <a:lnTo>
                    <a:pt x="110968" y="305009"/>
                  </a:lnTo>
                  <a:lnTo>
                    <a:pt x="115977" y="306708"/>
                  </a:lnTo>
                  <a:lnTo>
                    <a:pt x="121037" y="308248"/>
                  </a:lnTo>
                  <a:lnTo>
                    <a:pt x="126143" y="309627"/>
                  </a:lnTo>
                  <a:lnTo>
                    <a:pt x="131290" y="310843"/>
                  </a:lnTo>
                  <a:lnTo>
                    <a:pt x="136473" y="311896"/>
                  </a:lnTo>
                  <a:lnTo>
                    <a:pt x="141686" y="312785"/>
                  </a:lnTo>
                  <a:lnTo>
                    <a:pt x="146926" y="313508"/>
                  </a:lnTo>
                  <a:lnTo>
                    <a:pt x="152185" y="314066"/>
                  </a:lnTo>
                  <a:lnTo>
                    <a:pt x="157460" y="314456"/>
                  </a:lnTo>
                  <a:lnTo>
                    <a:pt x="162744" y="314680"/>
                  </a:lnTo>
                  <a:lnTo>
                    <a:pt x="168032" y="314736"/>
                  </a:lnTo>
                  <a:lnTo>
                    <a:pt x="173320" y="314625"/>
                  </a:lnTo>
                  <a:lnTo>
                    <a:pt x="178602" y="314346"/>
                  </a:lnTo>
                  <a:lnTo>
                    <a:pt x="183872" y="313901"/>
                  </a:lnTo>
                  <a:lnTo>
                    <a:pt x="189125" y="313289"/>
                  </a:lnTo>
                  <a:lnTo>
                    <a:pt x="194356" y="312511"/>
                  </a:lnTo>
                  <a:lnTo>
                    <a:pt x="199561" y="311569"/>
                  </a:lnTo>
                  <a:lnTo>
                    <a:pt x="204732" y="310462"/>
                  </a:lnTo>
                  <a:lnTo>
                    <a:pt x="209867" y="309192"/>
                  </a:lnTo>
                  <a:lnTo>
                    <a:pt x="214958" y="307760"/>
                  </a:lnTo>
                  <a:lnTo>
                    <a:pt x="220002" y="306168"/>
                  </a:lnTo>
                  <a:lnTo>
                    <a:pt x="224992" y="304417"/>
                  </a:lnTo>
                  <a:lnTo>
                    <a:pt x="229925" y="302509"/>
                  </a:lnTo>
                  <a:lnTo>
                    <a:pt x="234795" y="300446"/>
                  </a:lnTo>
                  <a:lnTo>
                    <a:pt x="239597" y="298230"/>
                  </a:lnTo>
                  <a:lnTo>
                    <a:pt x="244327" y="295864"/>
                  </a:lnTo>
                  <a:lnTo>
                    <a:pt x="248980" y="293348"/>
                  </a:lnTo>
                  <a:lnTo>
                    <a:pt x="253550" y="290687"/>
                  </a:lnTo>
                  <a:lnTo>
                    <a:pt x="258034" y="287883"/>
                  </a:lnTo>
                  <a:lnTo>
                    <a:pt x="262428" y="284938"/>
                  </a:lnTo>
                  <a:lnTo>
                    <a:pt x="266725" y="281856"/>
                  </a:lnTo>
                  <a:lnTo>
                    <a:pt x="270924" y="278639"/>
                  </a:lnTo>
                  <a:lnTo>
                    <a:pt x="275018" y="275291"/>
                  </a:lnTo>
                  <a:lnTo>
                    <a:pt x="279004" y="271815"/>
                  </a:lnTo>
                  <a:lnTo>
                    <a:pt x="282879" y="268215"/>
                  </a:lnTo>
                  <a:lnTo>
                    <a:pt x="286637" y="264494"/>
                  </a:lnTo>
                  <a:lnTo>
                    <a:pt x="290276" y="260656"/>
                  </a:lnTo>
                  <a:lnTo>
                    <a:pt x="293792" y="256705"/>
                  </a:lnTo>
                  <a:lnTo>
                    <a:pt x="297181" y="252644"/>
                  </a:lnTo>
                  <a:lnTo>
                    <a:pt x="300440" y="248479"/>
                  </a:lnTo>
                  <a:lnTo>
                    <a:pt x="303565" y="244212"/>
                  </a:lnTo>
                  <a:lnTo>
                    <a:pt x="306554" y="239849"/>
                  </a:lnTo>
                  <a:lnTo>
                    <a:pt x="309404" y="235393"/>
                  </a:lnTo>
                  <a:lnTo>
                    <a:pt x="312111" y="230850"/>
                  </a:lnTo>
                  <a:lnTo>
                    <a:pt x="314673" y="226223"/>
                  </a:lnTo>
                  <a:lnTo>
                    <a:pt x="317087" y="221517"/>
                  </a:lnTo>
                  <a:lnTo>
                    <a:pt x="319351" y="216737"/>
                  </a:lnTo>
                  <a:lnTo>
                    <a:pt x="321463" y="211888"/>
                  </a:lnTo>
                  <a:lnTo>
                    <a:pt x="323420" y="206975"/>
                  </a:lnTo>
                  <a:lnTo>
                    <a:pt x="325221" y="202002"/>
                  </a:lnTo>
                  <a:lnTo>
                    <a:pt x="326864" y="196975"/>
                  </a:lnTo>
                  <a:lnTo>
                    <a:pt x="328347" y="191898"/>
                  </a:lnTo>
                  <a:lnTo>
                    <a:pt x="329669" y="186777"/>
                  </a:lnTo>
                  <a:lnTo>
                    <a:pt x="330828" y="181617"/>
                  </a:lnTo>
                  <a:lnTo>
                    <a:pt x="331823" y="176422"/>
                  </a:lnTo>
                  <a:lnTo>
                    <a:pt x="332653" y="171199"/>
                  </a:lnTo>
                  <a:lnTo>
                    <a:pt x="333318" y="165952"/>
                  </a:lnTo>
                  <a:lnTo>
                    <a:pt x="333816" y="160687"/>
                  </a:lnTo>
                  <a:lnTo>
                    <a:pt x="334148" y="155408"/>
                  </a:lnTo>
                  <a:lnTo>
                    <a:pt x="334312" y="150122"/>
                  </a:lnTo>
                  <a:lnTo>
                    <a:pt x="334309" y="144833"/>
                  </a:lnTo>
                  <a:lnTo>
                    <a:pt x="334139" y="139547"/>
                  </a:lnTo>
                  <a:lnTo>
                    <a:pt x="333801" y="134269"/>
                  </a:lnTo>
                  <a:lnTo>
                    <a:pt x="333297" y="129004"/>
                  </a:lnTo>
                  <a:lnTo>
                    <a:pt x="332627" y="123758"/>
                  </a:lnTo>
                  <a:lnTo>
                    <a:pt x="331791" y="118535"/>
                  </a:lnTo>
                  <a:lnTo>
                    <a:pt x="330790" y="113342"/>
                  </a:lnTo>
                  <a:lnTo>
                    <a:pt x="329625" y="108183"/>
                  </a:lnTo>
                  <a:lnTo>
                    <a:pt x="328298" y="103063"/>
                  </a:lnTo>
                  <a:lnTo>
                    <a:pt x="326809" y="97988"/>
                  </a:lnTo>
                  <a:lnTo>
                    <a:pt x="325161" y="92963"/>
                  </a:lnTo>
                  <a:lnTo>
                    <a:pt x="323354" y="87992"/>
                  </a:lnTo>
                  <a:lnTo>
                    <a:pt x="321391" y="83081"/>
                  </a:lnTo>
                  <a:lnTo>
                    <a:pt x="319274" y="78234"/>
                  </a:lnTo>
                  <a:lnTo>
                    <a:pt x="317004" y="73457"/>
                  </a:lnTo>
                  <a:lnTo>
                    <a:pt x="314585" y="68754"/>
                  </a:lnTo>
                  <a:lnTo>
                    <a:pt x="312018" y="64130"/>
                  </a:lnTo>
                  <a:lnTo>
                    <a:pt x="309306" y="59589"/>
                  </a:lnTo>
                  <a:lnTo>
                    <a:pt x="306451" y="55137"/>
                  </a:lnTo>
                  <a:lnTo>
                    <a:pt x="303457" y="50777"/>
                  </a:lnTo>
                  <a:lnTo>
                    <a:pt x="300327" y="46514"/>
                  </a:lnTo>
                  <a:lnTo>
                    <a:pt x="297064" y="42352"/>
                  </a:lnTo>
                  <a:lnTo>
                    <a:pt x="293670" y="38295"/>
                  </a:lnTo>
                  <a:lnTo>
                    <a:pt x="290150" y="34348"/>
                  </a:lnTo>
                  <a:lnTo>
                    <a:pt x="286507" y="30514"/>
                  </a:lnTo>
                  <a:lnTo>
                    <a:pt x="282744" y="26797"/>
                  </a:lnTo>
                  <a:lnTo>
                    <a:pt x="278866" y="23201"/>
                  </a:lnTo>
                  <a:lnTo>
                    <a:pt x="274875" y="19730"/>
                  </a:lnTo>
                  <a:lnTo>
                    <a:pt x="270777" y="16387"/>
                  </a:lnTo>
                  <a:lnTo>
                    <a:pt x="266576" y="13175"/>
                  </a:lnTo>
                  <a:lnTo>
                    <a:pt x="262274" y="10097"/>
                  </a:lnTo>
                  <a:lnTo>
                    <a:pt x="257878" y="7157"/>
                  </a:lnTo>
                  <a:lnTo>
                    <a:pt x="167164" y="147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90713" cy="167167"/>
            </a:xfrm>
            <a:custGeom>
              <a:avLst/>
              <a:pathLst>
                <a:path w="90713" h="167167">
                  <a:moveTo>
                    <a:pt x="90713" y="26753"/>
                  </a:moveTo>
                  <a:lnTo>
                    <a:pt x="85925" y="23773"/>
                  </a:lnTo>
                  <a:lnTo>
                    <a:pt x="81039" y="20956"/>
                  </a:lnTo>
                  <a:lnTo>
                    <a:pt x="76060" y="18306"/>
                  </a:lnTo>
                  <a:lnTo>
                    <a:pt x="70995" y="15824"/>
                  </a:lnTo>
                  <a:lnTo>
                    <a:pt x="65849" y="13516"/>
                  </a:lnTo>
                  <a:lnTo>
                    <a:pt x="60629" y="11382"/>
                  </a:lnTo>
                  <a:lnTo>
                    <a:pt x="55339" y="9425"/>
                  </a:lnTo>
                  <a:lnTo>
                    <a:pt x="49986" y="7648"/>
                  </a:lnTo>
                  <a:lnTo>
                    <a:pt x="44576" y="6053"/>
                  </a:lnTo>
                  <a:lnTo>
                    <a:pt x="39116" y="4640"/>
                  </a:lnTo>
                  <a:lnTo>
                    <a:pt x="33611" y="3413"/>
                  </a:lnTo>
                  <a:lnTo>
                    <a:pt x="28068" y="2373"/>
                  </a:lnTo>
                  <a:lnTo>
                    <a:pt x="22492" y="1520"/>
                  </a:lnTo>
                  <a:lnTo>
                    <a:pt x="16892" y="855"/>
                  </a:lnTo>
                  <a:lnTo>
                    <a:pt x="11272" y="380"/>
                  </a:lnTo>
                  <a:lnTo>
                    <a:pt x="563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8250" y="941493"/>
              <a:ext cx="47965" cy="167167"/>
            </a:xfrm>
            <a:custGeom>
              <a:avLst/>
              <a:pathLst>
                <a:path w="47965" h="167167">
                  <a:moveTo>
                    <a:pt x="47965" y="0"/>
                  </a:moveTo>
                  <a:lnTo>
                    <a:pt x="41885" y="110"/>
                  </a:lnTo>
                  <a:lnTo>
                    <a:pt x="35814" y="442"/>
                  </a:lnTo>
                  <a:lnTo>
                    <a:pt x="29758" y="994"/>
                  </a:lnTo>
                  <a:lnTo>
                    <a:pt x="23726" y="1766"/>
                  </a:lnTo>
                  <a:lnTo>
                    <a:pt x="17727" y="2757"/>
                  </a:lnTo>
                  <a:lnTo>
                    <a:pt x="11767" y="3966"/>
                  </a:lnTo>
                  <a:lnTo>
                    <a:pt x="5855" y="5390"/>
                  </a:lnTo>
                  <a:lnTo>
                    <a:pt x="0" y="7029"/>
                  </a:lnTo>
                  <a:lnTo>
                    <a:pt x="479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250" y="948522"/>
              <a:ext cx="47965" cy="160138"/>
            </a:xfrm>
            <a:custGeom>
              <a:avLst/>
              <a:pathLst>
                <a:path w="47965" h="160138">
                  <a:moveTo>
                    <a:pt x="0" y="0"/>
                  </a:moveTo>
                  <a:lnTo>
                    <a:pt x="47965" y="160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49" y="948522"/>
              <a:ext cx="167166" cy="302426"/>
            </a:xfrm>
            <a:custGeom>
              <a:avLst/>
              <a:pathLst>
                <a:path w="167166" h="302426">
                  <a:moveTo>
                    <a:pt x="119200" y="0"/>
                  </a:moveTo>
                  <a:lnTo>
                    <a:pt x="114115" y="1612"/>
                  </a:lnTo>
                  <a:lnTo>
                    <a:pt x="109083" y="3385"/>
                  </a:lnTo>
                  <a:lnTo>
                    <a:pt x="104110" y="5319"/>
                  </a:lnTo>
                  <a:lnTo>
                    <a:pt x="99202" y="7410"/>
                  </a:lnTo>
                  <a:lnTo>
                    <a:pt x="94363" y="9656"/>
                  </a:lnTo>
                  <a:lnTo>
                    <a:pt x="89598" y="12056"/>
                  </a:lnTo>
                  <a:lnTo>
                    <a:pt x="84912" y="14607"/>
                  </a:lnTo>
                  <a:lnTo>
                    <a:pt x="80310" y="17306"/>
                  </a:lnTo>
                  <a:lnTo>
                    <a:pt x="75796" y="20150"/>
                  </a:lnTo>
                  <a:lnTo>
                    <a:pt x="71376" y="23137"/>
                  </a:lnTo>
                  <a:lnTo>
                    <a:pt x="67053" y="26264"/>
                  </a:lnTo>
                  <a:lnTo>
                    <a:pt x="62832" y="29527"/>
                  </a:lnTo>
                  <a:lnTo>
                    <a:pt x="58717" y="32923"/>
                  </a:lnTo>
                  <a:lnTo>
                    <a:pt x="54712" y="36448"/>
                  </a:lnTo>
                  <a:lnTo>
                    <a:pt x="50823" y="40100"/>
                  </a:lnTo>
                  <a:lnTo>
                    <a:pt x="47051" y="43873"/>
                  </a:lnTo>
                  <a:lnTo>
                    <a:pt x="43402" y="47766"/>
                  </a:lnTo>
                  <a:lnTo>
                    <a:pt x="39879" y="51772"/>
                  </a:lnTo>
                  <a:lnTo>
                    <a:pt x="36486" y="55889"/>
                  </a:lnTo>
                  <a:lnTo>
                    <a:pt x="33226" y="60113"/>
                  </a:lnTo>
                  <a:lnTo>
                    <a:pt x="30102" y="64438"/>
                  </a:lnTo>
                  <a:lnTo>
                    <a:pt x="27118" y="68860"/>
                  </a:lnTo>
                  <a:lnTo>
                    <a:pt x="24277" y="73376"/>
                  </a:lnTo>
                  <a:lnTo>
                    <a:pt x="21581" y="77980"/>
                  </a:lnTo>
                  <a:lnTo>
                    <a:pt x="19033" y="82668"/>
                  </a:lnTo>
                  <a:lnTo>
                    <a:pt x="16637" y="87434"/>
                  </a:lnTo>
                  <a:lnTo>
                    <a:pt x="14393" y="92275"/>
                  </a:lnTo>
                  <a:lnTo>
                    <a:pt x="12305" y="97184"/>
                  </a:lnTo>
                  <a:lnTo>
                    <a:pt x="10375" y="102158"/>
                  </a:lnTo>
                  <a:lnTo>
                    <a:pt x="8605" y="107191"/>
                  </a:lnTo>
                  <a:lnTo>
                    <a:pt x="6996" y="112278"/>
                  </a:lnTo>
                  <a:lnTo>
                    <a:pt x="5551" y="117413"/>
                  </a:lnTo>
                  <a:lnTo>
                    <a:pt x="4269" y="122593"/>
                  </a:lnTo>
                  <a:lnTo>
                    <a:pt x="3154" y="127810"/>
                  </a:lnTo>
                  <a:lnTo>
                    <a:pt x="2206" y="133060"/>
                  </a:lnTo>
                  <a:lnTo>
                    <a:pt x="1426" y="138338"/>
                  </a:lnTo>
                  <a:lnTo>
                    <a:pt x="815" y="143638"/>
                  </a:lnTo>
                  <a:lnTo>
                    <a:pt x="373" y="148955"/>
                  </a:lnTo>
                  <a:lnTo>
                    <a:pt x="101" y="154283"/>
                  </a:lnTo>
                  <a:lnTo>
                    <a:pt x="0" y="159617"/>
                  </a:lnTo>
                  <a:lnTo>
                    <a:pt x="68" y="164952"/>
                  </a:lnTo>
                  <a:lnTo>
                    <a:pt x="307" y="170282"/>
                  </a:lnTo>
                  <a:lnTo>
                    <a:pt x="715" y="175601"/>
                  </a:lnTo>
                  <a:lnTo>
                    <a:pt x="1294" y="180905"/>
                  </a:lnTo>
                  <a:lnTo>
                    <a:pt x="2041" y="186188"/>
                  </a:lnTo>
                  <a:lnTo>
                    <a:pt x="2956" y="191444"/>
                  </a:lnTo>
                  <a:lnTo>
                    <a:pt x="4039" y="196668"/>
                  </a:lnTo>
                  <a:lnTo>
                    <a:pt x="5288" y="201855"/>
                  </a:lnTo>
                  <a:lnTo>
                    <a:pt x="6701" y="206999"/>
                  </a:lnTo>
                  <a:lnTo>
                    <a:pt x="8279" y="212096"/>
                  </a:lnTo>
                  <a:lnTo>
                    <a:pt x="10018" y="217140"/>
                  </a:lnTo>
                  <a:lnTo>
                    <a:pt x="11917" y="222126"/>
                  </a:lnTo>
                  <a:lnTo>
                    <a:pt x="13974" y="227048"/>
                  </a:lnTo>
                  <a:lnTo>
                    <a:pt x="16187" y="231903"/>
                  </a:lnTo>
                  <a:lnTo>
                    <a:pt x="18554" y="236684"/>
                  </a:lnTo>
                  <a:lnTo>
                    <a:pt x="21072" y="241388"/>
                  </a:lnTo>
                  <a:lnTo>
                    <a:pt x="23739" y="246008"/>
                  </a:lnTo>
                  <a:lnTo>
                    <a:pt x="26553" y="250541"/>
                  </a:lnTo>
                  <a:lnTo>
                    <a:pt x="29509" y="254983"/>
                  </a:lnTo>
                  <a:lnTo>
                    <a:pt x="32606" y="259327"/>
                  </a:lnTo>
                  <a:lnTo>
                    <a:pt x="35840" y="263570"/>
                  </a:lnTo>
                  <a:lnTo>
                    <a:pt x="39207" y="267709"/>
                  </a:lnTo>
                  <a:lnTo>
                    <a:pt x="42705" y="271737"/>
                  </a:lnTo>
                  <a:lnTo>
                    <a:pt x="46330" y="275652"/>
                  </a:lnTo>
                  <a:lnTo>
                    <a:pt x="50077" y="279449"/>
                  </a:lnTo>
                  <a:lnTo>
                    <a:pt x="53944" y="283125"/>
                  </a:lnTo>
                  <a:lnTo>
                    <a:pt x="57927" y="286675"/>
                  </a:lnTo>
                  <a:lnTo>
                    <a:pt x="62020" y="290097"/>
                  </a:lnTo>
                  <a:lnTo>
                    <a:pt x="66221" y="293386"/>
                  </a:lnTo>
                  <a:lnTo>
                    <a:pt x="70525" y="296539"/>
                  </a:lnTo>
                  <a:lnTo>
                    <a:pt x="74927" y="299554"/>
                  </a:lnTo>
                  <a:lnTo>
                    <a:pt x="79422" y="302426"/>
                  </a:lnTo>
                  <a:lnTo>
                    <a:pt x="167166" y="1601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98472" y="941493"/>
              <a:ext cx="254902" cy="334324"/>
            </a:xfrm>
            <a:custGeom>
              <a:avLst/>
              <a:pathLst>
                <a:path w="254902" h="334324">
                  <a:moveTo>
                    <a:pt x="0" y="309455"/>
                  </a:moveTo>
                  <a:lnTo>
                    <a:pt x="4575" y="312177"/>
                  </a:lnTo>
                  <a:lnTo>
                    <a:pt x="9234" y="314752"/>
                  </a:lnTo>
                  <a:lnTo>
                    <a:pt x="13973" y="317177"/>
                  </a:lnTo>
                  <a:lnTo>
                    <a:pt x="18787" y="319450"/>
                  </a:lnTo>
                  <a:lnTo>
                    <a:pt x="23671" y="321568"/>
                  </a:lnTo>
                  <a:lnTo>
                    <a:pt x="28619" y="323530"/>
                  </a:lnTo>
                  <a:lnTo>
                    <a:pt x="33628" y="325333"/>
                  </a:lnTo>
                  <a:lnTo>
                    <a:pt x="38692" y="326976"/>
                  </a:lnTo>
                  <a:lnTo>
                    <a:pt x="43805" y="328457"/>
                  </a:lnTo>
                  <a:lnTo>
                    <a:pt x="48963" y="329774"/>
                  </a:lnTo>
                  <a:lnTo>
                    <a:pt x="54160" y="330926"/>
                  </a:lnTo>
                  <a:lnTo>
                    <a:pt x="59392" y="331913"/>
                  </a:lnTo>
                  <a:lnTo>
                    <a:pt x="64652" y="332732"/>
                  </a:lnTo>
                  <a:lnTo>
                    <a:pt x="69935" y="333383"/>
                  </a:lnTo>
                  <a:lnTo>
                    <a:pt x="75237" y="333866"/>
                  </a:lnTo>
                  <a:lnTo>
                    <a:pt x="80551" y="334180"/>
                  </a:lnTo>
                  <a:lnTo>
                    <a:pt x="85872" y="334324"/>
                  </a:lnTo>
                  <a:lnTo>
                    <a:pt x="91196" y="334299"/>
                  </a:lnTo>
                  <a:lnTo>
                    <a:pt x="96515" y="334104"/>
                  </a:lnTo>
                  <a:lnTo>
                    <a:pt x="101826" y="333740"/>
                  </a:lnTo>
                  <a:lnTo>
                    <a:pt x="107123" y="333207"/>
                  </a:lnTo>
                  <a:lnTo>
                    <a:pt x="112400" y="332506"/>
                  </a:lnTo>
                  <a:lnTo>
                    <a:pt x="117652" y="331637"/>
                  </a:lnTo>
                  <a:lnTo>
                    <a:pt x="122874" y="330601"/>
                  </a:lnTo>
                  <a:lnTo>
                    <a:pt x="128060" y="329400"/>
                  </a:lnTo>
                  <a:lnTo>
                    <a:pt x="133205" y="328034"/>
                  </a:lnTo>
                  <a:lnTo>
                    <a:pt x="138304" y="326505"/>
                  </a:lnTo>
                  <a:lnTo>
                    <a:pt x="143352" y="324814"/>
                  </a:lnTo>
                  <a:lnTo>
                    <a:pt x="148344" y="322963"/>
                  </a:lnTo>
                  <a:lnTo>
                    <a:pt x="153274" y="320955"/>
                  </a:lnTo>
                  <a:lnTo>
                    <a:pt x="158137" y="318790"/>
                  </a:lnTo>
                  <a:lnTo>
                    <a:pt x="162929" y="316472"/>
                  </a:lnTo>
                  <a:lnTo>
                    <a:pt x="167645" y="314002"/>
                  </a:lnTo>
                  <a:lnTo>
                    <a:pt x="172280" y="311384"/>
                  </a:lnTo>
                  <a:lnTo>
                    <a:pt x="176829" y="308619"/>
                  </a:lnTo>
                  <a:lnTo>
                    <a:pt x="181288" y="305711"/>
                  </a:lnTo>
                  <a:lnTo>
                    <a:pt x="185652" y="302662"/>
                  </a:lnTo>
                  <a:lnTo>
                    <a:pt x="189916" y="299476"/>
                  </a:lnTo>
                  <a:lnTo>
                    <a:pt x="194078" y="296155"/>
                  </a:lnTo>
                  <a:lnTo>
                    <a:pt x="198131" y="292704"/>
                  </a:lnTo>
                  <a:lnTo>
                    <a:pt x="202072" y="289126"/>
                  </a:lnTo>
                  <a:lnTo>
                    <a:pt x="205897" y="285423"/>
                  </a:lnTo>
                  <a:lnTo>
                    <a:pt x="209603" y="281601"/>
                  </a:lnTo>
                  <a:lnTo>
                    <a:pt x="213185" y="277663"/>
                  </a:lnTo>
                  <a:lnTo>
                    <a:pt x="216639" y="273613"/>
                  </a:lnTo>
                  <a:lnTo>
                    <a:pt x="219963" y="269455"/>
                  </a:lnTo>
                  <a:lnTo>
                    <a:pt x="223153" y="265193"/>
                  </a:lnTo>
                  <a:lnTo>
                    <a:pt x="226206" y="260832"/>
                  </a:lnTo>
                  <a:lnTo>
                    <a:pt x="229118" y="256375"/>
                  </a:lnTo>
                  <a:lnTo>
                    <a:pt x="231887" y="251829"/>
                  </a:lnTo>
                  <a:lnTo>
                    <a:pt x="234509" y="247196"/>
                  </a:lnTo>
                  <a:lnTo>
                    <a:pt x="236983" y="242482"/>
                  </a:lnTo>
                  <a:lnTo>
                    <a:pt x="239306" y="237692"/>
                  </a:lnTo>
                  <a:lnTo>
                    <a:pt x="241474" y="232830"/>
                  </a:lnTo>
                  <a:lnTo>
                    <a:pt x="243487" y="227902"/>
                  </a:lnTo>
                  <a:lnTo>
                    <a:pt x="245342" y="222912"/>
                  </a:lnTo>
                  <a:lnTo>
                    <a:pt x="247037" y="217866"/>
                  </a:lnTo>
                  <a:lnTo>
                    <a:pt x="248571" y="212768"/>
                  </a:lnTo>
                  <a:lnTo>
                    <a:pt x="249941" y="207624"/>
                  </a:lnTo>
                  <a:lnTo>
                    <a:pt x="251147" y="202439"/>
                  </a:lnTo>
                  <a:lnTo>
                    <a:pt x="252187" y="197218"/>
                  </a:lnTo>
                  <a:lnTo>
                    <a:pt x="253061" y="191967"/>
                  </a:lnTo>
                  <a:lnTo>
                    <a:pt x="253767" y="186691"/>
                  </a:lnTo>
                  <a:lnTo>
                    <a:pt x="254304" y="181394"/>
                  </a:lnTo>
                  <a:lnTo>
                    <a:pt x="254673" y="176084"/>
                  </a:lnTo>
                  <a:lnTo>
                    <a:pt x="254872" y="170764"/>
                  </a:lnTo>
                  <a:lnTo>
                    <a:pt x="254902" y="165441"/>
                  </a:lnTo>
                  <a:lnTo>
                    <a:pt x="254762" y="160119"/>
                  </a:lnTo>
                  <a:lnTo>
                    <a:pt x="254453" y="154805"/>
                  </a:lnTo>
                  <a:lnTo>
                    <a:pt x="253975" y="149503"/>
                  </a:lnTo>
                  <a:lnTo>
                    <a:pt x="253328" y="144219"/>
                  </a:lnTo>
                  <a:lnTo>
                    <a:pt x="252513" y="138958"/>
                  </a:lnTo>
                  <a:lnTo>
                    <a:pt x="251532" y="133726"/>
                  </a:lnTo>
                  <a:lnTo>
                    <a:pt x="250384" y="128528"/>
                  </a:lnTo>
                  <a:lnTo>
                    <a:pt x="249071" y="123369"/>
                  </a:lnTo>
                  <a:lnTo>
                    <a:pt x="247595" y="118254"/>
                  </a:lnTo>
                  <a:lnTo>
                    <a:pt x="245956" y="113189"/>
                  </a:lnTo>
                  <a:lnTo>
                    <a:pt x="244157" y="108179"/>
                  </a:lnTo>
                  <a:lnTo>
                    <a:pt x="242200" y="103228"/>
                  </a:lnTo>
                  <a:lnTo>
                    <a:pt x="240085" y="98343"/>
                  </a:lnTo>
                  <a:lnTo>
                    <a:pt x="237817" y="93527"/>
                  </a:lnTo>
                  <a:lnTo>
                    <a:pt x="235396" y="88786"/>
                  </a:lnTo>
                  <a:lnTo>
                    <a:pt x="232825" y="84124"/>
                  </a:lnTo>
                  <a:lnTo>
                    <a:pt x="230108" y="79546"/>
                  </a:lnTo>
                  <a:lnTo>
                    <a:pt x="227245" y="75058"/>
                  </a:lnTo>
                  <a:lnTo>
                    <a:pt x="224242" y="70663"/>
                  </a:lnTo>
                  <a:lnTo>
                    <a:pt x="221100" y="66365"/>
                  </a:lnTo>
                  <a:lnTo>
                    <a:pt x="217823" y="62170"/>
                  </a:lnTo>
                  <a:lnTo>
                    <a:pt x="214414" y="58082"/>
                  </a:lnTo>
                  <a:lnTo>
                    <a:pt x="210876" y="54104"/>
                  </a:lnTo>
                  <a:lnTo>
                    <a:pt x="207213" y="50240"/>
                  </a:lnTo>
                  <a:lnTo>
                    <a:pt x="203430" y="46496"/>
                  </a:lnTo>
                  <a:lnTo>
                    <a:pt x="199529" y="42873"/>
                  </a:lnTo>
                  <a:lnTo>
                    <a:pt x="195515" y="39377"/>
                  </a:lnTo>
                  <a:lnTo>
                    <a:pt x="191391" y="36010"/>
                  </a:lnTo>
                  <a:lnTo>
                    <a:pt x="187162" y="32776"/>
                  </a:lnTo>
                  <a:lnTo>
                    <a:pt x="182833" y="29679"/>
                  </a:lnTo>
                  <a:lnTo>
                    <a:pt x="178407" y="26721"/>
                  </a:lnTo>
                  <a:lnTo>
                    <a:pt x="173889" y="23905"/>
                  </a:lnTo>
                  <a:lnTo>
                    <a:pt x="169284" y="21235"/>
                  </a:lnTo>
                  <a:lnTo>
                    <a:pt x="164596" y="18713"/>
                  </a:lnTo>
                  <a:lnTo>
                    <a:pt x="159830" y="16341"/>
                  </a:lnTo>
                  <a:lnTo>
                    <a:pt x="154991" y="14122"/>
                  </a:lnTo>
                  <a:lnTo>
                    <a:pt x="150084" y="12058"/>
                  </a:lnTo>
                  <a:lnTo>
                    <a:pt x="145113" y="10152"/>
                  </a:lnTo>
                  <a:lnTo>
                    <a:pt x="140085" y="8405"/>
                  </a:lnTo>
                  <a:lnTo>
                    <a:pt x="135003" y="6819"/>
                  </a:lnTo>
                  <a:lnTo>
                    <a:pt x="129873" y="5395"/>
                  </a:lnTo>
                  <a:lnTo>
                    <a:pt x="124701" y="4136"/>
                  </a:lnTo>
                  <a:lnTo>
                    <a:pt x="119491" y="3042"/>
                  </a:lnTo>
                  <a:lnTo>
                    <a:pt x="114249" y="2114"/>
                  </a:lnTo>
                  <a:lnTo>
                    <a:pt x="108980" y="1354"/>
                  </a:lnTo>
                  <a:lnTo>
                    <a:pt x="103690" y="762"/>
                  </a:lnTo>
                  <a:lnTo>
                    <a:pt x="98383" y="338"/>
                  </a:lnTo>
                  <a:lnTo>
                    <a:pt x="93066" y="84"/>
                  </a:lnTo>
                  <a:lnTo>
                    <a:pt x="87743" y="0"/>
                  </a:lnTo>
                  <a:lnTo>
                    <a:pt x="877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342" y="1071028"/>
              <a:ext cx="167159" cy="179590"/>
            </a:xfrm>
            <a:custGeom>
              <a:avLst/>
              <a:pathLst>
                <a:path w="167159" h="179590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3" y="2169"/>
                  </a:lnTo>
                  <a:lnTo>
                    <a:pt x="135005" y="3121"/>
                  </a:lnTo>
                  <a:lnTo>
                    <a:pt x="129731" y="4243"/>
                  </a:lnTo>
                  <a:lnTo>
                    <a:pt x="124496" y="5535"/>
                  </a:lnTo>
                  <a:lnTo>
                    <a:pt x="119305" y="6995"/>
                  </a:lnTo>
                  <a:lnTo>
                    <a:pt x="114164" y="8622"/>
                  </a:lnTo>
                  <a:lnTo>
                    <a:pt x="109078" y="10414"/>
                  </a:lnTo>
                  <a:lnTo>
                    <a:pt x="104052" y="12369"/>
                  </a:lnTo>
                  <a:lnTo>
                    <a:pt x="99092" y="14485"/>
                  </a:lnTo>
                  <a:lnTo>
                    <a:pt x="94203" y="16759"/>
                  </a:lnTo>
                  <a:lnTo>
                    <a:pt x="89390" y="19191"/>
                  </a:lnTo>
                  <a:lnTo>
                    <a:pt x="84658" y="21776"/>
                  </a:lnTo>
                  <a:lnTo>
                    <a:pt x="80011" y="24512"/>
                  </a:lnTo>
                  <a:lnTo>
                    <a:pt x="75456" y="27397"/>
                  </a:lnTo>
                  <a:lnTo>
                    <a:pt x="70996" y="30428"/>
                  </a:lnTo>
                  <a:lnTo>
                    <a:pt x="66635" y="33601"/>
                  </a:lnTo>
                  <a:lnTo>
                    <a:pt x="62380" y="36912"/>
                  </a:lnTo>
                  <a:lnTo>
                    <a:pt x="58233" y="40359"/>
                  </a:lnTo>
                  <a:lnTo>
                    <a:pt x="54200" y="43939"/>
                  </a:lnTo>
                  <a:lnTo>
                    <a:pt x="50284" y="47646"/>
                  </a:lnTo>
                  <a:lnTo>
                    <a:pt x="46490" y="51478"/>
                  </a:lnTo>
                  <a:lnTo>
                    <a:pt x="42822" y="55430"/>
                  </a:lnTo>
                  <a:lnTo>
                    <a:pt x="39282" y="59498"/>
                  </a:lnTo>
                  <a:lnTo>
                    <a:pt x="35876" y="63678"/>
                  </a:lnTo>
                  <a:lnTo>
                    <a:pt x="32607" y="67967"/>
                  </a:lnTo>
                  <a:lnTo>
                    <a:pt x="29477" y="72358"/>
                  </a:lnTo>
                  <a:lnTo>
                    <a:pt x="26491" y="76848"/>
                  </a:lnTo>
                  <a:lnTo>
                    <a:pt x="23651" y="81432"/>
                  </a:lnTo>
                  <a:lnTo>
                    <a:pt x="20961" y="86105"/>
                  </a:lnTo>
                  <a:lnTo>
                    <a:pt x="18422" y="90862"/>
                  </a:lnTo>
                  <a:lnTo>
                    <a:pt x="16039" y="95699"/>
                  </a:lnTo>
                  <a:lnTo>
                    <a:pt x="13812" y="100610"/>
                  </a:lnTo>
                  <a:lnTo>
                    <a:pt x="11745" y="105591"/>
                  </a:lnTo>
                  <a:lnTo>
                    <a:pt x="9840" y="110636"/>
                  </a:lnTo>
                  <a:lnTo>
                    <a:pt x="8099" y="115739"/>
                  </a:lnTo>
                  <a:lnTo>
                    <a:pt x="6523" y="120896"/>
                  </a:lnTo>
                  <a:lnTo>
                    <a:pt x="5114" y="126101"/>
                  </a:lnTo>
                  <a:lnTo>
                    <a:pt x="3874" y="131349"/>
                  </a:lnTo>
                  <a:lnTo>
                    <a:pt x="2803" y="136634"/>
                  </a:lnTo>
                  <a:lnTo>
                    <a:pt x="1904" y="141950"/>
                  </a:lnTo>
                  <a:lnTo>
                    <a:pt x="1177" y="147294"/>
                  </a:lnTo>
                  <a:lnTo>
                    <a:pt x="622" y="152657"/>
                  </a:lnTo>
                  <a:lnTo>
                    <a:pt x="241" y="158036"/>
                  </a:lnTo>
                  <a:lnTo>
                    <a:pt x="33" y="163424"/>
                  </a:lnTo>
                  <a:lnTo>
                    <a:pt x="0" y="168817"/>
                  </a:lnTo>
                  <a:lnTo>
                    <a:pt x="140" y="174207"/>
                  </a:lnTo>
                  <a:lnTo>
                    <a:pt x="454" y="17959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796" y="1238196"/>
              <a:ext cx="166705" cy="12423"/>
            </a:xfrm>
            <a:custGeom>
              <a:avLst/>
              <a:pathLst>
                <a:path w="166705" h="12423">
                  <a:moveTo>
                    <a:pt x="0" y="12423"/>
                  </a:moveTo>
                  <a:lnTo>
                    <a:pt x="1667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796" y="1072555"/>
              <a:ext cx="333866" cy="332805"/>
            </a:xfrm>
            <a:custGeom>
              <a:avLst/>
              <a:pathLst>
                <a:path w="333866" h="332805">
                  <a:moveTo>
                    <a:pt x="0" y="178064"/>
                  </a:moveTo>
                  <a:lnTo>
                    <a:pt x="477" y="183343"/>
                  </a:lnTo>
                  <a:lnTo>
                    <a:pt x="1122" y="188604"/>
                  </a:lnTo>
                  <a:lnTo>
                    <a:pt x="1933" y="193842"/>
                  </a:lnTo>
                  <a:lnTo>
                    <a:pt x="2910" y="199052"/>
                  </a:lnTo>
                  <a:lnTo>
                    <a:pt x="4052" y="204228"/>
                  </a:lnTo>
                  <a:lnTo>
                    <a:pt x="5357" y="209366"/>
                  </a:lnTo>
                  <a:lnTo>
                    <a:pt x="6824" y="214459"/>
                  </a:lnTo>
                  <a:lnTo>
                    <a:pt x="8453" y="219503"/>
                  </a:lnTo>
                  <a:lnTo>
                    <a:pt x="10240" y="224493"/>
                  </a:lnTo>
                  <a:lnTo>
                    <a:pt x="12184" y="229424"/>
                  </a:lnTo>
                  <a:lnTo>
                    <a:pt x="14284" y="234291"/>
                  </a:lnTo>
                  <a:lnTo>
                    <a:pt x="16537" y="239089"/>
                  </a:lnTo>
                  <a:lnTo>
                    <a:pt x="18941" y="243813"/>
                  </a:lnTo>
                  <a:lnTo>
                    <a:pt x="21494" y="248459"/>
                  </a:lnTo>
                  <a:lnTo>
                    <a:pt x="24193" y="253021"/>
                  </a:lnTo>
                  <a:lnTo>
                    <a:pt x="27035" y="257495"/>
                  </a:lnTo>
                  <a:lnTo>
                    <a:pt x="30017" y="261877"/>
                  </a:lnTo>
                  <a:lnTo>
                    <a:pt x="33137" y="266162"/>
                  </a:lnTo>
                  <a:lnTo>
                    <a:pt x="36391" y="270346"/>
                  </a:lnTo>
                  <a:lnTo>
                    <a:pt x="39776" y="274425"/>
                  </a:lnTo>
                  <a:lnTo>
                    <a:pt x="43289" y="278395"/>
                  </a:lnTo>
                  <a:lnTo>
                    <a:pt x="46926" y="282251"/>
                  </a:lnTo>
                  <a:lnTo>
                    <a:pt x="50683" y="285990"/>
                  </a:lnTo>
                  <a:lnTo>
                    <a:pt x="54557" y="289608"/>
                  </a:lnTo>
                  <a:lnTo>
                    <a:pt x="58544" y="293101"/>
                  </a:lnTo>
                  <a:lnTo>
                    <a:pt x="62639" y="296466"/>
                  </a:lnTo>
                  <a:lnTo>
                    <a:pt x="66839" y="299699"/>
                  </a:lnTo>
                  <a:lnTo>
                    <a:pt x="71140" y="302798"/>
                  </a:lnTo>
                  <a:lnTo>
                    <a:pt x="75536" y="305759"/>
                  </a:lnTo>
                  <a:lnTo>
                    <a:pt x="80024" y="308579"/>
                  </a:lnTo>
                  <a:lnTo>
                    <a:pt x="84600" y="311255"/>
                  </a:lnTo>
                  <a:lnTo>
                    <a:pt x="89258" y="313785"/>
                  </a:lnTo>
                  <a:lnTo>
                    <a:pt x="93993" y="316166"/>
                  </a:lnTo>
                  <a:lnTo>
                    <a:pt x="98802" y="318396"/>
                  </a:lnTo>
                  <a:lnTo>
                    <a:pt x="103679" y="320472"/>
                  </a:lnTo>
                  <a:lnTo>
                    <a:pt x="108620" y="322392"/>
                  </a:lnTo>
                  <a:lnTo>
                    <a:pt x="113619" y="324155"/>
                  </a:lnTo>
                  <a:lnTo>
                    <a:pt x="118671" y="325758"/>
                  </a:lnTo>
                  <a:lnTo>
                    <a:pt x="123771" y="327201"/>
                  </a:lnTo>
                  <a:lnTo>
                    <a:pt x="128915" y="328481"/>
                  </a:lnTo>
                  <a:lnTo>
                    <a:pt x="134097" y="329597"/>
                  </a:lnTo>
                  <a:lnTo>
                    <a:pt x="139311" y="330548"/>
                  </a:lnTo>
                  <a:lnTo>
                    <a:pt x="144553" y="331334"/>
                  </a:lnTo>
                  <a:lnTo>
                    <a:pt x="149818" y="331953"/>
                  </a:lnTo>
                  <a:lnTo>
                    <a:pt x="155099" y="332404"/>
                  </a:lnTo>
                  <a:lnTo>
                    <a:pt x="160392" y="332689"/>
                  </a:lnTo>
                  <a:lnTo>
                    <a:pt x="165691" y="332805"/>
                  </a:lnTo>
                  <a:lnTo>
                    <a:pt x="170992" y="332753"/>
                  </a:lnTo>
                  <a:lnTo>
                    <a:pt x="176288" y="332533"/>
                  </a:lnTo>
                  <a:lnTo>
                    <a:pt x="181574" y="332145"/>
                  </a:lnTo>
                  <a:lnTo>
                    <a:pt x="186846" y="331590"/>
                  </a:lnTo>
                  <a:lnTo>
                    <a:pt x="192097" y="330868"/>
                  </a:lnTo>
                  <a:lnTo>
                    <a:pt x="197322" y="329980"/>
                  </a:lnTo>
                  <a:lnTo>
                    <a:pt x="202517" y="328927"/>
                  </a:lnTo>
                  <a:lnTo>
                    <a:pt x="207676" y="327709"/>
                  </a:lnTo>
                  <a:lnTo>
                    <a:pt x="212794" y="326329"/>
                  </a:lnTo>
                  <a:lnTo>
                    <a:pt x="217865" y="324787"/>
                  </a:lnTo>
                  <a:lnTo>
                    <a:pt x="222885" y="323085"/>
                  </a:lnTo>
                  <a:lnTo>
                    <a:pt x="227848" y="321224"/>
                  </a:lnTo>
                  <a:lnTo>
                    <a:pt x="232750" y="319208"/>
                  </a:lnTo>
                  <a:lnTo>
                    <a:pt x="237586" y="317037"/>
                  </a:lnTo>
                  <a:lnTo>
                    <a:pt x="242350" y="314713"/>
                  </a:lnTo>
                  <a:lnTo>
                    <a:pt x="247038" y="312240"/>
                  </a:lnTo>
                  <a:lnTo>
                    <a:pt x="251646" y="309619"/>
                  </a:lnTo>
                  <a:lnTo>
                    <a:pt x="256168" y="306854"/>
                  </a:lnTo>
                  <a:lnTo>
                    <a:pt x="260600" y="303947"/>
                  </a:lnTo>
                  <a:lnTo>
                    <a:pt x="264938" y="300900"/>
                  </a:lnTo>
                  <a:lnTo>
                    <a:pt x="269177" y="297718"/>
                  </a:lnTo>
                  <a:lnTo>
                    <a:pt x="273312" y="294403"/>
                  </a:lnTo>
                  <a:lnTo>
                    <a:pt x="277341" y="290958"/>
                  </a:lnTo>
                  <a:lnTo>
                    <a:pt x="281259" y="287387"/>
                  </a:lnTo>
                  <a:lnTo>
                    <a:pt x="285061" y="283694"/>
                  </a:lnTo>
                  <a:lnTo>
                    <a:pt x="288744" y="279883"/>
                  </a:lnTo>
                  <a:lnTo>
                    <a:pt x="292305" y="275956"/>
                  </a:lnTo>
                  <a:lnTo>
                    <a:pt x="295739" y="271918"/>
                  </a:lnTo>
                  <a:lnTo>
                    <a:pt x="299044" y="267774"/>
                  </a:lnTo>
                  <a:lnTo>
                    <a:pt x="302215" y="263527"/>
                  </a:lnTo>
                  <a:lnTo>
                    <a:pt x="305251" y="259182"/>
                  </a:lnTo>
                  <a:lnTo>
                    <a:pt x="308147" y="254742"/>
                  </a:lnTo>
                  <a:lnTo>
                    <a:pt x="310900" y="250213"/>
                  </a:lnTo>
                  <a:lnTo>
                    <a:pt x="313509" y="245599"/>
                  </a:lnTo>
                  <a:lnTo>
                    <a:pt x="315971" y="240904"/>
                  </a:lnTo>
                  <a:lnTo>
                    <a:pt x="318282" y="236134"/>
                  </a:lnTo>
                  <a:lnTo>
                    <a:pt x="320440" y="231293"/>
                  </a:lnTo>
                  <a:lnTo>
                    <a:pt x="322445" y="226386"/>
                  </a:lnTo>
                  <a:lnTo>
                    <a:pt x="324292" y="221418"/>
                  </a:lnTo>
                  <a:lnTo>
                    <a:pt x="325981" y="216394"/>
                  </a:lnTo>
                  <a:lnTo>
                    <a:pt x="327510" y="211318"/>
                  </a:lnTo>
                  <a:lnTo>
                    <a:pt x="328878" y="206197"/>
                  </a:lnTo>
                  <a:lnTo>
                    <a:pt x="330082" y="201035"/>
                  </a:lnTo>
                  <a:lnTo>
                    <a:pt x="331122" y="195838"/>
                  </a:lnTo>
                  <a:lnTo>
                    <a:pt x="331997" y="190610"/>
                  </a:lnTo>
                  <a:lnTo>
                    <a:pt x="332705" y="185357"/>
                  </a:lnTo>
                  <a:lnTo>
                    <a:pt x="333247" y="180084"/>
                  </a:lnTo>
                  <a:lnTo>
                    <a:pt x="333621" y="174796"/>
                  </a:lnTo>
                  <a:lnTo>
                    <a:pt x="333828" y="169500"/>
                  </a:lnTo>
                  <a:lnTo>
                    <a:pt x="333866" y="164199"/>
                  </a:lnTo>
                  <a:lnTo>
                    <a:pt x="333736" y="158900"/>
                  </a:lnTo>
                  <a:lnTo>
                    <a:pt x="333439" y="153608"/>
                  </a:lnTo>
                  <a:lnTo>
                    <a:pt x="332973" y="148328"/>
                  </a:lnTo>
                  <a:lnTo>
                    <a:pt x="332341" y="143065"/>
                  </a:lnTo>
                  <a:lnTo>
                    <a:pt x="331542" y="137825"/>
                  </a:lnTo>
                  <a:lnTo>
                    <a:pt x="330577" y="132613"/>
                  </a:lnTo>
                  <a:lnTo>
                    <a:pt x="329448" y="127435"/>
                  </a:lnTo>
                  <a:lnTo>
                    <a:pt x="328155" y="122294"/>
                  </a:lnTo>
                  <a:lnTo>
                    <a:pt x="326699" y="117197"/>
                  </a:lnTo>
                  <a:lnTo>
                    <a:pt x="325083" y="112149"/>
                  </a:lnTo>
                  <a:lnTo>
                    <a:pt x="323307" y="107155"/>
                  </a:lnTo>
                  <a:lnTo>
                    <a:pt x="321374" y="102219"/>
                  </a:lnTo>
                  <a:lnTo>
                    <a:pt x="319286" y="97347"/>
                  </a:lnTo>
                  <a:lnTo>
                    <a:pt x="317044" y="92544"/>
                  </a:lnTo>
                  <a:lnTo>
                    <a:pt x="314651" y="87815"/>
                  </a:lnTo>
                  <a:lnTo>
                    <a:pt x="312109" y="83163"/>
                  </a:lnTo>
                  <a:lnTo>
                    <a:pt x="309421" y="78595"/>
                  </a:lnTo>
                  <a:lnTo>
                    <a:pt x="306590" y="74114"/>
                  </a:lnTo>
                  <a:lnTo>
                    <a:pt x="303618" y="69725"/>
                  </a:lnTo>
                  <a:lnTo>
                    <a:pt x="300508" y="65432"/>
                  </a:lnTo>
                  <a:lnTo>
                    <a:pt x="297264" y="61241"/>
                  </a:lnTo>
                  <a:lnTo>
                    <a:pt x="293888" y="57154"/>
                  </a:lnTo>
                  <a:lnTo>
                    <a:pt x="290385" y="53176"/>
                  </a:lnTo>
                  <a:lnTo>
                    <a:pt x="286757" y="49311"/>
                  </a:lnTo>
                  <a:lnTo>
                    <a:pt x="283008" y="45564"/>
                  </a:lnTo>
                  <a:lnTo>
                    <a:pt x="279143" y="41937"/>
                  </a:lnTo>
                  <a:lnTo>
                    <a:pt x="275164" y="38434"/>
                  </a:lnTo>
                  <a:lnTo>
                    <a:pt x="271077" y="35059"/>
                  </a:lnTo>
                  <a:lnTo>
                    <a:pt x="266885" y="31816"/>
                  </a:lnTo>
                  <a:lnTo>
                    <a:pt x="262591" y="28707"/>
                  </a:lnTo>
                  <a:lnTo>
                    <a:pt x="258202" y="25736"/>
                  </a:lnTo>
                  <a:lnTo>
                    <a:pt x="253720" y="22906"/>
                  </a:lnTo>
                  <a:lnTo>
                    <a:pt x="249151" y="20219"/>
                  </a:lnTo>
                  <a:lnTo>
                    <a:pt x="244499" y="17678"/>
                  </a:lnTo>
                  <a:lnTo>
                    <a:pt x="239769" y="15286"/>
                  </a:lnTo>
                  <a:lnTo>
                    <a:pt x="234966" y="13045"/>
                  </a:lnTo>
                  <a:lnTo>
                    <a:pt x="230093" y="10957"/>
                  </a:lnTo>
                  <a:lnTo>
                    <a:pt x="225157" y="9025"/>
                  </a:lnTo>
                  <a:lnTo>
                    <a:pt x="220163" y="7251"/>
                  </a:lnTo>
                  <a:lnTo>
                    <a:pt x="215114" y="5636"/>
                  </a:lnTo>
                  <a:lnTo>
                    <a:pt x="210017" y="4181"/>
                  </a:lnTo>
                  <a:lnTo>
                    <a:pt x="204876" y="2889"/>
                  </a:lnTo>
                  <a:lnTo>
                    <a:pt x="199697" y="1761"/>
                  </a:lnTo>
                  <a:lnTo>
                    <a:pt x="194485" y="797"/>
                  </a:lnTo>
                  <a:lnTo>
                    <a:pt x="189245" y="0"/>
                  </a:lnTo>
                  <a:lnTo>
                    <a:pt x="166705" y="1656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22540" cy="167167"/>
            </a:xfrm>
            <a:custGeom>
              <a:avLst/>
              <a:pathLst>
                <a:path w="22540" h="167167">
                  <a:moveTo>
                    <a:pt x="22540" y="1526"/>
                  </a:moveTo>
                  <a:lnTo>
                    <a:pt x="15052" y="679"/>
                  </a:lnTo>
                  <a:lnTo>
                    <a:pt x="7533" y="16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1998" y="1322571"/>
              <a:ext cx="66722" cy="167167"/>
            </a:xfrm>
            <a:custGeom>
              <a:avLst/>
              <a:pathLst>
                <a:path w="66722" h="167167">
                  <a:moveTo>
                    <a:pt x="66722" y="0"/>
                  </a:moveTo>
                  <a:lnTo>
                    <a:pt x="61003" y="97"/>
                  </a:lnTo>
                  <a:lnTo>
                    <a:pt x="55291" y="391"/>
                  </a:lnTo>
                  <a:lnTo>
                    <a:pt x="49593" y="879"/>
                  </a:lnTo>
                  <a:lnTo>
                    <a:pt x="43915" y="1563"/>
                  </a:lnTo>
                  <a:lnTo>
                    <a:pt x="38263" y="2440"/>
                  </a:lnTo>
                  <a:lnTo>
                    <a:pt x="32645" y="3510"/>
                  </a:lnTo>
                  <a:lnTo>
                    <a:pt x="27067" y="4771"/>
                  </a:lnTo>
                  <a:lnTo>
                    <a:pt x="21535" y="6223"/>
                  </a:lnTo>
                  <a:lnTo>
                    <a:pt x="16056" y="7862"/>
                  </a:lnTo>
                  <a:lnTo>
                    <a:pt x="10636" y="9689"/>
                  </a:lnTo>
                  <a:lnTo>
                    <a:pt x="5282" y="11700"/>
                  </a:lnTo>
                  <a:lnTo>
                    <a:pt x="0" y="13892"/>
                  </a:lnTo>
                  <a:lnTo>
                    <a:pt x="667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1998" y="1336464"/>
              <a:ext cx="66722" cy="153274"/>
            </a:xfrm>
            <a:custGeom>
              <a:avLst/>
              <a:pathLst>
                <a:path w="66722" h="153274">
                  <a:moveTo>
                    <a:pt x="0" y="0"/>
                  </a:moveTo>
                  <a:lnTo>
                    <a:pt x="66722" y="1532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66" y="1336464"/>
              <a:ext cx="334314" cy="320440"/>
            </a:xfrm>
            <a:custGeom>
              <a:avLst/>
              <a:pathLst>
                <a:path w="334314" h="320440">
                  <a:moveTo>
                    <a:pt x="100432" y="0"/>
                  </a:moveTo>
                  <a:lnTo>
                    <a:pt x="95607" y="2191"/>
                  </a:lnTo>
                  <a:lnTo>
                    <a:pt x="90855" y="4535"/>
                  </a:lnTo>
                  <a:lnTo>
                    <a:pt x="86179" y="7028"/>
                  </a:lnTo>
                  <a:lnTo>
                    <a:pt x="81585" y="9667"/>
                  </a:lnTo>
                  <a:lnTo>
                    <a:pt x="77076" y="12451"/>
                  </a:lnTo>
                  <a:lnTo>
                    <a:pt x="72658" y="15377"/>
                  </a:lnTo>
                  <a:lnTo>
                    <a:pt x="68335" y="18441"/>
                  </a:lnTo>
                  <a:lnTo>
                    <a:pt x="64112" y="21641"/>
                  </a:lnTo>
                  <a:lnTo>
                    <a:pt x="59992" y="24973"/>
                  </a:lnTo>
                  <a:lnTo>
                    <a:pt x="55979" y="28434"/>
                  </a:lnTo>
                  <a:lnTo>
                    <a:pt x="52078" y="32020"/>
                  </a:lnTo>
                  <a:lnTo>
                    <a:pt x="48293" y="35728"/>
                  </a:lnTo>
                  <a:lnTo>
                    <a:pt x="44627" y="39554"/>
                  </a:lnTo>
                  <a:lnTo>
                    <a:pt x="41085" y="43494"/>
                  </a:lnTo>
                  <a:lnTo>
                    <a:pt x="37669" y="47545"/>
                  </a:lnTo>
                  <a:lnTo>
                    <a:pt x="34383" y="51702"/>
                  </a:lnTo>
                  <a:lnTo>
                    <a:pt x="31230" y="55961"/>
                  </a:lnTo>
                  <a:lnTo>
                    <a:pt x="28214" y="60318"/>
                  </a:lnTo>
                  <a:lnTo>
                    <a:pt x="25338" y="64768"/>
                  </a:lnTo>
                  <a:lnTo>
                    <a:pt x="22604" y="69307"/>
                  </a:lnTo>
                  <a:lnTo>
                    <a:pt x="20016" y="73931"/>
                  </a:lnTo>
                  <a:lnTo>
                    <a:pt x="17575" y="78634"/>
                  </a:lnTo>
                  <a:lnTo>
                    <a:pt x="15284" y="83412"/>
                  </a:lnTo>
                  <a:lnTo>
                    <a:pt x="13147" y="88260"/>
                  </a:lnTo>
                  <a:lnTo>
                    <a:pt x="11163" y="93174"/>
                  </a:lnTo>
                  <a:lnTo>
                    <a:pt x="9337" y="98148"/>
                  </a:lnTo>
                  <a:lnTo>
                    <a:pt x="7669" y="103178"/>
                  </a:lnTo>
                  <a:lnTo>
                    <a:pt x="6162" y="108257"/>
                  </a:lnTo>
                  <a:lnTo>
                    <a:pt x="4816" y="113382"/>
                  </a:lnTo>
                  <a:lnTo>
                    <a:pt x="3633" y="118548"/>
                  </a:lnTo>
                  <a:lnTo>
                    <a:pt x="2614" y="123748"/>
                  </a:lnTo>
                  <a:lnTo>
                    <a:pt x="1761" y="128977"/>
                  </a:lnTo>
                  <a:lnTo>
                    <a:pt x="1074" y="134231"/>
                  </a:lnTo>
                  <a:lnTo>
                    <a:pt x="554" y="139505"/>
                  </a:lnTo>
                  <a:lnTo>
                    <a:pt x="202" y="144792"/>
                  </a:lnTo>
                  <a:lnTo>
                    <a:pt x="17" y="150087"/>
                  </a:lnTo>
                  <a:lnTo>
                    <a:pt x="0" y="155386"/>
                  </a:lnTo>
                  <a:lnTo>
                    <a:pt x="150" y="160683"/>
                  </a:lnTo>
                  <a:lnTo>
                    <a:pt x="469" y="165972"/>
                  </a:lnTo>
                  <a:lnTo>
                    <a:pt x="955" y="171248"/>
                  </a:lnTo>
                  <a:lnTo>
                    <a:pt x="1608" y="176507"/>
                  </a:lnTo>
                  <a:lnTo>
                    <a:pt x="2428" y="181742"/>
                  </a:lnTo>
                  <a:lnTo>
                    <a:pt x="3413" y="186948"/>
                  </a:lnTo>
                  <a:lnTo>
                    <a:pt x="4562" y="192121"/>
                  </a:lnTo>
                  <a:lnTo>
                    <a:pt x="5875" y="197254"/>
                  </a:lnTo>
                  <a:lnTo>
                    <a:pt x="7350" y="202344"/>
                  </a:lnTo>
                  <a:lnTo>
                    <a:pt x="8986" y="207384"/>
                  </a:lnTo>
                  <a:lnTo>
                    <a:pt x="10780" y="212369"/>
                  </a:lnTo>
                  <a:lnTo>
                    <a:pt x="12732" y="217296"/>
                  </a:lnTo>
                  <a:lnTo>
                    <a:pt x="14838" y="222158"/>
                  </a:lnTo>
                  <a:lnTo>
                    <a:pt x="17098" y="226951"/>
                  </a:lnTo>
                  <a:lnTo>
                    <a:pt x="19508" y="231669"/>
                  </a:lnTo>
                  <a:lnTo>
                    <a:pt x="22067" y="236309"/>
                  </a:lnTo>
                  <a:lnTo>
                    <a:pt x="24772" y="240866"/>
                  </a:lnTo>
                  <a:lnTo>
                    <a:pt x="27619" y="245335"/>
                  </a:lnTo>
                  <a:lnTo>
                    <a:pt x="30607" y="249711"/>
                  </a:lnTo>
                  <a:lnTo>
                    <a:pt x="33732" y="253990"/>
                  </a:lnTo>
                  <a:lnTo>
                    <a:pt x="36991" y="258168"/>
                  </a:lnTo>
                  <a:lnTo>
                    <a:pt x="40381" y="262241"/>
                  </a:lnTo>
                  <a:lnTo>
                    <a:pt x="43898" y="266204"/>
                  </a:lnTo>
                  <a:lnTo>
                    <a:pt x="47539" y="270053"/>
                  </a:lnTo>
                  <a:lnTo>
                    <a:pt x="51301" y="273786"/>
                  </a:lnTo>
                  <a:lnTo>
                    <a:pt x="55178" y="277397"/>
                  </a:lnTo>
                  <a:lnTo>
                    <a:pt x="59168" y="280883"/>
                  </a:lnTo>
                  <a:lnTo>
                    <a:pt x="63267" y="284242"/>
                  </a:lnTo>
                  <a:lnTo>
                    <a:pt x="67470" y="287469"/>
                  </a:lnTo>
                  <a:lnTo>
                    <a:pt x="71773" y="290560"/>
                  </a:lnTo>
                  <a:lnTo>
                    <a:pt x="76172" y="293514"/>
                  </a:lnTo>
                  <a:lnTo>
                    <a:pt x="80663" y="296328"/>
                  </a:lnTo>
                  <a:lnTo>
                    <a:pt x="85240" y="298997"/>
                  </a:lnTo>
                  <a:lnTo>
                    <a:pt x="89900" y="301520"/>
                  </a:lnTo>
                  <a:lnTo>
                    <a:pt x="94637" y="303894"/>
                  </a:lnTo>
                  <a:lnTo>
                    <a:pt x="99447" y="306116"/>
                  </a:lnTo>
                  <a:lnTo>
                    <a:pt x="104325" y="308186"/>
                  </a:lnTo>
                  <a:lnTo>
                    <a:pt x="109266" y="310099"/>
                  </a:lnTo>
                  <a:lnTo>
                    <a:pt x="114266" y="311855"/>
                  </a:lnTo>
                  <a:lnTo>
                    <a:pt x="119318" y="313451"/>
                  </a:lnTo>
                  <a:lnTo>
                    <a:pt x="124419" y="314887"/>
                  </a:lnTo>
                  <a:lnTo>
                    <a:pt x="129562" y="316160"/>
                  </a:lnTo>
                  <a:lnTo>
                    <a:pt x="134744" y="317270"/>
                  </a:lnTo>
                  <a:lnTo>
                    <a:pt x="139958" y="318215"/>
                  </a:lnTo>
                  <a:lnTo>
                    <a:pt x="145199" y="318994"/>
                  </a:lnTo>
                  <a:lnTo>
                    <a:pt x="150462" y="319606"/>
                  </a:lnTo>
                  <a:lnTo>
                    <a:pt x="155742" y="320052"/>
                  </a:lnTo>
                  <a:lnTo>
                    <a:pt x="161034" y="320330"/>
                  </a:lnTo>
                  <a:lnTo>
                    <a:pt x="166331" y="320440"/>
                  </a:lnTo>
                  <a:lnTo>
                    <a:pt x="171630" y="320382"/>
                  </a:lnTo>
                  <a:lnTo>
                    <a:pt x="176924" y="320156"/>
                  </a:lnTo>
                  <a:lnTo>
                    <a:pt x="182208" y="319762"/>
                  </a:lnTo>
                  <a:lnTo>
                    <a:pt x="187477" y="319202"/>
                  </a:lnTo>
                  <a:lnTo>
                    <a:pt x="192726" y="318474"/>
                  </a:lnTo>
                  <a:lnTo>
                    <a:pt x="197949" y="317581"/>
                  </a:lnTo>
                  <a:lnTo>
                    <a:pt x="203140" y="316522"/>
                  </a:lnTo>
                  <a:lnTo>
                    <a:pt x="208296" y="315300"/>
                  </a:lnTo>
                  <a:lnTo>
                    <a:pt x="213411" y="313914"/>
                  </a:lnTo>
                  <a:lnTo>
                    <a:pt x="218479" y="312367"/>
                  </a:lnTo>
                  <a:lnTo>
                    <a:pt x="223495" y="310661"/>
                  </a:lnTo>
                  <a:lnTo>
                    <a:pt x="228455" y="308796"/>
                  </a:lnTo>
                  <a:lnTo>
                    <a:pt x="233353" y="306775"/>
                  </a:lnTo>
                  <a:lnTo>
                    <a:pt x="238185" y="304600"/>
                  </a:lnTo>
                  <a:lnTo>
                    <a:pt x="242945" y="302273"/>
                  </a:lnTo>
                  <a:lnTo>
                    <a:pt x="247630" y="299796"/>
                  </a:lnTo>
                  <a:lnTo>
                    <a:pt x="252233" y="297172"/>
                  </a:lnTo>
                  <a:lnTo>
                    <a:pt x="256751" y="294403"/>
                  </a:lnTo>
                  <a:lnTo>
                    <a:pt x="261179" y="291492"/>
                  </a:lnTo>
                  <a:lnTo>
                    <a:pt x="265512" y="288443"/>
                  </a:lnTo>
                  <a:lnTo>
                    <a:pt x="269747" y="285258"/>
                  </a:lnTo>
                  <a:lnTo>
                    <a:pt x="273878" y="281940"/>
                  </a:lnTo>
                  <a:lnTo>
                    <a:pt x="277902" y="278493"/>
                  </a:lnTo>
                  <a:lnTo>
                    <a:pt x="281815" y="274920"/>
                  </a:lnTo>
                  <a:lnTo>
                    <a:pt x="285613" y="271224"/>
                  </a:lnTo>
                  <a:lnTo>
                    <a:pt x="289292" y="267411"/>
                  </a:lnTo>
                  <a:lnTo>
                    <a:pt x="292848" y="263482"/>
                  </a:lnTo>
                  <a:lnTo>
                    <a:pt x="296278" y="259443"/>
                  </a:lnTo>
                  <a:lnTo>
                    <a:pt x="299578" y="255298"/>
                  </a:lnTo>
                  <a:lnTo>
                    <a:pt x="302745" y="251049"/>
                  </a:lnTo>
                  <a:lnTo>
                    <a:pt x="305775" y="246703"/>
                  </a:lnTo>
                  <a:lnTo>
                    <a:pt x="308667" y="242263"/>
                  </a:lnTo>
                  <a:lnTo>
                    <a:pt x="311416" y="237733"/>
                  </a:lnTo>
                  <a:lnTo>
                    <a:pt x="314021" y="233118"/>
                  </a:lnTo>
                  <a:lnTo>
                    <a:pt x="316477" y="228423"/>
                  </a:lnTo>
                  <a:lnTo>
                    <a:pt x="318784" y="223653"/>
                  </a:lnTo>
                  <a:lnTo>
                    <a:pt x="320938" y="218812"/>
                  </a:lnTo>
                  <a:lnTo>
                    <a:pt x="322938" y="213905"/>
                  </a:lnTo>
                  <a:lnTo>
                    <a:pt x="324782" y="208937"/>
                  </a:lnTo>
                  <a:lnTo>
                    <a:pt x="326467" y="203913"/>
                  </a:lnTo>
                  <a:lnTo>
                    <a:pt x="327991" y="198839"/>
                  </a:lnTo>
                  <a:lnTo>
                    <a:pt x="329355" y="193718"/>
                  </a:lnTo>
                  <a:lnTo>
                    <a:pt x="330555" y="188557"/>
                  </a:lnTo>
                  <a:lnTo>
                    <a:pt x="331591" y="183361"/>
                  </a:lnTo>
                  <a:lnTo>
                    <a:pt x="332462" y="178134"/>
                  </a:lnTo>
                  <a:lnTo>
                    <a:pt x="333167" y="172882"/>
                  </a:lnTo>
                  <a:lnTo>
                    <a:pt x="333705" y="167611"/>
                  </a:lnTo>
                  <a:lnTo>
                    <a:pt x="334076" y="162325"/>
                  </a:lnTo>
                  <a:lnTo>
                    <a:pt x="334279" y="157030"/>
                  </a:lnTo>
                  <a:lnTo>
                    <a:pt x="334314" y="151732"/>
                  </a:lnTo>
                  <a:lnTo>
                    <a:pt x="334181" y="146434"/>
                  </a:lnTo>
                  <a:lnTo>
                    <a:pt x="333880" y="141144"/>
                  </a:lnTo>
                  <a:lnTo>
                    <a:pt x="333412" y="135866"/>
                  </a:lnTo>
                  <a:lnTo>
                    <a:pt x="332777" y="130606"/>
                  </a:lnTo>
                  <a:lnTo>
                    <a:pt x="331975" y="125368"/>
                  </a:lnTo>
                  <a:lnTo>
                    <a:pt x="331008" y="120158"/>
                  </a:lnTo>
                  <a:lnTo>
                    <a:pt x="329876" y="114981"/>
                  </a:lnTo>
                  <a:lnTo>
                    <a:pt x="328581" y="109843"/>
                  </a:lnTo>
                  <a:lnTo>
                    <a:pt x="327123" y="104749"/>
                  </a:lnTo>
                  <a:lnTo>
                    <a:pt x="325505" y="99703"/>
                  </a:lnTo>
                  <a:lnTo>
                    <a:pt x="323728" y="94712"/>
                  </a:lnTo>
                  <a:lnTo>
                    <a:pt x="321793" y="89779"/>
                  </a:lnTo>
                  <a:lnTo>
                    <a:pt x="319703" y="84910"/>
                  </a:lnTo>
                  <a:lnTo>
                    <a:pt x="317459" y="80109"/>
                  </a:lnTo>
                  <a:lnTo>
                    <a:pt x="315065" y="75382"/>
                  </a:lnTo>
                  <a:lnTo>
                    <a:pt x="312522" y="70733"/>
                  </a:lnTo>
                  <a:lnTo>
                    <a:pt x="309833" y="66168"/>
                  </a:lnTo>
                  <a:lnTo>
                    <a:pt x="307001" y="61689"/>
                  </a:lnTo>
                  <a:lnTo>
                    <a:pt x="304028" y="57303"/>
                  </a:lnTo>
                  <a:lnTo>
                    <a:pt x="300917" y="53013"/>
                  </a:lnTo>
                  <a:lnTo>
                    <a:pt x="297672" y="48824"/>
                  </a:lnTo>
                  <a:lnTo>
                    <a:pt x="294296" y="44740"/>
                  </a:lnTo>
                  <a:lnTo>
                    <a:pt x="290793" y="40765"/>
                  </a:lnTo>
                  <a:lnTo>
                    <a:pt x="287165" y="36903"/>
                  </a:lnTo>
                  <a:lnTo>
                    <a:pt x="283416" y="33158"/>
                  </a:lnTo>
                  <a:lnTo>
                    <a:pt x="279551" y="29533"/>
                  </a:lnTo>
                  <a:lnTo>
                    <a:pt x="275573" y="26033"/>
                  </a:lnTo>
                  <a:lnTo>
                    <a:pt x="167154" y="153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108419" cy="167167"/>
            </a:xfrm>
            <a:custGeom>
              <a:avLst/>
              <a:pathLst>
                <a:path w="108419" h="167167">
                  <a:moveTo>
                    <a:pt x="108419" y="39926"/>
                  </a:moveTo>
                  <a:lnTo>
                    <a:pt x="104082" y="36355"/>
                  </a:lnTo>
                  <a:lnTo>
                    <a:pt x="99629" y="32932"/>
                  </a:lnTo>
                  <a:lnTo>
                    <a:pt x="95062" y="29660"/>
                  </a:lnTo>
                  <a:lnTo>
                    <a:pt x="90389" y="26544"/>
                  </a:lnTo>
                  <a:lnTo>
                    <a:pt x="85613" y="23587"/>
                  </a:lnTo>
                  <a:lnTo>
                    <a:pt x="80740" y="20791"/>
                  </a:lnTo>
                  <a:lnTo>
                    <a:pt x="75777" y="18161"/>
                  </a:lnTo>
                  <a:lnTo>
                    <a:pt x="70728" y="15699"/>
                  </a:lnTo>
                  <a:lnTo>
                    <a:pt x="65599" y="13408"/>
                  </a:lnTo>
                  <a:lnTo>
                    <a:pt x="60396" y="11291"/>
                  </a:lnTo>
                  <a:lnTo>
                    <a:pt x="55124" y="9350"/>
                  </a:lnTo>
                  <a:lnTo>
                    <a:pt x="49791" y="7587"/>
                  </a:lnTo>
                  <a:lnTo>
                    <a:pt x="44401" y="6004"/>
                  </a:lnTo>
                  <a:lnTo>
                    <a:pt x="38961" y="4603"/>
                  </a:lnTo>
                  <a:lnTo>
                    <a:pt x="33477" y="3386"/>
                  </a:lnTo>
                  <a:lnTo>
                    <a:pt x="27956" y="2354"/>
                  </a:lnTo>
                  <a:lnTo>
                    <a:pt x="22402" y="1507"/>
                  </a:lnTo>
                  <a:lnTo>
                    <a:pt x="16824" y="848"/>
                  </a:lnTo>
                  <a:lnTo>
                    <a:pt x="11226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2528" y="1681503"/>
              <a:ext cx="3996" cy="167167"/>
            </a:xfrm>
            <a:custGeom>
              <a:avLst/>
              <a:pathLst>
                <a:path w="3996" h="167167">
                  <a:moveTo>
                    <a:pt x="3996" y="0"/>
                  </a:moveTo>
                  <a:lnTo>
                    <a:pt x="0" y="47"/>
                  </a:lnTo>
                  <a:lnTo>
                    <a:pt x="399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2528" y="1681551"/>
              <a:ext cx="3996" cy="167119"/>
            </a:xfrm>
            <a:custGeom>
              <a:avLst/>
              <a:pathLst>
                <a:path w="3996" h="167119">
                  <a:moveTo>
                    <a:pt x="0" y="0"/>
                  </a:moveTo>
                  <a:lnTo>
                    <a:pt x="3996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64916" y="1681551"/>
              <a:ext cx="121608" cy="167119"/>
            </a:xfrm>
            <a:custGeom>
              <a:avLst/>
              <a:pathLst>
                <a:path w="121608" h="167119">
                  <a:moveTo>
                    <a:pt x="117612" y="0"/>
                  </a:moveTo>
                  <a:lnTo>
                    <a:pt x="112109" y="222"/>
                  </a:lnTo>
                  <a:lnTo>
                    <a:pt x="106616" y="625"/>
                  </a:lnTo>
                  <a:lnTo>
                    <a:pt x="101140" y="1210"/>
                  </a:lnTo>
                  <a:lnTo>
                    <a:pt x="95686" y="1974"/>
                  </a:lnTo>
                  <a:lnTo>
                    <a:pt x="90260" y="2917"/>
                  </a:lnTo>
                  <a:lnTo>
                    <a:pt x="84868" y="4039"/>
                  </a:lnTo>
                  <a:lnTo>
                    <a:pt x="79516" y="5338"/>
                  </a:lnTo>
                  <a:lnTo>
                    <a:pt x="74210" y="6812"/>
                  </a:lnTo>
                  <a:lnTo>
                    <a:pt x="68955" y="8460"/>
                  </a:lnTo>
                  <a:lnTo>
                    <a:pt x="63757" y="10281"/>
                  </a:lnTo>
                  <a:lnTo>
                    <a:pt x="58623" y="12272"/>
                  </a:lnTo>
                  <a:lnTo>
                    <a:pt x="53556" y="14430"/>
                  </a:lnTo>
                  <a:lnTo>
                    <a:pt x="48563" y="16755"/>
                  </a:lnTo>
                  <a:lnTo>
                    <a:pt x="43650" y="19243"/>
                  </a:lnTo>
                  <a:lnTo>
                    <a:pt x="38821" y="21891"/>
                  </a:lnTo>
                  <a:lnTo>
                    <a:pt x="34082" y="24697"/>
                  </a:lnTo>
                  <a:lnTo>
                    <a:pt x="29438" y="27657"/>
                  </a:lnTo>
                  <a:lnTo>
                    <a:pt x="24894" y="30769"/>
                  </a:lnTo>
                  <a:lnTo>
                    <a:pt x="20455" y="34029"/>
                  </a:lnTo>
                  <a:lnTo>
                    <a:pt x="16126" y="37433"/>
                  </a:lnTo>
                  <a:lnTo>
                    <a:pt x="11911" y="40978"/>
                  </a:lnTo>
                  <a:lnTo>
                    <a:pt x="7816" y="44660"/>
                  </a:lnTo>
                  <a:lnTo>
                    <a:pt x="3844" y="48475"/>
                  </a:lnTo>
                  <a:lnTo>
                    <a:pt x="0" y="52418"/>
                  </a:lnTo>
                  <a:lnTo>
                    <a:pt x="121608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58" y="1681503"/>
              <a:ext cx="334326" cy="334322"/>
            </a:xfrm>
            <a:custGeom>
              <a:avLst/>
              <a:pathLst>
                <a:path w="334326" h="334322">
                  <a:moveTo>
                    <a:pt x="45558" y="52466"/>
                  </a:moveTo>
                  <a:lnTo>
                    <a:pt x="41993" y="56367"/>
                  </a:lnTo>
                  <a:lnTo>
                    <a:pt x="38554" y="60378"/>
                  </a:lnTo>
                  <a:lnTo>
                    <a:pt x="35243" y="64496"/>
                  </a:lnTo>
                  <a:lnTo>
                    <a:pt x="32064" y="68717"/>
                  </a:lnTo>
                  <a:lnTo>
                    <a:pt x="29020" y="73036"/>
                  </a:lnTo>
                  <a:lnTo>
                    <a:pt x="26114" y="77449"/>
                  </a:lnTo>
                  <a:lnTo>
                    <a:pt x="23349" y="81952"/>
                  </a:lnTo>
                  <a:lnTo>
                    <a:pt x="20728" y="86540"/>
                  </a:lnTo>
                  <a:lnTo>
                    <a:pt x="18253" y="91208"/>
                  </a:lnTo>
                  <a:lnTo>
                    <a:pt x="15927" y="95953"/>
                  </a:lnTo>
                  <a:lnTo>
                    <a:pt x="13751" y="100768"/>
                  </a:lnTo>
                  <a:lnTo>
                    <a:pt x="11730" y="105650"/>
                  </a:lnTo>
                  <a:lnTo>
                    <a:pt x="9863" y="110593"/>
                  </a:lnTo>
                  <a:lnTo>
                    <a:pt x="8154" y="115593"/>
                  </a:lnTo>
                  <a:lnTo>
                    <a:pt x="6603" y="120644"/>
                  </a:lnTo>
                  <a:lnTo>
                    <a:pt x="5213" y="125742"/>
                  </a:lnTo>
                  <a:lnTo>
                    <a:pt x="3985" y="130882"/>
                  </a:lnTo>
                  <a:lnTo>
                    <a:pt x="2919" y="136057"/>
                  </a:lnTo>
                  <a:lnTo>
                    <a:pt x="2018" y="141264"/>
                  </a:lnTo>
                  <a:lnTo>
                    <a:pt x="1282" y="146496"/>
                  </a:lnTo>
                  <a:lnTo>
                    <a:pt x="711" y="151749"/>
                  </a:lnTo>
                  <a:lnTo>
                    <a:pt x="307" y="157018"/>
                  </a:lnTo>
                  <a:lnTo>
                    <a:pt x="70" y="162296"/>
                  </a:lnTo>
                  <a:lnTo>
                    <a:pt x="0" y="167580"/>
                  </a:lnTo>
                  <a:lnTo>
                    <a:pt x="96" y="172863"/>
                  </a:lnTo>
                  <a:lnTo>
                    <a:pt x="360" y="178140"/>
                  </a:lnTo>
                  <a:lnTo>
                    <a:pt x="790" y="183407"/>
                  </a:lnTo>
                  <a:lnTo>
                    <a:pt x="1386" y="188657"/>
                  </a:lnTo>
                  <a:lnTo>
                    <a:pt x="2148" y="193886"/>
                  </a:lnTo>
                  <a:lnTo>
                    <a:pt x="3075" y="199088"/>
                  </a:lnTo>
                  <a:lnTo>
                    <a:pt x="4166" y="204258"/>
                  </a:lnTo>
                  <a:lnTo>
                    <a:pt x="5419" y="209391"/>
                  </a:lnTo>
                  <a:lnTo>
                    <a:pt x="6835" y="214482"/>
                  </a:lnTo>
                  <a:lnTo>
                    <a:pt x="8410" y="219526"/>
                  </a:lnTo>
                  <a:lnTo>
                    <a:pt x="10144" y="224517"/>
                  </a:lnTo>
                  <a:lnTo>
                    <a:pt x="12035" y="229451"/>
                  </a:lnTo>
                  <a:lnTo>
                    <a:pt x="14081" y="234323"/>
                  </a:lnTo>
                  <a:lnTo>
                    <a:pt x="16280" y="239127"/>
                  </a:lnTo>
                  <a:lnTo>
                    <a:pt x="18630" y="243860"/>
                  </a:lnTo>
                  <a:lnTo>
                    <a:pt x="21128" y="248516"/>
                  </a:lnTo>
                  <a:lnTo>
                    <a:pt x="23772" y="253091"/>
                  </a:lnTo>
                  <a:lnTo>
                    <a:pt x="26559" y="257580"/>
                  </a:lnTo>
                  <a:lnTo>
                    <a:pt x="29487" y="261979"/>
                  </a:lnTo>
                  <a:lnTo>
                    <a:pt x="32552" y="266283"/>
                  </a:lnTo>
                  <a:lnTo>
                    <a:pt x="35752" y="270488"/>
                  </a:lnTo>
                  <a:lnTo>
                    <a:pt x="39083" y="274590"/>
                  </a:lnTo>
                  <a:lnTo>
                    <a:pt x="42542" y="278584"/>
                  </a:lnTo>
                  <a:lnTo>
                    <a:pt x="46126" y="282467"/>
                  </a:lnTo>
                  <a:lnTo>
                    <a:pt x="49830" y="286235"/>
                  </a:lnTo>
                  <a:lnTo>
                    <a:pt x="53652" y="289884"/>
                  </a:lnTo>
                  <a:lnTo>
                    <a:pt x="57587" y="293410"/>
                  </a:lnTo>
                  <a:lnTo>
                    <a:pt x="61632" y="296810"/>
                  </a:lnTo>
                  <a:lnTo>
                    <a:pt x="65782" y="300081"/>
                  </a:lnTo>
                  <a:lnTo>
                    <a:pt x="70033" y="303219"/>
                  </a:lnTo>
                  <a:lnTo>
                    <a:pt x="74382" y="306221"/>
                  </a:lnTo>
                  <a:lnTo>
                    <a:pt x="78823" y="309084"/>
                  </a:lnTo>
                  <a:lnTo>
                    <a:pt x="83352" y="311805"/>
                  </a:lnTo>
                  <a:lnTo>
                    <a:pt x="87966" y="314382"/>
                  </a:lnTo>
                  <a:lnTo>
                    <a:pt x="92658" y="316811"/>
                  </a:lnTo>
                  <a:lnTo>
                    <a:pt x="97425" y="319091"/>
                  </a:lnTo>
                  <a:lnTo>
                    <a:pt x="102261" y="321220"/>
                  </a:lnTo>
                  <a:lnTo>
                    <a:pt x="107162" y="323194"/>
                  </a:lnTo>
                  <a:lnTo>
                    <a:pt x="112123" y="325012"/>
                  </a:lnTo>
                  <a:lnTo>
                    <a:pt x="117140" y="326673"/>
                  </a:lnTo>
                  <a:lnTo>
                    <a:pt x="122206" y="328175"/>
                  </a:lnTo>
                  <a:lnTo>
                    <a:pt x="127317" y="329515"/>
                  </a:lnTo>
                  <a:lnTo>
                    <a:pt x="132468" y="330694"/>
                  </a:lnTo>
                  <a:lnTo>
                    <a:pt x="137653" y="331709"/>
                  </a:lnTo>
                  <a:lnTo>
                    <a:pt x="142868" y="332559"/>
                  </a:lnTo>
                  <a:lnTo>
                    <a:pt x="148108" y="333244"/>
                  </a:lnTo>
                  <a:lnTo>
                    <a:pt x="153366" y="333764"/>
                  </a:lnTo>
                  <a:lnTo>
                    <a:pt x="158638" y="334117"/>
                  </a:lnTo>
                  <a:lnTo>
                    <a:pt x="163919" y="334303"/>
                  </a:lnTo>
                  <a:lnTo>
                    <a:pt x="169203" y="334322"/>
                  </a:lnTo>
                  <a:lnTo>
                    <a:pt x="174485" y="334174"/>
                  </a:lnTo>
                  <a:lnTo>
                    <a:pt x="179760" y="333859"/>
                  </a:lnTo>
                  <a:lnTo>
                    <a:pt x="185022" y="333378"/>
                  </a:lnTo>
                  <a:lnTo>
                    <a:pt x="190266" y="332731"/>
                  </a:lnTo>
                  <a:lnTo>
                    <a:pt x="195487" y="331918"/>
                  </a:lnTo>
                  <a:lnTo>
                    <a:pt x="200680" y="330941"/>
                  </a:lnTo>
                  <a:lnTo>
                    <a:pt x="205839" y="329800"/>
                  </a:lnTo>
                  <a:lnTo>
                    <a:pt x="210960" y="328496"/>
                  </a:lnTo>
                  <a:lnTo>
                    <a:pt x="216036" y="327031"/>
                  </a:lnTo>
                  <a:lnTo>
                    <a:pt x="221065" y="325407"/>
                  </a:lnTo>
                  <a:lnTo>
                    <a:pt x="226039" y="323625"/>
                  </a:lnTo>
                  <a:lnTo>
                    <a:pt x="230954" y="321686"/>
                  </a:lnTo>
                  <a:lnTo>
                    <a:pt x="235806" y="319593"/>
                  </a:lnTo>
                  <a:lnTo>
                    <a:pt x="240589" y="317347"/>
                  </a:lnTo>
                  <a:lnTo>
                    <a:pt x="245299" y="314952"/>
                  </a:lnTo>
                  <a:lnTo>
                    <a:pt x="249931" y="312408"/>
                  </a:lnTo>
                  <a:lnTo>
                    <a:pt x="254480" y="309720"/>
                  </a:lnTo>
                  <a:lnTo>
                    <a:pt x="258941" y="306889"/>
                  </a:lnTo>
                  <a:lnTo>
                    <a:pt x="263311" y="303919"/>
                  </a:lnTo>
                  <a:lnTo>
                    <a:pt x="267585" y="300812"/>
                  </a:lnTo>
                  <a:lnTo>
                    <a:pt x="271759" y="297571"/>
                  </a:lnTo>
                  <a:lnTo>
                    <a:pt x="275828" y="294201"/>
                  </a:lnTo>
                  <a:lnTo>
                    <a:pt x="279789" y="290703"/>
                  </a:lnTo>
                  <a:lnTo>
                    <a:pt x="283637" y="287082"/>
                  </a:lnTo>
                  <a:lnTo>
                    <a:pt x="287369" y="283341"/>
                  </a:lnTo>
                  <a:lnTo>
                    <a:pt x="290980" y="279484"/>
                  </a:lnTo>
                  <a:lnTo>
                    <a:pt x="294468" y="275515"/>
                  </a:lnTo>
                  <a:lnTo>
                    <a:pt x="297829" y="271437"/>
                  </a:lnTo>
                  <a:lnTo>
                    <a:pt x="301059" y="267255"/>
                  </a:lnTo>
                  <a:lnTo>
                    <a:pt x="304155" y="262974"/>
                  </a:lnTo>
                  <a:lnTo>
                    <a:pt x="307115" y="258596"/>
                  </a:lnTo>
                  <a:lnTo>
                    <a:pt x="309935" y="254128"/>
                  </a:lnTo>
                  <a:lnTo>
                    <a:pt x="312612" y="249572"/>
                  </a:lnTo>
                  <a:lnTo>
                    <a:pt x="315144" y="244934"/>
                  </a:lnTo>
                  <a:lnTo>
                    <a:pt x="317527" y="240218"/>
                  </a:lnTo>
                  <a:lnTo>
                    <a:pt x="319761" y="235430"/>
                  </a:lnTo>
                  <a:lnTo>
                    <a:pt x="321842" y="230573"/>
                  </a:lnTo>
                  <a:lnTo>
                    <a:pt x="323769" y="225653"/>
                  </a:lnTo>
                  <a:lnTo>
                    <a:pt x="325539" y="220674"/>
                  </a:lnTo>
                  <a:lnTo>
                    <a:pt x="327151" y="215642"/>
                  </a:lnTo>
                  <a:lnTo>
                    <a:pt x="328603" y="210562"/>
                  </a:lnTo>
                  <a:lnTo>
                    <a:pt x="329894" y="205438"/>
                  </a:lnTo>
                  <a:lnTo>
                    <a:pt x="331022" y="200276"/>
                  </a:lnTo>
                  <a:lnTo>
                    <a:pt x="331987" y="195080"/>
                  </a:lnTo>
                  <a:lnTo>
                    <a:pt x="332787" y="189857"/>
                  </a:lnTo>
                  <a:lnTo>
                    <a:pt x="333421" y="184612"/>
                  </a:lnTo>
                  <a:lnTo>
                    <a:pt x="333889" y="179348"/>
                  </a:lnTo>
                  <a:lnTo>
                    <a:pt x="334191" y="174073"/>
                  </a:lnTo>
                  <a:lnTo>
                    <a:pt x="334326" y="168791"/>
                  </a:lnTo>
                  <a:lnTo>
                    <a:pt x="334294" y="163507"/>
                  </a:lnTo>
                  <a:lnTo>
                    <a:pt x="334095" y="158227"/>
                  </a:lnTo>
                  <a:lnTo>
                    <a:pt x="333729" y="152955"/>
                  </a:lnTo>
                  <a:lnTo>
                    <a:pt x="333196" y="147698"/>
                  </a:lnTo>
                  <a:lnTo>
                    <a:pt x="332498" y="142461"/>
                  </a:lnTo>
                  <a:lnTo>
                    <a:pt x="331635" y="137248"/>
                  </a:lnTo>
                  <a:lnTo>
                    <a:pt x="330607" y="132065"/>
                  </a:lnTo>
                  <a:lnTo>
                    <a:pt x="329416" y="126917"/>
                  </a:lnTo>
                  <a:lnTo>
                    <a:pt x="328063" y="121809"/>
                  </a:lnTo>
                  <a:lnTo>
                    <a:pt x="326549" y="116746"/>
                  </a:lnTo>
                  <a:lnTo>
                    <a:pt x="324876" y="111734"/>
                  </a:lnTo>
                  <a:lnTo>
                    <a:pt x="323045" y="106778"/>
                  </a:lnTo>
                  <a:lnTo>
                    <a:pt x="321058" y="101881"/>
                  </a:lnTo>
                  <a:lnTo>
                    <a:pt x="318918" y="97050"/>
                  </a:lnTo>
                  <a:lnTo>
                    <a:pt x="316626" y="92289"/>
                  </a:lnTo>
                  <a:lnTo>
                    <a:pt x="314185" y="87603"/>
                  </a:lnTo>
                  <a:lnTo>
                    <a:pt x="311597" y="82996"/>
                  </a:lnTo>
                  <a:lnTo>
                    <a:pt x="308865" y="78473"/>
                  </a:lnTo>
                  <a:lnTo>
                    <a:pt x="305991" y="74039"/>
                  </a:lnTo>
                  <a:lnTo>
                    <a:pt x="302978" y="69698"/>
                  </a:lnTo>
                  <a:lnTo>
                    <a:pt x="299830" y="65455"/>
                  </a:lnTo>
                  <a:lnTo>
                    <a:pt x="296549" y="61313"/>
                  </a:lnTo>
                  <a:lnTo>
                    <a:pt x="293139" y="57276"/>
                  </a:lnTo>
                  <a:lnTo>
                    <a:pt x="289603" y="53350"/>
                  </a:lnTo>
                  <a:lnTo>
                    <a:pt x="285944" y="49537"/>
                  </a:lnTo>
                  <a:lnTo>
                    <a:pt x="282167" y="45842"/>
                  </a:lnTo>
                  <a:lnTo>
                    <a:pt x="278275" y="42268"/>
                  </a:lnTo>
                  <a:lnTo>
                    <a:pt x="274273" y="38819"/>
                  </a:lnTo>
                  <a:lnTo>
                    <a:pt x="270163" y="35498"/>
                  </a:lnTo>
                  <a:lnTo>
                    <a:pt x="265950" y="32308"/>
                  </a:lnTo>
                  <a:lnTo>
                    <a:pt x="261638" y="29254"/>
                  </a:lnTo>
                  <a:lnTo>
                    <a:pt x="257232" y="26337"/>
                  </a:lnTo>
                  <a:lnTo>
                    <a:pt x="252736" y="23561"/>
                  </a:lnTo>
                  <a:lnTo>
                    <a:pt x="248155" y="20928"/>
                  </a:lnTo>
                  <a:lnTo>
                    <a:pt x="243493" y="18441"/>
                  </a:lnTo>
                  <a:lnTo>
                    <a:pt x="238754" y="16103"/>
                  </a:lnTo>
                  <a:lnTo>
                    <a:pt x="233944" y="13916"/>
                  </a:lnTo>
                  <a:lnTo>
                    <a:pt x="229067" y="11882"/>
                  </a:lnTo>
                  <a:lnTo>
                    <a:pt x="224128" y="10004"/>
                  </a:lnTo>
                  <a:lnTo>
                    <a:pt x="219133" y="8282"/>
                  </a:lnTo>
                  <a:lnTo>
                    <a:pt x="214085" y="6719"/>
                  </a:lnTo>
                  <a:lnTo>
                    <a:pt x="208991" y="5316"/>
                  </a:lnTo>
                  <a:lnTo>
                    <a:pt x="203855" y="4075"/>
                  </a:lnTo>
                  <a:lnTo>
                    <a:pt x="198682" y="2997"/>
                  </a:lnTo>
                  <a:lnTo>
                    <a:pt x="193478" y="2083"/>
                  </a:lnTo>
                  <a:lnTo>
                    <a:pt x="188247" y="1334"/>
                  </a:lnTo>
                  <a:lnTo>
                    <a:pt x="182995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47448" y="2126963"/>
              <a:ext cx="33839" cy="167167"/>
            </a:xfrm>
            <a:custGeom>
              <a:avLst/>
              <a:pathLst>
                <a:path w="33839" h="167167">
                  <a:moveTo>
                    <a:pt x="33839" y="0"/>
                  </a:moveTo>
                  <a:lnTo>
                    <a:pt x="27026" y="138"/>
                  </a:lnTo>
                  <a:lnTo>
                    <a:pt x="20224" y="555"/>
                  </a:lnTo>
                  <a:lnTo>
                    <a:pt x="13445" y="1248"/>
                  </a:lnTo>
                  <a:lnTo>
                    <a:pt x="6700" y="2217"/>
                  </a:lnTo>
                  <a:lnTo>
                    <a:pt x="0" y="3460"/>
                  </a:lnTo>
                  <a:lnTo>
                    <a:pt x="33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7448" y="2130424"/>
              <a:ext cx="33839" cy="163706"/>
            </a:xfrm>
            <a:custGeom>
              <a:avLst/>
              <a:pathLst>
                <a:path w="33839" h="163706">
                  <a:moveTo>
                    <a:pt x="0" y="0"/>
                  </a:moveTo>
                  <a:lnTo>
                    <a:pt x="33839" y="163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20" y="2130424"/>
              <a:ext cx="334334" cy="330858"/>
            </a:xfrm>
            <a:custGeom>
              <a:avLst/>
              <a:pathLst>
                <a:path w="334334" h="330858">
                  <a:moveTo>
                    <a:pt x="133327" y="0"/>
                  </a:moveTo>
                  <a:lnTo>
                    <a:pt x="128150" y="1156"/>
                  </a:lnTo>
                  <a:lnTo>
                    <a:pt x="123011" y="2476"/>
                  </a:lnTo>
                  <a:lnTo>
                    <a:pt x="117918" y="3958"/>
                  </a:lnTo>
                  <a:lnTo>
                    <a:pt x="112874" y="5601"/>
                  </a:lnTo>
                  <a:lnTo>
                    <a:pt x="107884" y="7403"/>
                  </a:lnTo>
                  <a:lnTo>
                    <a:pt x="102954" y="9363"/>
                  </a:lnTo>
                  <a:lnTo>
                    <a:pt x="98089" y="11478"/>
                  </a:lnTo>
                  <a:lnTo>
                    <a:pt x="93294" y="13747"/>
                  </a:lnTo>
                  <a:lnTo>
                    <a:pt x="88573" y="16166"/>
                  </a:lnTo>
                  <a:lnTo>
                    <a:pt x="83931" y="18734"/>
                  </a:lnTo>
                  <a:lnTo>
                    <a:pt x="79373" y="21449"/>
                  </a:lnTo>
                  <a:lnTo>
                    <a:pt x="74903" y="24306"/>
                  </a:lnTo>
                  <a:lnTo>
                    <a:pt x="70526" y="27304"/>
                  </a:lnTo>
                  <a:lnTo>
                    <a:pt x="66247" y="30439"/>
                  </a:lnTo>
                  <a:lnTo>
                    <a:pt x="62069" y="33708"/>
                  </a:lnTo>
                  <a:lnTo>
                    <a:pt x="57997" y="37109"/>
                  </a:lnTo>
                  <a:lnTo>
                    <a:pt x="54035" y="40636"/>
                  </a:lnTo>
                  <a:lnTo>
                    <a:pt x="50187" y="44288"/>
                  </a:lnTo>
                  <a:lnTo>
                    <a:pt x="46456" y="48060"/>
                  </a:lnTo>
                  <a:lnTo>
                    <a:pt x="42848" y="51949"/>
                  </a:lnTo>
                  <a:lnTo>
                    <a:pt x="39364" y="55950"/>
                  </a:lnTo>
                  <a:lnTo>
                    <a:pt x="36009" y="60059"/>
                  </a:lnTo>
                  <a:lnTo>
                    <a:pt x="32786" y="64273"/>
                  </a:lnTo>
                  <a:lnTo>
                    <a:pt x="29699" y="68587"/>
                  </a:lnTo>
                  <a:lnTo>
                    <a:pt x="26750" y="72997"/>
                  </a:lnTo>
                  <a:lnTo>
                    <a:pt x="23942" y="77498"/>
                  </a:lnTo>
                  <a:lnTo>
                    <a:pt x="21279" y="82086"/>
                  </a:lnTo>
                  <a:lnTo>
                    <a:pt x="18763" y="86756"/>
                  </a:lnTo>
                  <a:lnTo>
                    <a:pt x="16396" y="91504"/>
                  </a:lnTo>
                  <a:lnTo>
                    <a:pt x="14181" y="96324"/>
                  </a:lnTo>
                  <a:lnTo>
                    <a:pt x="12120" y="101213"/>
                  </a:lnTo>
                  <a:lnTo>
                    <a:pt x="10215" y="106164"/>
                  </a:lnTo>
                  <a:lnTo>
                    <a:pt x="8468" y="111173"/>
                  </a:lnTo>
                  <a:lnTo>
                    <a:pt x="6881" y="116235"/>
                  </a:lnTo>
                  <a:lnTo>
                    <a:pt x="5455" y="121345"/>
                  </a:lnTo>
                  <a:lnTo>
                    <a:pt x="4193" y="126498"/>
                  </a:lnTo>
                  <a:lnTo>
                    <a:pt x="3094" y="131688"/>
                  </a:lnTo>
                  <a:lnTo>
                    <a:pt x="2161" y="136910"/>
                  </a:lnTo>
                  <a:lnTo>
                    <a:pt x="1394" y="142159"/>
                  </a:lnTo>
                  <a:lnTo>
                    <a:pt x="793" y="147430"/>
                  </a:lnTo>
                  <a:lnTo>
                    <a:pt x="361" y="152717"/>
                  </a:lnTo>
                  <a:lnTo>
                    <a:pt x="96" y="158016"/>
                  </a:lnTo>
                  <a:lnTo>
                    <a:pt x="0" y="163320"/>
                  </a:lnTo>
                  <a:lnTo>
                    <a:pt x="71" y="168624"/>
                  </a:lnTo>
                  <a:lnTo>
                    <a:pt x="312" y="173924"/>
                  </a:lnTo>
                  <a:lnTo>
                    <a:pt x="720" y="179213"/>
                  </a:lnTo>
                  <a:lnTo>
                    <a:pt x="1296" y="184487"/>
                  </a:lnTo>
                  <a:lnTo>
                    <a:pt x="2039" y="189740"/>
                  </a:lnTo>
                  <a:lnTo>
                    <a:pt x="2948" y="194966"/>
                  </a:lnTo>
                  <a:lnTo>
                    <a:pt x="4022" y="200161"/>
                  </a:lnTo>
                  <a:lnTo>
                    <a:pt x="5261" y="205319"/>
                  </a:lnTo>
                  <a:lnTo>
                    <a:pt x="6663" y="210436"/>
                  </a:lnTo>
                  <a:lnTo>
                    <a:pt x="8227" y="215505"/>
                  </a:lnTo>
                  <a:lnTo>
                    <a:pt x="9951" y="220522"/>
                  </a:lnTo>
                  <a:lnTo>
                    <a:pt x="11833" y="225482"/>
                  </a:lnTo>
                  <a:lnTo>
                    <a:pt x="13871" y="230380"/>
                  </a:lnTo>
                  <a:lnTo>
                    <a:pt x="16064" y="235211"/>
                  </a:lnTo>
                  <a:lnTo>
                    <a:pt x="18409" y="239969"/>
                  </a:lnTo>
                  <a:lnTo>
                    <a:pt x="20904" y="244651"/>
                  </a:lnTo>
                  <a:lnTo>
                    <a:pt x="23546" y="249251"/>
                  </a:lnTo>
                  <a:lnTo>
                    <a:pt x="26332" y="253765"/>
                  </a:lnTo>
                  <a:lnTo>
                    <a:pt x="29261" y="258189"/>
                  </a:lnTo>
                  <a:lnTo>
                    <a:pt x="32328" y="262517"/>
                  </a:lnTo>
                  <a:lnTo>
                    <a:pt x="35532" y="266746"/>
                  </a:lnTo>
                  <a:lnTo>
                    <a:pt x="38867" y="270871"/>
                  </a:lnTo>
                  <a:lnTo>
                    <a:pt x="42332" y="274888"/>
                  </a:lnTo>
                  <a:lnTo>
                    <a:pt x="45923" y="278793"/>
                  </a:lnTo>
                  <a:lnTo>
                    <a:pt x="49636" y="282582"/>
                  </a:lnTo>
                  <a:lnTo>
                    <a:pt x="53467" y="286252"/>
                  </a:lnTo>
                  <a:lnTo>
                    <a:pt x="57413" y="289798"/>
                  </a:lnTo>
                  <a:lnTo>
                    <a:pt x="61469" y="293217"/>
                  </a:lnTo>
                  <a:lnTo>
                    <a:pt x="65632" y="296505"/>
                  </a:lnTo>
                  <a:lnTo>
                    <a:pt x="69897" y="299660"/>
                  </a:lnTo>
                  <a:lnTo>
                    <a:pt x="74260" y="302678"/>
                  </a:lnTo>
                  <a:lnTo>
                    <a:pt x="78716" y="305556"/>
                  </a:lnTo>
                  <a:lnTo>
                    <a:pt x="83262" y="308292"/>
                  </a:lnTo>
                  <a:lnTo>
                    <a:pt x="87892" y="310881"/>
                  </a:lnTo>
                  <a:lnTo>
                    <a:pt x="92602" y="313322"/>
                  </a:lnTo>
                  <a:lnTo>
                    <a:pt x="97387" y="315613"/>
                  </a:lnTo>
                  <a:lnTo>
                    <a:pt x="102242" y="317751"/>
                  </a:lnTo>
                  <a:lnTo>
                    <a:pt x="107162" y="319733"/>
                  </a:lnTo>
                  <a:lnTo>
                    <a:pt x="112144" y="321559"/>
                  </a:lnTo>
                  <a:lnTo>
                    <a:pt x="117180" y="323225"/>
                  </a:lnTo>
                  <a:lnTo>
                    <a:pt x="122267" y="324731"/>
                  </a:lnTo>
                  <a:lnTo>
                    <a:pt x="127399" y="326074"/>
                  </a:lnTo>
                  <a:lnTo>
                    <a:pt x="132571" y="327255"/>
                  </a:lnTo>
                  <a:lnTo>
                    <a:pt x="137778" y="328270"/>
                  </a:lnTo>
                  <a:lnTo>
                    <a:pt x="143014" y="329120"/>
                  </a:lnTo>
                  <a:lnTo>
                    <a:pt x="148275" y="329803"/>
                  </a:lnTo>
                  <a:lnTo>
                    <a:pt x="153555" y="330318"/>
                  </a:lnTo>
                  <a:lnTo>
                    <a:pt x="158849" y="330666"/>
                  </a:lnTo>
                  <a:lnTo>
                    <a:pt x="164151" y="330846"/>
                  </a:lnTo>
                  <a:lnTo>
                    <a:pt x="169456" y="330858"/>
                  </a:lnTo>
                  <a:lnTo>
                    <a:pt x="174758" y="330701"/>
                  </a:lnTo>
                  <a:lnTo>
                    <a:pt x="180053" y="330376"/>
                  </a:lnTo>
                  <a:lnTo>
                    <a:pt x="185335" y="329883"/>
                  </a:lnTo>
                  <a:lnTo>
                    <a:pt x="190599" y="329223"/>
                  </a:lnTo>
                  <a:lnTo>
                    <a:pt x="195839" y="328396"/>
                  </a:lnTo>
                  <a:lnTo>
                    <a:pt x="201051" y="327403"/>
                  </a:lnTo>
                  <a:lnTo>
                    <a:pt x="206228" y="326246"/>
                  </a:lnTo>
                  <a:lnTo>
                    <a:pt x="211366" y="324925"/>
                  </a:lnTo>
                  <a:lnTo>
                    <a:pt x="216459" y="323441"/>
                  </a:lnTo>
                  <a:lnTo>
                    <a:pt x="221503" y="321796"/>
                  </a:lnTo>
                  <a:lnTo>
                    <a:pt x="226492" y="319993"/>
                  </a:lnTo>
                  <a:lnTo>
                    <a:pt x="231421" y="318032"/>
                  </a:lnTo>
                  <a:lnTo>
                    <a:pt x="236285" y="315915"/>
                  </a:lnTo>
                  <a:lnTo>
                    <a:pt x="241080" y="313645"/>
                  </a:lnTo>
                  <a:lnTo>
                    <a:pt x="245801" y="311224"/>
                  </a:lnTo>
                  <a:lnTo>
                    <a:pt x="250442" y="308655"/>
                  </a:lnTo>
                  <a:lnTo>
                    <a:pt x="254999" y="305940"/>
                  </a:lnTo>
                  <a:lnTo>
                    <a:pt x="259468" y="303081"/>
                  </a:lnTo>
                  <a:lnTo>
                    <a:pt x="263844" y="300082"/>
                  </a:lnTo>
                  <a:lnTo>
                    <a:pt x="268123" y="296946"/>
                  </a:lnTo>
                  <a:lnTo>
                    <a:pt x="272300" y="293675"/>
                  </a:lnTo>
                  <a:lnTo>
                    <a:pt x="276371" y="290274"/>
                  </a:lnTo>
                  <a:lnTo>
                    <a:pt x="280332" y="286745"/>
                  </a:lnTo>
                  <a:lnTo>
                    <a:pt x="284179" y="283092"/>
                  </a:lnTo>
                  <a:lnTo>
                    <a:pt x="287908" y="279319"/>
                  </a:lnTo>
                  <a:lnTo>
                    <a:pt x="291516" y="275430"/>
                  </a:lnTo>
                  <a:lnTo>
                    <a:pt x="294999" y="271428"/>
                  </a:lnTo>
                  <a:lnTo>
                    <a:pt x="298352" y="267317"/>
                  </a:lnTo>
                  <a:lnTo>
                    <a:pt x="301574" y="263102"/>
                  </a:lnTo>
                  <a:lnTo>
                    <a:pt x="304660" y="258788"/>
                  </a:lnTo>
                  <a:lnTo>
                    <a:pt x="307608" y="254377"/>
                  </a:lnTo>
                  <a:lnTo>
                    <a:pt x="310414" y="249875"/>
                  </a:lnTo>
                  <a:lnTo>
                    <a:pt x="313076" y="245286"/>
                  </a:lnTo>
                  <a:lnTo>
                    <a:pt x="315591" y="240615"/>
                  </a:lnTo>
                  <a:lnTo>
                    <a:pt x="317957" y="235867"/>
                  </a:lnTo>
                  <a:lnTo>
                    <a:pt x="320171" y="231046"/>
                  </a:lnTo>
                  <a:lnTo>
                    <a:pt x="322230" y="226157"/>
                  </a:lnTo>
                  <a:lnTo>
                    <a:pt x="324134" y="221205"/>
                  </a:lnTo>
                  <a:lnTo>
                    <a:pt x="325879" y="216196"/>
                  </a:lnTo>
                  <a:lnTo>
                    <a:pt x="327465" y="211133"/>
                  </a:lnTo>
                  <a:lnTo>
                    <a:pt x="328889" y="206023"/>
                  </a:lnTo>
                  <a:lnTo>
                    <a:pt x="330151" y="200870"/>
                  </a:lnTo>
                  <a:lnTo>
                    <a:pt x="331248" y="195680"/>
                  </a:lnTo>
                  <a:lnTo>
                    <a:pt x="332180" y="190457"/>
                  </a:lnTo>
                  <a:lnTo>
                    <a:pt x="332945" y="185208"/>
                  </a:lnTo>
                  <a:lnTo>
                    <a:pt x="333544" y="179937"/>
                  </a:lnTo>
                  <a:lnTo>
                    <a:pt x="333975" y="174649"/>
                  </a:lnTo>
                  <a:lnTo>
                    <a:pt x="334239" y="169351"/>
                  </a:lnTo>
                  <a:lnTo>
                    <a:pt x="334334" y="164047"/>
                  </a:lnTo>
                  <a:lnTo>
                    <a:pt x="334260" y="158742"/>
                  </a:lnTo>
                  <a:lnTo>
                    <a:pt x="334019" y="153443"/>
                  </a:lnTo>
                  <a:lnTo>
                    <a:pt x="333609" y="148153"/>
                  </a:lnTo>
                  <a:lnTo>
                    <a:pt x="333032" y="142880"/>
                  </a:lnTo>
                  <a:lnTo>
                    <a:pt x="332287" y="137627"/>
                  </a:lnTo>
                  <a:lnTo>
                    <a:pt x="331377" y="132401"/>
                  </a:lnTo>
                  <a:lnTo>
                    <a:pt x="330301" y="127206"/>
                  </a:lnTo>
                  <a:lnTo>
                    <a:pt x="329060" y="122048"/>
                  </a:lnTo>
                  <a:lnTo>
                    <a:pt x="327657" y="116932"/>
                  </a:lnTo>
                  <a:lnTo>
                    <a:pt x="326092" y="111863"/>
                  </a:lnTo>
                  <a:lnTo>
                    <a:pt x="324367" y="106847"/>
                  </a:lnTo>
                  <a:lnTo>
                    <a:pt x="322484" y="101887"/>
                  </a:lnTo>
                  <a:lnTo>
                    <a:pt x="320444" y="96990"/>
                  </a:lnTo>
                  <a:lnTo>
                    <a:pt x="318250" y="92160"/>
                  </a:lnTo>
                  <a:lnTo>
                    <a:pt x="315903" y="87402"/>
                  </a:lnTo>
                  <a:lnTo>
                    <a:pt x="313407" y="82721"/>
                  </a:lnTo>
                  <a:lnTo>
                    <a:pt x="310764" y="78121"/>
                  </a:lnTo>
                  <a:lnTo>
                    <a:pt x="307976" y="73608"/>
                  </a:lnTo>
                  <a:lnTo>
                    <a:pt x="305046" y="69186"/>
                  </a:lnTo>
                  <a:lnTo>
                    <a:pt x="301978" y="64858"/>
                  </a:lnTo>
                  <a:lnTo>
                    <a:pt x="298773" y="60630"/>
                  </a:lnTo>
                  <a:lnTo>
                    <a:pt x="295436" y="56506"/>
                  </a:lnTo>
                  <a:lnTo>
                    <a:pt x="291970" y="52490"/>
                  </a:lnTo>
                  <a:lnTo>
                    <a:pt x="288378" y="48586"/>
                  </a:lnTo>
                  <a:lnTo>
                    <a:pt x="284664" y="44798"/>
                  </a:lnTo>
                  <a:lnTo>
                    <a:pt x="280832" y="41129"/>
                  </a:lnTo>
                  <a:lnTo>
                    <a:pt x="276886" y="37584"/>
                  </a:lnTo>
                  <a:lnTo>
                    <a:pt x="272828" y="34166"/>
                  </a:lnTo>
                  <a:lnTo>
                    <a:pt x="268665" y="30879"/>
                  </a:lnTo>
                  <a:lnTo>
                    <a:pt x="264399" y="27725"/>
                  </a:lnTo>
                  <a:lnTo>
                    <a:pt x="260035" y="24708"/>
                  </a:lnTo>
                  <a:lnTo>
                    <a:pt x="255578" y="21832"/>
                  </a:lnTo>
                  <a:lnTo>
                    <a:pt x="251032" y="19098"/>
                  </a:lnTo>
                  <a:lnTo>
                    <a:pt x="246401" y="16509"/>
                  </a:lnTo>
                  <a:lnTo>
                    <a:pt x="241690" y="14069"/>
                  </a:lnTo>
                  <a:lnTo>
                    <a:pt x="236905" y="11780"/>
                  </a:lnTo>
                  <a:lnTo>
                    <a:pt x="232049" y="9644"/>
                  </a:lnTo>
                  <a:lnTo>
                    <a:pt x="227128" y="7663"/>
                  </a:lnTo>
                  <a:lnTo>
                    <a:pt x="222146" y="5838"/>
                  </a:lnTo>
                  <a:lnTo>
                    <a:pt x="217109" y="4173"/>
                  </a:lnTo>
                  <a:lnTo>
                    <a:pt x="212022" y="2669"/>
                  </a:lnTo>
                  <a:lnTo>
                    <a:pt x="206890" y="1327"/>
                  </a:lnTo>
                  <a:lnTo>
                    <a:pt x="201717" y="148"/>
                  </a:lnTo>
                  <a:lnTo>
                    <a:pt x="167166" y="163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34550" cy="167167"/>
            </a:xfrm>
            <a:custGeom>
              <a:avLst/>
              <a:pathLst>
                <a:path w="34550" h="167167">
                  <a:moveTo>
                    <a:pt x="34550" y="3609"/>
                  </a:moveTo>
                  <a:lnTo>
                    <a:pt x="27712" y="2313"/>
                  </a:lnTo>
                  <a:lnTo>
                    <a:pt x="20826" y="1302"/>
                  </a:lnTo>
                  <a:lnTo>
                    <a:pt x="13904" y="579"/>
                  </a:lnTo>
                  <a:lnTo>
                    <a:pt x="6958" y="14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4451" y="2633064"/>
              <a:ext cx="6296" cy="167167"/>
            </a:xfrm>
            <a:custGeom>
              <a:avLst/>
              <a:pathLst>
                <a:path w="6296" h="167167">
                  <a:moveTo>
                    <a:pt x="6296" y="0"/>
                  </a:moveTo>
                  <a:lnTo>
                    <a:pt x="0" y="118"/>
                  </a:lnTo>
                  <a:lnTo>
                    <a:pt x="629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451" y="2633182"/>
              <a:ext cx="6296" cy="167048"/>
            </a:xfrm>
            <a:custGeom>
              <a:avLst/>
              <a:pathLst>
                <a:path w="6296" h="167048">
                  <a:moveTo>
                    <a:pt x="0" y="0"/>
                  </a:moveTo>
                  <a:lnTo>
                    <a:pt x="6296" y="1670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98" y="2633182"/>
              <a:ext cx="334312" cy="334215"/>
            </a:xfrm>
            <a:custGeom>
              <a:avLst/>
              <a:pathLst>
                <a:path w="334312" h="334215">
                  <a:moveTo>
                    <a:pt x="160853" y="0"/>
                  </a:moveTo>
                  <a:lnTo>
                    <a:pt x="155572" y="282"/>
                  </a:lnTo>
                  <a:lnTo>
                    <a:pt x="150302" y="732"/>
                  </a:lnTo>
                  <a:lnTo>
                    <a:pt x="145050" y="1348"/>
                  </a:lnTo>
                  <a:lnTo>
                    <a:pt x="139820" y="2130"/>
                  </a:lnTo>
                  <a:lnTo>
                    <a:pt x="134617" y="3077"/>
                  </a:lnTo>
                  <a:lnTo>
                    <a:pt x="129446" y="4188"/>
                  </a:lnTo>
                  <a:lnTo>
                    <a:pt x="124314" y="5462"/>
                  </a:lnTo>
                  <a:lnTo>
                    <a:pt x="119224" y="6898"/>
                  </a:lnTo>
                  <a:lnTo>
                    <a:pt x="114182" y="8494"/>
                  </a:lnTo>
                  <a:lnTo>
                    <a:pt x="109193" y="10249"/>
                  </a:lnTo>
                  <a:lnTo>
                    <a:pt x="104263" y="12161"/>
                  </a:lnTo>
                  <a:lnTo>
                    <a:pt x="99395" y="14227"/>
                  </a:lnTo>
                  <a:lnTo>
                    <a:pt x="94595" y="16447"/>
                  </a:lnTo>
                  <a:lnTo>
                    <a:pt x="89867" y="18817"/>
                  </a:lnTo>
                  <a:lnTo>
                    <a:pt x="85217" y="21336"/>
                  </a:lnTo>
                  <a:lnTo>
                    <a:pt x="80649" y="24001"/>
                  </a:lnTo>
                  <a:lnTo>
                    <a:pt x="76167" y="26808"/>
                  </a:lnTo>
                  <a:lnTo>
                    <a:pt x="71777" y="29756"/>
                  </a:lnTo>
                  <a:lnTo>
                    <a:pt x="67482" y="32842"/>
                  </a:lnTo>
                  <a:lnTo>
                    <a:pt x="63287" y="36062"/>
                  </a:lnTo>
                  <a:lnTo>
                    <a:pt x="59195" y="39412"/>
                  </a:lnTo>
                  <a:lnTo>
                    <a:pt x="55212" y="42891"/>
                  </a:lnTo>
                  <a:lnTo>
                    <a:pt x="51341" y="46494"/>
                  </a:lnTo>
                  <a:lnTo>
                    <a:pt x="47585" y="50218"/>
                  </a:lnTo>
                  <a:lnTo>
                    <a:pt x="43950" y="54058"/>
                  </a:lnTo>
                  <a:lnTo>
                    <a:pt x="40437" y="58011"/>
                  </a:lnTo>
                  <a:lnTo>
                    <a:pt x="37052" y="62074"/>
                  </a:lnTo>
                  <a:lnTo>
                    <a:pt x="33796" y="66242"/>
                  </a:lnTo>
                  <a:lnTo>
                    <a:pt x="30674" y="70510"/>
                  </a:lnTo>
                  <a:lnTo>
                    <a:pt x="27689" y="74876"/>
                  </a:lnTo>
                  <a:lnTo>
                    <a:pt x="24843" y="79333"/>
                  </a:lnTo>
                  <a:lnTo>
                    <a:pt x="22140" y="83878"/>
                  </a:lnTo>
                  <a:lnTo>
                    <a:pt x="19582" y="88507"/>
                  </a:lnTo>
                  <a:lnTo>
                    <a:pt x="17171" y="93214"/>
                  </a:lnTo>
                  <a:lnTo>
                    <a:pt x="14911" y="97995"/>
                  </a:lnTo>
                  <a:lnTo>
                    <a:pt x="12803" y="102845"/>
                  </a:lnTo>
                  <a:lnTo>
                    <a:pt x="10849" y="107759"/>
                  </a:lnTo>
                  <a:lnTo>
                    <a:pt x="9052" y="112733"/>
                  </a:lnTo>
                  <a:lnTo>
                    <a:pt x="7413" y="117761"/>
                  </a:lnTo>
                  <a:lnTo>
                    <a:pt x="5934" y="122838"/>
                  </a:lnTo>
                  <a:lnTo>
                    <a:pt x="4616" y="127960"/>
                  </a:lnTo>
                  <a:lnTo>
                    <a:pt x="3461" y="133121"/>
                  </a:lnTo>
                  <a:lnTo>
                    <a:pt x="2470" y="138316"/>
                  </a:lnTo>
                  <a:lnTo>
                    <a:pt x="1643" y="143539"/>
                  </a:lnTo>
                  <a:lnTo>
                    <a:pt x="982" y="148786"/>
                  </a:lnTo>
                  <a:lnTo>
                    <a:pt x="488" y="154051"/>
                  </a:lnTo>
                  <a:lnTo>
                    <a:pt x="160" y="159329"/>
                  </a:lnTo>
                  <a:lnTo>
                    <a:pt x="0" y="164615"/>
                  </a:lnTo>
                  <a:lnTo>
                    <a:pt x="6" y="169904"/>
                  </a:lnTo>
                  <a:lnTo>
                    <a:pt x="180" y="175189"/>
                  </a:lnTo>
                  <a:lnTo>
                    <a:pt x="521" y="180467"/>
                  </a:lnTo>
                  <a:lnTo>
                    <a:pt x="1029" y="185731"/>
                  </a:lnTo>
                  <a:lnTo>
                    <a:pt x="1703" y="190976"/>
                  </a:lnTo>
                  <a:lnTo>
                    <a:pt x="2543" y="196197"/>
                  </a:lnTo>
                  <a:lnTo>
                    <a:pt x="3547" y="201390"/>
                  </a:lnTo>
                  <a:lnTo>
                    <a:pt x="4715" y="206547"/>
                  </a:lnTo>
                  <a:lnTo>
                    <a:pt x="6046" y="211666"/>
                  </a:lnTo>
                  <a:lnTo>
                    <a:pt x="7538" y="216739"/>
                  </a:lnTo>
                  <a:lnTo>
                    <a:pt x="9190" y="221763"/>
                  </a:lnTo>
                  <a:lnTo>
                    <a:pt x="10999" y="226732"/>
                  </a:lnTo>
                  <a:lnTo>
                    <a:pt x="12965" y="231642"/>
                  </a:lnTo>
                  <a:lnTo>
                    <a:pt x="15086" y="236486"/>
                  </a:lnTo>
                  <a:lnTo>
                    <a:pt x="17358" y="241262"/>
                  </a:lnTo>
                  <a:lnTo>
                    <a:pt x="19781" y="245963"/>
                  </a:lnTo>
                  <a:lnTo>
                    <a:pt x="22351" y="250585"/>
                  </a:lnTo>
                  <a:lnTo>
                    <a:pt x="25065" y="255123"/>
                  </a:lnTo>
                  <a:lnTo>
                    <a:pt x="27923" y="259573"/>
                  </a:lnTo>
                  <a:lnTo>
                    <a:pt x="30919" y="263931"/>
                  </a:lnTo>
                  <a:lnTo>
                    <a:pt x="34052" y="268192"/>
                  </a:lnTo>
                  <a:lnTo>
                    <a:pt x="37318" y="272351"/>
                  </a:lnTo>
                  <a:lnTo>
                    <a:pt x="40713" y="276405"/>
                  </a:lnTo>
                  <a:lnTo>
                    <a:pt x="44236" y="280350"/>
                  </a:lnTo>
                  <a:lnTo>
                    <a:pt x="47881" y="284181"/>
                  </a:lnTo>
                  <a:lnTo>
                    <a:pt x="51646" y="287895"/>
                  </a:lnTo>
                  <a:lnTo>
                    <a:pt x="55526" y="291488"/>
                  </a:lnTo>
                  <a:lnTo>
                    <a:pt x="59518" y="294957"/>
                  </a:lnTo>
                  <a:lnTo>
                    <a:pt x="63618" y="298297"/>
                  </a:lnTo>
                  <a:lnTo>
                    <a:pt x="67822" y="301506"/>
                  </a:lnTo>
                  <a:lnTo>
                    <a:pt x="72124" y="304581"/>
                  </a:lnTo>
                  <a:lnTo>
                    <a:pt x="76522" y="307518"/>
                  </a:lnTo>
                  <a:lnTo>
                    <a:pt x="81011" y="310314"/>
                  </a:lnTo>
                  <a:lnTo>
                    <a:pt x="85586" y="312967"/>
                  </a:lnTo>
                  <a:lnTo>
                    <a:pt x="90242" y="315474"/>
                  </a:lnTo>
                  <a:lnTo>
                    <a:pt x="94976" y="317833"/>
                  </a:lnTo>
                  <a:lnTo>
                    <a:pt x="99781" y="320040"/>
                  </a:lnTo>
                  <a:lnTo>
                    <a:pt x="104654" y="322095"/>
                  </a:lnTo>
                  <a:lnTo>
                    <a:pt x="109590" y="323994"/>
                  </a:lnTo>
                  <a:lnTo>
                    <a:pt x="114583" y="325736"/>
                  </a:lnTo>
                  <a:lnTo>
                    <a:pt x="119629" y="327319"/>
                  </a:lnTo>
                  <a:lnTo>
                    <a:pt x="124722" y="328742"/>
                  </a:lnTo>
                  <a:lnTo>
                    <a:pt x="129858" y="330003"/>
                  </a:lnTo>
                  <a:lnTo>
                    <a:pt x="135031" y="331101"/>
                  </a:lnTo>
                  <a:lnTo>
                    <a:pt x="140237" y="332035"/>
                  </a:lnTo>
                  <a:lnTo>
                    <a:pt x="145469" y="332804"/>
                  </a:lnTo>
                  <a:lnTo>
                    <a:pt x="150723" y="333407"/>
                  </a:lnTo>
                  <a:lnTo>
                    <a:pt x="155993" y="333843"/>
                  </a:lnTo>
                  <a:lnTo>
                    <a:pt x="161275" y="334113"/>
                  </a:lnTo>
                  <a:lnTo>
                    <a:pt x="166562" y="334215"/>
                  </a:lnTo>
                  <a:lnTo>
                    <a:pt x="171850" y="334150"/>
                  </a:lnTo>
                  <a:lnTo>
                    <a:pt x="177134" y="333917"/>
                  </a:lnTo>
                  <a:lnTo>
                    <a:pt x="182407" y="333518"/>
                  </a:lnTo>
                  <a:lnTo>
                    <a:pt x="187665" y="332952"/>
                  </a:lnTo>
                  <a:lnTo>
                    <a:pt x="192903" y="332220"/>
                  </a:lnTo>
                  <a:lnTo>
                    <a:pt x="198114" y="331323"/>
                  </a:lnTo>
                  <a:lnTo>
                    <a:pt x="203295" y="330261"/>
                  </a:lnTo>
                  <a:lnTo>
                    <a:pt x="208440" y="329036"/>
                  </a:lnTo>
                  <a:lnTo>
                    <a:pt x="213543" y="327649"/>
                  </a:lnTo>
                  <a:lnTo>
                    <a:pt x="218600" y="326101"/>
                  </a:lnTo>
                  <a:lnTo>
                    <a:pt x="223605" y="324394"/>
                  </a:lnTo>
                  <a:lnTo>
                    <a:pt x="228554" y="322530"/>
                  </a:lnTo>
                  <a:lnTo>
                    <a:pt x="233441" y="320509"/>
                  </a:lnTo>
                  <a:lnTo>
                    <a:pt x="238262" y="318336"/>
                  </a:lnTo>
                  <a:lnTo>
                    <a:pt x="243012" y="316011"/>
                  </a:lnTo>
                  <a:lnTo>
                    <a:pt x="247686" y="313536"/>
                  </a:lnTo>
                  <a:lnTo>
                    <a:pt x="252280" y="310916"/>
                  </a:lnTo>
                  <a:lnTo>
                    <a:pt x="256788" y="308151"/>
                  </a:lnTo>
                  <a:lnTo>
                    <a:pt x="261206" y="305245"/>
                  </a:lnTo>
                  <a:lnTo>
                    <a:pt x="265530" y="302200"/>
                  </a:lnTo>
                  <a:lnTo>
                    <a:pt x="269756" y="299021"/>
                  </a:lnTo>
                  <a:lnTo>
                    <a:pt x="273879" y="295709"/>
                  </a:lnTo>
                  <a:lnTo>
                    <a:pt x="277896" y="292269"/>
                  </a:lnTo>
                  <a:lnTo>
                    <a:pt x="281801" y="288703"/>
                  </a:lnTo>
                  <a:lnTo>
                    <a:pt x="285592" y="285016"/>
                  </a:lnTo>
                  <a:lnTo>
                    <a:pt x="289264" y="281210"/>
                  </a:lnTo>
                  <a:lnTo>
                    <a:pt x="292814" y="277290"/>
                  </a:lnTo>
                  <a:lnTo>
                    <a:pt x="296238" y="273260"/>
                  </a:lnTo>
                  <a:lnTo>
                    <a:pt x="299533" y="269124"/>
                  </a:lnTo>
                  <a:lnTo>
                    <a:pt x="302696" y="264885"/>
                  </a:lnTo>
                  <a:lnTo>
                    <a:pt x="305723" y="260549"/>
                  </a:lnTo>
                  <a:lnTo>
                    <a:pt x="308611" y="256118"/>
                  </a:lnTo>
                  <a:lnTo>
                    <a:pt x="311358" y="251599"/>
                  </a:lnTo>
                  <a:lnTo>
                    <a:pt x="313960" y="246995"/>
                  </a:lnTo>
                  <a:lnTo>
                    <a:pt x="316415" y="242312"/>
                  </a:lnTo>
                  <a:lnTo>
                    <a:pt x="318721" y="237552"/>
                  </a:lnTo>
                  <a:lnTo>
                    <a:pt x="320876" y="232723"/>
                  </a:lnTo>
                  <a:lnTo>
                    <a:pt x="322876" y="227827"/>
                  </a:lnTo>
                  <a:lnTo>
                    <a:pt x="324721" y="222871"/>
                  </a:lnTo>
                  <a:lnTo>
                    <a:pt x="326408" y="217859"/>
                  </a:lnTo>
                  <a:lnTo>
                    <a:pt x="327935" y="212796"/>
                  </a:lnTo>
                  <a:lnTo>
                    <a:pt x="329302" y="207687"/>
                  </a:lnTo>
                  <a:lnTo>
                    <a:pt x="330506" y="202537"/>
                  </a:lnTo>
                  <a:lnTo>
                    <a:pt x="331547" y="197352"/>
                  </a:lnTo>
                  <a:lnTo>
                    <a:pt x="332423" y="192137"/>
                  </a:lnTo>
                  <a:lnTo>
                    <a:pt x="333134" y="186897"/>
                  </a:lnTo>
                  <a:lnTo>
                    <a:pt x="333679" y="181636"/>
                  </a:lnTo>
                  <a:lnTo>
                    <a:pt x="334057" y="176361"/>
                  </a:lnTo>
                  <a:lnTo>
                    <a:pt x="334268" y="171077"/>
                  </a:lnTo>
                  <a:lnTo>
                    <a:pt x="334312" y="165789"/>
                  </a:lnTo>
                  <a:lnTo>
                    <a:pt x="334188" y="160502"/>
                  </a:lnTo>
                  <a:lnTo>
                    <a:pt x="333898" y="155222"/>
                  </a:lnTo>
                  <a:lnTo>
                    <a:pt x="333440" y="149953"/>
                  </a:lnTo>
                  <a:lnTo>
                    <a:pt x="332816" y="144702"/>
                  </a:lnTo>
                  <a:lnTo>
                    <a:pt x="332027" y="139472"/>
                  </a:lnTo>
                  <a:lnTo>
                    <a:pt x="331072" y="134271"/>
                  </a:lnTo>
                  <a:lnTo>
                    <a:pt x="329953" y="129102"/>
                  </a:lnTo>
                  <a:lnTo>
                    <a:pt x="328671" y="123971"/>
                  </a:lnTo>
                  <a:lnTo>
                    <a:pt x="327228" y="118884"/>
                  </a:lnTo>
                  <a:lnTo>
                    <a:pt x="325624" y="113844"/>
                  </a:lnTo>
                  <a:lnTo>
                    <a:pt x="323862" y="108858"/>
                  </a:lnTo>
                  <a:lnTo>
                    <a:pt x="321943" y="103930"/>
                  </a:lnTo>
                  <a:lnTo>
                    <a:pt x="319869" y="99066"/>
                  </a:lnTo>
                  <a:lnTo>
                    <a:pt x="317642" y="94269"/>
                  </a:lnTo>
                  <a:lnTo>
                    <a:pt x="315265" y="89545"/>
                  </a:lnTo>
                  <a:lnTo>
                    <a:pt x="312739" y="84899"/>
                  </a:lnTo>
                  <a:lnTo>
                    <a:pt x="310068" y="80334"/>
                  </a:lnTo>
                  <a:lnTo>
                    <a:pt x="307253" y="75857"/>
                  </a:lnTo>
                  <a:lnTo>
                    <a:pt x="304299" y="71471"/>
                  </a:lnTo>
                  <a:lnTo>
                    <a:pt x="301207" y="67181"/>
                  </a:lnTo>
                  <a:lnTo>
                    <a:pt x="297981" y="62990"/>
                  </a:lnTo>
                  <a:lnTo>
                    <a:pt x="294624" y="58904"/>
                  </a:lnTo>
                  <a:lnTo>
                    <a:pt x="291139" y="54926"/>
                  </a:lnTo>
                  <a:lnTo>
                    <a:pt x="287530" y="51060"/>
                  </a:lnTo>
                  <a:lnTo>
                    <a:pt x="283801" y="47310"/>
                  </a:lnTo>
                  <a:lnTo>
                    <a:pt x="279955" y="43680"/>
                  </a:lnTo>
                  <a:lnTo>
                    <a:pt x="275997" y="40174"/>
                  </a:lnTo>
                  <a:lnTo>
                    <a:pt x="271929" y="36794"/>
                  </a:lnTo>
                  <a:lnTo>
                    <a:pt x="267756" y="33545"/>
                  </a:lnTo>
                  <a:lnTo>
                    <a:pt x="263483" y="30429"/>
                  </a:lnTo>
                  <a:lnTo>
                    <a:pt x="259113" y="27451"/>
                  </a:lnTo>
                  <a:lnTo>
                    <a:pt x="254652" y="24611"/>
                  </a:lnTo>
                  <a:lnTo>
                    <a:pt x="250102" y="21915"/>
                  </a:lnTo>
                  <a:lnTo>
                    <a:pt x="245470" y="19364"/>
                  </a:lnTo>
                  <a:lnTo>
                    <a:pt x="240759" y="16960"/>
                  </a:lnTo>
                  <a:lnTo>
                    <a:pt x="167149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73610" cy="167167"/>
            </a:xfrm>
            <a:custGeom>
              <a:avLst/>
              <a:pathLst>
                <a:path w="73610" h="167167">
                  <a:moveTo>
                    <a:pt x="73610" y="17079"/>
                  </a:moveTo>
                  <a:lnTo>
                    <a:pt x="68301" y="14590"/>
                  </a:lnTo>
                  <a:lnTo>
                    <a:pt x="62909" y="12288"/>
                  </a:lnTo>
                  <a:lnTo>
                    <a:pt x="57439" y="10177"/>
                  </a:lnTo>
                  <a:lnTo>
                    <a:pt x="51898" y="8260"/>
                  </a:lnTo>
                  <a:lnTo>
                    <a:pt x="46294" y="6538"/>
                  </a:lnTo>
                  <a:lnTo>
                    <a:pt x="40632" y="5013"/>
                  </a:lnTo>
                  <a:lnTo>
                    <a:pt x="34921" y="3688"/>
                  </a:lnTo>
                  <a:lnTo>
                    <a:pt x="29166" y="2564"/>
                  </a:lnTo>
                  <a:lnTo>
                    <a:pt x="23376" y="1642"/>
                  </a:lnTo>
                  <a:lnTo>
                    <a:pt x="17557" y="924"/>
                  </a:lnTo>
                  <a:lnTo>
                    <a:pt x="11717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499008" y="3170392"/>
              <a:ext cx="26971" cy="167167"/>
            </a:xfrm>
            <a:custGeom>
              <a:avLst/>
              <a:pathLst>
                <a:path w="26971" h="167167">
                  <a:moveTo>
                    <a:pt x="26971" y="0"/>
                  </a:moveTo>
                  <a:lnTo>
                    <a:pt x="20201" y="137"/>
                  </a:lnTo>
                  <a:lnTo>
                    <a:pt x="13441" y="548"/>
                  </a:lnTo>
                  <a:lnTo>
                    <a:pt x="6704" y="1233"/>
                  </a:lnTo>
                  <a:lnTo>
                    <a:pt x="0" y="2190"/>
                  </a:lnTo>
                  <a:lnTo>
                    <a:pt x="2697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008" y="3172582"/>
              <a:ext cx="26971" cy="164977"/>
            </a:xfrm>
            <a:custGeom>
              <a:avLst/>
              <a:pathLst>
                <a:path w="26971" h="164977">
                  <a:moveTo>
                    <a:pt x="0" y="0"/>
                  </a:moveTo>
                  <a:lnTo>
                    <a:pt x="26971" y="1649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25" y="3172582"/>
              <a:ext cx="334313" cy="332142"/>
            </a:xfrm>
            <a:custGeom>
              <a:avLst/>
              <a:pathLst>
                <a:path w="334313" h="332142">
                  <a:moveTo>
                    <a:pt x="140183" y="0"/>
                  </a:moveTo>
                  <a:lnTo>
                    <a:pt x="134960" y="939"/>
                  </a:lnTo>
                  <a:lnTo>
                    <a:pt x="129770" y="2043"/>
                  </a:lnTo>
                  <a:lnTo>
                    <a:pt x="124617" y="3312"/>
                  </a:lnTo>
                  <a:lnTo>
                    <a:pt x="119508" y="4743"/>
                  </a:lnTo>
                  <a:lnTo>
                    <a:pt x="114446" y="6337"/>
                  </a:lnTo>
                  <a:lnTo>
                    <a:pt x="109437" y="8089"/>
                  </a:lnTo>
                  <a:lnTo>
                    <a:pt x="104487" y="10000"/>
                  </a:lnTo>
                  <a:lnTo>
                    <a:pt x="99599" y="12068"/>
                  </a:lnTo>
                  <a:lnTo>
                    <a:pt x="94780" y="14289"/>
                  </a:lnTo>
                  <a:lnTo>
                    <a:pt x="90034" y="16662"/>
                  </a:lnTo>
                  <a:lnTo>
                    <a:pt x="85365" y="19184"/>
                  </a:lnTo>
                  <a:lnTo>
                    <a:pt x="80779" y="21854"/>
                  </a:lnTo>
                  <a:lnTo>
                    <a:pt x="76280" y="24668"/>
                  </a:lnTo>
                  <a:lnTo>
                    <a:pt x="71872" y="27623"/>
                  </a:lnTo>
                  <a:lnTo>
                    <a:pt x="67561" y="30716"/>
                  </a:lnTo>
                  <a:lnTo>
                    <a:pt x="63349" y="33945"/>
                  </a:lnTo>
                  <a:lnTo>
                    <a:pt x="59243" y="37306"/>
                  </a:lnTo>
                  <a:lnTo>
                    <a:pt x="55245" y="40795"/>
                  </a:lnTo>
                  <a:lnTo>
                    <a:pt x="51360" y="44410"/>
                  </a:lnTo>
                  <a:lnTo>
                    <a:pt x="47591" y="48146"/>
                  </a:lnTo>
                  <a:lnTo>
                    <a:pt x="43943" y="51999"/>
                  </a:lnTo>
                  <a:lnTo>
                    <a:pt x="40420" y="55967"/>
                  </a:lnTo>
                  <a:lnTo>
                    <a:pt x="37023" y="60045"/>
                  </a:lnTo>
                  <a:lnTo>
                    <a:pt x="33759" y="64228"/>
                  </a:lnTo>
                  <a:lnTo>
                    <a:pt x="30628" y="68513"/>
                  </a:lnTo>
                  <a:lnTo>
                    <a:pt x="27635" y="72894"/>
                  </a:lnTo>
                  <a:lnTo>
                    <a:pt x="24783" y="77369"/>
                  </a:lnTo>
                  <a:lnTo>
                    <a:pt x="22074" y="81932"/>
                  </a:lnTo>
                  <a:lnTo>
                    <a:pt x="19511" y="86579"/>
                  </a:lnTo>
                  <a:lnTo>
                    <a:pt x="17097" y="91305"/>
                  </a:lnTo>
                  <a:lnTo>
                    <a:pt x="14834" y="96105"/>
                  </a:lnTo>
                  <a:lnTo>
                    <a:pt x="12725" y="100974"/>
                  </a:lnTo>
                  <a:lnTo>
                    <a:pt x="10771" y="105908"/>
                  </a:lnTo>
                  <a:lnTo>
                    <a:pt x="8975" y="110901"/>
                  </a:lnTo>
                  <a:lnTo>
                    <a:pt x="7339" y="115949"/>
                  </a:lnTo>
                  <a:lnTo>
                    <a:pt x="5863" y="121046"/>
                  </a:lnTo>
                  <a:lnTo>
                    <a:pt x="4550" y="126188"/>
                  </a:lnTo>
                  <a:lnTo>
                    <a:pt x="3401" y="131368"/>
                  </a:lnTo>
                  <a:lnTo>
                    <a:pt x="2417" y="136583"/>
                  </a:lnTo>
                  <a:lnTo>
                    <a:pt x="1598" y="141826"/>
                  </a:lnTo>
                  <a:lnTo>
                    <a:pt x="947" y="147092"/>
                  </a:lnTo>
                  <a:lnTo>
                    <a:pt x="463" y="152377"/>
                  </a:lnTo>
                  <a:lnTo>
                    <a:pt x="147" y="157674"/>
                  </a:lnTo>
                  <a:lnTo>
                    <a:pt x="0" y="162978"/>
                  </a:lnTo>
                  <a:lnTo>
                    <a:pt x="20" y="168285"/>
                  </a:lnTo>
                  <a:lnTo>
                    <a:pt x="209" y="173588"/>
                  </a:lnTo>
                  <a:lnTo>
                    <a:pt x="567" y="178882"/>
                  </a:lnTo>
                  <a:lnTo>
                    <a:pt x="1092" y="184163"/>
                  </a:lnTo>
                  <a:lnTo>
                    <a:pt x="1785" y="189424"/>
                  </a:lnTo>
                  <a:lnTo>
                    <a:pt x="2644" y="194660"/>
                  </a:lnTo>
                  <a:lnTo>
                    <a:pt x="3669" y="199867"/>
                  </a:lnTo>
                  <a:lnTo>
                    <a:pt x="4859" y="205038"/>
                  </a:lnTo>
                  <a:lnTo>
                    <a:pt x="6212" y="210169"/>
                  </a:lnTo>
                  <a:lnTo>
                    <a:pt x="7728" y="215255"/>
                  </a:lnTo>
                  <a:lnTo>
                    <a:pt x="9404" y="220290"/>
                  </a:lnTo>
                  <a:lnTo>
                    <a:pt x="11239" y="225269"/>
                  </a:lnTo>
                  <a:lnTo>
                    <a:pt x="13231" y="230187"/>
                  </a:lnTo>
                  <a:lnTo>
                    <a:pt x="15379" y="235040"/>
                  </a:lnTo>
                  <a:lnTo>
                    <a:pt x="17679" y="239822"/>
                  </a:lnTo>
                  <a:lnTo>
                    <a:pt x="20130" y="244529"/>
                  </a:lnTo>
                  <a:lnTo>
                    <a:pt x="22729" y="249155"/>
                  </a:lnTo>
                  <a:lnTo>
                    <a:pt x="25473" y="253697"/>
                  </a:lnTo>
                  <a:lnTo>
                    <a:pt x="28361" y="258149"/>
                  </a:lnTo>
                  <a:lnTo>
                    <a:pt x="31388" y="262507"/>
                  </a:lnTo>
                  <a:lnTo>
                    <a:pt x="34552" y="266767"/>
                  </a:lnTo>
                  <a:lnTo>
                    <a:pt x="37849" y="270925"/>
                  </a:lnTo>
                  <a:lnTo>
                    <a:pt x="41277" y="274976"/>
                  </a:lnTo>
                  <a:lnTo>
                    <a:pt x="44832" y="278916"/>
                  </a:lnTo>
                  <a:lnTo>
                    <a:pt x="48510" y="282741"/>
                  </a:lnTo>
                  <a:lnTo>
                    <a:pt x="52308" y="286447"/>
                  </a:lnTo>
                  <a:lnTo>
                    <a:pt x="56221" y="290031"/>
                  </a:lnTo>
                  <a:lnTo>
                    <a:pt x="60246" y="293489"/>
                  </a:lnTo>
                  <a:lnTo>
                    <a:pt x="64379" y="296818"/>
                  </a:lnTo>
                  <a:lnTo>
                    <a:pt x="68615" y="300013"/>
                  </a:lnTo>
                  <a:lnTo>
                    <a:pt x="72951" y="303073"/>
                  </a:lnTo>
                  <a:lnTo>
                    <a:pt x="77382" y="305993"/>
                  </a:lnTo>
                  <a:lnTo>
                    <a:pt x="81903" y="308772"/>
                  </a:lnTo>
                  <a:lnTo>
                    <a:pt x="86510" y="311405"/>
                  </a:lnTo>
                  <a:lnTo>
                    <a:pt x="91198" y="313891"/>
                  </a:lnTo>
                  <a:lnTo>
                    <a:pt x="95963" y="316227"/>
                  </a:lnTo>
                  <a:lnTo>
                    <a:pt x="100799" y="318410"/>
                  </a:lnTo>
                  <a:lnTo>
                    <a:pt x="105703" y="320439"/>
                  </a:lnTo>
                  <a:lnTo>
                    <a:pt x="110668" y="322311"/>
                  </a:lnTo>
                  <a:lnTo>
                    <a:pt x="115690" y="324025"/>
                  </a:lnTo>
                  <a:lnTo>
                    <a:pt x="120764" y="325578"/>
                  </a:lnTo>
                  <a:lnTo>
                    <a:pt x="125885" y="326970"/>
                  </a:lnTo>
                  <a:lnTo>
                    <a:pt x="131048" y="328198"/>
                  </a:lnTo>
                  <a:lnTo>
                    <a:pt x="136246" y="329262"/>
                  </a:lnTo>
                  <a:lnTo>
                    <a:pt x="141476" y="330160"/>
                  </a:lnTo>
                  <a:lnTo>
                    <a:pt x="146732" y="330892"/>
                  </a:lnTo>
                  <a:lnTo>
                    <a:pt x="152009" y="331457"/>
                  </a:lnTo>
                  <a:lnTo>
                    <a:pt x="157300" y="331853"/>
                  </a:lnTo>
                  <a:lnTo>
                    <a:pt x="162602" y="332082"/>
                  </a:lnTo>
                  <a:lnTo>
                    <a:pt x="167908" y="332142"/>
                  </a:lnTo>
                  <a:lnTo>
                    <a:pt x="173213" y="332034"/>
                  </a:lnTo>
                  <a:lnTo>
                    <a:pt x="178513" y="331758"/>
                  </a:lnTo>
                  <a:lnTo>
                    <a:pt x="183801" y="331313"/>
                  </a:lnTo>
                  <a:lnTo>
                    <a:pt x="189072" y="330701"/>
                  </a:lnTo>
                  <a:lnTo>
                    <a:pt x="194321" y="329922"/>
                  </a:lnTo>
                  <a:lnTo>
                    <a:pt x="199542" y="328977"/>
                  </a:lnTo>
                  <a:lnTo>
                    <a:pt x="204731" y="327866"/>
                  </a:lnTo>
                  <a:lnTo>
                    <a:pt x="209883" y="326591"/>
                  </a:lnTo>
                  <a:lnTo>
                    <a:pt x="214991" y="325154"/>
                  </a:lnTo>
                  <a:lnTo>
                    <a:pt x="220051" y="323555"/>
                  </a:lnTo>
                  <a:lnTo>
                    <a:pt x="225057" y="321796"/>
                  </a:lnTo>
                  <a:lnTo>
                    <a:pt x="230005" y="319879"/>
                  </a:lnTo>
                  <a:lnTo>
                    <a:pt x="234890" y="317806"/>
                  </a:lnTo>
                  <a:lnTo>
                    <a:pt x="239707" y="315579"/>
                  </a:lnTo>
                  <a:lnTo>
                    <a:pt x="244451" y="313201"/>
                  </a:lnTo>
                  <a:lnTo>
                    <a:pt x="249116" y="310673"/>
                  </a:lnTo>
                  <a:lnTo>
                    <a:pt x="253699" y="307998"/>
                  </a:lnTo>
                  <a:lnTo>
                    <a:pt x="258195" y="305179"/>
                  </a:lnTo>
                  <a:lnTo>
                    <a:pt x="262599" y="302219"/>
                  </a:lnTo>
                  <a:lnTo>
                    <a:pt x="266907" y="299120"/>
                  </a:lnTo>
                  <a:lnTo>
                    <a:pt x="271115" y="295886"/>
                  </a:lnTo>
                  <a:lnTo>
                    <a:pt x="275217" y="292521"/>
                  </a:lnTo>
                  <a:lnTo>
                    <a:pt x="279211" y="289027"/>
                  </a:lnTo>
                  <a:lnTo>
                    <a:pt x="283092" y="285408"/>
                  </a:lnTo>
                  <a:lnTo>
                    <a:pt x="286856" y="281667"/>
                  </a:lnTo>
                  <a:lnTo>
                    <a:pt x="290499" y="277809"/>
                  </a:lnTo>
                  <a:lnTo>
                    <a:pt x="294019" y="273837"/>
                  </a:lnTo>
                  <a:lnTo>
                    <a:pt x="297410" y="269756"/>
                  </a:lnTo>
                  <a:lnTo>
                    <a:pt x="300670" y="265569"/>
                  </a:lnTo>
                  <a:lnTo>
                    <a:pt x="303795" y="261280"/>
                  </a:lnTo>
                  <a:lnTo>
                    <a:pt x="306783" y="256895"/>
                  </a:lnTo>
                  <a:lnTo>
                    <a:pt x="309630" y="252417"/>
                  </a:lnTo>
                  <a:lnTo>
                    <a:pt x="312334" y="247850"/>
                  </a:lnTo>
                  <a:lnTo>
                    <a:pt x="314891" y="243201"/>
                  </a:lnTo>
                  <a:lnTo>
                    <a:pt x="317299" y="238472"/>
                  </a:lnTo>
                  <a:lnTo>
                    <a:pt x="319557" y="233670"/>
                  </a:lnTo>
                  <a:lnTo>
                    <a:pt x="321660" y="228798"/>
                  </a:lnTo>
                  <a:lnTo>
                    <a:pt x="323608" y="223862"/>
                  </a:lnTo>
                  <a:lnTo>
                    <a:pt x="325398" y="218866"/>
                  </a:lnTo>
                  <a:lnTo>
                    <a:pt x="327029" y="213817"/>
                  </a:lnTo>
                  <a:lnTo>
                    <a:pt x="328498" y="208718"/>
                  </a:lnTo>
                  <a:lnTo>
                    <a:pt x="329805" y="203575"/>
                  </a:lnTo>
                  <a:lnTo>
                    <a:pt x="330949" y="198393"/>
                  </a:lnTo>
                  <a:lnTo>
                    <a:pt x="331927" y="193177"/>
                  </a:lnTo>
                  <a:lnTo>
                    <a:pt x="332739" y="187933"/>
                  </a:lnTo>
                  <a:lnTo>
                    <a:pt x="333384" y="182666"/>
                  </a:lnTo>
                  <a:lnTo>
                    <a:pt x="333862" y="177381"/>
                  </a:lnTo>
                  <a:lnTo>
                    <a:pt x="334171" y="172083"/>
                  </a:lnTo>
                  <a:lnTo>
                    <a:pt x="334313" y="166779"/>
                  </a:lnTo>
                  <a:lnTo>
                    <a:pt x="334286" y="161472"/>
                  </a:lnTo>
                  <a:lnTo>
                    <a:pt x="334090" y="156169"/>
                  </a:lnTo>
                  <a:lnTo>
                    <a:pt x="333727" y="150875"/>
                  </a:lnTo>
                  <a:lnTo>
                    <a:pt x="333195" y="145595"/>
                  </a:lnTo>
                  <a:lnTo>
                    <a:pt x="332496" y="140335"/>
                  </a:lnTo>
                  <a:lnTo>
                    <a:pt x="331631" y="135100"/>
                  </a:lnTo>
                  <a:lnTo>
                    <a:pt x="330600" y="129894"/>
                  </a:lnTo>
                  <a:lnTo>
                    <a:pt x="329404" y="124724"/>
                  </a:lnTo>
                  <a:lnTo>
                    <a:pt x="328044" y="119595"/>
                  </a:lnTo>
                  <a:lnTo>
                    <a:pt x="326523" y="114511"/>
                  </a:lnTo>
                  <a:lnTo>
                    <a:pt x="324841" y="109478"/>
                  </a:lnTo>
                  <a:lnTo>
                    <a:pt x="323000" y="104501"/>
                  </a:lnTo>
                  <a:lnTo>
                    <a:pt x="321002" y="99585"/>
                  </a:lnTo>
                  <a:lnTo>
                    <a:pt x="318849" y="94735"/>
                  </a:lnTo>
                  <a:lnTo>
                    <a:pt x="316543" y="89956"/>
                  </a:lnTo>
                  <a:lnTo>
                    <a:pt x="314087" y="85252"/>
                  </a:lnTo>
                  <a:lnTo>
                    <a:pt x="311482" y="80628"/>
                  </a:lnTo>
                  <a:lnTo>
                    <a:pt x="308732" y="76090"/>
                  </a:lnTo>
                  <a:lnTo>
                    <a:pt x="305840" y="71641"/>
                  </a:lnTo>
                  <a:lnTo>
                    <a:pt x="302807" y="67286"/>
                  </a:lnTo>
                  <a:lnTo>
                    <a:pt x="299638" y="63030"/>
                  </a:lnTo>
                  <a:lnTo>
                    <a:pt x="296336" y="58876"/>
                  </a:lnTo>
                  <a:lnTo>
                    <a:pt x="292903" y="54830"/>
                  </a:lnTo>
                  <a:lnTo>
                    <a:pt x="289344" y="50894"/>
                  </a:lnTo>
                  <a:lnTo>
                    <a:pt x="167155" y="164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122188" cy="167167"/>
            </a:xfrm>
            <a:custGeom>
              <a:avLst/>
              <a:pathLst>
                <a:path w="122188" h="167167">
                  <a:moveTo>
                    <a:pt x="122188" y="53084"/>
                  </a:moveTo>
                  <a:lnTo>
                    <a:pt x="118383" y="49140"/>
                  </a:lnTo>
                  <a:lnTo>
                    <a:pt x="114450" y="45323"/>
                  </a:lnTo>
                  <a:lnTo>
                    <a:pt x="110394" y="41636"/>
                  </a:lnTo>
                  <a:lnTo>
                    <a:pt x="106220" y="38085"/>
                  </a:lnTo>
                  <a:lnTo>
                    <a:pt x="101931" y="34672"/>
                  </a:lnTo>
                  <a:lnTo>
                    <a:pt x="97533" y="31402"/>
                  </a:lnTo>
                  <a:lnTo>
                    <a:pt x="93030" y="28277"/>
                  </a:lnTo>
                  <a:lnTo>
                    <a:pt x="88427" y="25302"/>
                  </a:lnTo>
                  <a:lnTo>
                    <a:pt x="83729" y="22480"/>
                  </a:lnTo>
                  <a:lnTo>
                    <a:pt x="78941" y="19813"/>
                  </a:lnTo>
                  <a:lnTo>
                    <a:pt x="74068" y="17304"/>
                  </a:lnTo>
                  <a:lnTo>
                    <a:pt x="69115" y="14957"/>
                  </a:lnTo>
                  <a:lnTo>
                    <a:pt x="64088" y="12773"/>
                  </a:lnTo>
                  <a:lnTo>
                    <a:pt x="58992" y="10755"/>
                  </a:lnTo>
                  <a:lnTo>
                    <a:pt x="53833" y="8905"/>
                  </a:lnTo>
                  <a:lnTo>
                    <a:pt x="48616" y="7225"/>
                  </a:lnTo>
                  <a:lnTo>
                    <a:pt x="43347" y="5717"/>
                  </a:lnTo>
                  <a:lnTo>
                    <a:pt x="38031" y="4383"/>
                  </a:lnTo>
                  <a:lnTo>
                    <a:pt x="32674" y="3224"/>
                  </a:lnTo>
                  <a:lnTo>
                    <a:pt x="27282" y="2241"/>
                  </a:lnTo>
                  <a:lnTo>
                    <a:pt x="21861" y="1435"/>
                  </a:lnTo>
                  <a:lnTo>
                    <a:pt x="16416" y="808"/>
                  </a:lnTo>
                  <a:lnTo>
                    <a:pt x="10954" y="359"/>
                  </a:lnTo>
                  <a:lnTo>
                    <a:pt x="548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3927" y="3707720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927" y="37078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88" y="3707860"/>
              <a:ext cx="334309" cy="334194"/>
            </a:xfrm>
            <a:custGeom>
              <a:avLst/>
              <a:pathLst>
                <a:path w="334309" h="334194">
                  <a:moveTo>
                    <a:pt x="160338" y="0"/>
                  </a:moveTo>
                  <a:lnTo>
                    <a:pt x="155051" y="299"/>
                  </a:lnTo>
                  <a:lnTo>
                    <a:pt x="149776" y="767"/>
                  </a:lnTo>
                  <a:lnTo>
                    <a:pt x="144519" y="1401"/>
                  </a:lnTo>
                  <a:lnTo>
                    <a:pt x="139284" y="2201"/>
                  </a:lnTo>
                  <a:lnTo>
                    <a:pt x="134077" y="3166"/>
                  </a:lnTo>
                  <a:lnTo>
                    <a:pt x="128904" y="4297"/>
                  </a:lnTo>
                  <a:lnTo>
                    <a:pt x="123769" y="5590"/>
                  </a:lnTo>
                  <a:lnTo>
                    <a:pt x="118677" y="7045"/>
                  </a:lnTo>
                  <a:lnTo>
                    <a:pt x="113634" y="8661"/>
                  </a:lnTo>
                  <a:lnTo>
                    <a:pt x="108645" y="10436"/>
                  </a:lnTo>
                  <a:lnTo>
                    <a:pt x="103714" y="12368"/>
                  </a:lnTo>
                  <a:lnTo>
                    <a:pt x="98847" y="14455"/>
                  </a:lnTo>
                  <a:lnTo>
                    <a:pt x="94049" y="16696"/>
                  </a:lnTo>
                  <a:lnTo>
                    <a:pt x="89324" y="19087"/>
                  </a:lnTo>
                  <a:lnTo>
                    <a:pt x="84677" y="21626"/>
                  </a:lnTo>
                  <a:lnTo>
                    <a:pt x="80113" y="24312"/>
                  </a:lnTo>
                  <a:lnTo>
                    <a:pt x="75636" y="27141"/>
                  </a:lnTo>
                  <a:lnTo>
                    <a:pt x="71251" y="30110"/>
                  </a:lnTo>
                  <a:lnTo>
                    <a:pt x="66962" y="33216"/>
                  </a:lnTo>
                  <a:lnTo>
                    <a:pt x="62774" y="36457"/>
                  </a:lnTo>
                  <a:lnTo>
                    <a:pt x="58691" y="39829"/>
                  </a:lnTo>
                  <a:lnTo>
                    <a:pt x="54716" y="43329"/>
                  </a:lnTo>
                  <a:lnTo>
                    <a:pt x="50855" y="46952"/>
                  </a:lnTo>
                  <a:lnTo>
                    <a:pt x="47110" y="50696"/>
                  </a:lnTo>
                  <a:lnTo>
                    <a:pt x="43485" y="54557"/>
                  </a:lnTo>
                  <a:lnTo>
                    <a:pt x="39985" y="58531"/>
                  </a:lnTo>
                  <a:lnTo>
                    <a:pt x="36612" y="62614"/>
                  </a:lnTo>
                  <a:lnTo>
                    <a:pt x="33370" y="66801"/>
                  </a:lnTo>
                  <a:lnTo>
                    <a:pt x="30263" y="71089"/>
                  </a:lnTo>
                  <a:lnTo>
                    <a:pt x="27293" y="75473"/>
                  </a:lnTo>
                  <a:lnTo>
                    <a:pt x="24463" y="79949"/>
                  </a:lnTo>
                  <a:lnTo>
                    <a:pt x="21777" y="84513"/>
                  </a:lnTo>
                  <a:lnTo>
                    <a:pt x="19236" y="89159"/>
                  </a:lnTo>
                  <a:lnTo>
                    <a:pt x="16844" y="93884"/>
                  </a:lnTo>
                  <a:lnTo>
                    <a:pt x="14602" y="98681"/>
                  </a:lnTo>
                  <a:lnTo>
                    <a:pt x="12514" y="103548"/>
                  </a:lnTo>
                  <a:lnTo>
                    <a:pt x="10581" y="108478"/>
                  </a:lnTo>
                  <a:lnTo>
                    <a:pt x="8805" y="113467"/>
                  </a:lnTo>
                  <a:lnTo>
                    <a:pt x="7188" y="118510"/>
                  </a:lnTo>
                  <a:lnTo>
                    <a:pt x="5731" y="123601"/>
                  </a:lnTo>
                  <a:lnTo>
                    <a:pt x="4437" y="128736"/>
                  </a:lnTo>
                  <a:lnTo>
                    <a:pt x="3306" y="133909"/>
                  </a:lnTo>
                  <a:lnTo>
                    <a:pt x="2339" y="139116"/>
                  </a:lnTo>
                  <a:lnTo>
                    <a:pt x="1537" y="144350"/>
                  </a:lnTo>
                  <a:lnTo>
                    <a:pt x="902" y="149608"/>
                  </a:lnTo>
                  <a:lnTo>
                    <a:pt x="434" y="154883"/>
                  </a:lnTo>
                  <a:lnTo>
                    <a:pt x="133" y="160170"/>
                  </a:lnTo>
                  <a:lnTo>
                    <a:pt x="0" y="165464"/>
                  </a:lnTo>
                  <a:lnTo>
                    <a:pt x="34" y="170759"/>
                  </a:lnTo>
                  <a:lnTo>
                    <a:pt x="236" y="176051"/>
                  </a:lnTo>
                  <a:lnTo>
                    <a:pt x="605" y="181333"/>
                  </a:lnTo>
                  <a:lnTo>
                    <a:pt x="1142" y="186602"/>
                  </a:lnTo>
                  <a:lnTo>
                    <a:pt x="1845" y="191850"/>
                  </a:lnTo>
                  <a:lnTo>
                    <a:pt x="2715" y="197074"/>
                  </a:lnTo>
                  <a:lnTo>
                    <a:pt x="3749" y="202268"/>
                  </a:lnTo>
                  <a:lnTo>
                    <a:pt x="4947" y="207426"/>
                  </a:lnTo>
                  <a:lnTo>
                    <a:pt x="6308" y="212544"/>
                  </a:lnTo>
                  <a:lnTo>
                    <a:pt x="7830" y="217616"/>
                  </a:lnTo>
                  <a:lnTo>
                    <a:pt x="9513" y="222637"/>
                  </a:lnTo>
                  <a:lnTo>
                    <a:pt x="11353" y="227603"/>
                  </a:lnTo>
                  <a:lnTo>
                    <a:pt x="13350" y="232507"/>
                  </a:lnTo>
                  <a:lnTo>
                    <a:pt x="15501" y="237346"/>
                  </a:lnTo>
                  <a:lnTo>
                    <a:pt x="17805" y="242115"/>
                  </a:lnTo>
                  <a:lnTo>
                    <a:pt x="20258" y="246808"/>
                  </a:lnTo>
                  <a:lnTo>
                    <a:pt x="22859" y="251421"/>
                  </a:lnTo>
                  <a:lnTo>
                    <a:pt x="25604" y="255949"/>
                  </a:lnTo>
                  <a:lnTo>
                    <a:pt x="28492" y="260388"/>
                  </a:lnTo>
                  <a:lnTo>
                    <a:pt x="31518" y="264733"/>
                  </a:lnTo>
                  <a:lnTo>
                    <a:pt x="34681" y="268981"/>
                  </a:lnTo>
                  <a:lnTo>
                    <a:pt x="37977" y="273126"/>
                  </a:lnTo>
                  <a:lnTo>
                    <a:pt x="41402" y="277164"/>
                  </a:lnTo>
                  <a:lnTo>
                    <a:pt x="44954" y="281092"/>
                  </a:lnTo>
                  <a:lnTo>
                    <a:pt x="48628" y="284906"/>
                  </a:lnTo>
                  <a:lnTo>
                    <a:pt x="52421" y="288601"/>
                  </a:lnTo>
                  <a:lnTo>
                    <a:pt x="56330" y="292174"/>
                  </a:lnTo>
                  <a:lnTo>
                    <a:pt x="60349" y="295622"/>
                  </a:lnTo>
                  <a:lnTo>
                    <a:pt x="64476" y="298941"/>
                  </a:lnTo>
                  <a:lnTo>
                    <a:pt x="68706" y="302127"/>
                  </a:lnTo>
                  <a:lnTo>
                    <a:pt x="73034" y="305178"/>
                  </a:lnTo>
                  <a:lnTo>
                    <a:pt x="77457" y="308090"/>
                  </a:lnTo>
                  <a:lnTo>
                    <a:pt x="81971" y="310860"/>
                  </a:lnTo>
                  <a:lnTo>
                    <a:pt x="86569" y="313486"/>
                  </a:lnTo>
                  <a:lnTo>
                    <a:pt x="91248" y="315965"/>
                  </a:lnTo>
                  <a:lnTo>
                    <a:pt x="96004" y="318295"/>
                  </a:lnTo>
                  <a:lnTo>
                    <a:pt x="100831" y="320473"/>
                  </a:lnTo>
                  <a:lnTo>
                    <a:pt x="105725" y="322497"/>
                  </a:lnTo>
                  <a:lnTo>
                    <a:pt x="110680" y="324365"/>
                  </a:lnTo>
                  <a:lnTo>
                    <a:pt x="115692" y="326075"/>
                  </a:lnTo>
                  <a:lnTo>
                    <a:pt x="120755" y="327625"/>
                  </a:lnTo>
                  <a:lnTo>
                    <a:pt x="125865" y="329015"/>
                  </a:lnTo>
                  <a:lnTo>
                    <a:pt x="131017" y="330241"/>
                  </a:lnTo>
                  <a:lnTo>
                    <a:pt x="136205" y="331304"/>
                  </a:lnTo>
                  <a:lnTo>
                    <a:pt x="141424" y="332202"/>
                  </a:lnTo>
                  <a:lnTo>
                    <a:pt x="146668" y="332935"/>
                  </a:lnTo>
                  <a:lnTo>
                    <a:pt x="151934" y="333500"/>
                  </a:lnTo>
                  <a:lnTo>
                    <a:pt x="157214" y="333899"/>
                  </a:lnTo>
                  <a:lnTo>
                    <a:pt x="162505" y="334130"/>
                  </a:lnTo>
                  <a:lnTo>
                    <a:pt x="167800" y="334194"/>
                  </a:lnTo>
                  <a:lnTo>
                    <a:pt x="173095" y="334090"/>
                  </a:lnTo>
                  <a:lnTo>
                    <a:pt x="178383" y="333818"/>
                  </a:lnTo>
                  <a:lnTo>
                    <a:pt x="183660" y="333379"/>
                  </a:lnTo>
                  <a:lnTo>
                    <a:pt x="188921" y="332773"/>
                  </a:lnTo>
                  <a:lnTo>
                    <a:pt x="194160" y="332000"/>
                  </a:lnTo>
                  <a:lnTo>
                    <a:pt x="199372" y="331062"/>
                  </a:lnTo>
                  <a:lnTo>
                    <a:pt x="204552" y="329960"/>
                  </a:lnTo>
                  <a:lnTo>
                    <a:pt x="209694" y="328693"/>
                  </a:lnTo>
                  <a:lnTo>
                    <a:pt x="214793" y="327265"/>
                  </a:lnTo>
                  <a:lnTo>
                    <a:pt x="219844" y="325676"/>
                  </a:lnTo>
                  <a:lnTo>
                    <a:pt x="224843" y="323928"/>
                  </a:lnTo>
                  <a:lnTo>
                    <a:pt x="229784" y="322022"/>
                  </a:lnTo>
                  <a:lnTo>
                    <a:pt x="234662" y="319960"/>
                  </a:lnTo>
                  <a:lnTo>
                    <a:pt x="239472" y="317746"/>
                  </a:lnTo>
                  <a:lnTo>
                    <a:pt x="244210" y="315380"/>
                  </a:lnTo>
                  <a:lnTo>
                    <a:pt x="248870" y="312865"/>
                  </a:lnTo>
                  <a:lnTo>
                    <a:pt x="253448" y="310203"/>
                  </a:lnTo>
                  <a:lnTo>
                    <a:pt x="257940" y="307398"/>
                  </a:lnTo>
                  <a:lnTo>
                    <a:pt x="262340" y="304453"/>
                  </a:lnTo>
                  <a:lnTo>
                    <a:pt x="266646" y="301369"/>
                  </a:lnTo>
                  <a:lnTo>
                    <a:pt x="270851" y="298150"/>
                  </a:lnTo>
                  <a:lnTo>
                    <a:pt x="274952" y="294800"/>
                  </a:lnTo>
                  <a:lnTo>
                    <a:pt x="278945" y="291322"/>
                  </a:lnTo>
                  <a:lnTo>
                    <a:pt x="282826" y="287719"/>
                  </a:lnTo>
                  <a:lnTo>
                    <a:pt x="286591" y="283994"/>
                  </a:lnTo>
                  <a:lnTo>
                    <a:pt x="290236" y="280153"/>
                  </a:lnTo>
                  <a:lnTo>
                    <a:pt x="293757" y="276198"/>
                  </a:lnTo>
                  <a:lnTo>
                    <a:pt x="297151" y="272133"/>
                  </a:lnTo>
                  <a:lnTo>
                    <a:pt x="300415" y="267963"/>
                  </a:lnTo>
                  <a:lnTo>
                    <a:pt x="303545" y="263691"/>
                  </a:lnTo>
                  <a:lnTo>
                    <a:pt x="306539" y="259323"/>
                  </a:lnTo>
                  <a:lnTo>
                    <a:pt x="309392" y="254862"/>
                  </a:lnTo>
                  <a:lnTo>
                    <a:pt x="312103" y="250313"/>
                  </a:lnTo>
                  <a:lnTo>
                    <a:pt x="314668" y="245680"/>
                  </a:lnTo>
                  <a:lnTo>
                    <a:pt x="317085" y="240968"/>
                  </a:lnTo>
                  <a:lnTo>
                    <a:pt x="319352" y="236182"/>
                  </a:lnTo>
                  <a:lnTo>
                    <a:pt x="321466" y="231327"/>
                  </a:lnTo>
                  <a:lnTo>
                    <a:pt x="323426" y="226407"/>
                  </a:lnTo>
                  <a:lnTo>
                    <a:pt x="325228" y="221428"/>
                  </a:lnTo>
                  <a:lnTo>
                    <a:pt x="326872" y="216394"/>
                  </a:lnTo>
                  <a:lnTo>
                    <a:pt x="328355" y="211310"/>
                  </a:lnTo>
                  <a:lnTo>
                    <a:pt x="329677" y="206182"/>
                  </a:lnTo>
                  <a:lnTo>
                    <a:pt x="330836" y="201015"/>
                  </a:lnTo>
                  <a:lnTo>
                    <a:pt x="331830" y="195814"/>
                  </a:lnTo>
                  <a:lnTo>
                    <a:pt x="332659" y="190583"/>
                  </a:lnTo>
                  <a:lnTo>
                    <a:pt x="333322" y="185329"/>
                  </a:lnTo>
                  <a:lnTo>
                    <a:pt x="333819" y="180057"/>
                  </a:lnTo>
                  <a:lnTo>
                    <a:pt x="334148" y="174772"/>
                  </a:lnTo>
                  <a:lnTo>
                    <a:pt x="334309" y="169479"/>
                  </a:lnTo>
                  <a:lnTo>
                    <a:pt x="334303" y="164183"/>
                  </a:lnTo>
                  <a:lnTo>
                    <a:pt x="334129" y="158890"/>
                  </a:lnTo>
                  <a:lnTo>
                    <a:pt x="333787" y="153606"/>
                  </a:lnTo>
                  <a:lnTo>
                    <a:pt x="333279" y="148335"/>
                  </a:lnTo>
                  <a:lnTo>
                    <a:pt x="332603" y="143082"/>
                  </a:lnTo>
                  <a:lnTo>
                    <a:pt x="331762" y="137854"/>
                  </a:lnTo>
                  <a:lnTo>
                    <a:pt x="330755" y="132655"/>
                  </a:lnTo>
                  <a:lnTo>
                    <a:pt x="329584" y="127490"/>
                  </a:lnTo>
                  <a:lnTo>
                    <a:pt x="328250" y="122366"/>
                  </a:lnTo>
                  <a:lnTo>
                    <a:pt x="326755" y="117286"/>
                  </a:lnTo>
                  <a:lnTo>
                    <a:pt x="325099" y="112255"/>
                  </a:lnTo>
                  <a:lnTo>
                    <a:pt x="323285" y="107280"/>
                  </a:lnTo>
                  <a:lnTo>
                    <a:pt x="321314" y="102365"/>
                  </a:lnTo>
                  <a:lnTo>
                    <a:pt x="319189" y="97515"/>
                  </a:lnTo>
                  <a:lnTo>
                    <a:pt x="316911" y="92734"/>
                  </a:lnTo>
                  <a:lnTo>
                    <a:pt x="314483" y="88028"/>
                  </a:lnTo>
                  <a:lnTo>
                    <a:pt x="311906" y="83402"/>
                  </a:lnTo>
                  <a:lnTo>
                    <a:pt x="309185" y="78859"/>
                  </a:lnTo>
                  <a:lnTo>
                    <a:pt x="306321" y="74404"/>
                  </a:lnTo>
                  <a:lnTo>
                    <a:pt x="303317" y="70043"/>
                  </a:lnTo>
                  <a:lnTo>
                    <a:pt x="300177" y="65779"/>
                  </a:lnTo>
                  <a:lnTo>
                    <a:pt x="296903" y="61617"/>
                  </a:lnTo>
                  <a:lnTo>
                    <a:pt x="293499" y="57560"/>
                  </a:lnTo>
                  <a:lnTo>
                    <a:pt x="289969" y="53613"/>
                  </a:lnTo>
                  <a:lnTo>
                    <a:pt x="286315" y="49780"/>
                  </a:lnTo>
                  <a:lnTo>
                    <a:pt x="282541" y="46065"/>
                  </a:lnTo>
                  <a:lnTo>
                    <a:pt x="278652" y="42471"/>
                  </a:lnTo>
                  <a:lnTo>
                    <a:pt x="274651" y="39002"/>
                  </a:lnTo>
                  <a:lnTo>
                    <a:pt x="270542" y="35661"/>
                  </a:lnTo>
                  <a:lnTo>
                    <a:pt x="266329" y="32453"/>
                  </a:lnTo>
                  <a:lnTo>
                    <a:pt x="262016" y="29379"/>
                  </a:lnTo>
                  <a:lnTo>
                    <a:pt x="257609" y="26444"/>
                  </a:lnTo>
                  <a:lnTo>
                    <a:pt x="253111" y="23649"/>
                  </a:lnTo>
                  <a:lnTo>
                    <a:pt x="248526" y="20999"/>
                  </a:lnTo>
                  <a:lnTo>
                    <a:pt x="243860" y="18495"/>
                  </a:lnTo>
                  <a:lnTo>
                    <a:pt x="239117" y="16140"/>
                  </a:lnTo>
                  <a:lnTo>
                    <a:pt x="234301" y="13936"/>
                  </a:lnTo>
                  <a:lnTo>
                    <a:pt x="229419" y="11887"/>
                  </a:lnTo>
                  <a:lnTo>
                    <a:pt x="224473" y="9992"/>
                  </a:lnTo>
                  <a:lnTo>
                    <a:pt x="167160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57313" cy="167167"/>
            </a:xfrm>
            <a:custGeom>
              <a:avLst/>
              <a:pathLst>
                <a:path w="57313" h="167167">
                  <a:moveTo>
                    <a:pt x="57313" y="10132"/>
                  </a:moveTo>
                  <a:lnTo>
                    <a:pt x="51784" y="8222"/>
                  </a:lnTo>
                  <a:lnTo>
                    <a:pt x="46191" y="6508"/>
                  </a:lnTo>
                  <a:lnTo>
                    <a:pt x="40542" y="4990"/>
                  </a:lnTo>
                  <a:lnTo>
                    <a:pt x="34842" y="3671"/>
                  </a:lnTo>
                  <a:lnTo>
                    <a:pt x="29101" y="2552"/>
                  </a:lnTo>
                  <a:lnTo>
                    <a:pt x="23323" y="1635"/>
                  </a:lnTo>
                  <a:lnTo>
                    <a:pt x="17517" y="920"/>
                  </a:lnTo>
                  <a:lnTo>
                    <a:pt x="11690" y="409"/>
                  </a:lnTo>
                  <a:lnTo>
                    <a:pt x="5848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4466" y="4213821"/>
              <a:ext cx="6821" cy="167167"/>
            </a:xfrm>
            <a:custGeom>
              <a:avLst/>
              <a:pathLst>
                <a:path w="6821" h="167167">
                  <a:moveTo>
                    <a:pt x="6821" y="0"/>
                  </a:moveTo>
                  <a:lnTo>
                    <a:pt x="0" y="139"/>
                  </a:lnTo>
                  <a:lnTo>
                    <a:pt x="682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66" y="4213960"/>
              <a:ext cx="6821" cy="167028"/>
            </a:xfrm>
            <a:custGeom>
              <a:avLst/>
              <a:pathLst>
                <a:path w="6821" h="167028">
                  <a:moveTo>
                    <a:pt x="0" y="0"/>
                  </a:moveTo>
                  <a:lnTo>
                    <a:pt x="682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27" y="4213960"/>
              <a:ext cx="334309" cy="334194"/>
            </a:xfrm>
            <a:custGeom>
              <a:avLst/>
              <a:pathLst>
                <a:path w="334309" h="334194">
                  <a:moveTo>
                    <a:pt x="160338" y="0"/>
                  </a:moveTo>
                  <a:lnTo>
                    <a:pt x="155051" y="299"/>
                  </a:lnTo>
                  <a:lnTo>
                    <a:pt x="149776" y="767"/>
                  </a:lnTo>
                  <a:lnTo>
                    <a:pt x="144519" y="1401"/>
                  </a:lnTo>
                  <a:lnTo>
                    <a:pt x="139284" y="2201"/>
                  </a:lnTo>
                  <a:lnTo>
                    <a:pt x="134077" y="3166"/>
                  </a:lnTo>
                  <a:lnTo>
                    <a:pt x="128904" y="4297"/>
                  </a:lnTo>
                  <a:lnTo>
                    <a:pt x="123769" y="5590"/>
                  </a:lnTo>
                  <a:lnTo>
                    <a:pt x="118677" y="7045"/>
                  </a:lnTo>
                  <a:lnTo>
                    <a:pt x="113634" y="8661"/>
                  </a:lnTo>
                  <a:lnTo>
                    <a:pt x="108645" y="10436"/>
                  </a:lnTo>
                  <a:lnTo>
                    <a:pt x="103714" y="12368"/>
                  </a:lnTo>
                  <a:lnTo>
                    <a:pt x="98847" y="14455"/>
                  </a:lnTo>
                  <a:lnTo>
                    <a:pt x="94049" y="16696"/>
                  </a:lnTo>
                  <a:lnTo>
                    <a:pt x="89324" y="19087"/>
                  </a:lnTo>
                  <a:lnTo>
                    <a:pt x="84677" y="21626"/>
                  </a:lnTo>
                  <a:lnTo>
                    <a:pt x="80113" y="24312"/>
                  </a:lnTo>
                  <a:lnTo>
                    <a:pt x="75636" y="27141"/>
                  </a:lnTo>
                  <a:lnTo>
                    <a:pt x="71251" y="30110"/>
                  </a:lnTo>
                  <a:lnTo>
                    <a:pt x="66962" y="33216"/>
                  </a:lnTo>
                  <a:lnTo>
                    <a:pt x="62774" y="36457"/>
                  </a:lnTo>
                  <a:lnTo>
                    <a:pt x="58691" y="39829"/>
                  </a:lnTo>
                  <a:lnTo>
                    <a:pt x="54716" y="43329"/>
                  </a:lnTo>
                  <a:lnTo>
                    <a:pt x="50855" y="46952"/>
                  </a:lnTo>
                  <a:lnTo>
                    <a:pt x="47110" y="50696"/>
                  </a:lnTo>
                  <a:lnTo>
                    <a:pt x="43485" y="54557"/>
                  </a:lnTo>
                  <a:lnTo>
                    <a:pt x="39985" y="58531"/>
                  </a:lnTo>
                  <a:lnTo>
                    <a:pt x="36612" y="62614"/>
                  </a:lnTo>
                  <a:lnTo>
                    <a:pt x="33370" y="66801"/>
                  </a:lnTo>
                  <a:lnTo>
                    <a:pt x="30263" y="71089"/>
                  </a:lnTo>
                  <a:lnTo>
                    <a:pt x="27293" y="75473"/>
                  </a:lnTo>
                  <a:lnTo>
                    <a:pt x="24463" y="79949"/>
                  </a:lnTo>
                  <a:lnTo>
                    <a:pt x="21777" y="84513"/>
                  </a:lnTo>
                  <a:lnTo>
                    <a:pt x="19236" y="89159"/>
                  </a:lnTo>
                  <a:lnTo>
                    <a:pt x="16844" y="93884"/>
                  </a:lnTo>
                  <a:lnTo>
                    <a:pt x="14602" y="98681"/>
                  </a:lnTo>
                  <a:lnTo>
                    <a:pt x="12514" y="103548"/>
                  </a:lnTo>
                  <a:lnTo>
                    <a:pt x="10581" y="108478"/>
                  </a:lnTo>
                  <a:lnTo>
                    <a:pt x="8805" y="113467"/>
                  </a:lnTo>
                  <a:lnTo>
                    <a:pt x="7188" y="118510"/>
                  </a:lnTo>
                  <a:lnTo>
                    <a:pt x="5731" y="123601"/>
                  </a:lnTo>
                  <a:lnTo>
                    <a:pt x="4437" y="128736"/>
                  </a:lnTo>
                  <a:lnTo>
                    <a:pt x="3306" y="133909"/>
                  </a:lnTo>
                  <a:lnTo>
                    <a:pt x="2339" y="139116"/>
                  </a:lnTo>
                  <a:lnTo>
                    <a:pt x="1537" y="144350"/>
                  </a:lnTo>
                  <a:lnTo>
                    <a:pt x="902" y="149608"/>
                  </a:lnTo>
                  <a:lnTo>
                    <a:pt x="434" y="154883"/>
                  </a:lnTo>
                  <a:lnTo>
                    <a:pt x="133" y="160170"/>
                  </a:lnTo>
                  <a:lnTo>
                    <a:pt x="0" y="165464"/>
                  </a:lnTo>
                  <a:lnTo>
                    <a:pt x="34" y="170759"/>
                  </a:lnTo>
                  <a:lnTo>
                    <a:pt x="236" y="176051"/>
                  </a:lnTo>
                  <a:lnTo>
                    <a:pt x="605" y="181333"/>
                  </a:lnTo>
                  <a:lnTo>
                    <a:pt x="1142" y="186602"/>
                  </a:lnTo>
                  <a:lnTo>
                    <a:pt x="1845" y="191850"/>
                  </a:lnTo>
                  <a:lnTo>
                    <a:pt x="2715" y="197074"/>
                  </a:lnTo>
                  <a:lnTo>
                    <a:pt x="3749" y="202268"/>
                  </a:lnTo>
                  <a:lnTo>
                    <a:pt x="4947" y="207426"/>
                  </a:lnTo>
                  <a:lnTo>
                    <a:pt x="6308" y="212544"/>
                  </a:lnTo>
                  <a:lnTo>
                    <a:pt x="7830" y="217616"/>
                  </a:lnTo>
                  <a:lnTo>
                    <a:pt x="9513" y="222637"/>
                  </a:lnTo>
                  <a:lnTo>
                    <a:pt x="11353" y="227603"/>
                  </a:lnTo>
                  <a:lnTo>
                    <a:pt x="13350" y="232507"/>
                  </a:lnTo>
                  <a:lnTo>
                    <a:pt x="15501" y="237346"/>
                  </a:lnTo>
                  <a:lnTo>
                    <a:pt x="17805" y="242115"/>
                  </a:lnTo>
                  <a:lnTo>
                    <a:pt x="20258" y="246808"/>
                  </a:lnTo>
                  <a:lnTo>
                    <a:pt x="22859" y="251421"/>
                  </a:lnTo>
                  <a:lnTo>
                    <a:pt x="25604" y="255949"/>
                  </a:lnTo>
                  <a:lnTo>
                    <a:pt x="28492" y="260388"/>
                  </a:lnTo>
                  <a:lnTo>
                    <a:pt x="31518" y="264733"/>
                  </a:lnTo>
                  <a:lnTo>
                    <a:pt x="34681" y="268981"/>
                  </a:lnTo>
                  <a:lnTo>
                    <a:pt x="37977" y="273126"/>
                  </a:lnTo>
                  <a:lnTo>
                    <a:pt x="41402" y="277164"/>
                  </a:lnTo>
                  <a:lnTo>
                    <a:pt x="44954" y="281092"/>
                  </a:lnTo>
                  <a:lnTo>
                    <a:pt x="48628" y="284906"/>
                  </a:lnTo>
                  <a:lnTo>
                    <a:pt x="52421" y="288601"/>
                  </a:lnTo>
                  <a:lnTo>
                    <a:pt x="56330" y="292174"/>
                  </a:lnTo>
                  <a:lnTo>
                    <a:pt x="60349" y="295622"/>
                  </a:lnTo>
                  <a:lnTo>
                    <a:pt x="64476" y="298941"/>
                  </a:lnTo>
                  <a:lnTo>
                    <a:pt x="68706" y="302127"/>
                  </a:lnTo>
                  <a:lnTo>
                    <a:pt x="73034" y="305178"/>
                  </a:lnTo>
                  <a:lnTo>
                    <a:pt x="77457" y="308090"/>
                  </a:lnTo>
                  <a:lnTo>
                    <a:pt x="81971" y="310860"/>
                  </a:lnTo>
                  <a:lnTo>
                    <a:pt x="86569" y="313486"/>
                  </a:lnTo>
                  <a:lnTo>
                    <a:pt x="91248" y="315965"/>
                  </a:lnTo>
                  <a:lnTo>
                    <a:pt x="96004" y="318295"/>
                  </a:lnTo>
                  <a:lnTo>
                    <a:pt x="100831" y="320473"/>
                  </a:lnTo>
                  <a:lnTo>
                    <a:pt x="105725" y="322497"/>
                  </a:lnTo>
                  <a:lnTo>
                    <a:pt x="110680" y="324365"/>
                  </a:lnTo>
                  <a:lnTo>
                    <a:pt x="115692" y="326075"/>
                  </a:lnTo>
                  <a:lnTo>
                    <a:pt x="120755" y="327625"/>
                  </a:lnTo>
                  <a:lnTo>
                    <a:pt x="125865" y="329015"/>
                  </a:lnTo>
                  <a:lnTo>
                    <a:pt x="131017" y="330241"/>
                  </a:lnTo>
                  <a:lnTo>
                    <a:pt x="136205" y="331304"/>
                  </a:lnTo>
                  <a:lnTo>
                    <a:pt x="141424" y="332202"/>
                  </a:lnTo>
                  <a:lnTo>
                    <a:pt x="146668" y="332935"/>
                  </a:lnTo>
                  <a:lnTo>
                    <a:pt x="151934" y="333500"/>
                  </a:lnTo>
                  <a:lnTo>
                    <a:pt x="157214" y="333899"/>
                  </a:lnTo>
                  <a:lnTo>
                    <a:pt x="162505" y="334130"/>
                  </a:lnTo>
                  <a:lnTo>
                    <a:pt x="167800" y="334194"/>
                  </a:lnTo>
                  <a:lnTo>
                    <a:pt x="173095" y="334090"/>
                  </a:lnTo>
                  <a:lnTo>
                    <a:pt x="178383" y="333818"/>
                  </a:lnTo>
                  <a:lnTo>
                    <a:pt x="183660" y="333379"/>
                  </a:lnTo>
                  <a:lnTo>
                    <a:pt x="188921" y="332773"/>
                  </a:lnTo>
                  <a:lnTo>
                    <a:pt x="194160" y="332000"/>
                  </a:lnTo>
                  <a:lnTo>
                    <a:pt x="199372" y="331062"/>
                  </a:lnTo>
                  <a:lnTo>
                    <a:pt x="204552" y="329960"/>
                  </a:lnTo>
                  <a:lnTo>
                    <a:pt x="209694" y="328693"/>
                  </a:lnTo>
                  <a:lnTo>
                    <a:pt x="214793" y="327265"/>
                  </a:lnTo>
                  <a:lnTo>
                    <a:pt x="219844" y="325676"/>
                  </a:lnTo>
                  <a:lnTo>
                    <a:pt x="224843" y="323928"/>
                  </a:lnTo>
                  <a:lnTo>
                    <a:pt x="229784" y="322022"/>
                  </a:lnTo>
                  <a:lnTo>
                    <a:pt x="234662" y="319960"/>
                  </a:lnTo>
                  <a:lnTo>
                    <a:pt x="239472" y="317746"/>
                  </a:lnTo>
                  <a:lnTo>
                    <a:pt x="244210" y="315380"/>
                  </a:lnTo>
                  <a:lnTo>
                    <a:pt x="248870" y="312865"/>
                  </a:lnTo>
                  <a:lnTo>
                    <a:pt x="253448" y="310203"/>
                  </a:lnTo>
                  <a:lnTo>
                    <a:pt x="257940" y="307398"/>
                  </a:lnTo>
                  <a:lnTo>
                    <a:pt x="262340" y="304453"/>
                  </a:lnTo>
                  <a:lnTo>
                    <a:pt x="266646" y="301369"/>
                  </a:lnTo>
                  <a:lnTo>
                    <a:pt x="270851" y="298150"/>
                  </a:lnTo>
                  <a:lnTo>
                    <a:pt x="274952" y="294800"/>
                  </a:lnTo>
                  <a:lnTo>
                    <a:pt x="278945" y="291322"/>
                  </a:lnTo>
                  <a:lnTo>
                    <a:pt x="282826" y="287719"/>
                  </a:lnTo>
                  <a:lnTo>
                    <a:pt x="286591" y="283994"/>
                  </a:lnTo>
                  <a:lnTo>
                    <a:pt x="290236" y="280153"/>
                  </a:lnTo>
                  <a:lnTo>
                    <a:pt x="293757" y="276198"/>
                  </a:lnTo>
                  <a:lnTo>
                    <a:pt x="297151" y="272133"/>
                  </a:lnTo>
                  <a:lnTo>
                    <a:pt x="300415" y="267963"/>
                  </a:lnTo>
                  <a:lnTo>
                    <a:pt x="303545" y="263691"/>
                  </a:lnTo>
                  <a:lnTo>
                    <a:pt x="306539" y="259323"/>
                  </a:lnTo>
                  <a:lnTo>
                    <a:pt x="309392" y="254862"/>
                  </a:lnTo>
                  <a:lnTo>
                    <a:pt x="312103" y="250313"/>
                  </a:lnTo>
                  <a:lnTo>
                    <a:pt x="314668" y="245680"/>
                  </a:lnTo>
                  <a:lnTo>
                    <a:pt x="317085" y="240968"/>
                  </a:lnTo>
                  <a:lnTo>
                    <a:pt x="319352" y="236182"/>
                  </a:lnTo>
                  <a:lnTo>
                    <a:pt x="321466" y="231327"/>
                  </a:lnTo>
                  <a:lnTo>
                    <a:pt x="323426" y="226407"/>
                  </a:lnTo>
                  <a:lnTo>
                    <a:pt x="325228" y="221428"/>
                  </a:lnTo>
                  <a:lnTo>
                    <a:pt x="326872" y="216394"/>
                  </a:lnTo>
                  <a:lnTo>
                    <a:pt x="328355" y="211310"/>
                  </a:lnTo>
                  <a:lnTo>
                    <a:pt x="329677" y="206182"/>
                  </a:lnTo>
                  <a:lnTo>
                    <a:pt x="330836" y="201015"/>
                  </a:lnTo>
                  <a:lnTo>
                    <a:pt x="331830" y="195814"/>
                  </a:lnTo>
                  <a:lnTo>
                    <a:pt x="332659" y="190583"/>
                  </a:lnTo>
                  <a:lnTo>
                    <a:pt x="333322" y="185329"/>
                  </a:lnTo>
                  <a:lnTo>
                    <a:pt x="333819" y="180057"/>
                  </a:lnTo>
                  <a:lnTo>
                    <a:pt x="334148" y="174772"/>
                  </a:lnTo>
                  <a:lnTo>
                    <a:pt x="334309" y="169479"/>
                  </a:lnTo>
                  <a:lnTo>
                    <a:pt x="334303" y="164183"/>
                  </a:lnTo>
                  <a:lnTo>
                    <a:pt x="334129" y="158890"/>
                  </a:lnTo>
                  <a:lnTo>
                    <a:pt x="333787" y="153606"/>
                  </a:lnTo>
                  <a:lnTo>
                    <a:pt x="333279" y="148335"/>
                  </a:lnTo>
                  <a:lnTo>
                    <a:pt x="332603" y="143082"/>
                  </a:lnTo>
                  <a:lnTo>
                    <a:pt x="331762" y="137854"/>
                  </a:lnTo>
                  <a:lnTo>
                    <a:pt x="330755" y="132655"/>
                  </a:lnTo>
                  <a:lnTo>
                    <a:pt x="329584" y="127490"/>
                  </a:lnTo>
                  <a:lnTo>
                    <a:pt x="328250" y="122366"/>
                  </a:lnTo>
                  <a:lnTo>
                    <a:pt x="326755" y="117286"/>
                  </a:lnTo>
                  <a:lnTo>
                    <a:pt x="325099" y="112255"/>
                  </a:lnTo>
                  <a:lnTo>
                    <a:pt x="323285" y="107280"/>
                  </a:lnTo>
                  <a:lnTo>
                    <a:pt x="321314" y="102365"/>
                  </a:lnTo>
                  <a:lnTo>
                    <a:pt x="319189" y="97515"/>
                  </a:lnTo>
                  <a:lnTo>
                    <a:pt x="316911" y="92734"/>
                  </a:lnTo>
                  <a:lnTo>
                    <a:pt x="314483" y="88028"/>
                  </a:lnTo>
                  <a:lnTo>
                    <a:pt x="311906" y="83402"/>
                  </a:lnTo>
                  <a:lnTo>
                    <a:pt x="309185" y="78859"/>
                  </a:lnTo>
                  <a:lnTo>
                    <a:pt x="306321" y="74404"/>
                  </a:lnTo>
                  <a:lnTo>
                    <a:pt x="303317" y="70043"/>
                  </a:lnTo>
                  <a:lnTo>
                    <a:pt x="300177" y="65779"/>
                  </a:lnTo>
                  <a:lnTo>
                    <a:pt x="296903" y="61617"/>
                  </a:lnTo>
                  <a:lnTo>
                    <a:pt x="293499" y="57560"/>
                  </a:lnTo>
                  <a:lnTo>
                    <a:pt x="289969" y="53613"/>
                  </a:lnTo>
                  <a:lnTo>
                    <a:pt x="286315" y="49780"/>
                  </a:lnTo>
                  <a:lnTo>
                    <a:pt x="282541" y="46065"/>
                  </a:lnTo>
                  <a:lnTo>
                    <a:pt x="278652" y="42471"/>
                  </a:lnTo>
                  <a:lnTo>
                    <a:pt x="274651" y="39002"/>
                  </a:lnTo>
                  <a:lnTo>
                    <a:pt x="270542" y="35661"/>
                  </a:lnTo>
                  <a:lnTo>
                    <a:pt x="266329" y="32453"/>
                  </a:lnTo>
                  <a:lnTo>
                    <a:pt x="262016" y="29379"/>
                  </a:lnTo>
                  <a:lnTo>
                    <a:pt x="257609" y="26444"/>
                  </a:lnTo>
                  <a:lnTo>
                    <a:pt x="253111" y="23649"/>
                  </a:lnTo>
                  <a:lnTo>
                    <a:pt x="248526" y="20999"/>
                  </a:lnTo>
                  <a:lnTo>
                    <a:pt x="243860" y="18495"/>
                  </a:lnTo>
                  <a:lnTo>
                    <a:pt x="239117" y="16140"/>
                  </a:lnTo>
                  <a:lnTo>
                    <a:pt x="234301" y="13936"/>
                  </a:lnTo>
                  <a:lnTo>
                    <a:pt x="229419" y="11887"/>
                  </a:lnTo>
                  <a:lnTo>
                    <a:pt x="224473" y="9992"/>
                  </a:lnTo>
                  <a:lnTo>
                    <a:pt x="167160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57313" cy="167167"/>
            </a:xfrm>
            <a:custGeom>
              <a:avLst/>
              <a:pathLst>
                <a:path w="57313" h="167167">
                  <a:moveTo>
                    <a:pt x="57313" y="10132"/>
                  </a:moveTo>
                  <a:lnTo>
                    <a:pt x="51784" y="8222"/>
                  </a:lnTo>
                  <a:lnTo>
                    <a:pt x="46191" y="6508"/>
                  </a:lnTo>
                  <a:lnTo>
                    <a:pt x="40542" y="4990"/>
                  </a:lnTo>
                  <a:lnTo>
                    <a:pt x="34842" y="3671"/>
                  </a:lnTo>
                  <a:lnTo>
                    <a:pt x="29101" y="2552"/>
                  </a:lnTo>
                  <a:lnTo>
                    <a:pt x="23323" y="1635"/>
                  </a:lnTo>
                  <a:lnTo>
                    <a:pt x="17517" y="920"/>
                  </a:lnTo>
                  <a:lnTo>
                    <a:pt x="11690" y="409"/>
                  </a:lnTo>
                  <a:lnTo>
                    <a:pt x="5848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788" y="4659281"/>
              <a:ext cx="1736" cy="167167"/>
            </a:xfrm>
            <a:custGeom>
              <a:avLst/>
              <a:pathLst>
                <a:path w="1736" h="167167">
                  <a:moveTo>
                    <a:pt x="1736" y="0"/>
                  </a:moveTo>
                  <a:lnTo>
                    <a:pt x="0" y="9"/>
                  </a:lnTo>
                  <a:lnTo>
                    <a:pt x="173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788" y="4659290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0873" y="4659290"/>
              <a:ext cx="165651" cy="167158"/>
            </a:xfrm>
            <a:custGeom>
              <a:avLst/>
              <a:pathLst>
                <a:path w="165651" h="167158">
                  <a:moveTo>
                    <a:pt x="163915" y="0"/>
                  </a:moveTo>
                  <a:lnTo>
                    <a:pt x="158501" y="143"/>
                  </a:lnTo>
                  <a:lnTo>
                    <a:pt x="153094" y="463"/>
                  </a:lnTo>
                  <a:lnTo>
                    <a:pt x="147701" y="957"/>
                  </a:lnTo>
                  <a:lnTo>
                    <a:pt x="142326" y="1626"/>
                  </a:lnTo>
                  <a:lnTo>
                    <a:pt x="136976" y="2468"/>
                  </a:lnTo>
                  <a:lnTo>
                    <a:pt x="131656" y="3484"/>
                  </a:lnTo>
                  <a:lnTo>
                    <a:pt x="126371" y="4671"/>
                  </a:lnTo>
                  <a:lnTo>
                    <a:pt x="121128" y="6029"/>
                  </a:lnTo>
                  <a:lnTo>
                    <a:pt x="115931" y="7556"/>
                  </a:lnTo>
                  <a:lnTo>
                    <a:pt x="110787" y="9250"/>
                  </a:lnTo>
                  <a:lnTo>
                    <a:pt x="105700" y="11110"/>
                  </a:lnTo>
                  <a:lnTo>
                    <a:pt x="100677" y="13134"/>
                  </a:lnTo>
                  <a:lnTo>
                    <a:pt x="95721" y="15320"/>
                  </a:lnTo>
                  <a:lnTo>
                    <a:pt x="90839" y="17665"/>
                  </a:lnTo>
                  <a:lnTo>
                    <a:pt x="86035" y="20167"/>
                  </a:lnTo>
                  <a:lnTo>
                    <a:pt x="81315" y="22824"/>
                  </a:lnTo>
                  <a:lnTo>
                    <a:pt x="76684" y="25631"/>
                  </a:lnTo>
                  <a:lnTo>
                    <a:pt x="72146" y="28588"/>
                  </a:lnTo>
                  <a:lnTo>
                    <a:pt x="67706" y="31690"/>
                  </a:lnTo>
                  <a:lnTo>
                    <a:pt x="63369" y="34934"/>
                  </a:lnTo>
                  <a:lnTo>
                    <a:pt x="59139" y="38317"/>
                  </a:lnTo>
                  <a:lnTo>
                    <a:pt x="55021" y="41835"/>
                  </a:lnTo>
                  <a:lnTo>
                    <a:pt x="51019" y="45485"/>
                  </a:lnTo>
                  <a:lnTo>
                    <a:pt x="47138" y="49262"/>
                  </a:lnTo>
                  <a:lnTo>
                    <a:pt x="43380" y="53163"/>
                  </a:lnTo>
                  <a:lnTo>
                    <a:pt x="39752" y="57184"/>
                  </a:lnTo>
                  <a:lnTo>
                    <a:pt x="36255" y="61320"/>
                  </a:lnTo>
                  <a:lnTo>
                    <a:pt x="32894" y="65568"/>
                  </a:lnTo>
                  <a:lnTo>
                    <a:pt x="29673" y="69922"/>
                  </a:lnTo>
                  <a:lnTo>
                    <a:pt x="26594" y="74378"/>
                  </a:lnTo>
                  <a:lnTo>
                    <a:pt x="23662" y="78931"/>
                  </a:lnTo>
                  <a:lnTo>
                    <a:pt x="20878" y="83577"/>
                  </a:lnTo>
                  <a:lnTo>
                    <a:pt x="18247" y="88311"/>
                  </a:lnTo>
                  <a:lnTo>
                    <a:pt x="15770" y="93128"/>
                  </a:lnTo>
                  <a:lnTo>
                    <a:pt x="13450" y="98022"/>
                  </a:lnTo>
                  <a:lnTo>
                    <a:pt x="11290" y="102989"/>
                  </a:lnTo>
                  <a:lnTo>
                    <a:pt x="9293" y="108023"/>
                  </a:lnTo>
                  <a:lnTo>
                    <a:pt x="7459" y="113120"/>
                  </a:lnTo>
                  <a:lnTo>
                    <a:pt x="5791" y="118273"/>
                  </a:lnTo>
                  <a:lnTo>
                    <a:pt x="4292" y="123477"/>
                  </a:lnTo>
                  <a:lnTo>
                    <a:pt x="2961" y="128727"/>
                  </a:lnTo>
                  <a:lnTo>
                    <a:pt x="1802" y="134018"/>
                  </a:lnTo>
                  <a:lnTo>
                    <a:pt x="814" y="139343"/>
                  </a:lnTo>
                  <a:lnTo>
                    <a:pt x="0" y="144698"/>
                  </a:lnTo>
                  <a:lnTo>
                    <a:pt x="165651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62" y="4659281"/>
              <a:ext cx="334314" cy="334332"/>
            </a:xfrm>
            <a:custGeom>
              <a:avLst/>
              <a:pathLst>
                <a:path w="334314" h="334332">
                  <a:moveTo>
                    <a:pt x="1510" y="144707"/>
                  </a:moveTo>
                  <a:lnTo>
                    <a:pt x="881" y="149965"/>
                  </a:lnTo>
                  <a:lnTo>
                    <a:pt x="420" y="155241"/>
                  </a:lnTo>
                  <a:lnTo>
                    <a:pt x="126" y="160529"/>
                  </a:lnTo>
                  <a:lnTo>
                    <a:pt x="0" y="165823"/>
                  </a:lnTo>
                  <a:lnTo>
                    <a:pt x="41" y="171118"/>
                  </a:lnTo>
                  <a:lnTo>
                    <a:pt x="250" y="176410"/>
                  </a:lnTo>
                  <a:lnTo>
                    <a:pt x="626" y="181692"/>
                  </a:lnTo>
                  <a:lnTo>
                    <a:pt x="1170" y="186960"/>
                  </a:lnTo>
                  <a:lnTo>
                    <a:pt x="1880" y="192208"/>
                  </a:lnTo>
                  <a:lnTo>
                    <a:pt x="2756" y="197431"/>
                  </a:lnTo>
                  <a:lnTo>
                    <a:pt x="3798" y="202623"/>
                  </a:lnTo>
                  <a:lnTo>
                    <a:pt x="5003" y="207780"/>
                  </a:lnTo>
                  <a:lnTo>
                    <a:pt x="6370" y="212896"/>
                  </a:lnTo>
                  <a:lnTo>
                    <a:pt x="7900" y="217966"/>
                  </a:lnTo>
                  <a:lnTo>
                    <a:pt x="9589" y="222986"/>
                  </a:lnTo>
                  <a:lnTo>
                    <a:pt x="11436" y="227949"/>
                  </a:lnTo>
                  <a:lnTo>
                    <a:pt x="13439" y="232851"/>
                  </a:lnTo>
                  <a:lnTo>
                    <a:pt x="15597" y="237687"/>
                  </a:lnTo>
                  <a:lnTo>
                    <a:pt x="17907" y="242453"/>
                  </a:lnTo>
                  <a:lnTo>
                    <a:pt x="20366" y="247143"/>
                  </a:lnTo>
                  <a:lnTo>
                    <a:pt x="22973" y="251752"/>
                  </a:lnTo>
                  <a:lnTo>
                    <a:pt x="25725" y="256277"/>
                  </a:lnTo>
                  <a:lnTo>
                    <a:pt x="28618" y="260712"/>
                  </a:lnTo>
                  <a:lnTo>
                    <a:pt x="31651" y="265054"/>
                  </a:lnTo>
                  <a:lnTo>
                    <a:pt x="34820" y="269297"/>
                  </a:lnTo>
                  <a:lnTo>
                    <a:pt x="38121" y="273438"/>
                  </a:lnTo>
                  <a:lnTo>
                    <a:pt x="41552" y="277472"/>
                  </a:lnTo>
                  <a:lnTo>
                    <a:pt x="45109" y="281395"/>
                  </a:lnTo>
                  <a:lnTo>
                    <a:pt x="48788" y="285204"/>
                  </a:lnTo>
                  <a:lnTo>
                    <a:pt x="52587" y="288894"/>
                  </a:lnTo>
                  <a:lnTo>
                    <a:pt x="56500" y="292463"/>
                  </a:lnTo>
                  <a:lnTo>
                    <a:pt x="60524" y="295905"/>
                  </a:lnTo>
                  <a:lnTo>
                    <a:pt x="64656" y="299218"/>
                  </a:lnTo>
                  <a:lnTo>
                    <a:pt x="68890" y="302399"/>
                  </a:lnTo>
                  <a:lnTo>
                    <a:pt x="73223" y="305444"/>
                  </a:lnTo>
                  <a:lnTo>
                    <a:pt x="77650" y="308350"/>
                  </a:lnTo>
                  <a:lnTo>
                    <a:pt x="82167" y="311114"/>
                  </a:lnTo>
                  <a:lnTo>
                    <a:pt x="86769" y="313734"/>
                  </a:lnTo>
                  <a:lnTo>
                    <a:pt x="91452" y="316207"/>
                  </a:lnTo>
                  <a:lnTo>
                    <a:pt x="96211" y="318531"/>
                  </a:lnTo>
                  <a:lnTo>
                    <a:pt x="101041" y="320702"/>
                  </a:lnTo>
                  <a:lnTo>
                    <a:pt x="105937" y="322719"/>
                  </a:lnTo>
                  <a:lnTo>
                    <a:pt x="110895" y="324581"/>
                  </a:lnTo>
                  <a:lnTo>
                    <a:pt x="115910" y="326284"/>
                  </a:lnTo>
                  <a:lnTo>
                    <a:pt x="120976" y="327827"/>
                  </a:lnTo>
                  <a:lnTo>
                    <a:pt x="126088" y="329210"/>
                  </a:lnTo>
                  <a:lnTo>
                    <a:pt x="131241" y="330430"/>
                  </a:lnTo>
                  <a:lnTo>
                    <a:pt x="136431" y="331485"/>
                  </a:lnTo>
                  <a:lnTo>
                    <a:pt x="141651" y="332376"/>
                  </a:lnTo>
                  <a:lnTo>
                    <a:pt x="146897" y="333102"/>
                  </a:lnTo>
                  <a:lnTo>
                    <a:pt x="152163" y="333660"/>
                  </a:lnTo>
                  <a:lnTo>
                    <a:pt x="157444" y="334052"/>
                  </a:lnTo>
                  <a:lnTo>
                    <a:pt x="162735" y="334276"/>
                  </a:lnTo>
                  <a:lnTo>
                    <a:pt x="168031" y="334332"/>
                  </a:lnTo>
                  <a:lnTo>
                    <a:pt x="173325" y="334221"/>
                  </a:lnTo>
                  <a:lnTo>
                    <a:pt x="178614" y="333942"/>
                  </a:lnTo>
                  <a:lnTo>
                    <a:pt x="183891" y="333495"/>
                  </a:lnTo>
                  <a:lnTo>
                    <a:pt x="189151" y="332882"/>
                  </a:lnTo>
                  <a:lnTo>
                    <a:pt x="194389" y="332102"/>
                  </a:lnTo>
                  <a:lnTo>
                    <a:pt x="199600" y="331157"/>
                  </a:lnTo>
                  <a:lnTo>
                    <a:pt x="204778" y="330047"/>
                  </a:lnTo>
                  <a:lnTo>
                    <a:pt x="209918" y="328774"/>
                  </a:lnTo>
                  <a:lnTo>
                    <a:pt x="215016" y="327339"/>
                  </a:lnTo>
                  <a:lnTo>
                    <a:pt x="220065" y="325742"/>
                  </a:lnTo>
                  <a:lnTo>
                    <a:pt x="225062" y="323987"/>
                  </a:lnTo>
                  <a:lnTo>
                    <a:pt x="230000" y="322074"/>
                  </a:lnTo>
                  <a:lnTo>
                    <a:pt x="234875" y="320006"/>
                  </a:lnTo>
                  <a:lnTo>
                    <a:pt x="239682" y="317785"/>
                  </a:lnTo>
                  <a:lnTo>
                    <a:pt x="244417" y="315412"/>
                  </a:lnTo>
                  <a:lnTo>
                    <a:pt x="249074" y="312890"/>
                  </a:lnTo>
                  <a:lnTo>
                    <a:pt x="253649" y="310223"/>
                  </a:lnTo>
                  <a:lnTo>
                    <a:pt x="258137" y="307411"/>
                  </a:lnTo>
                  <a:lnTo>
                    <a:pt x="262533" y="304459"/>
                  </a:lnTo>
                  <a:lnTo>
                    <a:pt x="266834" y="301370"/>
                  </a:lnTo>
                  <a:lnTo>
                    <a:pt x="271035" y="298145"/>
                  </a:lnTo>
                  <a:lnTo>
                    <a:pt x="275132" y="294789"/>
                  </a:lnTo>
                  <a:lnTo>
                    <a:pt x="279120" y="291305"/>
                  </a:lnTo>
                  <a:lnTo>
                    <a:pt x="282996" y="287696"/>
                  </a:lnTo>
                  <a:lnTo>
                    <a:pt x="286756" y="283967"/>
                  </a:lnTo>
                  <a:lnTo>
                    <a:pt x="290395" y="280120"/>
                  </a:lnTo>
                  <a:lnTo>
                    <a:pt x="293911" y="276160"/>
                  </a:lnTo>
                  <a:lnTo>
                    <a:pt x="297300" y="272090"/>
                  </a:lnTo>
                  <a:lnTo>
                    <a:pt x="300558" y="267915"/>
                  </a:lnTo>
                  <a:lnTo>
                    <a:pt x="303683" y="263639"/>
                  </a:lnTo>
                  <a:lnTo>
                    <a:pt x="306670" y="259267"/>
                  </a:lnTo>
                  <a:lnTo>
                    <a:pt x="309517" y="254801"/>
                  </a:lnTo>
                  <a:lnTo>
                    <a:pt x="312222" y="250248"/>
                  </a:lnTo>
                  <a:lnTo>
                    <a:pt x="314781" y="245612"/>
                  </a:lnTo>
                  <a:lnTo>
                    <a:pt x="317191" y="240897"/>
                  </a:lnTo>
                  <a:lnTo>
                    <a:pt x="319451" y="236107"/>
                  </a:lnTo>
                  <a:lnTo>
                    <a:pt x="321559" y="231249"/>
                  </a:lnTo>
                  <a:lnTo>
                    <a:pt x="323511" y="226326"/>
                  </a:lnTo>
                  <a:lnTo>
                    <a:pt x="325306" y="221344"/>
                  </a:lnTo>
                  <a:lnTo>
                    <a:pt x="326943" y="216307"/>
                  </a:lnTo>
                  <a:lnTo>
                    <a:pt x="328420" y="211222"/>
                  </a:lnTo>
                  <a:lnTo>
                    <a:pt x="329734" y="206092"/>
                  </a:lnTo>
                  <a:lnTo>
                    <a:pt x="330885" y="200923"/>
                  </a:lnTo>
                  <a:lnTo>
                    <a:pt x="331872" y="195720"/>
                  </a:lnTo>
                  <a:lnTo>
                    <a:pt x="332694" y="190488"/>
                  </a:lnTo>
                  <a:lnTo>
                    <a:pt x="333350" y="185233"/>
                  </a:lnTo>
                  <a:lnTo>
                    <a:pt x="333839" y="179960"/>
                  </a:lnTo>
                  <a:lnTo>
                    <a:pt x="334160" y="174674"/>
                  </a:lnTo>
                  <a:lnTo>
                    <a:pt x="334314" y="169380"/>
                  </a:lnTo>
                  <a:lnTo>
                    <a:pt x="334301" y="164085"/>
                  </a:lnTo>
                  <a:lnTo>
                    <a:pt x="334119" y="158792"/>
                  </a:lnTo>
                  <a:lnTo>
                    <a:pt x="333770" y="153508"/>
                  </a:lnTo>
                  <a:lnTo>
                    <a:pt x="333254" y="148237"/>
                  </a:lnTo>
                  <a:lnTo>
                    <a:pt x="332571" y="142986"/>
                  </a:lnTo>
                  <a:lnTo>
                    <a:pt x="331722" y="137758"/>
                  </a:lnTo>
                  <a:lnTo>
                    <a:pt x="330708" y="132560"/>
                  </a:lnTo>
                  <a:lnTo>
                    <a:pt x="329529" y="127397"/>
                  </a:lnTo>
                  <a:lnTo>
                    <a:pt x="328188" y="122274"/>
                  </a:lnTo>
                  <a:lnTo>
                    <a:pt x="326685" y="117196"/>
                  </a:lnTo>
                  <a:lnTo>
                    <a:pt x="325023" y="112168"/>
                  </a:lnTo>
                  <a:lnTo>
                    <a:pt x="323201" y="107196"/>
                  </a:lnTo>
                  <a:lnTo>
                    <a:pt x="321223" y="102283"/>
                  </a:lnTo>
                  <a:lnTo>
                    <a:pt x="319091" y="97436"/>
                  </a:lnTo>
                  <a:lnTo>
                    <a:pt x="316806" y="92658"/>
                  </a:lnTo>
                  <a:lnTo>
                    <a:pt x="314371" y="87956"/>
                  </a:lnTo>
                  <a:lnTo>
                    <a:pt x="311788" y="83332"/>
                  </a:lnTo>
                  <a:lnTo>
                    <a:pt x="309060" y="78793"/>
                  </a:lnTo>
                  <a:lnTo>
                    <a:pt x="306189" y="74343"/>
                  </a:lnTo>
                  <a:lnTo>
                    <a:pt x="303179" y="69986"/>
                  </a:lnTo>
                  <a:lnTo>
                    <a:pt x="300033" y="65726"/>
                  </a:lnTo>
                  <a:lnTo>
                    <a:pt x="296753" y="61568"/>
                  </a:lnTo>
                  <a:lnTo>
                    <a:pt x="293343" y="57517"/>
                  </a:lnTo>
                  <a:lnTo>
                    <a:pt x="289806" y="53575"/>
                  </a:lnTo>
                  <a:lnTo>
                    <a:pt x="286147" y="49747"/>
                  </a:lnTo>
                  <a:lnTo>
                    <a:pt x="282368" y="46037"/>
                  </a:lnTo>
                  <a:lnTo>
                    <a:pt x="278473" y="42448"/>
                  </a:lnTo>
                  <a:lnTo>
                    <a:pt x="274467" y="38985"/>
                  </a:lnTo>
                  <a:lnTo>
                    <a:pt x="270353" y="35651"/>
                  </a:lnTo>
                  <a:lnTo>
                    <a:pt x="266135" y="32448"/>
                  </a:lnTo>
                  <a:lnTo>
                    <a:pt x="261818" y="29381"/>
                  </a:lnTo>
                  <a:lnTo>
                    <a:pt x="257406" y="26451"/>
                  </a:lnTo>
                  <a:lnTo>
                    <a:pt x="252904" y="23663"/>
                  </a:lnTo>
                  <a:lnTo>
                    <a:pt x="248315" y="21020"/>
                  </a:lnTo>
                  <a:lnTo>
                    <a:pt x="243645" y="18522"/>
                  </a:lnTo>
                  <a:lnTo>
                    <a:pt x="238898" y="16174"/>
                  </a:lnTo>
                  <a:lnTo>
                    <a:pt x="234079" y="13978"/>
                  </a:lnTo>
                  <a:lnTo>
                    <a:pt x="229194" y="11935"/>
                  </a:lnTo>
                  <a:lnTo>
                    <a:pt x="224245" y="10048"/>
                  </a:lnTo>
                  <a:lnTo>
                    <a:pt x="219240" y="8319"/>
                  </a:lnTo>
                  <a:lnTo>
                    <a:pt x="214182" y="6749"/>
                  </a:lnTo>
                  <a:lnTo>
                    <a:pt x="209077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72" y="5018213"/>
              <a:ext cx="334303" cy="334334"/>
            </a:xfrm>
            <a:custGeom>
              <a:avLst/>
              <a:pathLst>
                <a:path w="334303" h="334334">
                  <a:moveTo>
                    <a:pt x="166986" y="0"/>
                  </a:moveTo>
                  <a:lnTo>
                    <a:pt x="161688" y="89"/>
                  </a:lnTo>
                  <a:lnTo>
                    <a:pt x="156395" y="346"/>
                  </a:lnTo>
                  <a:lnTo>
                    <a:pt x="151113" y="770"/>
                  </a:lnTo>
                  <a:lnTo>
                    <a:pt x="145847" y="1362"/>
                  </a:lnTo>
                  <a:lnTo>
                    <a:pt x="140602" y="2121"/>
                  </a:lnTo>
                  <a:lnTo>
                    <a:pt x="135384" y="3045"/>
                  </a:lnTo>
                  <a:lnTo>
                    <a:pt x="130198" y="4134"/>
                  </a:lnTo>
                  <a:lnTo>
                    <a:pt x="125050" y="5387"/>
                  </a:lnTo>
                  <a:lnTo>
                    <a:pt x="119943" y="6803"/>
                  </a:lnTo>
                  <a:lnTo>
                    <a:pt x="114884" y="8379"/>
                  </a:lnTo>
                  <a:lnTo>
                    <a:pt x="109877" y="10116"/>
                  </a:lnTo>
                  <a:lnTo>
                    <a:pt x="104928" y="12010"/>
                  </a:lnTo>
                  <a:lnTo>
                    <a:pt x="100042" y="14060"/>
                  </a:lnTo>
                  <a:lnTo>
                    <a:pt x="95223" y="16264"/>
                  </a:lnTo>
                  <a:lnTo>
                    <a:pt x="90476" y="18619"/>
                  </a:lnTo>
                  <a:lnTo>
                    <a:pt x="85806" y="21124"/>
                  </a:lnTo>
                  <a:lnTo>
                    <a:pt x="81218" y="23776"/>
                  </a:lnTo>
                  <a:lnTo>
                    <a:pt x="76716" y="26571"/>
                  </a:lnTo>
                  <a:lnTo>
                    <a:pt x="72306" y="29508"/>
                  </a:lnTo>
                  <a:lnTo>
                    <a:pt x="67990" y="32583"/>
                  </a:lnTo>
                  <a:lnTo>
                    <a:pt x="63774" y="35794"/>
                  </a:lnTo>
                  <a:lnTo>
                    <a:pt x="59662" y="39136"/>
                  </a:lnTo>
                  <a:lnTo>
                    <a:pt x="55658" y="42607"/>
                  </a:lnTo>
                  <a:lnTo>
                    <a:pt x="51766" y="46204"/>
                  </a:lnTo>
                  <a:lnTo>
                    <a:pt x="47990" y="49921"/>
                  </a:lnTo>
                  <a:lnTo>
                    <a:pt x="44334" y="53757"/>
                  </a:lnTo>
                  <a:lnTo>
                    <a:pt x="40801" y="57707"/>
                  </a:lnTo>
                  <a:lnTo>
                    <a:pt x="37395" y="61766"/>
                  </a:lnTo>
                  <a:lnTo>
                    <a:pt x="34120" y="65932"/>
                  </a:lnTo>
                  <a:lnTo>
                    <a:pt x="30978" y="70199"/>
                  </a:lnTo>
                  <a:lnTo>
                    <a:pt x="27973" y="74564"/>
                  </a:lnTo>
                  <a:lnTo>
                    <a:pt x="25108" y="79022"/>
                  </a:lnTo>
                  <a:lnTo>
                    <a:pt x="22385" y="83568"/>
                  </a:lnTo>
                  <a:lnTo>
                    <a:pt x="19808" y="88198"/>
                  </a:lnTo>
                  <a:lnTo>
                    <a:pt x="17379" y="92908"/>
                  </a:lnTo>
                  <a:lnTo>
                    <a:pt x="15101" y="97692"/>
                  </a:lnTo>
                  <a:lnTo>
                    <a:pt x="12975" y="102546"/>
                  </a:lnTo>
                  <a:lnTo>
                    <a:pt x="11005" y="107465"/>
                  </a:lnTo>
                  <a:lnTo>
                    <a:pt x="9191" y="112444"/>
                  </a:lnTo>
                  <a:lnTo>
                    <a:pt x="7536" y="117478"/>
                  </a:lnTo>
                  <a:lnTo>
                    <a:pt x="6041" y="122562"/>
                  </a:lnTo>
                  <a:lnTo>
                    <a:pt x="4708" y="127691"/>
                  </a:lnTo>
                  <a:lnTo>
                    <a:pt x="3538" y="132859"/>
                  </a:lnTo>
                  <a:lnTo>
                    <a:pt x="2533" y="138062"/>
                  </a:lnTo>
                  <a:lnTo>
                    <a:pt x="1693" y="143294"/>
                  </a:lnTo>
                  <a:lnTo>
                    <a:pt x="1020" y="148551"/>
                  </a:lnTo>
                  <a:lnTo>
                    <a:pt x="513" y="153825"/>
                  </a:lnTo>
                  <a:lnTo>
                    <a:pt x="174" y="159114"/>
                  </a:lnTo>
                  <a:lnTo>
                    <a:pt x="3" y="164410"/>
                  </a:lnTo>
                  <a:lnTo>
                    <a:pt x="0" y="169709"/>
                  </a:lnTo>
                  <a:lnTo>
                    <a:pt x="164" y="175006"/>
                  </a:lnTo>
                  <a:lnTo>
                    <a:pt x="496" y="180294"/>
                  </a:lnTo>
                  <a:lnTo>
                    <a:pt x="996" y="185570"/>
                  </a:lnTo>
                  <a:lnTo>
                    <a:pt x="1663" y="190827"/>
                  </a:lnTo>
                  <a:lnTo>
                    <a:pt x="2496" y="196060"/>
                  </a:lnTo>
                  <a:lnTo>
                    <a:pt x="3495" y="201264"/>
                  </a:lnTo>
                  <a:lnTo>
                    <a:pt x="4658" y="206434"/>
                  </a:lnTo>
                  <a:lnTo>
                    <a:pt x="5984" y="211565"/>
                  </a:lnTo>
                  <a:lnTo>
                    <a:pt x="7472" y="216651"/>
                  </a:lnTo>
                  <a:lnTo>
                    <a:pt x="9121" y="221687"/>
                  </a:lnTo>
                  <a:lnTo>
                    <a:pt x="10928" y="226668"/>
                  </a:lnTo>
                  <a:lnTo>
                    <a:pt x="12892" y="231590"/>
                  </a:lnTo>
                  <a:lnTo>
                    <a:pt x="15012" y="236446"/>
                  </a:lnTo>
                  <a:lnTo>
                    <a:pt x="17284" y="241234"/>
                  </a:lnTo>
                  <a:lnTo>
                    <a:pt x="19707" y="245946"/>
                  </a:lnTo>
                  <a:lnTo>
                    <a:pt x="22278" y="250580"/>
                  </a:lnTo>
                  <a:lnTo>
                    <a:pt x="24995" y="255130"/>
                  </a:lnTo>
                  <a:lnTo>
                    <a:pt x="27854" y="259591"/>
                  </a:lnTo>
                  <a:lnTo>
                    <a:pt x="30854" y="263960"/>
                  </a:lnTo>
                  <a:lnTo>
                    <a:pt x="33990" y="268231"/>
                  </a:lnTo>
                  <a:lnTo>
                    <a:pt x="37260" y="272401"/>
                  </a:lnTo>
                  <a:lnTo>
                    <a:pt x="40661" y="276465"/>
                  </a:lnTo>
                  <a:lnTo>
                    <a:pt x="44189" y="280419"/>
                  </a:lnTo>
                  <a:lnTo>
                    <a:pt x="47840" y="284259"/>
                  </a:lnTo>
                  <a:lnTo>
                    <a:pt x="51611" y="287982"/>
                  </a:lnTo>
                  <a:lnTo>
                    <a:pt x="55499" y="291583"/>
                  </a:lnTo>
                  <a:lnTo>
                    <a:pt x="59498" y="295059"/>
                  </a:lnTo>
                  <a:lnTo>
                    <a:pt x="63606" y="298407"/>
                  </a:lnTo>
                  <a:lnTo>
                    <a:pt x="67817" y="301623"/>
                  </a:lnTo>
                  <a:lnTo>
                    <a:pt x="72129" y="304704"/>
                  </a:lnTo>
                  <a:lnTo>
                    <a:pt x="76536" y="307646"/>
                  </a:lnTo>
                  <a:lnTo>
                    <a:pt x="81034" y="310448"/>
                  </a:lnTo>
                  <a:lnTo>
                    <a:pt x="85619" y="313105"/>
                  </a:lnTo>
                  <a:lnTo>
                    <a:pt x="90285" y="315616"/>
                  </a:lnTo>
                  <a:lnTo>
                    <a:pt x="95029" y="317978"/>
                  </a:lnTo>
                  <a:lnTo>
                    <a:pt x="99845" y="320188"/>
                  </a:lnTo>
                  <a:lnTo>
                    <a:pt x="104729" y="322244"/>
                  </a:lnTo>
                  <a:lnTo>
                    <a:pt x="109676" y="324144"/>
                  </a:lnTo>
                  <a:lnTo>
                    <a:pt x="114680" y="325887"/>
                  </a:lnTo>
                  <a:lnTo>
                    <a:pt x="119737" y="327470"/>
                  </a:lnTo>
                  <a:lnTo>
                    <a:pt x="124842" y="328893"/>
                  </a:lnTo>
                  <a:lnTo>
                    <a:pt x="129989" y="330152"/>
                  </a:lnTo>
                  <a:lnTo>
                    <a:pt x="135174" y="331248"/>
                  </a:lnTo>
                  <a:lnTo>
                    <a:pt x="140390" y="332179"/>
                  </a:lnTo>
                  <a:lnTo>
                    <a:pt x="145634" y="332944"/>
                  </a:lnTo>
                  <a:lnTo>
                    <a:pt x="150899" y="333543"/>
                  </a:lnTo>
                  <a:lnTo>
                    <a:pt x="156181" y="333974"/>
                  </a:lnTo>
                  <a:lnTo>
                    <a:pt x="161473" y="334238"/>
                  </a:lnTo>
                  <a:lnTo>
                    <a:pt x="166772" y="334334"/>
                  </a:lnTo>
                  <a:lnTo>
                    <a:pt x="172070" y="334262"/>
                  </a:lnTo>
                  <a:lnTo>
                    <a:pt x="177364" y="334022"/>
                  </a:lnTo>
                  <a:lnTo>
                    <a:pt x="182647" y="333614"/>
                  </a:lnTo>
                  <a:lnTo>
                    <a:pt x="187915" y="333039"/>
                  </a:lnTo>
                  <a:lnTo>
                    <a:pt x="193162" y="332298"/>
                  </a:lnTo>
                  <a:lnTo>
                    <a:pt x="198383" y="331390"/>
                  </a:lnTo>
                  <a:lnTo>
                    <a:pt x="203572" y="330318"/>
                  </a:lnTo>
                  <a:lnTo>
                    <a:pt x="208725" y="329081"/>
                  </a:lnTo>
                  <a:lnTo>
                    <a:pt x="213836" y="327682"/>
                  </a:lnTo>
                  <a:lnTo>
                    <a:pt x="218900" y="326122"/>
                  </a:lnTo>
                  <a:lnTo>
                    <a:pt x="223913" y="324401"/>
                  </a:lnTo>
                  <a:lnTo>
                    <a:pt x="228868" y="322523"/>
                  </a:lnTo>
                  <a:lnTo>
                    <a:pt x="233761" y="320489"/>
                  </a:lnTo>
                  <a:lnTo>
                    <a:pt x="238587" y="318301"/>
                  </a:lnTo>
                  <a:lnTo>
                    <a:pt x="243341" y="315960"/>
                  </a:lnTo>
                  <a:lnTo>
                    <a:pt x="248019" y="313471"/>
                  </a:lnTo>
                  <a:lnTo>
                    <a:pt x="252616" y="310834"/>
                  </a:lnTo>
                  <a:lnTo>
                    <a:pt x="257126" y="308053"/>
                  </a:lnTo>
                  <a:lnTo>
                    <a:pt x="261546" y="305130"/>
                  </a:lnTo>
                  <a:lnTo>
                    <a:pt x="265872" y="302069"/>
                  </a:lnTo>
                  <a:lnTo>
                    <a:pt x="270098" y="298872"/>
                  </a:lnTo>
                  <a:lnTo>
                    <a:pt x="274221" y="295542"/>
                  </a:lnTo>
                  <a:lnTo>
                    <a:pt x="278236" y="292084"/>
                  </a:lnTo>
                  <a:lnTo>
                    <a:pt x="282139" y="288500"/>
                  </a:lnTo>
                  <a:lnTo>
                    <a:pt x="285927" y="284795"/>
                  </a:lnTo>
                  <a:lnTo>
                    <a:pt x="289596" y="280971"/>
                  </a:lnTo>
                  <a:lnTo>
                    <a:pt x="293141" y="277033"/>
                  </a:lnTo>
                  <a:lnTo>
                    <a:pt x="296560" y="272984"/>
                  </a:lnTo>
                  <a:lnTo>
                    <a:pt x="299849" y="268829"/>
                  </a:lnTo>
                  <a:lnTo>
                    <a:pt x="303005" y="264572"/>
                  </a:lnTo>
                  <a:lnTo>
                    <a:pt x="306024" y="260217"/>
                  </a:lnTo>
                  <a:lnTo>
                    <a:pt x="308903" y="255768"/>
                  </a:lnTo>
                  <a:lnTo>
                    <a:pt x="311640" y="251231"/>
                  </a:lnTo>
                  <a:lnTo>
                    <a:pt x="314232" y="246609"/>
                  </a:lnTo>
                  <a:lnTo>
                    <a:pt x="316676" y="241907"/>
                  </a:lnTo>
                  <a:lnTo>
                    <a:pt x="318970" y="237130"/>
                  </a:lnTo>
                  <a:lnTo>
                    <a:pt x="321111" y="232283"/>
                  </a:lnTo>
                  <a:lnTo>
                    <a:pt x="323098" y="227370"/>
                  </a:lnTo>
                  <a:lnTo>
                    <a:pt x="324928" y="222397"/>
                  </a:lnTo>
                  <a:lnTo>
                    <a:pt x="326599" y="217368"/>
                  </a:lnTo>
                  <a:lnTo>
                    <a:pt x="328110" y="212289"/>
                  </a:lnTo>
                  <a:lnTo>
                    <a:pt x="329459" y="207165"/>
                  </a:lnTo>
                  <a:lnTo>
                    <a:pt x="330646" y="202000"/>
                  </a:lnTo>
                  <a:lnTo>
                    <a:pt x="331668" y="196801"/>
                  </a:lnTo>
                  <a:lnTo>
                    <a:pt x="332524" y="191571"/>
                  </a:lnTo>
                  <a:lnTo>
                    <a:pt x="333215" y="186317"/>
                  </a:lnTo>
                  <a:lnTo>
                    <a:pt x="333738" y="181044"/>
                  </a:lnTo>
                  <a:lnTo>
                    <a:pt x="334094" y="175757"/>
                  </a:lnTo>
                  <a:lnTo>
                    <a:pt x="334283" y="170461"/>
                  </a:lnTo>
                  <a:lnTo>
                    <a:pt x="334303" y="165162"/>
                  </a:lnTo>
                  <a:lnTo>
                    <a:pt x="334155" y="159865"/>
                  </a:lnTo>
                  <a:lnTo>
                    <a:pt x="333840" y="154575"/>
                  </a:lnTo>
                  <a:lnTo>
                    <a:pt x="333357" y="149298"/>
                  </a:lnTo>
                  <a:lnTo>
                    <a:pt x="332707" y="144039"/>
                  </a:lnTo>
                  <a:lnTo>
                    <a:pt x="331891" y="138803"/>
                  </a:lnTo>
                  <a:lnTo>
                    <a:pt x="330909" y="133596"/>
                  </a:lnTo>
                  <a:lnTo>
                    <a:pt x="329763" y="128422"/>
                  </a:lnTo>
                  <a:lnTo>
                    <a:pt x="328453" y="123287"/>
                  </a:lnTo>
                  <a:lnTo>
                    <a:pt x="326982" y="118197"/>
                  </a:lnTo>
                  <a:lnTo>
                    <a:pt x="325349" y="113155"/>
                  </a:lnTo>
                  <a:lnTo>
                    <a:pt x="323558" y="108168"/>
                  </a:lnTo>
                  <a:lnTo>
                    <a:pt x="321609" y="103240"/>
                  </a:lnTo>
                  <a:lnTo>
                    <a:pt x="319505" y="98377"/>
                  </a:lnTo>
                  <a:lnTo>
                    <a:pt x="317248" y="93582"/>
                  </a:lnTo>
                  <a:lnTo>
                    <a:pt x="314841" y="88862"/>
                  </a:lnTo>
                  <a:lnTo>
                    <a:pt x="312285" y="84220"/>
                  </a:lnTo>
                  <a:lnTo>
                    <a:pt x="309583" y="79661"/>
                  </a:lnTo>
                  <a:lnTo>
                    <a:pt x="306738" y="75191"/>
                  </a:lnTo>
                  <a:lnTo>
                    <a:pt x="303752" y="70813"/>
                  </a:lnTo>
                  <a:lnTo>
                    <a:pt x="300630" y="66531"/>
                  </a:lnTo>
                  <a:lnTo>
                    <a:pt x="297373" y="62351"/>
                  </a:lnTo>
                  <a:lnTo>
                    <a:pt x="293985" y="58276"/>
                  </a:lnTo>
                  <a:lnTo>
                    <a:pt x="290470" y="54311"/>
                  </a:lnTo>
                  <a:lnTo>
                    <a:pt x="286831" y="50459"/>
                  </a:lnTo>
                  <a:lnTo>
                    <a:pt x="283072" y="46724"/>
                  </a:lnTo>
                  <a:lnTo>
                    <a:pt x="279196" y="43110"/>
                  </a:lnTo>
                  <a:lnTo>
                    <a:pt x="275208" y="39621"/>
                  </a:lnTo>
                  <a:lnTo>
                    <a:pt x="271111" y="36260"/>
                  </a:lnTo>
                  <a:lnTo>
                    <a:pt x="266910" y="33031"/>
                  </a:lnTo>
                  <a:lnTo>
                    <a:pt x="262608" y="29936"/>
                  </a:lnTo>
                  <a:lnTo>
                    <a:pt x="258210" y="26979"/>
                  </a:lnTo>
                  <a:lnTo>
                    <a:pt x="253721" y="24164"/>
                  </a:lnTo>
                  <a:lnTo>
                    <a:pt x="249145" y="21491"/>
                  </a:lnTo>
                  <a:lnTo>
                    <a:pt x="244487" y="18966"/>
                  </a:lnTo>
                  <a:lnTo>
                    <a:pt x="239751" y="16589"/>
                  </a:lnTo>
                  <a:lnTo>
                    <a:pt x="234942" y="1436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67793" cy="167167"/>
            </a:xfrm>
            <a:custGeom>
              <a:avLst/>
              <a:pathLst>
                <a:path w="67793" h="167167">
                  <a:moveTo>
                    <a:pt x="67793" y="14363"/>
                  </a:moveTo>
                  <a:lnTo>
                    <a:pt x="62436" y="12097"/>
                  </a:lnTo>
                  <a:lnTo>
                    <a:pt x="57003" y="10019"/>
                  </a:lnTo>
                  <a:lnTo>
                    <a:pt x="51502" y="8131"/>
                  </a:lnTo>
                  <a:lnTo>
                    <a:pt x="45937" y="6435"/>
                  </a:lnTo>
                  <a:lnTo>
                    <a:pt x="40318" y="4934"/>
                  </a:lnTo>
                  <a:lnTo>
                    <a:pt x="34649" y="3630"/>
                  </a:lnTo>
                  <a:lnTo>
                    <a:pt x="28938" y="2523"/>
                  </a:lnTo>
                  <a:lnTo>
                    <a:pt x="23193" y="1616"/>
                  </a:lnTo>
                  <a:lnTo>
                    <a:pt x="17419" y="910"/>
                  </a:lnTo>
                  <a:lnTo>
                    <a:pt x="11624" y="404"/>
                  </a:lnTo>
                  <a:lnTo>
                    <a:pt x="581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7871" y="5269756"/>
              <a:ext cx="166630" cy="167167"/>
            </a:xfrm>
            <a:custGeom>
              <a:avLst/>
              <a:pathLst>
                <a:path w="166630" h="167167">
                  <a:moveTo>
                    <a:pt x="166589" y="0"/>
                  </a:moveTo>
                  <a:lnTo>
                    <a:pt x="161174" y="89"/>
                  </a:lnTo>
                  <a:lnTo>
                    <a:pt x="155765" y="353"/>
                  </a:lnTo>
                  <a:lnTo>
                    <a:pt x="150367" y="792"/>
                  </a:lnTo>
                  <a:lnTo>
                    <a:pt x="144986" y="1407"/>
                  </a:lnTo>
                  <a:lnTo>
                    <a:pt x="139628" y="2195"/>
                  </a:lnTo>
                  <a:lnTo>
                    <a:pt x="134298" y="3156"/>
                  </a:lnTo>
                  <a:lnTo>
                    <a:pt x="129002" y="4289"/>
                  </a:lnTo>
                  <a:lnTo>
                    <a:pt x="123745" y="5594"/>
                  </a:lnTo>
                  <a:lnTo>
                    <a:pt x="118534" y="7068"/>
                  </a:lnTo>
                  <a:lnTo>
                    <a:pt x="113373" y="8710"/>
                  </a:lnTo>
                  <a:lnTo>
                    <a:pt x="108268" y="10518"/>
                  </a:lnTo>
                  <a:lnTo>
                    <a:pt x="103224" y="12491"/>
                  </a:lnTo>
                  <a:lnTo>
                    <a:pt x="98247" y="14626"/>
                  </a:lnTo>
                  <a:lnTo>
                    <a:pt x="93341" y="16921"/>
                  </a:lnTo>
                  <a:lnTo>
                    <a:pt x="88513" y="19374"/>
                  </a:lnTo>
                  <a:lnTo>
                    <a:pt x="83766" y="21982"/>
                  </a:lnTo>
                  <a:lnTo>
                    <a:pt x="79107" y="24743"/>
                  </a:lnTo>
                  <a:lnTo>
                    <a:pt x="74539" y="27653"/>
                  </a:lnTo>
                  <a:lnTo>
                    <a:pt x="70068" y="30709"/>
                  </a:lnTo>
                  <a:lnTo>
                    <a:pt x="65698" y="33909"/>
                  </a:lnTo>
                  <a:lnTo>
                    <a:pt x="61434" y="37248"/>
                  </a:lnTo>
                  <a:lnTo>
                    <a:pt x="57281" y="40724"/>
                  </a:lnTo>
                  <a:lnTo>
                    <a:pt x="53242" y="44333"/>
                  </a:lnTo>
                  <a:lnTo>
                    <a:pt x="49323" y="48070"/>
                  </a:lnTo>
                  <a:lnTo>
                    <a:pt x="45526" y="51933"/>
                  </a:lnTo>
                  <a:lnTo>
                    <a:pt x="41857" y="55916"/>
                  </a:lnTo>
                  <a:lnTo>
                    <a:pt x="38319" y="60016"/>
                  </a:lnTo>
                  <a:lnTo>
                    <a:pt x="34915" y="64229"/>
                  </a:lnTo>
                  <a:lnTo>
                    <a:pt x="31650" y="68550"/>
                  </a:lnTo>
                  <a:lnTo>
                    <a:pt x="28526" y="72974"/>
                  </a:lnTo>
                  <a:lnTo>
                    <a:pt x="25547" y="77497"/>
                  </a:lnTo>
                  <a:lnTo>
                    <a:pt x="22717" y="82115"/>
                  </a:lnTo>
                  <a:lnTo>
                    <a:pt x="20037" y="86821"/>
                  </a:lnTo>
                  <a:lnTo>
                    <a:pt x="17511" y="91612"/>
                  </a:lnTo>
                  <a:lnTo>
                    <a:pt x="15142" y="96482"/>
                  </a:lnTo>
                  <a:lnTo>
                    <a:pt x="12932" y="101426"/>
                  </a:lnTo>
                  <a:lnTo>
                    <a:pt x="10883" y="106440"/>
                  </a:lnTo>
                  <a:lnTo>
                    <a:pt x="8997" y="111517"/>
                  </a:lnTo>
                  <a:lnTo>
                    <a:pt x="7277" y="116652"/>
                  </a:lnTo>
                  <a:lnTo>
                    <a:pt x="5725" y="121841"/>
                  </a:lnTo>
                  <a:lnTo>
                    <a:pt x="4341" y="127077"/>
                  </a:lnTo>
                  <a:lnTo>
                    <a:pt x="3127" y="132355"/>
                  </a:lnTo>
                  <a:lnTo>
                    <a:pt x="2085" y="137670"/>
                  </a:lnTo>
                  <a:lnTo>
                    <a:pt x="1216" y="143016"/>
                  </a:lnTo>
                  <a:lnTo>
                    <a:pt x="521" y="148387"/>
                  </a:lnTo>
                  <a:lnTo>
                    <a:pt x="0" y="153777"/>
                  </a:lnTo>
                  <a:lnTo>
                    <a:pt x="16663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52" y="5269756"/>
              <a:ext cx="334295" cy="334334"/>
            </a:xfrm>
            <a:custGeom>
              <a:avLst/>
              <a:pathLst>
                <a:path w="334295" h="334334">
                  <a:moveTo>
                    <a:pt x="518" y="153777"/>
                  </a:moveTo>
                  <a:lnTo>
                    <a:pt x="177" y="159072"/>
                  </a:lnTo>
                  <a:lnTo>
                    <a:pt x="4" y="164375"/>
                  </a:lnTo>
                  <a:lnTo>
                    <a:pt x="0" y="169680"/>
                  </a:lnTo>
                  <a:lnTo>
                    <a:pt x="163" y="174983"/>
                  </a:lnTo>
                  <a:lnTo>
                    <a:pt x="496" y="180278"/>
                  </a:lnTo>
                  <a:lnTo>
                    <a:pt x="996" y="185560"/>
                  </a:lnTo>
                  <a:lnTo>
                    <a:pt x="1663" y="190823"/>
                  </a:lnTo>
                  <a:lnTo>
                    <a:pt x="2497" y="196063"/>
                  </a:lnTo>
                  <a:lnTo>
                    <a:pt x="3497" y="201273"/>
                  </a:lnTo>
                  <a:lnTo>
                    <a:pt x="4662" y="206449"/>
                  </a:lnTo>
                  <a:lnTo>
                    <a:pt x="5990" y="211586"/>
                  </a:lnTo>
                  <a:lnTo>
                    <a:pt x="7481" y="216678"/>
                  </a:lnTo>
                  <a:lnTo>
                    <a:pt x="9132" y="221719"/>
                  </a:lnTo>
                  <a:lnTo>
                    <a:pt x="10943" y="226706"/>
                  </a:lnTo>
                  <a:lnTo>
                    <a:pt x="12911" y="231633"/>
                  </a:lnTo>
                  <a:lnTo>
                    <a:pt x="15035" y="236495"/>
                  </a:lnTo>
                  <a:lnTo>
                    <a:pt x="17311" y="241288"/>
                  </a:lnTo>
                  <a:lnTo>
                    <a:pt x="19739" y="246005"/>
                  </a:lnTo>
                  <a:lnTo>
                    <a:pt x="22315" y="250643"/>
                  </a:lnTo>
                  <a:lnTo>
                    <a:pt x="25037" y="255197"/>
                  </a:lnTo>
                  <a:lnTo>
                    <a:pt x="27902" y="259663"/>
                  </a:lnTo>
                  <a:lnTo>
                    <a:pt x="30907" y="264035"/>
                  </a:lnTo>
                  <a:lnTo>
                    <a:pt x="34050" y="268309"/>
                  </a:lnTo>
                  <a:lnTo>
                    <a:pt x="37326" y="272482"/>
                  </a:lnTo>
                  <a:lnTo>
                    <a:pt x="40734" y="276549"/>
                  </a:lnTo>
                  <a:lnTo>
                    <a:pt x="44269" y="280505"/>
                  </a:lnTo>
                  <a:lnTo>
                    <a:pt x="47927" y="284348"/>
                  </a:lnTo>
                  <a:lnTo>
                    <a:pt x="51706" y="288072"/>
                  </a:lnTo>
                  <a:lnTo>
                    <a:pt x="55601" y="291674"/>
                  </a:lnTo>
                  <a:lnTo>
                    <a:pt x="59608" y="295152"/>
                  </a:lnTo>
                  <a:lnTo>
                    <a:pt x="63723" y="298500"/>
                  </a:lnTo>
                  <a:lnTo>
                    <a:pt x="67943" y="301716"/>
                  </a:lnTo>
                  <a:lnTo>
                    <a:pt x="72263" y="304796"/>
                  </a:lnTo>
                  <a:lnTo>
                    <a:pt x="76678" y="307738"/>
                  </a:lnTo>
                  <a:lnTo>
                    <a:pt x="81184" y="310538"/>
                  </a:lnTo>
                  <a:lnTo>
                    <a:pt x="85777" y="313194"/>
                  </a:lnTo>
                  <a:lnTo>
                    <a:pt x="90452" y="315702"/>
                  </a:lnTo>
                  <a:lnTo>
                    <a:pt x="95204" y="318061"/>
                  </a:lnTo>
                  <a:lnTo>
                    <a:pt x="100029" y="320268"/>
                  </a:lnTo>
                  <a:lnTo>
                    <a:pt x="104921" y="322321"/>
                  </a:lnTo>
                  <a:lnTo>
                    <a:pt x="109876" y="324218"/>
                  </a:lnTo>
                  <a:lnTo>
                    <a:pt x="114889" y="325956"/>
                  </a:lnTo>
                  <a:lnTo>
                    <a:pt x="119954" y="327534"/>
                  </a:lnTo>
                  <a:lnTo>
                    <a:pt x="125067" y="328951"/>
                  </a:lnTo>
                  <a:lnTo>
                    <a:pt x="130222" y="330205"/>
                  </a:lnTo>
                  <a:lnTo>
                    <a:pt x="135415" y="331295"/>
                  </a:lnTo>
                  <a:lnTo>
                    <a:pt x="140639" y="332219"/>
                  </a:lnTo>
                  <a:lnTo>
                    <a:pt x="145890" y="332977"/>
                  </a:lnTo>
                  <a:lnTo>
                    <a:pt x="151162" y="333568"/>
                  </a:lnTo>
                  <a:lnTo>
                    <a:pt x="156451" y="333992"/>
                  </a:lnTo>
                  <a:lnTo>
                    <a:pt x="161750" y="334247"/>
                  </a:lnTo>
                  <a:lnTo>
                    <a:pt x="167055" y="334334"/>
                  </a:lnTo>
                  <a:lnTo>
                    <a:pt x="172360" y="334253"/>
                  </a:lnTo>
                  <a:lnTo>
                    <a:pt x="177659" y="334004"/>
                  </a:lnTo>
                  <a:lnTo>
                    <a:pt x="182949" y="333586"/>
                  </a:lnTo>
                  <a:lnTo>
                    <a:pt x="188222" y="333001"/>
                  </a:lnTo>
                  <a:lnTo>
                    <a:pt x="193473" y="332249"/>
                  </a:lnTo>
                  <a:lnTo>
                    <a:pt x="198699" y="331330"/>
                  </a:lnTo>
                  <a:lnTo>
                    <a:pt x="203892" y="330246"/>
                  </a:lnTo>
                  <a:lnTo>
                    <a:pt x="209049" y="328998"/>
                  </a:lnTo>
                  <a:lnTo>
                    <a:pt x="214163" y="327587"/>
                  </a:lnTo>
                  <a:lnTo>
                    <a:pt x="219230" y="326014"/>
                  </a:lnTo>
                  <a:lnTo>
                    <a:pt x="224245" y="324281"/>
                  </a:lnTo>
                  <a:lnTo>
                    <a:pt x="229202" y="322390"/>
                  </a:lnTo>
                  <a:lnTo>
                    <a:pt x="234097" y="320343"/>
                  </a:lnTo>
                  <a:lnTo>
                    <a:pt x="238924" y="318141"/>
                  </a:lnTo>
                  <a:lnTo>
                    <a:pt x="243678" y="315787"/>
                  </a:lnTo>
                  <a:lnTo>
                    <a:pt x="248356" y="313284"/>
                  </a:lnTo>
                  <a:lnTo>
                    <a:pt x="252952" y="310633"/>
                  </a:lnTo>
                  <a:lnTo>
                    <a:pt x="257462" y="307838"/>
                  </a:lnTo>
                  <a:lnTo>
                    <a:pt x="261880" y="304901"/>
                  </a:lnTo>
                  <a:lnTo>
                    <a:pt x="266203" y="301826"/>
                  </a:lnTo>
                  <a:lnTo>
                    <a:pt x="270426" y="298615"/>
                  </a:lnTo>
                  <a:lnTo>
                    <a:pt x="274546" y="295271"/>
                  </a:lnTo>
                  <a:lnTo>
                    <a:pt x="278557" y="291799"/>
                  </a:lnTo>
                  <a:lnTo>
                    <a:pt x="282456" y="288200"/>
                  </a:lnTo>
                  <a:lnTo>
                    <a:pt x="286239" y="284480"/>
                  </a:lnTo>
                  <a:lnTo>
                    <a:pt x="289901" y="280642"/>
                  </a:lnTo>
                  <a:lnTo>
                    <a:pt x="293440" y="276689"/>
                  </a:lnTo>
                  <a:lnTo>
                    <a:pt x="296852" y="272627"/>
                  </a:lnTo>
                  <a:lnTo>
                    <a:pt x="300134" y="268458"/>
                  </a:lnTo>
                  <a:lnTo>
                    <a:pt x="303281" y="264186"/>
                  </a:lnTo>
                  <a:lnTo>
                    <a:pt x="306291" y="259818"/>
                  </a:lnTo>
                  <a:lnTo>
                    <a:pt x="309161" y="255355"/>
                  </a:lnTo>
                  <a:lnTo>
                    <a:pt x="311888" y="250804"/>
                  </a:lnTo>
                  <a:lnTo>
                    <a:pt x="314469" y="246169"/>
                  </a:lnTo>
                  <a:lnTo>
                    <a:pt x="316902" y="241454"/>
                  </a:lnTo>
                  <a:lnTo>
                    <a:pt x="319184" y="236665"/>
                  </a:lnTo>
                  <a:lnTo>
                    <a:pt x="321313" y="231805"/>
                  </a:lnTo>
                  <a:lnTo>
                    <a:pt x="323287" y="226880"/>
                  </a:lnTo>
                  <a:lnTo>
                    <a:pt x="325103" y="221895"/>
                  </a:lnTo>
                  <a:lnTo>
                    <a:pt x="326760" y="216855"/>
                  </a:lnTo>
                  <a:lnTo>
                    <a:pt x="328257" y="211765"/>
                  </a:lnTo>
                  <a:lnTo>
                    <a:pt x="329591" y="206630"/>
                  </a:lnTo>
                  <a:lnTo>
                    <a:pt x="330761" y="201455"/>
                  </a:lnTo>
                  <a:lnTo>
                    <a:pt x="331767" y="196246"/>
                  </a:lnTo>
                  <a:lnTo>
                    <a:pt x="332607" y="191008"/>
                  </a:lnTo>
                  <a:lnTo>
                    <a:pt x="333280" y="185745"/>
                  </a:lnTo>
                  <a:lnTo>
                    <a:pt x="333786" y="180464"/>
                  </a:lnTo>
                  <a:lnTo>
                    <a:pt x="334124" y="175169"/>
                  </a:lnTo>
                  <a:lnTo>
                    <a:pt x="334294" y="169866"/>
                  </a:lnTo>
                  <a:lnTo>
                    <a:pt x="334295" y="164561"/>
                  </a:lnTo>
                  <a:lnTo>
                    <a:pt x="334128" y="159258"/>
                  </a:lnTo>
                  <a:lnTo>
                    <a:pt x="333793" y="153963"/>
                  </a:lnTo>
                  <a:lnTo>
                    <a:pt x="333290" y="148681"/>
                  </a:lnTo>
                  <a:lnTo>
                    <a:pt x="332620" y="143418"/>
                  </a:lnTo>
                  <a:lnTo>
                    <a:pt x="331783" y="138179"/>
                  </a:lnTo>
                  <a:lnTo>
                    <a:pt x="330780" y="132969"/>
                  </a:lnTo>
                  <a:lnTo>
                    <a:pt x="329613" y="127794"/>
                  </a:lnTo>
                  <a:lnTo>
                    <a:pt x="328281" y="122658"/>
                  </a:lnTo>
                  <a:lnTo>
                    <a:pt x="326788" y="117567"/>
                  </a:lnTo>
                  <a:lnTo>
                    <a:pt x="325133" y="112526"/>
                  </a:lnTo>
                  <a:lnTo>
                    <a:pt x="323320" y="107541"/>
                  </a:lnTo>
                  <a:lnTo>
                    <a:pt x="321349" y="102615"/>
                  </a:lnTo>
                  <a:lnTo>
                    <a:pt x="319223" y="97754"/>
                  </a:lnTo>
                  <a:lnTo>
                    <a:pt x="316944" y="92963"/>
                  </a:lnTo>
                  <a:lnTo>
                    <a:pt x="314513" y="88247"/>
                  </a:lnTo>
                  <a:lnTo>
                    <a:pt x="311935" y="83610"/>
                  </a:lnTo>
                  <a:lnTo>
                    <a:pt x="309210" y="79058"/>
                  </a:lnTo>
                  <a:lnTo>
                    <a:pt x="306343" y="74594"/>
                  </a:lnTo>
                  <a:lnTo>
                    <a:pt x="303335" y="70223"/>
                  </a:lnTo>
                  <a:lnTo>
                    <a:pt x="300190" y="65950"/>
                  </a:lnTo>
                  <a:lnTo>
                    <a:pt x="296911" y="61779"/>
                  </a:lnTo>
                  <a:lnTo>
                    <a:pt x="293501" y="57715"/>
                  </a:lnTo>
                  <a:lnTo>
                    <a:pt x="289964" y="53760"/>
                  </a:lnTo>
                  <a:lnTo>
                    <a:pt x="286304" y="49920"/>
                  </a:lnTo>
                  <a:lnTo>
                    <a:pt x="282523" y="46198"/>
                  </a:lnTo>
                  <a:lnTo>
                    <a:pt x="278626" y="42597"/>
                  </a:lnTo>
                  <a:lnTo>
                    <a:pt x="274617" y="39123"/>
                  </a:lnTo>
                  <a:lnTo>
                    <a:pt x="270500" y="35777"/>
                  </a:lnTo>
                  <a:lnTo>
                    <a:pt x="266278" y="32563"/>
                  </a:lnTo>
                  <a:lnTo>
                    <a:pt x="261957" y="29485"/>
                  </a:lnTo>
                  <a:lnTo>
                    <a:pt x="257540" y="26546"/>
                  </a:lnTo>
                  <a:lnTo>
                    <a:pt x="253032" y="23748"/>
                  </a:lnTo>
                  <a:lnTo>
                    <a:pt x="248437" y="21095"/>
                  </a:lnTo>
                  <a:lnTo>
                    <a:pt x="243761" y="18589"/>
                  </a:lnTo>
                  <a:lnTo>
                    <a:pt x="239008" y="16233"/>
                  </a:lnTo>
                  <a:lnTo>
                    <a:pt x="234182" y="14028"/>
                  </a:lnTo>
                  <a:lnTo>
                    <a:pt x="229288" y="11978"/>
                  </a:lnTo>
                  <a:lnTo>
                    <a:pt x="224332" y="10084"/>
                  </a:lnTo>
                  <a:lnTo>
                    <a:pt x="219319" y="8349"/>
                  </a:lnTo>
                  <a:lnTo>
                    <a:pt x="214253" y="6773"/>
                  </a:lnTo>
                  <a:lnTo>
                    <a:pt x="209139" y="5359"/>
                  </a:lnTo>
                  <a:lnTo>
                    <a:pt x="203983" y="4108"/>
                  </a:lnTo>
                  <a:lnTo>
                    <a:pt x="198790" y="3022"/>
                  </a:lnTo>
                  <a:lnTo>
                    <a:pt x="193565" y="2100"/>
                  </a:lnTo>
                  <a:lnTo>
                    <a:pt x="188314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6934" y="5399291"/>
              <a:ext cx="9281" cy="167167"/>
            </a:xfrm>
            <a:custGeom>
              <a:avLst/>
              <a:pathLst>
                <a:path w="9281" h="167167">
                  <a:moveTo>
                    <a:pt x="9281" y="0"/>
                  </a:moveTo>
                  <a:lnTo>
                    <a:pt x="0" y="257"/>
                  </a:lnTo>
                  <a:lnTo>
                    <a:pt x="928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934" y="5399549"/>
              <a:ext cx="9281" cy="166909"/>
            </a:xfrm>
            <a:custGeom>
              <a:avLst/>
              <a:pathLst>
                <a:path w="9281" h="166909">
                  <a:moveTo>
                    <a:pt x="0" y="0"/>
                  </a:moveTo>
                  <a:lnTo>
                    <a:pt x="9281" y="166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51" y="5399549"/>
              <a:ext cx="334330" cy="334066"/>
            </a:xfrm>
            <a:custGeom>
              <a:avLst/>
              <a:pathLst>
                <a:path w="334330" h="334066">
                  <a:moveTo>
                    <a:pt x="157882" y="0"/>
                  </a:moveTo>
                  <a:lnTo>
                    <a:pt x="152597" y="378"/>
                  </a:lnTo>
                  <a:lnTo>
                    <a:pt x="147326" y="923"/>
                  </a:lnTo>
                  <a:lnTo>
                    <a:pt x="142075" y="1635"/>
                  </a:lnTo>
                  <a:lnTo>
                    <a:pt x="136849" y="2513"/>
                  </a:lnTo>
                  <a:lnTo>
                    <a:pt x="131653" y="3557"/>
                  </a:lnTo>
                  <a:lnTo>
                    <a:pt x="126493" y="4764"/>
                  </a:lnTo>
                  <a:lnTo>
                    <a:pt x="121374" y="6135"/>
                  </a:lnTo>
                  <a:lnTo>
                    <a:pt x="116302" y="7667"/>
                  </a:lnTo>
                  <a:lnTo>
                    <a:pt x="111280" y="9359"/>
                  </a:lnTo>
                  <a:lnTo>
                    <a:pt x="106314" y="11210"/>
                  </a:lnTo>
                  <a:lnTo>
                    <a:pt x="101410" y="13217"/>
                  </a:lnTo>
                  <a:lnTo>
                    <a:pt x="96571" y="15378"/>
                  </a:lnTo>
                  <a:lnTo>
                    <a:pt x="91804" y="17692"/>
                  </a:lnTo>
                  <a:lnTo>
                    <a:pt x="87112" y="20155"/>
                  </a:lnTo>
                  <a:lnTo>
                    <a:pt x="82501" y="22766"/>
                  </a:lnTo>
                  <a:lnTo>
                    <a:pt x="77974" y="25522"/>
                  </a:lnTo>
                  <a:lnTo>
                    <a:pt x="73538" y="28420"/>
                  </a:lnTo>
                  <a:lnTo>
                    <a:pt x="69195" y="31457"/>
                  </a:lnTo>
                  <a:lnTo>
                    <a:pt x="64951" y="34631"/>
                  </a:lnTo>
                  <a:lnTo>
                    <a:pt x="60810" y="37937"/>
                  </a:lnTo>
                  <a:lnTo>
                    <a:pt x="56775" y="41373"/>
                  </a:lnTo>
                  <a:lnTo>
                    <a:pt x="52852" y="44935"/>
                  </a:lnTo>
                  <a:lnTo>
                    <a:pt x="49043" y="48619"/>
                  </a:lnTo>
                  <a:lnTo>
                    <a:pt x="45353" y="52422"/>
                  </a:lnTo>
                  <a:lnTo>
                    <a:pt x="41786" y="56341"/>
                  </a:lnTo>
                  <a:lnTo>
                    <a:pt x="38344" y="60370"/>
                  </a:lnTo>
                  <a:lnTo>
                    <a:pt x="35032" y="64507"/>
                  </a:lnTo>
                  <a:lnTo>
                    <a:pt x="31853" y="68746"/>
                  </a:lnTo>
                  <a:lnTo>
                    <a:pt x="28809" y="73085"/>
                  </a:lnTo>
                  <a:lnTo>
                    <a:pt x="25905" y="77517"/>
                  </a:lnTo>
                  <a:lnTo>
                    <a:pt x="23142" y="82039"/>
                  </a:lnTo>
                  <a:lnTo>
                    <a:pt x="20525" y="86647"/>
                  </a:lnTo>
                  <a:lnTo>
                    <a:pt x="18054" y="91335"/>
                  </a:lnTo>
                  <a:lnTo>
                    <a:pt x="15734" y="96099"/>
                  </a:lnTo>
                  <a:lnTo>
                    <a:pt x="13566" y="100935"/>
                  </a:lnTo>
                  <a:lnTo>
                    <a:pt x="11552" y="105836"/>
                  </a:lnTo>
                  <a:lnTo>
                    <a:pt x="9694" y="110799"/>
                  </a:lnTo>
                  <a:lnTo>
                    <a:pt x="7995" y="115818"/>
                  </a:lnTo>
                  <a:lnTo>
                    <a:pt x="6455" y="120889"/>
                  </a:lnTo>
                  <a:lnTo>
                    <a:pt x="5077" y="126006"/>
                  </a:lnTo>
                  <a:lnTo>
                    <a:pt x="3862" y="131164"/>
                  </a:lnTo>
                  <a:lnTo>
                    <a:pt x="2811" y="136358"/>
                  </a:lnTo>
                  <a:lnTo>
                    <a:pt x="1926" y="141583"/>
                  </a:lnTo>
                  <a:lnTo>
                    <a:pt x="1206" y="146833"/>
                  </a:lnTo>
                  <a:lnTo>
                    <a:pt x="653" y="152103"/>
                  </a:lnTo>
                  <a:lnTo>
                    <a:pt x="267" y="157388"/>
                  </a:lnTo>
                  <a:lnTo>
                    <a:pt x="49" y="162683"/>
                  </a:lnTo>
                  <a:lnTo>
                    <a:pt x="0" y="167982"/>
                  </a:lnTo>
                  <a:lnTo>
                    <a:pt x="118" y="173280"/>
                  </a:lnTo>
                  <a:lnTo>
                    <a:pt x="403" y="178572"/>
                  </a:lnTo>
                  <a:lnTo>
                    <a:pt x="857" y="183851"/>
                  </a:lnTo>
                  <a:lnTo>
                    <a:pt x="1477" y="189114"/>
                  </a:lnTo>
                  <a:lnTo>
                    <a:pt x="2264" y="194355"/>
                  </a:lnTo>
                  <a:lnTo>
                    <a:pt x="3217" y="199567"/>
                  </a:lnTo>
                  <a:lnTo>
                    <a:pt x="4335" y="204747"/>
                  </a:lnTo>
                  <a:lnTo>
                    <a:pt x="5616" y="209889"/>
                  </a:lnTo>
                  <a:lnTo>
                    <a:pt x="7059" y="214988"/>
                  </a:lnTo>
                  <a:lnTo>
                    <a:pt x="8664" y="220039"/>
                  </a:lnTo>
                  <a:lnTo>
                    <a:pt x="10427" y="225036"/>
                  </a:lnTo>
                  <a:lnTo>
                    <a:pt x="12348" y="229975"/>
                  </a:lnTo>
                  <a:lnTo>
                    <a:pt x="14425" y="234850"/>
                  </a:lnTo>
                  <a:lnTo>
                    <a:pt x="16655" y="239657"/>
                  </a:lnTo>
                  <a:lnTo>
                    <a:pt x="19037" y="244391"/>
                  </a:lnTo>
                  <a:lnTo>
                    <a:pt x="21567" y="249047"/>
                  </a:lnTo>
                  <a:lnTo>
                    <a:pt x="24244" y="253621"/>
                  </a:lnTo>
                  <a:lnTo>
                    <a:pt x="27064" y="258107"/>
                  </a:lnTo>
                  <a:lnTo>
                    <a:pt x="30025" y="262502"/>
                  </a:lnTo>
                  <a:lnTo>
                    <a:pt x="33124" y="266801"/>
                  </a:lnTo>
                  <a:lnTo>
                    <a:pt x="36357" y="270999"/>
                  </a:lnTo>
                  <a:lnTo>
                    <a:pt x="39722" y="275093"/>
                  </a:lnTo>
                  <a:lnTo>
                    <a:pt x="43215" y="279078"/>
                  </a:lnTo>
                  <a:lnTo>
                    <a:pt x="46833" y="282950"/>
                  </a:lnTo>
                  <a:lnTo>
                    <a:pt x="50571" y="286706"/>
                  </a:lnTo>
                  <a:lnTo>
                    <a:pt x="54427" y="290341"/>
                  </a:lnTo>
                  <a:lnTo>
                    <a:pt x="58396" y="293852"/>
                  </a:lnTo>
                  <a:lnTo>
                    <a:pt x="62474" y="297236"/>
                  </a:lnTo>
                  <a:lnTo>
                    <a:pt x="66658" y="300489"/>
                  </a:lnTo>
                  <a:lnTo>
                    <a:pt x="70942" y="303607"/>
                  </a:lnTo>
                  <a:lnTo>
                    <a:pt x="75323" y="306589"/>
                  </a:lnTo>
                  <a:lnTo>
                    <a:pt x="79797" y="309429"/>
                  </a:lnTo>
                  <a:lnTo>
                    <a:pt x="84358" y="312127"/>
                  </a:lnTo>
                  <a:lnTo>
                    <a:pt x="89002" y="314679"/>
                  </a:lnTo>
                  <a:lnTo>
                    <a:pt x="93725" y="317082"/>
                  </a:lnTo>
                  <a:lnTo>
                    <a:pt x="98522" y="319334"/>
                  </a:lnTo>
                  <a:lnTo>
                    <a:pt x="103388" y="321433"/>
                  </a:lnTo>
                  <a:lnTo>
                    <a:pt x="108318" y="323377"/>
                  </a:lnTo>
                  <a:lnTo>
                    <a:pt x="113307" y="325163"/>
                  </a:lnTo>
                  <a:lnTo>
                    <a:pt x="118350" y="326791"/>
                  </a:lnTo>
                  <a:lnTo>
                    <a:pt x="123442" y="328258"/>
                  </a:lnTo>
                  <a:lnTo>
                    <a:pt x="128578" y="329563"/>
                  </a:lnTo>
                  <a:lnTo>
                    <a:pt x="133753" y="330704"/>
                  </a:lnTo>
                  <a:lnTo>
                    <a:pt x="138961" y="331680"/>
                  </a:lnTo>
                  <a:lnTo>
                    <a:pt x="144198" y="332492"/>
                  </a:lnTo>
                  <a:lnTo>
                    <a:pt x="149458" y="333136"/>
                  </a:lnTo>
                  <a:lnTo>
                    <a:pt x="154736" y="333614"/>
                  </a:lnTo>
                  <a:lnTo>
                    <a:pt x="160026" y="333924"/>
                  </a:lnTo>
                  <a:lnTo>
                    <a:pt x="165323" y="334066"/>
                  </a:lnTo>
                  <a:lnTo>
                    <a:pt x="170622" y="334041"/>
                  </a:lnTo>
                  <a:lnTo>
                    <a:pt x="175918" y="333847"/>
                  </a:lnTo>
                  <a:lnTo>
                    <a:pt x="181205" y="333486"/>
                  </a:lnTo>
                  <a:lnTo>
                    <a:pt x="186478" y="332957"/>
                  </a:lnTo>
                  <a:lnTo>
                    <a:pt x="191731" y="332261"/>
                  </a:lnTo>
                  <a:lnTo>
                    <a:pt x="196960" y="331400"/>
                  </a:lnTo>
                  <a:lnTo>
                    <a:pt x="202158" y="330373"/>
                  </a:lnTo>
                  <a:lnTo>
                    <a:pt x="207322" y="329181"/>
                  </a:lnTo>
                  <a:lnTo>
                    <a:pt x="212445" y="327827"/>
                  </a:lnTo>
                  <a:lnTo>
                    <a:pt x="217523" y="326311"/>
                  </a:lnTo>
                  <a:lnTo>
                    <a:pt x="222550" y="324634"/>
                  </a:lnTo>
                  <a:lnTo>
                    <a:pt x="227522" y="322800"/>
                  </a:lnTo>
                  <a:lnTo>
                    <a:pt x="232432" y="320808"/>
                  </a:lnTo>
                  <a:lnTo>
                    <a:pt x="237278" y="318662"/>
                  </a:lnTo>
                  <a:lnTo>
                    <a:pt x="242052" y="316364"/>
                  </a:lnTo>
                  <a:lnTo>
                    <a:pt x="246752" y="313915"/>
                  </a:lnTo>
                  <a:lnTo>
                    <a:pt x="251371" y="311318"/>
                  </a:lnTo>
                  <a:lnTo>
                    <a:pt x="255906" y="308577"/>
                  </a:lnTo>
                  <a:lnTo>
                    <a:pt x="260352" y="305693"/>
                  </a:lnTo>
                  <a:lnTo>
                    <a:pt x="264704" y="302669"/>
                  </a:lnTo>
                  <a:lnTo>
                    <a:pt x="268958" y="299509"/>
                  </a:lnTo>
                  <a:lnTo>
                    <a:pt x="273110" y="296216"/>
                  </a:lnTo>
                  <a:lnTo>
                    <a:pt x="277155" y="292793"/>
                  </a:lnTo>
                  <a:lnTo>
                    <a:pt x="281090" y="289244"/>
                  </a:lnTo>
                  <a:lnTo>
                    <a:pt x="284910" y="285571"/>
                  </a:lnTo>
                  <a:lnTo>
                    <a:pt x="288612" y="281779"/>
                  </a:lnTo>
                  <a:lnTo>
                    <a:pt x="292192" y="277872"/>
                  </a:lnTo>
                  <a:lnTo>
                    <a:pt x="295646" y="273854"/>
                  </a:lnTo>
                  <a:lnTo>
                    <a:pt x="298971" y="269727"/>
                  </a:lnTo>
                  <a:lnTo>
                    <a:pt x="302164" y="265498"/>
                  </a:lnTo>
                  <a:lnTo>
                    <a:pt x="305221" y="261169"/>
                  </a:lnTo>
                  <a:lnTo>
                    <a:pt x="308140" y="256746"/>
                  </a:lnTo>
                  <a:lnTo>
                    <a:pt x="310916" y="252233"/>
                  </a:lnTo>
                  <a:lnTo>
                    <a:pt x="313548" y="247633"/>
                  </a:lnTo>
                  <a:lnTo>
                    <a:pt x="316034" y="242953"/>
                  </a:lnTo>
                  <a:lnTo>
                    <a:pt x="318369" y="238196"/>
                  </a:lnTo>
                  <a:lnTo>
                    <a:pt x="320553" y="233368"/>
                  </a:lnTo>
                  <a:lnTo>
                    <a:pt x="322582" y="228473"/>
                  </a:lnTo>
                  <a:lnTo>
                    <a:pt x="324455" y="223515"/>
                  </a:lnTo>
                  <a:lnTo>
                    <a:pt x="326170" y="218501"/>
                  </a:lnTo>
                  <a:lnTo>
                    <a:pt x="327726" y="213436"/>
                  </a:lnTo>
                  <a:lnTo>
                    <a:pt x="329120" y="208323"/>
                  </a:lnTo>
                  <a:lnTo>
                    <a:pt x="330351" y="203169"/>
                  </a:lnTo>
                  <a:lnTo>
                    <a:pt x="331418" y="197978"/>
                  </a:lnTo>
                  <a:lnTo>
                    <a:pt x="332321" y="192756"/>
                  </a:lnTo>
                  <a:lnTo>
                    <a:pt x="333057" y="187509"/>
                  </a:lnTo>
                  <a:lnTo>
                    <a:pt x="333626" y="182240"/>
                  </a:lnTo>
                  <a:lnTo>
                    <a:pt x="334029" y="176956"/>
                  </a:lnTo>
                  <a:lnTo>
                    <a:pt x="334263" y="171662"/>
                  </a:lnTo>
                  <a:lnTo>
                    <a:pt x="334330" y="166363"/>
                  </a:lnTo>
                  <a:lnTo>
                    <a:pt x="334229" y="161065"/>
                  </a:lnTo>
                  <a:lnTo>
                    <a:pt x="333960" y="155773"/>
                  </a:lnTo>
                  <a:lnTo>
                    <a:pt x="333523" y="150491"/>
                  </a:lnTo>
                  <a:lnTo>
                    <a:pt x="332919" y="145227"/>
                  </a:lnTo>
                  <a:lnTo>
                    <a:pt x="332148" y="139984"/>
                  </a:lnTo>
                  <a:lnTo>
                    <a:pt x="331212" y="134768"/>
                  </a:lnTo>
                  <a:lnTo>
                    <a:pt x="330111" y="129585"/>
                  </a:lnTo>
                  <a:lnTo>
                    <a:pt x="328846" y="124438"/>
                  </a:lnTo>
                  <a:lnTo>
                    <a:pt x="327419" y="119335"/>
                  </a:lnTo>
                  <a:lnTo>
                    <a:pt x="325830" y="114280"/>
                  </a:lnTo>
                  <a:lnTo>
                    <a:pt x="324082" y="109277"/>
                  </a:lnTo>
                  <a:lnTo>
                    <a:pt x="322177" y="104332"/>
                  </a:lnTo>
                  <a:lnTo>
                    <a:pt x="320115" y="99450"/>
                  </a:lnTo>
                  <a:lnTo>
                    <a:pt x="317900" y="94636"/>
                  </a:lnTo>
                  <a:lnTo>
                    <a:pt x="315534" y="89895"/>
                  </a:lnTo>
                  <a:lnTo>
                    <a:pt x="313018" y="85231"/>
                  </a:lnTo>
                  <a:lnTo>
                    <a:pt x="310356" y="80649"/>
                  </a:lnTo>
                  <a:lnTo>
                    <a:pt x="307550" y="76153"/>
                  </a:lnTo>
                  <a:lnTo>
                    <a:pt x="304603" y="71749"/>
                  </a:lnTo>
                  <a:lnTo>
                    <a:pt x="301518" y="67441"/>
                  </a:lnTo>
                  <a:lnTo>
                    <a:pt x="298297" y="63232"/>
                  </a:lnTo>
                  <a:lnTo>
                    <a:pt x="294945" y="59128"/>
                  </a:lnTo>
                  <a:lnTo>
                    <a:pt x="291465" y="55132"/>
                  </a:lnTo>
                  <a:lnTo>
                    <a:pt x="287859" y="51248"/>
                  </a:lnTo>
                  <a:lnTo>
                    <a:pt x="284133" y="47481"/>
                  </a:lnTo>
                  <a:lnTo>
                    <a:pt x="280289" y="43833"/>
                  </a:lnTo>
                  <a:lnTo>
                    <a:pt x="276331" y="40309"/>
                  </a:lnTo>
                  <a:lnTo>
                    <a:pt x="272263" y="36913"/>
                  </a:lnTo>
                  <a:lnTo>
                    <a:pt x="268090" y="33647"/>
                  </a:lnTo>
                  <a:lnTo>
                    <a:pt x="263815" y="30515"/>
                  </a:lnTo>
                  <a:lnTo>
                    <a:pt x="259444" y="27520"/>
                  </a:lnTo>
                  <a:lnTo>
                    <a:pt x="254979" y="24665"/>
                  </a:lnTo>
                  <a:lnTo>
                    <a:pt x="250427" y="21953"/>
                  </a:lnTo>
                  <a:lnTo>
                    <a:pt x="245790" y="19387"/>
                  </a:lnTo>
                  <a:lnTo>
                    <a:pt x="241075" y="16969"/>
                  </a:lnTo>
                  <a:lnTo>
                    <a:pt x="236285" y="14702"/>
                  </a:lnTo>
                  <a:lnTo>
                    <a:pt x="231426" y="12587"/>
                  </a:lnTo>
                  <a:lnTo>
                    <a:pt x="226502" y="10628"/>
                  </a:lnTo>
                  <a:lnTo>
                    <a:pt x="221519" y="8825"/>
                  </a:lnTo>
                  <a:lnTo>
                    <a:pt x="216481" y="7182"/>
                  </a:lnTo>
                  <a:lnTo>
                    <a:pt x="167163" y="166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49317" cy="167167"/>
            </a:xfrm>
            <a:custGeom>
              <a:avLst/>
              <a:pathLst>
                <a:path w="49317" h="167167">
                  <a:moveTo>
                    <a:pt x="49317" y="7440"/>
                  </a:moveTo>
                  <a:lnTo>
                    <a:pt x="43305" y="5706"/>
                  </a:lnTo>
                  <a:lnTo>
                    <a:pt x="37231" y="4198"/>
                  </a:lnTo>
                  <a:lnTo>
                    <a:pt x="31106" y="2919"/>
                  </a:lnTo>
                  <a:lnTo>
                    <a:pt x="24937" y="1870"/>
                  </a:lnTo>
                  <a:lnTo>
                    <a:pt x="18734" y="1053"/>
                  </a:lnTo>
                  <a:lnTo>
                    <a:pt x="12503" y="468"/>
                  </a:lnTo>
                  <a:lnTo>
                    <a:pt x="625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7213" y="5399291"/>
              <a:ext cx="86330" cy="167167"/>
            </a:xfrm>
            <a:custGeom>
              <a:avLst/>
              <a:pathLst>
                <a:path w="86330" h="167167">
                  <a:moveTo>
                    <a:pt x="86330" y="0"/>
                  </a:moveTo>
                  <a:lnTo>
                    <a:pt x="80661" y="96"/>
                  </a:lnTo>
                  <a:lnTo>
                    <a:pt x="74999" y="384"/>
                  </a:lnTo>
                  <a:lnTo>
                    <a:pt x="69350" y="864"/>
                  </a:lnTo>
                  <a:lnTo>
                    <a:pt x="63720" y="1536"/>
                  </a:lnTo>
                  <a:lnTo>
                    <a:pt x="58116" y="2398"/>
                  </a:lnTo>
                  <a:lnTo>
                    <a:pt x="52545" y="3449"/>
                  </a:lnTo>
                  <a:lnTo>
                    <a:pt x="47013" y="4689"/>
                  </a:lnTo>
                  <a:lnTo>
                    <a:pt x="41525" y="6116"/>
                  </a:lnTo>
                  <a:lnTo>
                    <a:pt x="36090" y="7728"/>
                  </a:lnTo>
                  <a:lnTo>
                    <a:pt x="30712" y="9523"/>
                  </a:lnTo>
                  <a:lnTo>
                    <a:pt x="25398" y="11500"/>
                  </a:lnTo>
                  <a:lnTo>
                    <a:pt x="20154" y="13656"/>
                  </a:lnTo>
                  <a:lnTo>
                    <a:pt x="14987" y="15988"/>
                  </a:lnTo>
                  <a:lnTo>
                    <a:pt x="9901" y="18494"/>
                  </a:lnTo>
                  <a:lnTo>
                    <a:pt x="4904" y="21171"/>
                  </a:lnTo>
                  <a:lnTo>
                    <a:pt x="0" y="24017"/>
                  </a:lnTo>
                  <a:lnTo>
                    <a:pt x="863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213" y="5423308"/>
              <a:ext cx="86330" cy="143150"/>
            </a:xfrm>
            <a:custGeom>
              <a:avLst/>
              <a:pathLst>
                <a:path w="86330" h="143150">
                  <a:moveTo>
                    <a:pt x="0" y="0"/>
                  </a:moveTo>
                  <a:lnTo>
                    <a:pt x="86330" y="143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213" y="5423308"/>
              <a:ext cx="86330" cy="143150"/>
            </a:xfrm>
            <a:custGeom>
              <a:avLst/>
              <a:pathLst>
                <a:path w="86330" h="143150">
                  <a:moveTo>
                    <a:pt x="0" y="0"/>
                  </a:moveTo>
                  <a:lnTo>
                    <a:pt x="86330" y="143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213" y="5423308"/>
              <a:ext cx="86330" cy="143150"/>
            </a:xfrm>
            <a:custGeom>
              <a:avLst/>
              <a:pathLst>
                <a:path w="86330" h="143150">
                  <a:moveTo>
                    <a:pt x="0" y="0"/>
                  </a:moveTo>
                  <a:lnTo>
                    <a:pt x="86330" y="143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213" y="5423308"/>
              <a:ext cx="86330" cy="143150"/>
            </a:xfrm>
            <a:custGeom>
              <a:avLst/>
              <a:pathLst>
                <a:path w="86330" h="143150">
                  <a:moveTo>
                    <a:pt x="0" y="0"/>
                  </a:moveTo>
                  <a:lnTo>
                    <a:pt x="86330" y="143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213" y="5423308"/>
              <a:ext cx="86330" cy="143150"/>
            </a:xfrm>
            <a:custGeom>
              <a:avLst/>
              <a:pathLst>
                <a:path w="86330" h="143150">
                  <a:moveTo>
                    <a:pt x="0" y="0"/>
                  </a:moveTo>
                  <a:lnTo>
                    <a:pt x="86330" y="143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77" y="5423308"/>
              <a:ext cx="213970" cy="310316"/>
            </a:xfrm>
            <a:custGeom>
              <a:avLst/>
              <a:pathLst>
                <a:path w="213970" h="310316">
                  <a:moveTo>
                    <a:pt x="80836" y="0"/>
                  </a:moveTo>
                  <a:lnTo>
                    <a:pt x="76296" y="2838"/>
                  </a:lnTo>
                  <a:lnTo>
                    <a:pt x="71849" y="5820"/>
                  </a:lnTo>
                  <a:lnTo>
                    <a:pt x="67500" y="8943"/>
                  </a:lnTo>
                  <a:lnTo>
                    <a:pt x="63253" y="12203"/>
                  </a:lnTo>
                  <a:lnTo>
                    <a:pt x="59113" y="15598"/>
                  </a:lnTo>
                  <a:lnTo>
                    <a:pt x="55083" y="19124"/>
                  </a:lnTo>
                  <a:lnTo>
                    <a:pt x="51169" y="22777"/>
                  </a:lnTo>
                  <a:lnTo>
                    <a:pt x="47374" y="26553"/>
                  </a:lnTo>
                  <a:lnTo>
                    <a:pt x="43701" y="30449"/>
                  </a:lnTo>
                  <a:lnTo>
                    <a:pt x="40155" y="34461"/>
                  </a:lnTo>
                  <a:lnTo>
                    <a:pt x="36740" y="38584"/>
                  </a:lnTo>
                  <a:lnTo>
                    <a:pt x="33458" y="42815"/>
                  </a:lnTo>
                  <a:lnTo>
                    <a:pt x="30313" y="47148"/>
                  </a:lnTo>
                  <a:lnTo>
                    <a:pt x="27309" y="51580"/>
                  </a:lnTo>
                  <a:lnTo>
                    <a:pt x="24449" y="56106"/>
                  </a:lnTo>
                  <a:lnTo>
                    <a:pt x="21734" y="60721"/>
                  </a:lnTo>
                  <a:lnTo>
                    <a:pt x="19169" y="65421"/>
                  </a:lnTo>
                  <a:lnTo>
                    <a:pt x="16756" y="70200"/>
                  </a:lnTo>
                  <a:lnTo>
                    <a:pt x="14497" y="75054"/>
                  </a:lnTo>
                  <a:lnTo>
                    <a:pt x="12394" y="79978"/>
                  </a:lnTo>
                  <a:lnTo>
                    <a:pt x="10451" y="84967"/>
                  </a:lnTo>
                  <a:lnTo>
                    <a:pt x="8668" y="90016"/>
                  </a:lnTo>
                  <a:lnTo>
                    <a:pt x="7047" y="95119"/>
                  </a:lnTo>
                  <a:lnTo>
                    <a:pt x="5591" y="100271"/>
                  </a:lnTo>
                  <a:lnTo>
                    <a:pt x="4301" y="105467"/>
                  </a:lnTo>
                  <a:lnTo>
                    <a:pt x="3178" y="110702"/>
                  </a:lnTo>
                  <a:lnTo>
                    <a:pt x="2223" y="115971"/>
                  </a:lnTo>
                  <a:lnTo>
                    <a:pt x="1437" y="121267"/>
                  </a:lnTo>
                  <a:lnTo>
                    <a:pt x="821" y="126585"/>
                  </a:lnTo>
                  <a:lnTo>
                    <a:pt x="376" y="131921"/>
                  </a:lnTo>
                  <a:lnTo>
                    <a:pt x="102" y="137268"/>
                  </a:lnTo>
                  <a:lnTo>
                    <a:pt x="0" y="142621"/>
                  </a:lnTo>
                  <a:lnTo>
                    <a:pt x="68" y="147975"/>
                  </a:lnTo>
                  <a:lnTo>
                    <a:pt x="309" y="153324"/>
                  </a:lnTo>
                  <a:lnTo>
                    <a:pt x="720" y="158662"/>
                  </a:lnTo>
                  <a:lnTo>
                    <a:pt x="1302" y="163984"/>
                  </a:lnTo>
                  <a:lnTo>
                    <a:pt x="2054" y="169285"/>
                  </a:lnTo>
                  <a:lnTo>
                    <a:pt x="2976" y="174560"/>
                  </a:lnTo>
                  <a:lnTo>
                    <a:pt x="4066" y="179802"/>
                  </a:lnTo>
                  <a:lnTo>
                    <a:pt x="5324" y="185006"/>
                  </a:lnTo>
                  <a:lnTo>
                    <a:pt x="6747" y="190167"/>
                  </a:lnTo>
                  <a:lnTo>
                    <a:pt x="8335" y="195281"/>
                  </a:lnTo>
                  <a:lnTo>
                    <a:pt x="10086" y="200340"/>
                  </a:lnTo>
                  <a:lnTo>
                    <a:pt x="11998" y="205341"/>
                  </a:lnTo>
                  <a:lnTo>
                    <a:pt x="14069" y="210279"/>
                  </a:lnTo>
                  <a:lnTo>
                    <a:pt x="16298" y="215147"/>
                  </a:lnTo>
                  <a:lnTo>
                    <a:pt x="18681" y="219942"/>
                  </a:lnTo>
                  <a:lnTo>
                    <a:pt x="21216" y="224657"/>
                  </a:lnTo>
                  <a:lnTo>
                    <a:pt x="23901" y="229290"/>
                  </a:lnTo>
                  <a:lnTo>
                    <a:pt x="26733" y="233833"/>
                  </a:lnTo>
                  <a:lnTo>
                    <a:pt x="29709" y="238284"/>
                  </a:lnTo>
                  <a:lnTo>
                    <a:pt x="32826" y="242637"/>
                  </a:lnTo>
                  <a:lnTo>
                    <a:pt x="36081" y="246889"/>
                  </a:lnTo>
                  <a:lnTo>
                    <a:pt x="39471" y="251033"/>
                  </a:lnTo>
                  <a:lnTo>
                    <a:pt x="42991" y="255067"/>
                  </a:lnTo>
                  <a:lnTo>
                    <a:pt x="46639" y="258987"/>
                  </a:lnTo>
                  <a:lnTo>
                    <a:pt x="50410" y="262787"/>
                  </a:lnTo>
                  <a:lnTo>
                    <a:pt x="54302" y="266465"/>
                  </a:lnTo>
                  <a:lnTo>
                    <a:pt x="58309" y="270016"/>
                  </a:lnTo>
                  <a:lnTo>
                    <a:pt x="62427" y="273437"/>
                  </a:lnTo>
                  <a:lnTo>
                    <a:pt x="66653" y="276724"/>
                  </a:lnTo>
                  <a:lnTo>
                    <a:pt x="70982" y="279875"/>
                  </a:lnTo>
                  <a:lnTo>
                    <a:pt x="75410" y="282885"/>
                  </a:lnTo>
                  <a:lnTo>
                    <a:pt x="79932" y="285751"/>
                  </a:lnTo>
                  <a:lnTo>
                    <a:pt x="84544" y="288472"/>
                  </a:lnTo>
                  <a:lnTo>
                    <a:pt x="89240" y="291043"/>
                  </a:lnTo>
                  <a:lnTo>
                    <a:pt x="94016" y="293463"/>
                  </a:lnTo>
                  <a:lnTo>
                    <a:pt x="98867" y="295728"/>
                  </a:lnTo>
                  <a:lnTo>
                    <a:pt x="103789" y="297837"/>
                  </a:lnTo>
                  <a:lnTo>
                    <a:pt x="108775" y="299788"/>
                  </a:lnTo>
                  <a:lnTo>
                    <a:pt x="113821" y="301577"/>
                  </a:lnTo>
                  <a:lnTo>
                    <a:pt x="118922" y="303204"/>
                  </a:lnTo>
                  <a:lnTo>
                    <a:pt x="124072" y="304667"/>
                  </a:lnTo>
                  <a:lnTo>
                    <a:pt x="129267" y="305964"/>
                  </a:lnTo>
                  <a:lnTo>
                    <a:pt x="134501" y="307095"/>
                  </a:lnTo>
                  <a:lnTo>
                    <a:pt x="139768" y="308057"/>
                  </a:lnTo>
                  <a:lnTo>
                    <a:pt x="145063" y="308849"/>
                  </a:lnTo>
                  <a:lnTo>
                    <a:pt x="150380" y="309472"/>
                  </a:lnTo>
                  <a:lnTo>
                    <a:pt x="155715" y="309925"/>
                  </a:lnTo>
                  <a:lnTo>
                    <a:pt x="161062" y="310206"/>
                  </a:lnTo>
                  <a:lnTo>
                    <a:pt x="166415" y="310316"/>
                  </a:lnTo>
                  <a:lnTo>
                    <a:pt x="171769" y="310254"/>
                  </a:lnTo>
                  <a:lnTo>
                    <a:pt x="177118" y="310021"/>
                  </a:lnTo>
                  <a:lnTo>
                    <a:pt x="182457" y="309616"/>
                  </a:lnTo>
                  <a:lnTo>
                    <a:pt x="187780" y="309041"/>
                  </a:lnTo>
                  <a:lnTo>
                    <a:pt x="193082" y="308296"/>
                  </a:lnTo>
                  <a:lnTo>
                    <a:pt x="198357" y="307381"/>
                  </a:lnTo>
                  <a:lnTo>
                    <a:pt x="203601" y="306298"/>
                  </a:lnTo>
                  <a:lnTo>
                    <a:pt x="208807" y="305048"/>
                  </a:lnTo>
                  <a:lnTo>
                    <a:pt x="213970" y="303631"/>
                  </a:lnTo>
                  <a:lnTo>
                    <a:pt x="167166" y="143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6" cy="327648"/>
            </a:xfrm>
            <a:custGeom>
              <a:avLst/>
              <a:pathLst>
                <a:path w="167166" h="327648">
                  <a:moveTo>
                    <a:pt x="46804" y="327648"/>
                  </a:moveTo>
                  <a:lnTo>
                    <a:pt x="51932" y="326063"/>
                  </a:lnTo>
                  <a:lnTo>
                    <a:pt x="57006" y="324314"/>
                  </a:lnTo>
                  <a:lnTo>
                    <a:pt x="62022" y="322403"/>
                  </a:lnTo>
                  <a:lnTo>
                    <a:pt x="66974" y="320332"/>
                  </a:lnTo>
                  <a:lnTo>
                    <a:pt x="71857" y="318102"/>
                  </a:lnTo>
                  <a:lnTo>
                    <a:pt x="76665" y="315718"/>
                  </a:lnTo>
                  <a:lnTo>
                    <a:pt x="81395" y="313180"/>
                  </a:lnTo>
                  <a:lnTo>
                    <a:pt x="86041" y="310491"/>
                  </a:lnTo>
                  <a:lnTo>
                    <a:pt x="90598" y="307655"/>
                  </a:lnTo>
                  <a:lnTo>
                    <a:pt x="95061" y="304674"/>
                  </a:lnTo>
                  <a:lnTo>
                    <a:pt x="99427" y="301551"/>
                  </a:lnTo>
                  <a:lnTo>
                    <a:pt x="103690" y="298290"/>
                  </a:lnTo>
                  <a:lnTo>
                    <a:pt x="107846" y="294893"/>
                  </a:lnTo>
                  <a:lnTo>
                    <a:pt x="111891" y="291365"/>
                  </a:lnTo>
                  <a:lnTo>
                    <a:pt x="115821" y="287709"/>
                  </a:lnTo>
                  <a:lnTo>
                    <a:pt x="119631" y="283928"/>
                  </a:lnTo>
                  <a:lnTo>
                    <a:pt x="123318" y="280027"/>
                  </a:lnTo>
                  <a:lnTo>
                    <a:pt x="126878" y="276010"/>
                  </a:lnTo>
                  <a:lnTo>
                    <a:pt x="130307" y="271880"/>
                  </a:lnTo>
                  <a:lnTo>
                    <a:pt x="133602" y="267643"/>
                  </a:lnTo>
                  <a:lnTo>
                    <a:pt x="136759" y="263302"/>
                  </a:lnTo>
                  <a:lnTo>
                    <a:pt x="139774" y="258862"/>
                  </a:lnTo>
                  <a:lnTo>
                    <a:pt x="142646" y="254327"/>
                  </a:lnTo>
                  <a:lnTo>
                    <a:pt x="145371" y="249702"/>
                  </a:lnTo>
                  <a:lnTo>
                    <a:pt x="147946" y="244993"/>
                  </a:lnTo>
                  <a:lnTo>
                    <a:pt x="150368" y="240203"/>
                  </a:lnTo>
                  <a:lnTo>
                    <a:pt x="152635" y="235338"/>
                  </a:lnTo>
                  <a:lnTo>
                    <a:pt x="154745" y="230402"/>
                  </a:lnTo>
                  <a:lnTo>
                    <a:pt x="156696" y="225401"/>
                  </a:lnTo>
                  <a:lnTo>
                    <a:pt x="158485" y="220341"/>
                  </a:lnTo>
                  <a:lnTo>
                    <a:pt x="160110" y="215225"/>
                  </a:lnTo>
                  <a:lnTo>
                    <a:pt x="161570" y="210060"/>
                  </a:lnTo>
                  <a:lnTo>
                    <a:pt x="162864" y="204851"/>
                  </a:lnTo>
                  <a:lnTo>
                    <a:pt x="163990" y="199603"/>
                  </a:lnTo>
                  <a:lnTo>
                    <a:pt x="164947" y="194321"/>
                  </a:lnTo>
                  <a:lnTo>
                    <a:pt x="165734" y="189011"/>
                  </a:lnTo>
                  <a:lnTo>
                    <a:pt x="166349" y="183679"/>
                  </a:lnTo>
                  <a:lnTo>
                    <a:pt x="166794" y="178330"/>
                  </a:lnTo>
                  <a:lnTo>
                    <a:pt x="167066" y="172970"/>
                  </a:lnTo>
                  <a:lnTo>
                    <a:pt x="167166" y="167603"/>
                  </a:lnTo>
                  <a:lnTo>
                    <a:pt x="167094" y="162236"/>
                  </a:lnTo>
                  <a:lnTo>
                    <a:pt x="166850" y="156874"/>
                  </a:lnTo>
                  <a:lnTo>
                    <a:pt x="166433" y="151522"/>
                  </a:lnTo>
                  <a:lnTo>
                    <a:pt x="165845" y="146187"/>
                  </a:lnTo>
                  <a:lnTo>
                    <a:pt x="165086" y="140874"/>
                  </a:lnTo>
                  <a:lnTo>
                    <a:pt x="164157" y="135587"/>
                  </a:lnTo>
                  <a:lnTo>
                    <a:pt x="163058" y="130333"/>
                  </a:lnTo>
                  <a:lnTo>
                    <a:pt x="161792" y="125117"/>
                  </a:lnTo>
                  <a:lnTo>
                    <a:pt x="160358" y="119944"/>
                  </a:lnTo>
                  <a:lnTo>
                    <a:pt x="158760" y="114821"/>
                  </a:lnTo>
                  <a:lnTo>
                    <a:pt x="156997" y="109751"/>
                  </a:lnTo>
                  <a:lnTo>
                    <a:pt x="155073" y="104740"/>
                  </a:lnTo>
                  <a:lnTo>
                    <a:pt x="152989" y="99793"/>
                  </a:lnTo>
                  <a:lnTo>
                    <a:pt x="150747" y="94916"/>
                  </a:lnTo>
                  <a:lnTo>
                    <a:pt x="148350" y="90114"/>
                  </a:lnTo>
                  <a:lnTo>
                    <a:pt x="145799" y="85391"/>
                  </a:lnTo>
                  <a:lnTo>
                    <a:pt x="143099" y="80752"/>
                  </a:lnTo>
                  <a:lnTo>
                    <a:pt x="140251" y="76203"/>
                  </a:lnTo>
                  <a:lnTo>
                    <a:pt x="137258" y="71747"/>
                  </a:lnTo>
                  <a:lnTo>
                    <a:pt x="134124" y="67389"/>
                  </a:lnTo>
                  <a:lnTo>
                    <a:pt x="130851" y="63135"/>
                  </a:lnTo>
                  <a:lnTo>
                    <a:pt x="127444" y="58987"/>
                  </a:lnTo>
                  <a:lnTo>
                    <a:pt x="123905" y="54951"/>
                  </a:lnTo>
                  <a:lnTo>
                    <a:pt x="120239" y="51031"/>
                  </a:lnTo>
                  <a:lnTo>
                    <a:pt x="116448" y="47231"/>
                  </a:lnTo>
                  <a:lnTo>
                    <a:pt x="112538" y="43554"/>
                  </a:lnTo>
                  <a:lnTo>
                    <a:pt x="108511" y="40005"/>
                  </a:lnTo>
                  <a:lnTo>
                    <a:pt x="104373" y="36587"/>
                  </a:lnTo>
                  <a:lnTo>
                    <a:pt x="100127" y="33303"/>
                  </a:lnTo>
                  <a:lnTo>
                    <a:pt x="95777" y="30158"/>
                  </a:lnTo>
                  <a:lnTo>
                    <a:pt x="91329" y="27153"/>
                  </a:lnTo>
                  <a:lnTo>
                    <a:pt x="86787" y="24293"/>
                  </a:lnTo>
                  <a:lnTo>
                    <a:pt x="82155" y="21581"/>
                  </a:lnTo>
                  <a:lnTo>
                    <a:pt x="77439" y="19018"/>
                  </a:lnTo>
                  <a:lnTo>
                    <a:pt x="72643" y="16608"/>
                  </a:lnTo>
                  <a:lnTo>
                    <a:pt x="67772" y="14354"/>
                  </a:lnTo>
                  <a:lnTo>
                    <a:pt x="62831" y="12257"/>
                  </a:lnTo>
                  <a:lnTo>
                    <a:pt x="57825" y="10319"/>
                  </a:lnTo>
                  <a:lnTo>
                    <a:pt x="52760" y="8544"/>
                  </a:lnTo>
                  <a:lnTo>
                    <a:pt x="47640" y="6932"/>
                  </a:lnTo>
                  <a:lnTo>
                    <a:pt x="42471" y="5485"/>
                  </a:lnTo>
                  <a:lnTo>
                    <a:pt x="37258" y="4205"/>
                  </a:lnTo>
                  <a:lnTo>
                    <a:pt x="32007" y="3092"/>
                  </a:lnTo>
                  <a:lnTo>
                    <a:pt x="26723" y="2149"/>
                  </a:lnTo>
                  <a:lnTo>
                    <a:pt x="21412" y="1376"/>
                  </a:lnTo>
                  <a:lnTo>
                    <a:pt x="16078" y="775"/>
                  </a:lnTo>
                  <a:lnTo>
                    <a:pt x="10728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20121" y="5269756"/>
              <a:ext cx="25137" cy="167167"/>
            </a:xfrm>
            <a:custGeom>
              <a:avLst/>
              <a:pathLst>
                <a:path w="25137" h="167167">
                  <a:moveTo>
                    <a:pt x="25137" y="0"/>
                  </a:moveTo>
                  <a:lnTo>
                    <a:pt x="16729" y="211"/>
                  </a:lnTo>
                  <a:lnTo>
                    <a:pt x="8343" y="845"/>
                  </a:lnTo>
                  <a:lnTo>
                    <a:pt x="0" y="1900"/>
                  </a:lnTo>
                  <a:lnTo>
                    <a:pt x="251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0121" y="5271657"/>
              <a:ext cx="25137" cy="165266"/>
            </a:xfrm>
            <a:custGeom>
              <a:avLst/>
              <a:pathLst>
                <a:path w="25137" h="165266">
                  <a:moveTo>
                    <a:pt x="0" y="0"/>
                  </a:moveTo>
                  <a:lnTo>
                    <a:pt x="25137" y="1652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95599" y="5271657"/>
              <a:ext cx="149659" cy="165266"/>
            </a:xfrm>
            <a:custGeom>
              <a:avLst/>
              <a:pathLst>
                <a:path w="149659" h="165266">
                  <a:moveTo>
                    <a:pt x="124521" y="0"/>
                  </a:moveTo>
                  <a:lnTo>
                    <a:pt x="119076" y="920"/>
                  </a:lnTo>
                  <a:lnTo>
                    <a:pt x="113664" y="2020"/>
                  </a:lnTo>
                  <a:lnTo>
                    <a:pt x="108291" y="3298"/>
                  </a:lnTo>
                  <a:lnTo>
                    <a:pt x="102964" y="4753"/>
                  </a:lnTo>
                  <a:lnTo>
                    <a:pt x="97688" y="6383"/>
                  </a:lnTo>
                  <a:lnTo>
                    <a:pt x="92468" y="8186"/>
                  </a:lnTo>
                  <a:lnTo>
                    <a:pt x="87310" y="10161"/>
                  </a:lnTo>
                  <a:lnTo>
                    <a:pt x="82221" y="12305"/>
                  </a:lnTo>
                  <a:lnTo>
                    <a:pt x="77205" y="14616"/>
                  </a:lnTo>
                  <a:lnTo>
                    <a:pt x="72269" y="17091"/>
                  </a:lnTo>
                  <a:lnTo>
                    <a:pt x="67417" y="19728"/>
                  </a:lnTo>
                  <a:lnTo>
                    <a:pt x="62654" y="22524"/>
                  </a:lnTo>
                  <a:lnTo>
                    <a:pt x="57987" y="25476"/>
                  </a:lnTo>
                  <a:lnTo>
                    <a:pt x="53419" y="28580"/>
                  </a:lnTo>
                  <a:lnTo>
                    <a:pt x="48957" y="31834"/>
                  </a:lnTo>
                  <a:lnTo>
                    <a:pt x="44605" y="35233"/>
                  </a:lnTo>
                  <a:lnTo>
                    <a:pt x="40367" y="38774"/>
                  </a:lnTo>
                  <a:lnTo>
                    <a:pt x="36248" y="42453"/>
                  </a:lnTo>
                  <a:lnTo>
                    <a:pt x="32253" y="46266"/>
                  </a:lnTo>
                  <a:lnTo>
                    <a:pt x="28387" y="50209"/>
                  </a:lnTo>
                  <a:lnTo>
                    <a:pt x="24652" y="54278"/>
                  </a:lnTo>
                  <a:lnTo>
                    <a:pt x="21055" y="58467"/>
                  </a:lnTo>
                  <a:lnTo>
                    <a:pt x="17597" y="62774"/>
                  </a:lnTo>
                  <a:lnTo>
                    <a:pt x="14284" y="67192"/>
                  </a:lnTo>
                  <a:lnTo>
                    <a:pt x="11118" y="71717"/>
                  </a:lnTo>
                  <a:lnTo>
                    <a:pt x="8104" y="76344"/>
                  </a:lnTo>
                  <a:lnTo>
                    <a:pt x="5244" y="81068"/>
                  </a:lnTo>
                  <a:lnTo>
                    <a:pt x="2541" y="85884"/>
                  </a:lnTo>
                  <a:lnTo>
                    <a:pt x="0" y="90787"/>
                  </a:lnTo>
                  <a:lnTo>
                    <a:pt x="149659" y="1652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108" y="5269756"/>
              <a:ext cx="334297" cy="334334"/>
            </a:xfrm>
            <a:custGeom>
              <a:avLst/>
              <a:pathLst>
                <a:path w="334297" h="334334">
                  <a:moveTo>
                    <a:pt x="17491" y="92688"/>
                  </a:moveTo>
                  <a:lnTo>
                    <a:pt x="15202" y="97475"/>
                  </a:lnTo>
                  <a:lnTo>
                    <a:pt x="13067" y="102333"/>
                  </a:lnTo>
                  <a:lnTo>
                    <a:pt x="11087" y="107256"/>
                  </a:lnTo>
                  <a:lnTo>
                    <a:pt x="9264" y="112239"/>
                  </a:lnTo>
                  <a:lnTo>
                    <a:pt x="7600" y="117278"/>
                  </a:lnTo>
                  <a:lnTo>
                    <a:pt x="6097" y="122367"/>
                  </a:lnTo>
                  <a:lnTo>
                    <a:pt x="4756" y="127501"/>
                  </a:lnTo>
                  <a:lnTo>
                    <a:pt x="3579" y="132675"/>
                  </a:lnTo>
                  <a:lnTo>
                    <a:pt x="2567" y="137884"/>
                  </a:lnTo>
                  <a:lnTo>
                    <a:pt x="1721" y="143122"/>
                  </a:lnTo>
                  <a:lnTo>
                    <a:pt x="1041" y="148384"/>
                  </a:lnTo>
                  <a:lnTo>
                    <a:pt x="528" y="153666"/>
                  </a:lnTo>
                  <a:lnTo>
                    <a:pt x="184" y="158961"/>
                  </a:lnTo>
                  <a:lnTo>
                    <a:pt x="7" y="164264"/>
                  </a:lnTo>
                  <a:lnTo>
                    <a:pt x="0" y="169570"/>
                  </a:lnTo>
                  <a:lnTo>
                    <a:pt x="160" y="174874"/>
                  </a:lnTo>
                  <a:lnTo>
                    <a:pt x="489" y="180170"/>
                  </a:lnTo>
                  <a:lnTo>
                    <a:pt x="985" y="185453"/>
                  </a:lnTo>
                  <a:lnTo>
                    <a:pt x="1649" y="190718"/>
                  </a:lnTo>
                  <a:lnTo>
                    <a:pt x="2480" y="195958"/>
                  </a:lnTo>
                  <a:lnTo>
                    <a:pt x="3477" y="201170"/>
                  </a:lnTo>
                  <a:lnTo>
                    <a:pt x="4639" y="206348"/>
                  </a:lnTo>
                  <a:lnTo>
                    <a:pt x="5964" y="211486"/>
                  </a:lnTo>
                  <a:lnTo>
                    <a:pt x="7452" y="216579"/>
                  </a:lnTo>
                  <a:lnTo>
                    <a:pt x="9101" y="221623"/>
                  </a:lnTo>
                  <a:lnTo>
                    <a:pt x="10908" y="226611"/>
                  </a:lnTo>
                  <a:lnTo>
                    <a:pt x="12874" y="231540"/>
                  </a:lnTo>
                  <a:lnTo>
                    <a:pt x="14995" y="236404"/>
                  </a:lnTo>
                  <a:lnTo>
                    <a:pt x="17269" y="241198"/>
                  </a:lnTo>
                  <a:lnTo>
                    <a:pt x="19694" y="245918"/>
                  </a:lnTo>
                  <a:lnTo>
                    <a:pt x="22268" y="250558"/>
                  </a:lnTo>
                  <a:lnTo>
                    <a:pt x="24987" y="255115"/>
                  </a:lnTo>
                  <a:lnTo>
                    <a:pt x="27850" y="259582"/>
                  </a:lnTo>
                  <a:lnTo>
                    <a:pt x="30853" y="263957"/>
                  </a:lnTo>
                  <a:lnTo>
                    <a:pt x="33994" y="268234"/>
                  </a:lnTo>
                  <a:lnTo>
                    <a:pt x="37269" y="272409"/>
                  </a:lnTo>
                  <a:lnTo>
                    <a:pt x="40674" y="276478"/>
                  </a:lnTo>
                  <a:lnTo>
                    <a:pt x="44207" y="280437"/>
                  </a:lnTo>
                  <a:lnTo>
                    <a:pt x="47864" y="284282"/>
                  </a:lnTo>
                  <a:lnTo>
                    <a:pt x="51641" y="288009"/>
                  </a:lnTo>
                  <a:lnTo>
                    <a:pt x="55535" y="291614"/>
                  </a:lnTo>
                  <a:lnTo>
                    <a:pt x="59541" y="295094"/>
                  </a:lnTo>
                  <a:lnTo>
                    <a:pt x="63655" y="298445"/>
                  </a:lnTo>
                  <a:lnTo>
                    <a:pt x="67874" y="301663"/>
                  </a:lnTo>
                  <a:lnTo>
                    <a:pt x="72192" y="304746"/>
                  </a:lnTo>
                  <a:lnTo>
                    <a:pt x="76607" y="307691"/>
                  </a:lnTo>
                  <a:lnTo>
                    <a:pt x="81112" y="310494"/>
                  </a:lnTo>
                  <a:lnTo>
                    <a:pt x="85704" y="313152"/>
                  </a:lnTo>
                  <a:lnTo>
                    <a:pt x="90379" y="315663"/>
                  </a:lnTo>
                  <a:lnTo>
                    <a:pt x="95130" y="318025"/>
                  </a:lnTo>
                  <a:lnTo>
                    <a:pt x="99955" y="320235"/>
                  </a:lnTo>
                  <a:lnTo>
                    <a:pt x="104847" y="322290"/>
                  </a:lnTo>
                  <a:lnTo>
                    <a:pt x="109801" y="324190"/>
                  </a:lnTo>
                  <a:lnTo>
                    <a:pt x="114814" y="325931"/>
                  </a:lnTo>
                  <a:lnTo>
                    <a:pt x="119879" y="327512"/>
                  </a:lnTo>
                  <a:lnTo>
                    <a:pt x="124992" y="328931"/>
                  </a:lnTo>
                  <a:lnTo>
                    <a:pt x="130147" y="330188"/>
                  </a:lnTo>
                  <a:lnTo>
                    <a:pt x="135340" y="331280"/>
                  </a:lnTo>
                  <a:lnTo>
                    <a:pt x="140564" y="332207"/>
                  </a:lnTo>
                  <a:lnTo>
                    <a:pt x="145816" y="332967"/>
                  </a:lnTo>
                  <a:lnTo>
                    <a:pt x="151089" y="333561"/>
                  </a:lnTo>
                  <a:lnTo>
                    <a:pt x="156378" y="333987"/>
                  </a:lnTo>
                  <a:lnTo>
                    <a:pt x="161678" y="334245"/>
                  </a:lnTo>
                  <a:lnTo>
                    <a:pt x="166983" y="334334"/>
                  </a:lnTo>
                  <a:lnTo>
                    <a:pt x="172289" y="334255"/>
                  </a:lnTo>
                  <a:lnTo>
                    <a:pt x="177589" y="334008"/>
                  </a:lnTo>
                  <a:lnTo>
                    <a:pt x="182879" y="333593"/>
                  </a:lnTo>
                  <a:lnTo>
                    <a:pt x="188153" y="333010"/>
                  </a:lnTo>
                  <a:lnTo>
                    <a:pt x="193406" y="332259"/>
                  </a:lnTo>
                  <a:lnTo>
                    <a:pt x="198633" y="331343"/>
                  </a:lnTo>
                  <a:lnTo>
                    <a:pt x="203828" y="330261"/>
                  </a:lnTo>
                  <a:lnTo>
                    <a:pt x="208985" y="329015"/>
                  </a:lnTo>
                  <a:lnTo>
                    <a:pt x="214101" y="327605"/>
                  </a:lnTo>
                  <a:lnTo>
                    <a:pt x="219169" y="326035"/>
                  </a:lnTo>
                  <a:lnTo>
                    <a:pt x="224185" y="324303"/>
                  </a:lnTo>
                  <a:lnTo>
                    <a:pt x="229144" y="322414"/>
                  </a:lnTo>
                  <a:lnTo>
                    <a:pt x="234040" y="320368"/>
                  </a:lnTo>
                  <a:lnTo>
                    <a:pt x="238868" y="318168"/>
                  </a:lnTo>
                  <a:lnTo>
                    <a:pt x="243625" y="315816"/>
                  </a:lnTo>
                  <a:lnTo>
                    <a:pt x="248304" y="313314"/>
                  </a:lnTo>
                  <a:lnTo>
                    <a:pt x="252901" y="310665"/>
                  </a:lnTo>
                  <a:lnTo>
                    <a:pt x="257413" y="307871"/>
                  </a:lnTo>
                  <a:lnTo>
                    <a:pt x="261833" y="304935"/>
                  </a:lnTo>
                  <a:lnTo>
                    <a:pt x="266158" y="301861"/>
                  </a:lnTo>
                  <a:lnTo>
                    <a:pt x="270383" y="298650"/>
                  </a:lnTo>
                  <a:lnTo>
                    <a:pt x="274504" y="295308"/>
                  </a:lnTo>
                  <a:lnTo>
                    <a:pt x="278516" y="291836"/>
                  </a:lnTo>
                  <a:lnTo>
                    <a:pt x="282417" y="288239"/>
                  </a:lnTo>
                  <a:lnTo>
                    <a:pt x="286202" y="284519"/>
                  </a:lnTo>
                  <a:lnTo>
                    <a:pt x="289866" y="280682"/>
                  </a:lnTo>
                  <a:lnTo>
                    <a:pt x="293407" y="276730"/>
                  </a:lnTo>
                  <a:lnTo>
                    <a:pt x="296821" y="272667"/>
                  </a:lnTo>
                  <a:lnTo>
                    <a:pt x="300104" y="268499"/>
                  </a:lnTo>
                  <a:lnTo>
                    <a:pt x="303253" y="264228"/>
                  </a:lnTo>
                  <a:lnTo>
                    <a:pt x="306265" y="259860"/>
                  </a:lnTo>
                  <a:lnTo>
                    <a:pt x="309137" y="255398"/>
                  </a:lnTo>
                  <a:lnTo>
                    <a:pt x="311865" y="250847"/>
                  </a:lnTo>
                  <a:lnTo>
                    <a:pt x="314448" y="246212"/>
                  </a:lnTo>
                  <a:lnTo>
                    <a:pt x="316883" y="241497"/>
                  </a:lnTo>
                  <a:lnTo>
                    <a:pt x="319166" y="236707"/>
                  </a:lnTo>
                  <a:lnTo>
                    <a:pt x="321297" y="231847"/>
                  </a:lnTo>
                  <a:lnTo>
                    <a:pt x="323272" y="226922"/>
                  </a:lnTo>
                  <a:lnTo>
                    <a:pt x="325090" y="221937"/>
                  </a:lnTo>
                  <a:lnTo>
                    <a:pt x="326749" y="216897"/>
                  </a:lnTo>
                  <a:lnTo>
                    <a:pt x="328247" y="211807"/>
                  </a:lnTo>
                  <a:lnTo>
                    <a:pt x="329582" y="206671"/>
                  </a:lnTo>
                  <a:lnTo>
                    <a:pt x="330754" y="201496"/>
                  </a:lnTo>
                  <a:lnTo>
                    <a:pt x="331761" y="196286"/>
                  </a:lnTo>
                  <a:lnTo>
                    <a:pt x="332603" y="191047"/>
                  </a:lnTo>
                  <a:lnTo>
                    <a:pt x="333277" y="185784"/>
                  </a:lnTo>
                  <a:lnTo>
                    <a:pt x="333784" y="180502"/>
                  </a:lnTo>
                  <a:lnTo>
                    <a:pt x="334124" y="175207"/>
                  </a:lnTo>
                  <a:lnTo>
                    <a:pt x="334295" y="169903"/>
                  </a:lnTo>
                  <a:lnTo>
                    <a:pt x="334297" y="164597"/>
                  </a:lnTo>
                  <a:lnTo>
                    <a:pt x="334132" y="159293"/>
                  </a:lnTo>
                  <a:lnTo>
                    <a:pt x="333798" y="153998"/>
                  </a:lnTo>
                  <a:lnTo>
                    <a:pt x="333296" y="148715"/>
                  </a:lnTo>
                  <a:lnTo>
                    <a:pt x="332626" y="143451"/>
                  </a:lnTo>
                  <a:lnTo>
                    <a:pt x="331790" y="138211"/>
                  </a:lnTo>
                  <a:lnTo>
                    <a:pt x="330788" y="133001"/>
                  </a:lnTo>
                  <a:lnTo>
                    <a:pt x="329622" y="127824"/>
                  </a:lnTo>
                  <a:lnTo>
                    <a:pt x="328291" y="122688"/>
                  </a:lnTo>
                  <a:lnTo>
                    <a:pt x="326798" y="117596"/>
                  </a:lnTo>
                  <a:lnTo>
                    <a:pt x="325144" y="112554"/>
                  </a:lnTo>
                  <a:lnTo>
                    <a:pt x="323332" y="107567"/>
                  </a:lnTo>
                  <a:lnTo>
                    <a:pt x="321361" y="102640"/>
                  </a:lnTo>
                  <a:lnTo>
                    <a:pt x="319236" y="97778"/>
                  </a:lnTo>
                  <a:lnTo>
                    <a:pt x="316957" y="92986"/>
                  </a:lnTo>
                  <a:lnTo>
                    <a:pt x="314527" y="88269"/>
                  </a:lnTo>
                  <a:lnTo>
                    <a:pt x="311949" y="83631"/>
                  </a:lnTo>
                  <a:lnTo>
                    <a:pt x="309224" y="79078"/>
                  </a:lnTo>
                  <a:lnTo>
                    <a:pt x="306357" y="74613"/>
                  </a:lnTo>
                  <a:lnTo>
                    <a:pt x="303349" y="70241"/>
                  </a:lnTo>
                  <a:lnTo>
                    <a:pt x="300205" y="65968"/>
                  </a:lnTo>
                  <a:lnTo>
                    <a:pt x="296926" y="61796"/>
                  </a:lnTo>
                  <a:lnTo>
                    <a:pt x="293516" y="57730"/>
                  </a:lnTo>
                  <a:lnTo>
                    <a:pt x="289979" y="53774"/>
                  </a:lnTo>
                  <a:lnTo>
                    <a:pt x="286318" y="49933"/>
                  </a:lnTo>
                  <a:lnTo>
                    <a:pt x="282538" y="46210"/>
                  </a:lnTo>
                  <a:lnTo>
                    <a:pt x="278641" y="42609"/>
                  </a:lnTo>
                  <a:lnTo>
                    <a:pt x="274631" y="39133"/>
                  </a:lnTo>
                  <a:lnTo>
                    <a:pt x="270513" y="35786"/>
                  </a:lnTo>
                  <a:lnTo>
                    <a:pt x="266292" y="32572"/>
                  </a:lnTo>
                  <a:lnTo>
                    <a:pt x="261970" y="29493"/>
                  </a:lnTo>
                  <a:lnTo>
                    <a:pt x="257553" y="26553"/>
                  </a:lnTo>
                  <a:lnTo>
                    <a:pt x="253044" y="23755"/>
                  </a:lnTo>
                  <a:lnTo>
                    <a:pt x="248449" y="21101"/>
                  </a:lnTo>
                  <a:lnTo>
                    <a:pt x="243773" y="18594"/>
                  </a:lnTo>
                  <a:lnTo>
                    <a:pt x="239019" y="16237"/>
                  </a:lnTo>
                  <a:lnTo>
                    <a:pt x="234192" y="14032"/>
                  </a:lnTo>
                  <a:lnTo>
                    <a:pt x="229298" y="11982"/>
                  </a:lnTo>
                  <a:lnTo>
                    <a:pt x="224342" y="10087"/>
                  </a:lnTo>
                  <a:lnTo>
                    <a:pt x="219327" y="8351"/>
                  </a:lnTo>
                  <a:lnTo>
                    <a:pt x="214261" y="6775"/>
                  </a:lnTo>
                  <a:lnTo>
                    <a:pt x="209146" y="5361"/>
                  </a:lnTo>
                  <a:lnTo>
                    <a:pt x="203990" y="4109"/>
                  </a:lnTo>
                  <a:lnTo>
                    <a:pt x="198796" y="3022"/>
                  </a:lnTo>
                  <a:lnTo>
                    <a:pt x="193571" y="2101"/>
                  </a:lnTo>
                  <a:lnTo>
                    <a:pt x="188318" y="1345"/>
                  </a:lnTo>
                  <a:lnTo>
                    <a:pt x="183045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3112" y="5018213"/>
              <a:ext cx="47926" cy="167167"/>
            </a:xfrm>
            <a:custGeom>
              <a:avLst/>
              <a:pathLst>
                <a:path w="47926" h="167167">
                  <a:moveTo>
                    <a:pt x="47926" y="0"/>
                  </a:moveTo>
                  <a:lnTo>
                    <a:pt x="41852" y="110"/>
                  </a:lnTo>
                  <a:lnTo>
                    <a:pt x="35785" y="441"/>
                  </a:lnTo>
                  <a:lnTo>
                    <a:pt x="29734" y="992"/>
                  </a:lnTo>
                  <a:lnTo>
                    <a:pt x="23707" y="1763"/>
                  </a:lnTo>
                  <a:lnTo>
                    <a:pt x="17713" y="2753"/>
                  </a:lnTo>
                  <a:lnTo>
                    <a:pt x="11758" y="3959"/>
                  </a:lnTo>
                  <a:lnTo>
                    <a:pt x="5851" y="5381"/>
                  </a:lnTo>
                  <a:lnTo>
                    <a:pt x="0" y="7017"/>
                  </a:lnTo>
                  <a:lnTo>
                    <a:pt x="4792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112" y="5025230"/>
              <a:ext cx="47926" cy="160149"/>
            </a:xfrm>
            <a:custGeom>
              <a:avLst/>
              <a:pathLst>
                <a:path w="47926" h="160149">
                  <a:moveTo>
                    <a:pt x="0" y="0"/>
                  </a:moveTo>
                  <a:lnTo>
                    <a:pt x="47926" y="160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112" y="5025230"/>
              <a:ext cx="47926" cy="160149"/>
            </a:xfrm>
            <a:custGeom>
              <a:avLst/>
              <a:pathLst>
                <a:path w="47926" h="160149">
                  <a:moveTo>
                    <a:pt x="0" y="0"/>
                  </a:moveTo>
                  <a:lnTo>
                    <a:pt x="47926" y="160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112" y="5025230"/>
              <a:ext cx="47926" cy="160149"/>
            </a:xfrm>
            <a:custGeom>
              <a:avLst/>
              <a:pathLst>
                <a:path w="47926" h="160149">
                  <a:moveTo>
                    <a:pt x="0" y="0"/>
                  </a:moveTo>
                  <a:lnTo>
                    <a:pt x="47926" y="160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80" y="5025230"/>
              <a:ext cx="167158" cy="217084"/>
            </a:xfrm>
            <a:custGeom>
              <a:avLst/>
              <a:pathLst>
                <a:path w="167158" h="217084">
                  <a:moveTo>
                    <a:pt x="119231" y="0"/>
                  </a:moveTo>
                  <a:lnTo>
                    <a:pt x="114044" y="1644"/>
                  </a:lnTo>
                  <a:lnTo>
                    <a:pt x="108914" y="3457"/>
                  </a:lnTo>
                  <a:lnTo>
                    <a:pt x="103845" y="5435"/>
                  </a:lnTo>
                  <a:lnTo>
                    <a:pt x="98843" y="7578"/>
                  </a:lnTo>
                  <a:lnTo>
                    <a:pt x="93914" y="9882"/>
                  </a:lnTo>
                  <a:lnTo>
                    <a:pt x="89062" y="12345"/>
                  </a:lnTo>
                  <a:lnTo>
                    <a:pt x="84293" y="14965"/>
                  </a:lnTo>
                  <a:lnTo>
                    <a:pt x="79612" y="17739"/>
                  </a:lnTo>
                  <a:lnTo>
                    <a:pt x="75024" y="20664"/>
                  </a:lnTo>
                  <a:lnTo>
                    <a:pt x="70533" y="23736"/>
                  </a:lnTo>
                  <a:lnTo>
                    <a:pt x="66144" y="26953"/>
                  </a:lnTo>
                  <a:lnTo>
                    <a:pt x="61863" y="30311"/>
                  </a:lnTo>
                  <a:lnTo>
                    <a:pt x="57693" y="33807"/>
                  </a:lnTo>
                  <a:lnTo>
                    <a:pt x="53639" y="37436"/>
                  </a:lnTo>
                  <a:lnTo>
                    <a:pt x="49706" y="41196"/>
                  </a:lnTo>
                  <a:lnTo>
                    <a:pt x="45896" y="45081"/>
                  </a:lnTo>
                  <a:lnTo>
                    <a:pt x="42216" y="49089"/>
                  </a:lnTo>
                  <a:lnTo>
                    <a:pt x="38667" y="53214"/>
                  </a:lnTo>
                  <a:lnTo>
                    <a:pt x="35255" y="57452"/>
                  </a:lnTo>
                  <a:lnTo>
                    <a:pt x="31983" y="61799"/>
                  </a:lnTo>
                  <a:lnTo>
                    <a:pt x="28854" y="66251"/>
                  </a:lnTo>
                  <a:lnTo>
                    <a:pt x="25871" y="70802"/>
                  </a:lnTo>
                  <a:lnTo>
                    <a:pt x="23038" y="75447"/>
                  </a:lnTo>
                  <a:lnTo>
                    <a:pt x="20358" y="80182"/>
                  </a:lnTo>
                  <a:lnTo>
                    <a:pt x="17833" y="85002"/>
                  </a:lnTo>
                  <a:lnTo>
                    <a:pt x="15466" y="89902"/>
                  </a:lnTo>
                  <a:lnTo>
                    <a:pt x="13260" y="94876"/>
                  </a:lnTo>
                  <a:lnTo>
                    <a:pt x="11218" y="99919"/>
                  </a:lnTo>
                  <a:lnTo>
                    <a:pt x="9340" y="105026"/>
                  </a:lnTo>
                  <a:lnTo>
                    <a:pt x="7630" y="110192"/>
                  </a:lnTo>
                  <a:lnTo>
                    <a:pt x="6088" y="115410"/>
                  </a:lnTo>
                  <a:lnTo>
                    <a:pt x="4718" y="120676"/>
                  </a:lnTo>
                  <a:lnTo>
                    <a:pt x="3519" y="125983"/>
                  </a:lnTo>
                  <a:lnTo>
                    <a:pt x="2494" y="131327"/>
                  </a:lnTo>
                  <a:lnTo>
                    <a:pt x="1643" y="136702"/>
                  </a:lnTo>
                  <a:lnTo>
                    <a:pt x="967" y="142101"/>
                  </a:lnTo>
                  <a:lnTo>
                    <a:pt x="468" y="147519"/>
                  </a:lnTo>
                  <a:lnTo>
                    <a:pt x="145" y="152951"/>
                  </a:lnTo>
                  <a:lnTo>
                    <a:pt x="0" y="158390"/>
                  </a:lnTo>
                  <a:lnTo>
                    <a:pt x="31" y="163831"/>
                  </a:lnTo>
                  <a:lnTo>
                    <a:pt x="239" y="169268"/>
                  </a:lnTo>
                  <a:lnTo>
                    <a:pt x="624" y="174696"/>
                  </a:lnTo>
                  <a:lnTo>
                    <a:pt x="1186" y="180108"/>
                  </a:lnTo>
                  <a:lnTo>
                    <a:pt x="1923" y="185499"/>
                  </a:lnTo>
                  <a:lnTo>
                    <a:pt x="2836" y="190863"/>
                  </a:lnTo>
                  <a:lnTo>
                    <a:pt x="3923" y="196195"/>
                  </a:lnTo>
                  <a:lnTo>
                    <a:pt x="5182" y="201488"/>
                  </a:lnTo>
                  <a:lnTo>
                    <a:pt x="6613" y="206738"/>
                  </a:lnTo>
                  <a:lnTo>
                    <a:pt x="8215" y="211938"/>
                  </a:lnTo>
                  <a:lnTo>
                    <a:pt x="9984" y="217084"/>
                  </a:lnTo>
                  <a:lnTo>
                    <a:pt x="167158" y="160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3865" y="5018213"/>
              <a:ext cx="324332" cy="334321"/>
            </a:xfrm>
            <a:custGeom>
              <a:avLst/>
              <a:pathLst>
                <a:path w="324332" h="334321">
                  <a:moveTo>
                    <a:pt x="0" y="224101"/>
                  </a:moveTo>
                  <a:lnTo>
                    <a:pt x="1893" y="229079"/>
                  </a:lnTo>
                  <a:lnTo>
                    <a:pt x="3944" y="233994"/>
                  </a:lnTo>
                  <a:lnTo>
                    <a:pt x="6150" y="238841"/>
                  </a:lnTo>
                  <a:lnTo>
                    <a:pt x="8510" y="243616"/>
                  </a:lnTo>
                  <a:lnTo>
                    <a:pt x="11021" y="248312"/>
                  </a:lnTo>
                  <a:lnTo>
                    <a:pt x="13680" y="252927"/>
                  </a:lnTo>
                  <a:lnTo>
                    <a:pt x="16485" y="257454"/>
                  </a:lnTo>
                  <a:lnTo>
                    <a:pt x="19432" y="261890"/>
                  </a:lnTo>
                  <a:lnTo>
                    <a:pt x="22519" y="266230"/>
                  </a:lnTo>
                  <a:lnTo>
                    <a:pt x="25743" y="270469"/>
                  </a:lnTo>
                  <a:lnTo>
                    <a:pt x="29101" y="274603"/>
                  </a:lnTo>
                  <a:lnTo>
                    <a:pt x="32588" y="278628"/>
                  </a:lnTo>
                  <a:lnTo>
                    <a:pt x="36202" y="282540"/>
                  </a:lnTo>
                  <a:lnTo>
                    <a:pt x="39939" y="286335"/>
                  </a:lnTo>
                  <a:lnTo>
                    <a:pt x="43794" y="290009"/>
                  </a:lnTo>
                  <a:lnTo>
                    <a:pt x="47765" y="293559"/>
                  </a:lnTo>
                  <a:lnTo>
                    <a:pt x="51847" y="296980"/>
                  </a:lnTo>
                  <a:lnTo>
                    <a:pt x="56035" y="300269"/>
                  </a:lnTo>
                  <a:lnTo>
                    <a:pt x="60326" y="303423"/>
                  </a:lnTo>
                  <a:lnTo>
                    <a:pt x="64716" y="306439"/>
                  </a:lnTo>
                  <a:lnTo>
                    <a:pt x="69199" y="309313"/>
                  </a:lnTo>
                  <a:lnTo>
                    <a:pt x="73772" y="312044"/>
                  </a:lnTo>
                  <a:lnTo>
                    <a:pt x="78429" y="314627"/>
                  </a:lnTo>
                  <a:lnTo>
                    <a:pt x="83167" y="317060"/>
                  </a:lnTo>
                  <a:lnTo>
                    <a:pt x="87979" y="319342"/>
                  </a:lnTo>
                  <a:lnTo>
                    <a:pt x="92862" y="321469"/>
                  </a:lnTo>
                  <a:lnTo>
                    <a:pt x="97810" y="323439"/>
                  </a:lnTo>
                  <a:lnTo>
                    <a:pt x="102818" y="325251"/>
                  </a:lnTo>
                  <a:lnTo>
                    <a:pt x="107881" y="326902"/>
                  </a:lnTo>
                  <a:lnTo>
                    <a:pt x="112994" y="328391"/>
                  </a:lnTo>
                  <a:lnTo>
                    <a:pt x="118153" y="329717"/>
                  </a:lnTo>
                  <a:lnTo>
                    <a:pt x="123350" y="330877"/>
                  </a:lnTo>
                  <a:lnTo>
                    <a:pt x="128583" y="331871"/>
                  </a:lnTo>
                  <a:lnTo>
                    <a:pt x="133844" y="332699"/>
                  </a:lnTo>
                  <a:lnTo>
                    <a:pt x="139129" y="333358"/>
                  </a:lnTo>
                  <a:lnTo>
                    <a:pt x="144432" y="333848"/>
                  </a:lnTo>
                  <a:lnTo>
                    <a:pt x="149748" y="334169"/>
                  </a:lnTo>
                  <a:lnTo>
                    <a:pt x="155071" y="334321"/>
                  </a:lnTo>
                  <a:lnTo>
                    <a:pt x="160397" y="334303"/>
                  </a:lnTo>
                  <a:lnTo>
                    <a:pt x="165720" y="334116"/>
                  </a:lnTo>
                  <a:lnTo>
                    <a:pt x="171033" y="333759"/>
                  </a:lnTo>
                  <a:lnTo>
                    <a:pt x="176333" y="333233"/>
                  </a:lnTo>
                  <a:lnTo>
                    <a:pt x="181613" y="332538"/>
                  </a:lnTo>
                  <a:lnTo>
                    <a:pt x="186869" y="331676"/>
                  </a:lnTo>
                  <a:lnTo>
                    <a:pt x="192094" y="330646"/>
                  </a:lnTo>
                  <a:lnTo>
                    <a:pt x="197284" y="329451"/>
                  </a:lnTo>
                  <a:lnTo>
                    <a:pt x="202433" y="328091"/>
                  </a:lnTo>
                  <a:lnTo>
                    <a:pt x="207536" y="326567"/>
                  </a:lnTo>
                  <a:lnTo>
                    <a:pt x="212589" y="324882"/>
                  </a:lnTo>
                  <a:lnTo>
                    <a:pt x="217584" y="323037"/>
                  </a:lnTo>
                  <a:lnTo>
                    <a:pt x="222519" y="321033"/>
                  </a:lnTo>
                  <a:lnTo>
                    <a:pt x="227387" y="318874"/>
                  </a:lnTo>
                  <a:lnTo>
                    <a:pt x="232184" y="316560"/>
                  </a:lnTo>
                  <a:lnTo>
                    <a:pt x="236905" y="314095"/>
                  </a:lnTo>
                  <a:lnTo>
                    <a:pt x="241545" y="311480"/>
                  </a:lnTo>
                  <a:lnTo>
                    <a:pt x="246099" y="308719"/>
                  </a:lnTo>
                  <a:lnTo>
                    <a:pt x="250563" y="305815"/>
                  </a:lnTo>
                  <a:lnTo>
                    <a:pt x="254932" y="302769"/>
                  </a:lnTo>
                  <a:lnTo>
                    <a:pt x="259202" y="299586"/>
                  </a:lnTo>
                  <a:lnTo>
                    <a:pt x="263369" y="296269"/>
                  </a:lnTo>
                  <a:lnTo>
                    <a:pt x="267427" y="292821"/>
                  </a:lnTo>
                  <a:lnTo>
                    <a:pt x="271374" y="289245"/>
                  </a:lnTo>
                  <a:lnTo>
                    <a:pt x="275205" y="285545"/>
                  </a:lnTo>
                  <a:lnTo>
                    <a:pt x="278916" y="281725"/>
                  </a:lnTo>
                  <a:lnTo>
                    <a:pt x="282503" y="277789"/>
                  </a:lnTo>
                  <a:lnTo>
                    <a:pt x="285964" y="273740"/>
                  </a:lnTo>
                  <a:lnTo>
                    <a:pt x="289293" y="269584"/>
                  </a:lnTo>
                  <a:lnTo>
                    <a:pt x="292489" y="265323"/>
                  </a:lnTo>
                  <a:lnTo>
                    <a:pt x="295547" y="260963"/>
                  </a:lnTo>
                  <a:lnTo>
                    <a:pt x="298464" y="256507"/>
                  </a:lnTo>
                  <a:lnTo>
                    <a:pt x="301238" y="251961"/>
                  </a:lnTo>
                  <a:lnTo>
                    <a:pt x="303866" y="247329"/>
                  </a:lnTo>
                  <a:lnTo>
                    <a:pt x="306346" y="242615"/>
                  </a:lnTo>
                  <a:lnTo>
                    <a:pt x="308673" y="237825"/>
                  </a:lnTo>
                  <a:lnTo>
                    <a:pt x="310847" y="232963"/>
                  </a:lnTo>
                  <a:lnTo>
                    <a:pt x="312865" y="228034"/>
                  </a:lnTo>
                  <a:lnTo>
                    <a:pt x="314725" y="223044"/>
                  </a:lnTo>
                  <a:lnTo>
                    <a:pt x="316425" y="217997"/>
                  </a:lnTo>
                  <a:lnTo>
                    <a:pt x="317963" y="212898"/>
                  </a:lnTo>
                  <a:lnTo>
                    <a:pt x="319339" y="207753"/>
                  </a:lnTo>
                  <a:lnTo>
                    <a:pt x="320549" y="202567"/>
                  </a:lnTo>
                  <a:lnTo>
                    <a:pt x="321594" y="197344"/>
                  </a:lnTo>
                  <a:lnTo>
                    <a:pt x="322472" y="192091"/>
                  </a:lnTo>
                  <a:lnTo>
                    <a:pt x="323182" y="186813"/>
                  </a:lnTo>
                  <a:lnTo>
                    <a:pt x="323723" y="181515"/>
                  </a:lnTo>
                  <a:lnTo>
                    <a:pt x="324096" y="176202"/>
                  </a:lnTo>
                  <a:lnTo>
                    <a:pt x="324299" y="170880"/>
                  </a:lnTo>
                  <a:lnTo>
                    <a:pt x="324332" y="165555"/>
                  </a:lnTo>
                  <a:lnTo>
                    <a:pt x="324196" y="160231"/>
                  </a:lnTo>
                  <a:lnTo>
                    <a:pt x="323891" y="154914"/>
                  </a:lnTo>
                  <a:lnTo>
                    <a:pt x="323416" y="149609"/>
                  </a:lnTo>
                  <a:lnTo>
                    <a:pt x="322772" y="144322"/>
                  </a:lnTo>
                  <a:lnTo>
                    <a:pt x="321960" y="139059"/>
                  </a:lnTo>
                  <a:lnTo>
                    <a:pt x="320981" y="133824"/>
                  </a:lnTo>
                  <a:lnTo>
                    <a:pt x="319836" y="128623"/>
                  </a:lnTo>
                  <a:lnTo>
                    <a:pt x="318526" y="123461"/>
                  </a:lnTo>
                  <a:lnTo>
                    <a:pt x="317051" y="118343"/>
                  </a:lnTo>
                  <a:lnTo>
                    <a:pt x="315415" y="113275"/>
                  </a:lnTo>
                  <a:lnTo>
                    <a:pt x="313618" y="108261"/>
                  </a:lnTo>
                  <a:lnTo>
                    <a:pt x="311662" y="103308"/>
                  </a:lnTo>
                  <a:lnTo>
                    <a:pt x="309549" y="98419"/>
                  </a:lnTo>
                  <a:lnTo>
                    <a:pt x="307282" y="93600"/>
                  </a:lnTo>
                  <a:lnTo>
                    <a:pt x="304863" y="88855"/>
                  </a:lnTo>
                  <a:lnTo>
                    <a:pt x="302293" y="84191"/>
                  </a:lnTo>
                  <a:lnTo>
                    <a:pt x="299576" y="79610"/>
                  </a:lnTo>
                  <a:lnTo>
                    <a:pt x="296715" y="75118"/>
                  </a:lnTo>
                  <a:lnTo>
                    <a:pt x="293712" y="70720"/>
                  </a:lnTo>
                  <a:lnTo>
                    <a:pt x="290570" y="66419"/>
                  </a:lnTo>
                  <a:lnTo>
                    <a:pt x="287293" y="62221"/>
                  </a:lnTo>
                  <a:lnTo>
                    <a:pt x="283884" y="58129"/>
                  </a:lnTo>
                  <a:lnTo>
                    <a:pt x="280346" y="54148"/>
                  </a:lnTo>
                  <a:lnTo>
                    <a:pt x="276684" y="50282"/>
                  </a:lnTo>
                  <a:lnTo>
                    <a:pt x="272900" y="46534"/>
                  </a:lnTo>
                  <a:lnTo>
                    <a:pt x="268998" y="42909"/>
                  </a:lnTo>
                  <a:lnTo>
                    <a:pt x="264983" y="39410"/>
                  </a:lnTo>
                  <a:lnTo>
                    <a:pt x="260859" y="36040"/>
                  </a:lnTo>
                  <a:lnTo>
                    <a:pt x="256629" y="32804"/>
                  </a:lnTo>
                  <a:lnTo>
                    <a:pt x="252299" y="29704"/>
                  </a:lnTo>
                  <a:lnTo>
                    <a:pt x="247872" y="26744"/>
                  </a:lnTo>
                  <a:lnTo>
                    <a:pt x="243352" y="23926"/>
                  </a:lnTo>
                  <a:lnTo>
                    <a:pt x="238746" y="21253"/>
                  </a:lnTo>
                  <a:lnTo>
                    <a:pt x="234056" y="18729"/>
                  </a:lnTo>
                  <a:lnTo>
                    <a:pt x="229289" y="16355"/>
                  </a:lnTo>
                  <a:lnTo>
                    <a:pt x="224448" y="14134"/>
                  </a:lnTo>
                  <a:lnTo>
                    <a:pt x="219539" y="12069"/>
                  </a:lnTo>
                  <a:lnTo>
                    <a:pt x="214567" y="10161"/>
                  </a:lnTo>
                  <a:lnTo>
                    <a:pt x="209536" y="8412"/>
                  </a:lnTo>
                  <a:lnTo>
                    <a:pt x="204453" y="6825"/>
                  </a:lnTo>
                  <a:lnTo>
                    <a:pt x="199321" y="5400"/>
                  </a:lnTo>
                  <a:lnTo>
                    <a:pt x="194146" y="4140"/>
                  </a:lnTo>
                  <a:lnTo>
                    <a:pt x="188934" y="3045"/>
                  </a:lnTo>
                  <a:lnTo>
                    <a:pt x="183690" y="2116"/>
                  </a:lnTo>
                  <a:lnTo>
                    <a:pt x="178419" y="1355"/>
                  </a:lnTo>
                  <a:lnTo>
                    <a:pt x="173126" y="763"/>
                  </a:lnTo>
                  <a:lnTo>
                    <a:pt x="167818" y="339"/>
                  </a:lnTo>
                  <a:lnTo>
                    <a:pt x="162498" y="84"/>
                  </a:lnTo>
                  <a:lnTo>
                    <a:pt x="157173" y="0"/>
                  </a:lnTo>
                  <a:lnTo>
                    <a:pt x="15717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9558" y="4659281"/>
              <a:ext cx="103676" cy="167167"/>
            </a:xfrm>
            <a:custGeom>
              <a:avLst/>
              <a:pathLst>
                <a:path w="103676" h="167167">
                  <a:moveTo>
                    <a:pt x="103676" y="0"/>
                  </a:moveTo>
                  <a:lnTo>
                    <a:pt x="98085" y="93"/>
                  </a:lnTo>
                  <a:lnTo>
                    <a:pt x="92501" y="373"/>
                  </a:lnTo>
                  <a:lnTo>
                    <a:pt x="86929" y="840"/>
                  </a:lnTo>
                  <a:lnTo>
                    <a:pt x="81376" y="1494"/>
                  </a:lnTo>
                  <a:lnTo>
                    <a:pt x="75847" y="2332"/>
                  </a:lnTo>
                  <a:lnTo>
                    <a:pt x="70350" y="3355"/>
                  </a:lnTo>
                  <a:lnTo>
                    <a:pt x="64891" y="4561"/>
                  </a:lnTo>
                  <a:lnTo>
                    <a:pt x="59474" y="5949"/>
                  </a:lnTo>
                  <a:lnTo>
                    <a:pt x="54107" y="7518"/>
                  </a:lnTo>
                  <a:lnTo>
                    <a:pt x="48796" y="9265"/>
                  </a:lnTo>
                  <a:lnTo>
                    <a:pt x="43546" y="11188"/>
                  </a:lnTo>
                  <a:lnTo>
                    <a:pt x="38363" y="13286"/>
                  </a:lnTo>
                  <a:lnTo>
                    <a:pt x="33253" y="15557"/>
                  </a:lnTo>
                  <a:lnTo>
                    <a:pt x="28222" y="17997"/>
                  </a:lnTo>
                  <a:lnTo>
                    <a:pt x="23276" y="20604"/>
                  </a:lnTo>
                  <a:lnTo>
                    <a:pt x="18419" y="23374"/>
                  </a:lnTo>
                  <a:lnTo>
                    <a:pt x="13658" y="26306"/>
                  </a:lnTo>
                  <a:lnTo>
                    <a:pt x="8998" y="29395"/>
                  </a:lnTo>
                  <a:lnTo>
                    <a:pt x="4443" y="32639"/>
                  </a:lnTo>
                  <a:lnTo>
                    <a:pt x="0" y="36033"/>
                  </a:lnTo>
                  <a:lnTo>
                    <a:pt x="1036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558" y="4695314"/>
              <a:ext cx="103676" cy="131134"/>
            </a:xfrm>
            <a:custGeom>
              <a:avLst/>
              <a:pathLst>
                <a:path w="103676" h="131134">
                  <a:moveTo>
                    <a:pt x="0" y="0"/>
                  </a:moveTo>
                  <a:lnTo>
                    <a:pt x="103676" y="131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558" y="4695314"/>
              <a:ext cx="103676" cy="131134"/>
            </a:xfrm>
            <a:custGeom>
              <a:avLst/>
              <a:pathLst>
                <a:path w="103676" h="131134">
                  <a:moveTo>
                    <a:pt x="0" y="0"/>
                  </a:moveTo>
                  <a:lnTo>
                    <a:pt x="103676" y="131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76" y="4695314"/>
              <a:ext cx="245550" cy="298292"/>
            </a:xfrm>
            <a:custGeom>
              <a:avLst/>
              <a:pathLst>
                <a:path w="245550" h="298292">
                  <a:moveTo>
                    <a:pt x="63482" y="0"/>
                  </a:moveTo>
                  <a:lnTo>
                    <a:pt x="59360" y="3366"/>
                  </a:lnTo>
                  <a:lnTo>
                    <a:pt x="55348" y="6862"/>
                  </a:lnTo>
                  <a:lnTo>
                    <a:pt x="51449" y="10484"/>
                  </a:lnTo>
                  <a:lnTo>
                    <a:pt x="47667" y="14228"/>
                  </a:lnTo>
                  <a:lnTo>
                    <a:pt x="44007" y="18091"/>
                  </a:lnTo>
                  <a:lnTo>
                    <a:pt x="40471" y="22068"/>
                  </a:lnTo>
                  <a:lnTo>
                    <a:pt x="37064" y="26156"/>
                  </a:lnTo>
                  <a:lnTo>
                    <a:pt x="33788" y="30350"/>
                  </a:lnTo>
                  <a:lnTo>
                    <a:pt x="30648" y="34646"/>
                  </a:lnTo>
                  <a:lnTo>
                    <a:pt x="27646" y="39040"/>
                  </a:lnTo>
                  <a:lnTo>
                    <a:pt x="24785" y="43527"/>
                  </a:lnTo>
                  <a:lnTo>
                    <a:pt x="22069" y="48103"/>
                  </a:lnTo>
                  <a:lnTo>
                    <a:pt x="19499" y="52764"/>
                  </a:lnTo>
                  <a:lnTo>
                    <a:pt x="17080" y="57503"/>
                  </a:lnTo>
                  <a:lnTo>
                    <a:pt x="14812" y="62318"/>
                  </a:lnTo>
                  <a:lnTo>
                    <a:pt x="12699" y="67202"/>
                  </a:lnTo>
                  <a:lnTo>
                    <a:pt x="10742" y="72151"/>
                  </a:lnTo>
                  <a:lnTo>
                    <a:pt x="8944" y="77159"/>
                  </a:lnTo>
                  <a:lnTo>
                    <a:pt x="7306" y="82223"/>
                  </a:lnTo>
                  <a:lnTo>
                    <a:pt x="5830" y="87335"/>
                  </a:lnTo>
                  <a:lnTo>
                    <a:pt x="4518" y="92493"/>
                  </a:lnTo>
                  <a:lnTo>
                    <a:pt x="3370" y="97689"/>
                  </a:lnTo>
                  <a:lnTo>
                    <a:pt x="2389" y="102919"/>
                  </a:lnTo>
                  <a:lnTo>
                    <a:pt x="1574" y="108178"/>
                  </a:lnTo>
                  <a:lnTo>
                    <a:pt x="927" y="113461"/>
                  </a:lnTo>
                  <a:lnTo>
                    <a:pt x="449" y="118761"/>
                  </a:lnTo>
                  <a:lnTo>
                    <a:pt x="140" y="124073"/>
                  </a:lnTo>
                  <a:lnTo>
                    <a:pt x="0" y="129393"/>
                  </a:lnTo>
                  <a:lnTo>
                    <a:pt x="29" y="134715"/>
                  </a:lnTo>
                  <a:lnTo>
                    <a:pt x="227" y="140033"/>
                  </a:lnTo>
                  <a:lnTo>
                    <a:pt x="595" y="145341"/>
                  </a:lnTo>
                  <a:lnTo>
                    <a:pt x="1132" y="150636"/>
                  </a:lnTo>
                  <a:lnTo>
                    <a:pt x="1837" y="155911"/>
                  </a:lnTo>
                  <a:lnTo>
                    <a:pt x="2709" y="161160"/>
                  </a:lnTo>
                  <a:lnTo>
                    <a:pt x="3748" y="166380"/>
                  </a:lnTo>
                  <a:lnTo>
                    <a:pt x="4953" y="171563"/>
                  </a:lnTo>
                  <a:lnTo>
                    <a:pt x="6322" y="176706"/>
                  </a:lnTo>
                  <a:lnTo>
                    <a:pt x="7854" y="181802"/>
                  </a:lnTo>
                  <a:lnTo>
                    <a:pt x="9548" y="186847"/>
                  </a:lnTo>
                  <a:lnTo>
                    <a:pt x="11401" y="191835"/>
                  </a:lnTo>
                  <a:lnTo>
                    <a:pt x="13412" y="196762"/>
                  </a:lnTo>
                  <a:lnTo>
                    <a:pt x="15579" y="201623"/>
                  </a:lnTo>
                  <a:lnTo>
                    <a:pt x="17899" y="206412"/>
                  </a:lnTo>
                  <a:lnTo>
                    <a:pt x="20371" y="211125"/>
                  </a:lnTo>
                  <a:lnTo>
                    <a:pt x="22991" y="215756"/>
                  </a:lnTo>
                  <a:lnTo>
                    <a:pt x="25758" y="220302"/>
                  </a:lnTo>
                  <a:lnTo>
                    <a:pt x="28668" y="224758"/>
                  </a:lnTo>
                  <a:lnTo>
                    <a:pt x="31718" y="229119"/>
                  </a:lnTo>
                  <a:lnTo>
                    <a:pt x="34906" y="233380"/>
                  </a:lnTo>
                  <a:lnTo>
                    <a:pt x="38227" y="237538"/>
                  </a:lnTo>
                  <a:lnTo>
                    <a:pt x="41679" y="241588"/>
                  </a:lnTo>
                  <a:lnTo>
                    <a:pt x="45259" y="245526"/>
                  </a:lnTo>
                  <a:lnTo>
                    <a:pt x="48962" y="249348"/>
                  </a:lnTo>
                  <a:lnTo>
                    <a:pt x="52784" y="253050"/>
                  </a:lnTo>
                  <a:lnTo>
                    <a:pt x="56723" y="256629"/>
                  </a:lnTo>
                  <a:lnTo>
                    <a:pt x="60773" y="260081"/>
                  </a:lnTo>
                  <a:lnTo>
                    <a:pt x="64932" y="263401"/>
                  </a:lnTo>
                  <a:lnTo>
                    <a:pt x="69193" y="266588"/>
                  </a:lnTo>
                  <a:lnTo>
                    <a:pt x="73555" y="269638"/>
                  </a:lnTo>
                  <a:lnTo>
                    <a:pt x="78011" y="272547"/>
                  </a:lnTo>
                  <a:lnTo>
                    <a:pt x="82557" y="275313"/>
                  </a:lnTo>
                  <a:lnTo>
                    <a:pt x="87189" y="277933"/>
                  </a:lnTo>
                  <a:lnTo>
                    <a:pt x="91902" y="280404"/>
                  </a:lnTo>
                  <a:lnTo>
                    <a:pt x="96692" y="282724"/>
                  </a:lnTo>
                  <a:lnTo>
                    <a:pt x="101553" y="284890"/>
                  </a:lnTo>
                  <a:lnTo>
                    <a:pt x="106480" y="286900"/>
                  </a:lnTo>
                  <a:lnTo>
                    <a:pt x="111469" y="288753"/>
                  </a:lnTo>
                  <a:lnTo>
                    <a:pt x="116514" y="290445"/>
                  </a:lnTo>
                  <a:lnTo>
                    <a:pt x="121610" y="291977"/>
                  </a:lnTo>
                  <a:lnTo>
                    <a:pt x="126753" y="293345"/>
                  </a:lnTo>
                  <a:lnTo>
                    <a:pt x="131937" y="294549"/>
                  </a:lnTo>
                  <a:lnTo>
                    <a:pt x="137156" y="295587"/>
                  </a:lnTo>
                  <a:lnTo>
                    <a:pt x="142406" y="296459"/>
                  </a:lnTo>
                  <a:lnTo>
                    <a:pt x="147681" y="297163"/>
                  </a:lnTo>
                  <a:lnTo>
                    <a:pt x="152975" y="297699"/>
                  </a:lnTo>
                  <a:lnTo>
                    <a:pt x="158284" y="298066"/>
                  </a:lnTo>
                  <a:lnTo>
                    <a:pt x="163602" y="298263"/>
                  </a:lnTo>
                  <a:lnTo>
                    <a:pt x="168924" y="298292"/>
                  </a:lnTo>
                  <a:lnTo>
                    <a:pt x="174244" y="298151"/>
                  </a:lnTo>
                  <a:lnTo>
                    <a:pt x="179556" y="297841"/>
                  </a:lnTo>
                  <a:lnTo>
                    <a:pt x="184856" y="297362"/>
                  </a:lnTo>
                  <a:lnTo>
                    <a:pt x="190138" y="296714"/>
                  </a:lnTo>
                  <a:lnTo>
                    <a:pt x="195397" y="295899"/>
                  </a:lnTo>
                  <a:lnTo>
                    <a:pt x="200627" y="294916"/>
                  </a:lnTo>
                  <a:lnTo>
                    <a:pt x="205824" y="293768"/>
                  </a:lnTo>
                  <a:lnTo>
                    <a:pt x="210981" y="292455"/>
                  </a:lnTo>
                  <a:lnTo>
                    <a:pt x="216093" y="290978"/>
                  </a:lnTo>
                  <a:lnTo>
                    <a:pt x="221156" y="289340"/>
                  </a:lnTo>
                  <a:lnTo>
                    <a:pt x="226165" y="287541"/>
                  </a:lnTo>
                  <a:lnTo>
                    <a:pt x="231113" y="285583"/>
                  </a:lnTo>
                  <a:lnTo>
                    <a:pt x="235997" y="283469"/>
                  </a:lnTo>
                  <a:lnTo>
                    <a:pt x="240811" y="281201"/>
                  </a:lnTo>
                  <a:lnTo>
                    <a:pt x="245550" y="278781"/>
                  </a:lnTo>
                  <a:lnTo>
                    <a:pt x="167158" y="131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5" cy="314814"/>
            </a:xfrm>
            <a:custGeom>
              <a:avLst/>
              <a:pathLst>
                <a:path w="167165" h="314814">
                  <a:moveTo>
                    <a:pt x="78392" y="314814"/>
                  </a:moveTo>
                  <a:lnTo>
                    <a:pt x="83071" y="312233"/>
                  </a:lnTo>
                  <a:lnTo>
                    <a:pt x="87666" y="309503"/>
                  </a:lnTo>
                  <a:lnTo>
                    <a:pt x="92171" y="306628"/>
                  </a:lnTo>
                  <a:lnTo>
                    <a:pt x="96581" y="303611"/>
                  </a:lnTo>
                  <a:lnTo>
                    <a:pt x="100893" y="300454"/>
                  </a:lnTo>
                  <a:lnTo>
                    <a:pt x="105102" y="297161"/>
                  </a:lnTo>
                  <a:lnTo>
                    <a:pt x="109204" y="293735"/>
                  </a:lnTo>
                  <a:lnTo>
                    <a:pt x="113194" y="290179"/>
                  </a:lnTo>
                  <a:lnTo>
                    <a:pt x="117068" y="286498"/>
                  </a:lnTo>
                  <a:lnTo>
                    <a:pt x="120822" y="282695"/>
                  </a:lnTo>
                  <a:lnTo>
                    <a:pt x="124453" y="278774"/>
                  </a:lnTo>
                  <a:lnTo>
                    <a:pt x="127957" y="274739"/>
                  </a:lnTo>
                  <a:lnTo>
                    <a:pt x="131330" y="270594"/>
                  </a:lnTo>
                  <a:lnTo>
                    <a:pt x="134569" y="266343"/>
                  </a:lnTo>
                  <a:lnTo>
                    <a:pt x="137671" y="261991"/>
                  </a:lnTo>
                  <a:lnTo>
                    <a:pt x="140631" y="257542"/>
                  </a:lnTo>
                  <a:lnTo>
                    <a:pt x="143448" y="253001"/>
                  </a:lnTo>
                  <a:lnTo>
                    <a:pt x="146118" y="248372"/>
                  </a:lnTo>
                  <a:lnTo>
                    <a:pt x="148639" y="243660"/>
                  </a:lnTo>
                  <a:lnTo>
                    <a:pt x="151008" y="238869"/>
                  </a:lnTo>
                  <a:lnTo>
                    <a:pt x="153223" y="234006"/>
                  </a:lnTo>
                  <a:lnTo>
                    <a:pt x="155281" y="229074"/>
                  </a:lnTo>
                  <a:lnTo>
                    <a:pt x="157181" y="224079"/>
                  </a:lnTo>
                  <a:lnTo>
                    <a:pt x="158920" y="219026"/>
                  </a:lnTo>
                  <a:lnTo>
                    <a:pt x="160496" y="213919"/>
                  </a:lnTo>
                  <a:lnTo>
                    <a:pt x="161909" y="208765"/>
                  </a:lnTo>
                  <a:lnTo>
                    <a:pt x="163155" y="203569"/>
                  </a:lnTo>
                  <a:lnTo>
                    <a:pt x="164236" y="198335"/>
                  </a:lnTo>
                  <a:lnTo>
                    <a:pt x="165148" y="193069"/>
                  </a:lnTo>
                  <a:lnTo>
                    <a:pt x="165892" y="187777"/>
                  </a:lnTo>
                  <a:lnTo>
                    <a:pt x="166466" y="182464"/>
                  </a:lnTo>
                  <a:lnTo>
                    <a:pt x="166869" y="177135"/>
                  </a:lnTo>
                  <a:lnTo>
                    <a:pt x="167103" y="171796"/>
                  </a:lnTo>
                  <a:lnTo>
                    <a:pt x="167165" y="166452"/>
                  </a:lnTo>
                  <a:lnTo>
                    <a:pt x="167057" y="161109"/>
                  </a:lnTo>
                  <a:lnTo>
                    <a:pt x="166778" y="155773"/>
                  </a:lnTo>
                  <a:lnTo>
                    <a:pt x="166329" y="150447"/>
                  </a:lnTo>
                  <a:lnTo>
                    <a:pt x="165709" y="145139"/>
                  </a:lnTo>
                  <a:lnTo>
                    <a:pt x="164921" y="139854"/>
                  </a:lnTo>
                  <a:lnTo>
                    <a:pt x="163963" y="134596"/>
                  </a:lnTo>
                  <a:lnTo>
                    <a:pt x="162838" y="129372"/>
                  </a:lnTo>
                  <a:lnTo>
                    <a:pt x="161547" y="124186"/>
                  </a:lnTo>
                  <a:lnTo>
                    <a:pt x="160091" y="119044"/>
                  </a:lnTo>
                  <a:lnTo>
                    <a:pt x="158471" y="113952"/>
                  </a:lnTo>
                  <a:lnTo>
                    <a:pt x="156689" y="108913"/>
                  </a:lnTo>
                  <a:lnTo>
                    <a:pt x="154747" y="103935"/>
                  </a:lnTo>
                  <a:lnTo>
                    <a:pt x="152646" y="99021"/>
                  </a:lnTo>
                  <a:lnTo>
                    <a:pt x="150390" y="94176"/>
                  </a:lnTo>
                  <a:lnTo>
                    <a:pt x="147980" y="89406"/>
                  </a:lnTo>
                  <a:lnTo>
                    <a:pt x="145419" y="84716"/>
                  </a:lnTo>
                  <a:lnTo>
                    <a:pt x="142709" y="80110"/>
                  </a:lnTo>
                  <a:lnTo>
                    <a:pt x="139853" y="75593"/>
                  </a:lnTo>
                  <a:lnTo>
                    <a:pt x="136855" y="71169"/>
                  </a:lnTo>
                  <a:lnTo>
                    <a:pt x="133716" y="66844"/>
                  </a:lnTo>
                  <a:lnTo>
                    <a:pt x="130441" y="62621"/>
                  </a:lnTo>
                  <a:lnTo>
                    <a:pt x="127033" y="58505"/>
                  </a:lnTo>
                  <a:lnTo>
                    <a:pt x="123495" y="54500"/>
                  </a:lnTo>
                  <a:lnTo>
                    <a:pt x="119830" y="50610"/>
                  </a:lnTo>
                  <a:lnTo>
                    <a:pt x="116043" y="46839"/>
                  </a:lnTo>
                  <a:lnTo>
                    <a:pt x="112138" y="43191"/>
                  </a:lnTo>
                  <a:lnTo>
                    <a:pt x="108118" y="39670"/>
                  </a:lnTo>
                  <a:lnTo>
                    <a:pt x="103987" y="36279"/>
                  </a:lnTo>
                  <a:lnTo>
                    <a:pt x="99750" y="33022"/>
                  </a:lnTo>
                  <a:lnTo>
                    <a:pt x="95411" y="29903"/>
                  </a:lnTo>
                  <a:lnTo>
                    <a:pt x="90975" y="26923"/>
                  </a:lnTo>
                  <a:lnTo>
                    <a:pt x="86446" y="24087"/>
                  </a:lnTo>
                  <a:lnTo>
                    <a:pt x="81828" y="21396"/>
                  </a:lnTo>
                  <a:lnTo>
                    <a:pt x="77127" y="18855"/>
                  </a:lnTo>
                  <a:lnTo>
                    <a:pt x="72347" y="16466"/>
                  </a:lnTo>
                  <a:lnTo>
                    <a:pt x="67493" y="14230"/>
                  </a:lnTo>
                  <a:lnTo>
                    <a:pt x="62570" y="12151"/>
                  </a:lnTo>
                  <a:lnTo>
                    <a:pt x="57583" y="10230"/>
                  </a:lnTo>
                  <a:lnTo>
                    <a:pt x="52537" y="8470"/>
                  </a:lnTo>
                  <a:lnTo>
                    <a:pt x="47437" y="6872"/>
                  </a:lnTo>
                  <a:lnTo>
                    <a:pt x="42289" y="5437"/>
                  </a:lnTo>
                  <a:lnTo>
                    <a:pt x="37098" y="4168"/>
                  </a:lnTo>
                  <a:lnTo>
                    <a:pt x="31869" y="3066"/>
                  </a:lnTo>
                  <a:lnTo>
                    <a:pt x="26607" y="2131"/>
                  </a:lnTo>
                  <a:lnTo>
                    <a:pt x="21319" y="1364"/>
                  </a:lnTo>
                  <a:lnTo>
                    <a:pt x="16008" y="768"/>
                  </a:lnTo>
                  <a:lnTo>
                    <a:pt x="10681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601152" y="4213821"/>
              <a:ext cx="127319" cy="167167"/>
            </a:xfrm>
            <a:custGeom>
              <a:avLst/>
              <a:pathLst>
                <a:path w="127319" h="167167">
                  <a:moveTo>
                    <a:pt x="127319" y="0"/>
                  </a:moveTo>
                  <a:lnTo>
                    <a:pt x="121753" y="92"/>
                  </a:lnTo>
                  <a:lnTo>
                    <a:pt x="116194" y="370"/>
                  </a:lnTo>
                  <a:lnTo>
                    <a:pt x="110646" y="833"/>
                  </a:lnTo>
                  <a:lnTo>
                    <a:pt x="105117" y="1480"/>
                  </a:lnTo>
                  <a:lnTo>
                    <a:pt x="99613" y="2311"/>
                  </a:lnTo>
                  <a:lnTo>
                    <a:pt x="94140" y="3325"/>
                  </a:lnTo>
                  <a:lnTo>
                    <a:pt x="88703" y="4521"/>
                  </a:lnTo>
                  <a:lnTo>
                    <a:pt x="83309" y="5897"/>
                  </a:lnTo>
                  <a:lnTo>
                    <a:pt x="77964" y="7451"/>
                  </a:lnTo>
                  <a:lnTo>
                    <a:pt x="72674" y="9183"/>
                  </a:lnTo>
                  <a:lnTo>
                    <a:pt x="67444" y="11090"/>
                  </a:lnTo>
                  <a:lnTo>
                    <a:pt x="62281" y="13170"/>
                  </a:lnTo>
                  <a:lnTo>
                    <a:pt x="57190" y="15421"/>
                  </a:lnTo>
                  <a:lnTo>
                    <a:pt x="52176" y="17840"/>
                  </a:lnTo>
                  <a:lnTo>
                    <a:pt x="47246" y="20425"/>
                  </a:lnTo>
                  <a:lnTo>
                    <a:pt x="42405" y="23172"/>
                  </a:lnTo>
                  <a:lnTo>
                    <a:pt x="37658" y="26079"/>
                  </a:lnTo>
                  <a:lnTo>
                    <a:pt x="33010" y="29143"/>
                  </a:lnTo>
                  <a:lnTo>
                    <a:pt x="28467" y="32359"/>
                  </a:lnTo>
                  <a:lnTo>
                    <a:pt x="24033" y="35725"/>
                  </a:lnTo>
                  <a:lnTo>
                    <a:pt x="19714" y="39237"/>
                  </a:lnTo>
                  <a:lnTo>
                    <a:pt x="15514" y="42890"/>
                  </a:lnTo>
                  <a:lnTo>
                    <a:pt x="11438" y="46682"/>
                  </a:lnTo>
                  <a:lnTo>
                    <a:pt x="7491" y="50607"/>
                  </a:lnTo>
                  <a:lnTo>
                    <a:pt x="3677" y="54661"/>
                  </a:lnTo>
                  <a:lnTo>
                    <a:pt x="0" y="58840"/>
                  </a:lnTo>
                  <a:lnTo>
                    <a:pt x="12731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1152" y="4272661"/>
              <a:ext cx="127319" cy="108326"/>
            </a:xfrm>
            <a:custGeom>
              <a:avLst/>
              <a:pathLst>
                <a:path w="127319" h="108326">
                  <a:moveTo>
                    <a:pt x="0" y="0"/>
                  </a:moveTo>
                  <a:lnTo>
                    <a:pt x="127319" y="1083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06" y="4272661"/>
              <a:ext cx="334023" cy="275476"/>
            </a:xfrm>
            <a:custGeom>
              <a:avLst/>
              <a:pathLst>
                <a:path w="334023" h="275476">
                  <a:moveTo>
                    <a:pt x="39845" y="0"/>
                  </a:moveTo>
                  <a:lnTo>
                    <a:pt x="36464" y="4104"/>
                  </a:lnTo>
                  <a:lnTo>
                    <a:pt x="33215" y="8314"/>
                  </a:lnTo>
                  <a:lnTo>
                    <a:pt x="30102" y="12625"/>
                  </a:lnTo>
                  <a:lnTo>
                    <a:pt x="27127" y="17033"/>
                  </a:lnTo>
                  <a:lnTo>
                    <a:pt x="24294" y="21534"/>
                  </a:lnTo>
                  <a:lnTo>
                    <a:pt x="21606" y="26122"/>
                  </a:lnTo>
                  <a:lnTo>
                    <a:pt x="19065" y="30793"/>
                  </a:lnTo>
                  <a:lnTo>
                    <a:pt x="16674" y="35543"/>
                  </a:lnTo>
                  <a:lnTo>
                    <a:pt x="14435" y="40367"/>
                  </a:lnTo>
                  <a:lnTo>
                    <a:pt x="12351" y="45259"/>
                  </a:lnTo>
                  <a:lnTo>
                    <a:pt x="10423" y="50215"/>
                  </a:lnTo>
                  <a:lnTo>
                    <a:pt x="8654" y="55230"/>
                  </a:lnTo>
                  <a:lnTo>
                    <a:pt x="7045" y="60299"/>
                  </a:lnTo>
                  <a:lnTo>
                    <a:pt x="5599" y="65416"/>
                  </a:lnTo>
                  <a:lnTo>
                    <a:pt x="4315" y="70577"/>
                  </a:lnTo>
                  <a:lnTo>
                    <a:pt x="3197" y="75776"/>
                  </a:lnTo>
                  <a:lnTo>
                    <a:pt x="2245" y="81007"/>
                  </a:lnTo>
                  <a:lnTo>
                    <a:pt x="1459" y="86267"/>
                  </a:lnTo>
                  <a:lnTo>
                    <a:pt x="841" y="91549"/>
                  </a:lnTo>
                  <a:lnTo>
                    <a:pt x="392" y="96847"/>
                  </a:lnTo>
                  <a:lnTo>
                    <a:pt x="111" y="102158"/>
                  </a:lnTo>
                  <a:lnTo>
                    <a:pt x="0" y="107475"/>
                  </a:lnTo>
                  <a:lnTo>
                    <a:pt x="57" y="112792"/>
                  </a:lnTo>
                  <a:lnTo>
                    <a:pt x="284" y="118105"/>
                  </a:lnTo>
                  <a:lnTo>
                    <a:pt x="679" y="123408"/>
                  </a:lnTo>
                  <a:lnTo>
                    <a:pt x="1243" y="128696"/>
                  </a:lnTo>
                  <a:lnTo>
                    <a:pt x="1975" y="133963"/>
                  </a:lnTo>
                  <a:lnTo>
                    <a:pt x="2874" y="139204"/>
                  </a:lnTo>
                  <a:lnTo>
                    <a:pt x="3939" y="144414"/>
                  </a:lnTo>
                  <a:lnTo>
                    <a:pt x="5170" y="149588"/>
                  </a:lnTo>
                  <a:lnTo>
                    <a:pt x="6564" y="154720"/>
                  </a:lnTo>
                  <a:lnTo>
                    <a:pt x="8121" y="159804"/>
                  </a:lnTo>
                  <a:lnTo>
                    <a:pt x="9839" y="164837"/>
                  </a:lnTo>
                  <a:lnTo>
                    <a:pt x="11716" y="169813"/>
                  </a:lnTo>
                  <a:lnTo>
                    <a:pt x="13750" y="174726"/>
                  </a:lnTo>
                  <a:lnTo>
                    <a:pt x="15940" y="179572"/>
                  </a:lnTo>
                  <a:lnTo>
                    <a:pt x="18282" y="184346"/>
                  </a:lnTo>
                  <a:lnTo>
                    <a:pt x="20776" y="189043"/>
                  </a:lnTo>
                  <a:lnTo>
                    <a:pt x="23417" y="193659"/>
                  </a:lnTo>
                  <a:lnTo>
                    <a:pt x="26204" y="198188"/>
                  </a:lnTo>
                  <a:lnTo>
                    <a:pt x="29134" y="202626"/>
                  </a:lnTo>
                  <a:lnTo>
                    <a:pt x="32203" y="206968"/>
                  </a:lnTo>
                  <a:lnTo>
                    <a:pt x="35409" y="211211"/>
                  </a:lnTo>
                  <a:lnTo>
                    <a:pt x="38748" y="215350"/>
                  </a:lnTo>
                  <a:lnTo>
                    <a:pt x="42217" y="219381"/>
                  </a:lnTo>
                  <a:lnTo>
                    <a:pt x="45813" y="223299"/>
                  </a:lnTo>
                  <a:lnTo>
                    <a:pt x="49531" y="227100"/>
                  </a:lnTo>
                  <a:lnTo>
                    <a:pt x="53368" y="230782"/>
                  </a:lnTo>
                  <a:lnTo>
                    <a:pt x="57321" y="234339"/>
                  </a:lnTo>
                  <a:lnTo>
                    <a:pt x="61385" y="237769"/>
                  </a:lnTo>
                  <a:lnTo>
                    <a:pt x="65555" y="241069"/>
                  </a:lnTo>
                  <a:lnTo>
                    <a:pt x="69829" y="244233"/>
                  </a:lnTo>
                  <a:lnTo>
                    <a:pt x="74201" y="247261"/>
                  </a:lnTo>
                  <a:lnTo>
                    <a:pt x="78667" y="250147"/>
                  </a:lnTo>
                  <a:lnTo>
                    <a:pt x="83223" y="252890"/>
                  </a:lnTo>
                  <a:lnTo>
                    <a:pt x="87864" y="255487"/>
                  </a:lnTo>
                  <a:lnTo>
                    <a:pt x="92584" y="257935"/>
                  </a:lnTo>
                  <a:lnTo>
                    <a:pt x="97381" y="260231"/>
                  </a:lnTo>
                  <a:lnTo>
                    <a:pt x="102248" y="262374"/>
                  </a:lnTo>
                  <a:lnTo>
                    <a:pt x="107180" y="264361"/>
                  </a:lnTo>
                  <a:lnTo>
                    <a:pt x="112174" y="266190"/>
                  </a:lnTo>
                  <a:lnTo>
                    <a:pt x="117223" y="267859"/>
                  </a:lnTo>
                  <a:lnTo>
                    <a:pt x="122323" y="269367"/>
                  </a:lnTo>
                  <a:lnTo>
                    <a:pt x="127467" y="270712"/>
                  </a:lnTo>
                  <a:lnTo>
                    <a:pt x="132653" y="271892"/>
                  </a:lnTo>
                  <a:lnTo>
                    <a:pt x="137873" y="272907"/>
                  </a:lnTo>
                  <a:lnTo>
                    <a:pt x="143122" y="273756"/>
                  </a:lnTo>
                  <a:lnTo>
                    <a:pt x="148396" y="274437"/>
                  </a:lnTo>
                  <a:lnTo>
                    <a:pt x="153689" y="274950"/>
                  </a:lnTo>
                  <a:lnTo>
                    <a:pt x="158996" y="275294"/>
                  </a:lnTo>
                  <a:lnTo>
                    <a:pt x="164311" y="275469"/>
                  </a:lnTo>
                  <a:lnTo>
                    <a:pt x="169629" y="275476"/>
                  </a:lnTo>
                  <a:lnTo>
                    <a:pt x="174944" y="275313"/>
                  </a:lnTo>
                  <a:lnTo>
                    <a:pt x="180252" y="274981"/>
                  </a:lnTo>
                  <a:lnTo>
                    <a:pt x="185546" y="274480"/>
                  </a:lnTo>
                  <a:lnTo>
                    <a:pt x="190821" y="273812"/>
                  </a:lnTo>
                  <a:lnTo>
                    <a:pt x="196073" y="272975"/>
                  </a:lnTo>
                  <a:lnTo>
                    <a:pt x="201295" y="271973"/>
                  </a:lnTo>
                  <a:lnTo>
                    <a:pt x="206483" y="270804"/>
                  </a:lnTo>
                  <a:lnTo>
                    <a:pt x="211631" y="269471"/>
                  </a:lnTo>
                  <a:lnTo>
                    <a:pt x="216734" y="267975"/>
                  </a:lnTo>
                  <a:lnTo>
                    <a:pt x="221787" y="266318"/>
                  </a:lnTo>
                  <a:lnTo>
                    <a:pt x="226785" y="264501"/>
                  </a:lnTo>
                  <a:lnTo>
                    <a:pt x="231722" y="262525"/>
                  </a:lnTo>
                  <a:lnTo>
                    <a:pt x="236594" y="260394"/>
                  </a:lnTo>
                  <a:lnTo>
                    <a:pt x="241396" y="258108"/>
                  </a:lnTo>
                  <a:lnTo>
                    <a:pt x="246123" y="255672"/>
                  </a:lnTo>
                  <a:lnTo>
                    <a:pt x="250769" y="253086"/>
                  </a:lnTo>
                  <a:lnTo>
                    <a:pt x="255331" y="250353"/>
                  </a:lnTo>
                  <a:lnTo>
                    <a:pt x="259804" y="247477"/>
                  </a:lnTo>
                  <a:lnTo>
                    <a:pt x="264183" y="244460"/>
                  </a:lnTo>
                  <a:lnTo>
                    <a:pt x="268464" y="241305"/>
                  </a:lnTo>
                  <a:lnTo>
                    <a:pt x="272643" y="238016"/>
                  </a:lnTo>
                  <a:lnTo>
                    <a:pt x="276715" y="234595"/>
                  </a:lnTo>
                  <a:lnTo>
                    <a:pt x="280675" y="231047"/>
                  </a:lnTo>
                  <a:lnTo>
                    <a:pt x="284521" y="227374"/>
                  </a:lnTo>
                  <a:lnTo>
                    <a:pt x="288249" y="223581"/>
                  </a:lnTo>
                  <a:lnTo>
                    <a:pt x="291853" y="219672"/>
                  </a:lnTo>
                  <a:lnTo>
                    <a:pt x="295332" y="215649"/>
                  </a:lnTo>
                  <a:lnTo>
                    <a:pt x="298681" y="211518"/>
                  </a:lnTo>
                  <a:lnTo>
                    <a:pt x="301896" y="207283"/>
                  </a:lnTo>
                  <a:lnTo>
                    <a:pt x="304976" y="202947"/>
                  </a:lnTo>
                  <a:lnTo>
                    <a:pt x="307916" y="198516"/>
                  </a:lnTo>
                  <a:lnTo>
                    <a:pt x="310713" y="193994"/>
                  </a:lnTo>
                  <a:lnTo>
                    <a:pt x="313365" y="189384"/>
                  </a:lnTo>
                  <a:lnTo>
                    <a:pt x="315869" y="184693"/>
                  </a:lnTo>
                  <a:lnTo>
                    <a:pt x="318223" y="179925"/>
                  </a:lnTo>
                  <a:lnTo>
                    <a:pt x="320424" y="175084"/>
                  </a:lnTo>
                  <a:lnTo>
                    <a:pt x="322470" y="170175"/>
                  </a:lnTo>
                  <a:lnTo>
                    <a:pt x="324359" y="165204"/>
                  </a:lnTo>
                  <a:lnTo>
                    <a:pt x="326088" y="160175"/>
                  </a:lnTo>
                  <a:lnTo>
                    <a:pt x="327657" y="155094"/>
                  </a:lnTo>
                  <a:lnTo>
                    <a:pt x="329063" y="149966"/>
                  </a:lnTo>
                  <a:lnTo>
                    <a:pt x="330306" y="144795"/>
                  </a:lnTo>
                  <a:lnTo>
                    <a:pt x="331383" y="139587"/>
                  </a:lnTo>
                  <a:lnTo>
                    <a:pt x="332294" y="134348"/>
                  </a:lnTo>
                  <a:lnTo>
                    <a:pt x="333039" y="129083"/>
                  </a:lnTo>
                  <a:lnTo>
                    <a:pt x="333615" y="123796"/>
                  </a:lnTo>
                  <a:lnTo>
                    <a:pt x="334023" y="118494"/>
                  </a:lnTo>
                  <a:lnTo>
                    <a:pt x="167165" y="1083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65" cy="177335"/>
            </a:xfrm>
            <a:custGeom>
              <a:avLst/>
              <a:pathLst>
                <a:path w="167165" h="177335">
                  <a:moveTo>
                    <a:pt x="166857" y="177335"/>
                  </a:moveTo>
                  <a:lnTo>
                    <a:pt x="167100" y="171885"/>
                  </a:lnTo>
                  <a:lnTo>
                    <a:pt x="167165" y="166431"/>
                  </a:lnTo>
                  <a:lnTo>
                    <a:pt x="167052" y="160977"/>
                  </a:lnTo>
                  <a:lnTo>
                    <a:pt x="166761" y="155530"/>
                  </a:lnTo>
                  <a:lnTo>
                    <a:pt x="166293" y="150095"/>
                  </a:lnTo>
                  <a:lnTo>
                    <a:pt x="165647" y="144678"/>
                  </a:lnTo>
                  <a:lnTo>
                    <a:pt x="164825" y="139285"/>
                  </a:lnTo>
                  <a:lnTo>
                    <a:pt x="163828" y="133922"/>
                  </a:lnTo>
                  <a:lnTo>
                    <a:pt x="162656" y="128595"/>
                  </a:lnTo>
                  <a:lnTo>
                    <a:pt x="161311" y="123308"/>
                  </a:lnTo>
                  <a:lnTo>
                    <a:pt x="159794" y="118069"/>
                  </a:lnTo>
                  <a:lnTo>
                    <a:pt x="158107" y="112881"/>
                  </a:lnTo>
                  <a:lnTo>
                    <a:pt x="156252" y="107751"/>
                  </a:lnTo>
                  <a:lnTo>
                    <a:pt x="154230" y="102685"/>
                  </a:lnTo>
                  <a:lnTo>
                    <a:pt x="152044" y="97687"/>
                  </a:lnTo>
                  <a:lnTo>
                    <a:pt x="149696" y="92763"/>
                  </a:lnTo>
                  <a:lnTo>
                    <a:pt x="147189" y="87919"/>
                  </a:lnTo>
                  <a:lnTo>
                    <a:pt x="144525" y="83158"/>
                  </a:lnTo>
                  <a:lnTo>
                    <a:pt x="141707" y="78488"/>
                  </a:lnTo>
                  <a:lnTo>
                    <a:pt x="138738" y="73911"/>
                  </a:lnTo>
                  <a:lnTo>
                    <a:pt x="135621" y="69434"/>
                  </a:lnTo>
                  <a:lnTo>
                    <a:pt x="132360" y="65061"/>
                  </a:lnTo>
                  <a:lnTo>
                    <a:pt x="128959" y="60797"/>
                  </a:lnTo>
                  <a:lnTo>
                    <a:pt x="125419" y="56646"/>
                  </a:lnTo>
                  <a:lnTo>
                    <a:pt x="121747" y="52613"/>
                  </a:lnTo>
                  <a:lnTo>
                    <a:pt x="117944" y="48702"/>
                  </a:lnTo>
                  <a:lnTo>
                    <a:pt x="114016" y="44916"/>
                  </a:lnTo>
                  <a:lnTo>
                    <a:pt x="109967" y="41262"/>
                  </a:lnTo>
                  <a:lnTo>
                    <a:pt x="105800" y="37741"/>
                  </a:lnTo>
                  <a:lnTo>
                    <a:pt x="101521" y="34358"/>
                  </a:lnTo>
                  <a:lnTo>
                    <a:pt x="97134" y="31116"/>
                  </a:lnTo>
                  <a:lnTo>
                    <a:pt x="92643" y="28019"/>
                  </a:lnTo>
                  <a:lnTo>
                    <a:pt x="88054" y="25070"/>
                  </a:lnTo>
                  <a:lnTo>
                    <a:pt x="83371" y="22273"/>
                  </a:lnTo>
                  <a:lnTo>
                    <a:pt x="78599" y="19630"/>
                  </a:lnTo>
                  <a:lnTo>
                    <a:pt x="73743" y="17144"/>
                  </a:lnTo>
                  <a:lnTo>
                    <a:pt x="68809" y="14818"/>
                  </a:lnTo>
                  <a:lnTo>
                    <a:pt x="63802" y="12654"/>
                  </a:lnTo>
                  <a:lnTo>
                    <a:pt x="58726" y="10655"/>
                  </a:lnTo>
                  <a:lnTo>
                    <a:pt x="53588" y="8822"/>
                  </a:lnTo>
                  <a:lnTo>
                    <a:pt x="48394" y="7158"/>
                  </a:lnTo>
                  <a:lnTo>
                    <a:pt x="43147" y="5664"/>
                  </a:lnTo>
                  <a:lnTo>
                    <a:pt x="37855" y="4342"/>
                  </a:lnTo>
                  <a:lnTo>
                    <a:pt x="32522" y="3194"/>
                  </a:lnTo>
                  <a:lnTo>
                    <a:pt x="27155" y="2220"/>
                  </a:lnTo>
                  <a:lnTo>
                    <a:pt x="21758" y="1422"/>
                  </a:lnTo>
                  <a:lnTo>
                    <a:pt x="16339" y="800"/>
                  </a:lnTo>
                  <a:lnTo>
                    <a:pt x="10902" y="355"/>
                  </a:lnTo>
                  <a:lnTo>
                    <a:pt x="545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880" y="3707720"/>
              <a:ext cx="167131" cy="167167"/>
            </a:xfrm>
            <a:custGeom>
              <a:avLst/>
              <a:pathLst>
                <a:path w="167131" h="167167">
                  <a:moveTo>
                    <a:pt x="167131" y="0"/>
                  </a:moveTo>
                  <a:lnTo>
                    <a:pt x="161734" y="87"/>
                  </a:lnTo>
                  <a:lnTo>
                    <a:pt x="156342" y="348"/>
                  </a:lnTo>
                  <a:lnTo>
                    <a:pt x="150962" y="783"/>
                  </a:lnTo>
                  <a:lnTo>
                    <a:pt x="145598" y="1392"/>
                  </a:lnTo>
                  <a:lnTo>
                    <a:pt x="140257" y="2174"/>
                  </a:lnTo>
                  <a:lnTo>
                    <a:pt x="134944" y="3127"/>
                  </a:lnTo>
                  <a:lnTo>
                    <a:pt x="129664" y="4252"/>
                  </a:lnTo>
                  <a:lnTo>
                    <a:pt x="124424" y="5547"/>
                  </a:lnTo>
                  <a:lnTo>
                    <a:pt x="119228" y="7010"/>
                  </a:lnTo>
                  <a:lnTo>
                    <a:pt x="114082" y="8640"/>
                  </a:lnTo>
                  <a:lnTo>
                    <a:pt x="108991" y="10435"/>
                  </a:lnTo>
                  <a:lnTo>
                    <a:pt x="103961" y="12394"/>
                  </a:lnTo>
                  <a:lnTo>
                    <a:pt x="98997" y="14514"/>
                  </a:lnTo>
                  <a:lnTo>
                    <a:pt x="94104" y="16794"/>
                  </a:lnTo>
                  <a:lnTo>
                    <a:pt x="89287" y="19230"/>
                  </a:lnTo>
                  <a:lnTo>
                    <a:pt x="84551" y="21820"/>
                  </a:lnTo>
                  <a:lnTo>
                    <a:pt x="79902" y="24562"/>
                  </a:lnTo>
                  <a:lnTo>
                    <a:pt x="75343" y="27453"/>
                  </a:lnTo>
                  <a:lnTo>
                    <a:pt x="70880" y="30490"/>
                  </a:lnTo>
                  <a:lnTo>
                    <a:pt x="66517" y="33668"/>
                  </a:lnTo>
                  <a:lnTo>
                    <a:pt x="62260" y="36986"/>
                  </a:lnTo>
                  <a:lnTo>
                    <a:pt x="58111" y="40440"/>
                  </a:lnTo>
                  <a:lnTo>
                    <a:pt x="54076" y="44026"/>
                  </a:lnTo>
                  <a:lnTo>
                    <a:pt x="50160" y="47741"/>
                  </a:lnTo>
                  <a:lnTo>
                    <a:pt x="46365" y="51579"/>
                  </a:lnTo>
                  <a:lnTo>
                    <a:pt x="42696" y="55539"/>
                  </a:lnTo>
                  <a:lnTo>
                    <a:pt x="39156" y="59615"/>
                  </a:lnTo>
                  <a:lnTo>
                    <a:pt x="35751" y="63803"/>
                  </a:lnTo>
                  <a:lnTo>
                    <a:pt x="32482" y="68098"/>
                  </a:lnTo>
                  <a:lnTo>
                    <a:pt x="29354" y="72497"/>
                  </a:lnTo>
                  <a:lnTo>
                    <a:pt x="26369" y="76995"/>
                  </a:lnTo>
                  <a:lnTo>
                    <a:pt x="23531" y="81587"/>
                  </a:lnTo>
                  <a:lnTo>
                    <a:pt x="20843" y="86268"/>
                  </a:lnTo>
                  <a:lnTo>
                    <a:pt x="18307" y="91033"/>
                  </a:lnTo>
                  <a:lnTo>
                    <a:pt x="15926" y="95878"/>
                  </a:lnTo>
                  <a:lnTo>
                    <a:pt x="13704" y="100797"/>
                  </a:lnTo>
                  <a:lnTo>
                    <a:pt x="11641" y="105785"/>
                  </a:lnTo>
                  <a:lnTo>
                    <a:pt x="9740" y="110837"/>
                  </a:lnTo>
                  <a:lnTo>
                    <a:pt x="8003" y="115948"/>
                  </a:lnTo>
                  <a:lnTo>
                    <a:pt x="6433" y="121113"/>
                  </a:lnTo>
                  <a:lnTo>
                    <a:pt x="5029" y="126325"/>
                  </a:lnTo>
                  <a:lnTo>
                    <a:pt x="3795" y="131580"/>
                  </a:lnTo>
                  <a:lnTo>
                    <a:pt x="2731" y="136872"/>
                  </a:lnTo>
                  <a:lnTo>
                    <a:pt x="1839" y="142196"/>
                  </a:lnTo>
                  <a:lnTo>
                    <a:pt x="1119" y="147546"/>
                  </a:lnTo>
                  <a:lnTo>
                    <a:pt x="572" y="152916"/>
                  </a:lnTo>
                  <a:lnTo>
                    <a:pt x="199" y="158301"/>
                  </a:lnTo>
                  <a:lnTo>
                    <a:pt x="0" y="163695"/>
                  </a:lnTo>
                  <a:lnTo>
                    <a:pt x="167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53" y="3707733"/>
              <a:ext cx="334321" cy="334317"/>
            </a:xfrm>
            <a:custGeom>
              <a:avLst/>
              <a:pathLst>
                <a:path w="334321" h="334317">
                  <a:moveTo>
                    <a:pt x="26" y="163682"/>
                  </a:moveTo>
                  <a:lnTo>
                    <a:pt x="0" y="168979"/>
                  </a:lnTo>
                  <a:lnTo>
                    <a:pt x="141" y="174273"/>
                  </a:lnTo>
                  <a:lnTo>
                    <a:pt x="451" y="179560"/>
                  </a:lnTo>
                  <a:lnTo>
                    <a:pt x="927" y="184835"/>
                  </a:lnTo>
                  <a:lnTo>
                    <a:pt x="1571" y="190092"/>
                  </a:lnTo>
                  <a:lnTo>
                    <a:pt x="2380" y="195326"/>
                  </a:lnTo>
                  <a:lnTo>
                    <a:pt x="3356" y="200531"/>
                  </a:lnTo>
                  <a:lnTo>
                    <a:pt x="4495" y="205704"/>
                  </a:lnTo>
                  <a:lnTo>
                    <a:pt x="5798" y="210837"/>
                  </a:lnTo>
                  <a:lnTo>
                    <a:pt x="7263" y="215927"/>
                  </a:lnTo>
                  <a:lnTo>
                    <a:pt x="8888" y="220967"/>
                  </a:lnTo>
                  <a:lnTo>
                    <a:pt x="10672" y="225954"/>
                  </a:lnTo>
                  <a:lnTo>
                    <a:pt x="12613" y="230882"/>
                  </a:lnTo>
                  <a:lnTo>
                    <a:pt x="14710" y="235745"/>
                  </a:lnTo>
                  <a:lnTo>
                    <a:pt x="16959" y="240540"/>
                  </a:lnTo>
                  <a:lnTo>
                    <a:pt x="19359" y="245262"/>
                  </a:lnTo>
                  <a:lnTo>
                    <a:pt x="21908" y="249904"/>
                  </a:lnTo>
                  <a:lnTo>
                    <a:pt x="24602" y="254464"/>
                  </a:lnTo>
                  <a:lnTo>
                    <a:pt x="27439" y="258936"/>
                  </a:lnTo>
                  <a:lnTo>
                    <a:pt x="30417" y="263316"/>
                  </a:lnTo>
                  <a:lnTo>
                    <a:pt x="33532" y="267599"/>
                  </a:lnTo>
                  <a:lnTo>
                    <a:pt x="36781" y="271782"/>
                  </a:lnTo>
                  <a:lnTo>
                    <a:pt x="40161" y="275860"/>
                  </a:lnTo>
                  <a:lnTo>
                    <a:pt x="43668" y="279828"/>
                  </a:lnTo>
                  <a:lnTo>
                    <a:pt x="47299" y="283683"/>
                  </a:lnTo>
                  <a:lnTo>
                    <a:pt x="51051" y="287422"/>
                  </a:lnTo>
                  <a:lnTo>
                    <a:pt x="54919" y="291039"/>
                  </a:lnTo>
                  <a:lnTo>
                    <a:pt x="58900" y="294533"/>
                  </a:lnTo>
                  <a:lnTo>
                    <a:pt x="62989" y="297898"/>
                  </a:lnTo>
                  <a:lnTo>
                    <a:pt x="67183" y="301133"/>
                  </a:lnTo>
                  <a:lnTo>
                    <a:pt x="71477" y="304232"/>
                  </a:lnTo>
                  <a:lnTo>
                    <a:pt x="75868" y="307194"/>
                  </a:lnTo>
                  <a:lnTo>
                    <a:pt x="80350" y="310016"/>
                  </a:lnTo>
                  <a:lnTo>
                    <a:pt x="84919" y="312694"/>
                  </a:lnTo>
                  <a:lnTo>
                    <a:pt x="89571" y="315226"/>
                  </a:lnTo>
                  <a:lnTo>
                    <a:pt x="94300" y="317610"/>
                  </a:lnTo>
                  <a:lnTo>
                    <a:pt x="99103" y="319842"/>
                  </a:lnTo>
                  <a:lnTo>
                    <a:pt x="103974" y="321921"/>
                  </a:lnTo>
                  <a:lnTo>
                    <a:pt x="108909" y="323845"/>
                  </a:lnTo>
                  <a:lnTo>
                    <a:pt x="113902" y="325612"/>
                  </a:lnTo>
                  <a:lnTo>
                    <a:pt x="118948" y="327219"/>
                  </a:lnTo>
                  <a:lnTo>
                    <a:pt x="124043" y="328666"/>
                  </a:lnTo>
                  <a:lnTo>
                    <a:pt x="129181" y="329951"/>
                  </a:lnTo>
                  <a:lnTo>
                    <a:pt x="134357" y="331072"/>
                  </a:lnTo>
                  <a:lnTo>
                    <a:pt x="139566" y="332029"/>
                  </a:lnTo>
                  <a:lnTo>
                    <a:pt x="144803" y="332820"/>
                  </a:lnTo>
                  <a:lnTo>
                    <a:pt x="150062" y="333445"/>
                  </a:lnTo>
                  <a:lnTo>
                    <a:pt x="155338" y="333903"/>
                  </a:lnTo>
                  <a:lnTo>
                    <a:pt x="160627" y="334194"/>
                  </a:lnTo>
                  <a:lnTo>
                    <a:pt x="165921" y="334317"/>
                  </a:lnTo>
                  <a:lnTo>
                    <a:pt x="171217" y="334272"/>
                  </a:lnTo>
                  <a:lnTo>
                    <a:pt x="176509" y="334060"/>
                  </a:lnTo>
                  <a:lnTo>
                    <a:pt x="181792" y="333680"/>
                  </a:lnTo>
                  <a:lnTo>
                    <a:pt x="187060" y="333133"/>
                  </a:lnTo>
                  <a:lnTo>
                    <a:pt x="192308" y="332419"/>
                  </a:lnTo>
                  <a:lnTo>
                    <a:pt x="197530" y="331539"/>
                  </a:lnTo>
                  <a:lnTo>
                    <a:pt x="202723" y="330495"/>
                  </a:lnTo>
                  <a:lnTo>
                    <a:pt x="207879" y="329286"/>
                  </a:lnTo>
                  <a:lnTo>
                    <a:pt x="212995" y="327915"/>
                  </a:lnTo>
                  <a:lnTo>
                    <a:pt x="218064" y="326382"/>
                  </a:lnTo>
                  <a:lnTo>
                    <a:pt x="223083" y="324689"/>
                  </a:lnTo>
                  <a:lnTo>
                    <a:pt x="228045" y="322839"/>
                  </a:lnTo>
                  <a:lnTo>
                    <a:pt x="232946" y="320832"/>
                  </a:lnTo>
                  <a:lnTo>
                    <a:pt x="237782" y="318670"/>
                  </a:lnTo>
                  <a:lnTo>
                    <a:pt x="242546" y="316357"/>
                  </a:lnTo>
                  <a:lnTo>
                    <a:pt x="247235" y="313894"/>
                  </a:lnTo>
                  <a:lnTo>
                    <a:pt x="251843" y="311284"/>
                  </a:lnTo>
                  <a:lnTo>
                    <a:pt x="256366" y="308529"/>
                  </a:lnTo>
                  <a:lnTo>
                    <a:pt x="260800" y="305632"/>
                  </a:lnTo>
                  <a:lnTo>
                    <a:pt x="265139" y="302596"/>
                  </a:lnTo>
                  <a:lnTo>
                    <a:pt x="269381" y="299424"/>
                  </a:lnTo>
                  <a:lnTo>
                    <a:pt x="273520" y="296119"/>
                  </a:lnTo>
                  <a:lnTo>
                    <a:pt x="277552" y="292685"/>
                  </a:lnTo>
                  <a:lnTo>
                    <a:pt x="281473" y="289125"/>
                  </a:lnTo>
                  <a:lnTo>
                    <a:pt x="285279" y="285442"/>
                  </a:lnTo>
                  <a:lnTo>
                    <a:pt x="288967" y="281641"/>
                  </a:lnTo>
                  <a:lnTo>
                    <a:pt x="292533" y="277725"/>
                  </a:lnTo>
                  <a:lnTo>
                    <a:pt x="295972" y="273698"/>
                  </a:lnTo>
                  <a:lnTo>
                    <a:pt x="299283" y="269564"/>
                  </a:lnTo>
                  <a:lnTo>
                    <a:pt x="302461" y="265327"/>
                  </a:lnTo>
                  <a:lnTo>
                    <a:pt x="305503" y="260991"/>
                  </a:lnTo>
                  <a:lnTo>
                    <a:pt x="308406" y="256562"/>
                  </a:lnTo>
                  <a:lnTo>
                    <a:pt x="311167" y="252042"/>
                  </a:lnTo>
                  <a:lnTo>
                    <a:pt x="313784" y="247438"/>
                  </a:lnTo>
                  <a:lnTo>
                    <a:pt x="316254" y="242753"/>
                  </a:lnTo>
                  <a:lnTo>
                    <a:pt x="318574" y="237991"/>
                  </a:lnTo>
                  <a:lnTo>
                    <a:pt x="320742" y="233159"/>
                  </a:lnTo>
                  <a:lnTo>
                    <a:pt x="322756" y="228261"/>
                  </a:lnTo>
                  <a:lnTo>
                    <a:pt x="324613" y="223301"/>
                  </a:lnTo>
                  <a:lnTo>
                    <a:pt x="326313" y="218285"/>
                  </a:lnTo>
                  <a:lnTo>
                    <a:pt x="327853" y="213218"/>
                  </a:lnTo>
                  <a:lnTo>
                    <a:pt x="329231" y="208104"/>
                  </a:lnTo>
                  <a:lnTo>
                    <a:pt x="330447" y="202949"/>
                  </a:lnTo>
                  <a:lnTo>
                    <a:pt x="331499" y="197758"/>
                  </a:lnTo>
                  <a:lnTo>
                    <a:pt x="332386" y="192537"/>
                  </a:lnTo>
                  <a:lnTo>
                    <a:pt x="333107" y="187290"/>
                  </a:lnTo>
                  <a:lnTo>
                    <a:pt x="333662" y="182023"/>
                  </a:lnTo>
                  <a:lnTo>
                    <a:pt x="334049" y="176741"/>
                  </a:lnTo>
                  <a:lnTo>
                    <a:pt x="334269" y="171449"/>
                  </a:lnTo>
                  <a:lnTo>
                    <a:pt x="334321" y="166153"/>
                  </a:lnTo>
                  <a:lnTo>
                    <a:pt x="334206" y="160858"/>
                  </a:lnTo>
                  <a:lnTo>
                    <a:pt x="333923" y="155570"/>
                  </a:lnTo>
                  <a:lnTo>
                    <a:pt x="333472" y="150293"/>
                  </a:lnTo>
                  <a:lnTo>
                    <a:pt x="332854" y="145033"/>
                  </a:lnTo>
                  <a:lnTo>
                    <a:pt x="332070" y="139795"/>
                  </a:lnTo>
                  <a:lnTo>
                    <a:pt x="331121" y="134584"/>
                  </a:lnTo>
                  <a:lnTo>
                    <a:pt x="330007" y="129407"/>
                  </a:lnTo>
                  <a:lnTo>
                    <a:pt x="328729" y="124267"/>
                  </a:lnTo>
                  <a:lnTo>
                    <a:pt x="327290" y="119170"/>
                  </a:lnTo>
                  <a:lnTo>
                    <a:pt x="325689" y="114121"/>
                  </a:lnTo>
                  <a:lnTo>
                    <a:pt x="323930" y="109126"/>
                  </a:lnTo>
                  <a:lnTo>
                    <a:pt x="322013" y="104189"/>
                  </a:lnTo>
                  <a:lnTo>
                    <a:pt x="319940" y="99315"/>
                  </a:lnTo>
                  <a:lnTo>
                    <a:pt x="317715" y="94509"/>
                  </a:lnTo>
                  <a:lnTo>
                    <a:pt x="315338" y="89776"/>
                  </a:lnTo>
                  <a:lnTo>
                    <a:pt x="312812" y="85121"/>
                  </a:lnTo>
                  <a:lnTo>
                    <a:pt x="310140" y="80548"/>
                  </a:lnTo>
                  <a:lnTo>
                    <a:pt x="307325" y="76062"/>
                  </a:lnTo>
                  <a:lnTo>
                    <a:pt x="304369" y="71667"/>
                  </a:lnTo>
                  <a:lnTo>
                    <a:pt x="301275" y="67369"/>
                  </a:lnTo>
                  <a:lnTo>
                    <a:pt x="298047" y="63170"/>
                  </a:lnTo>
                  <a:lnTo>
                    <a:pt x="294687" y="59076"/>
                  </a:lnTo>
                  <a:lnTo>
                    <a:pt x="291200" y="55090"/>
                  </a:lnTo>
                  <a:lnTo>
                    <a:pt x="287587" y="51217"/>
                  </a:lnTo>
                  <a:lnTo>
                    <a:pt x="283854" y="47460"/>
                  </a:lnTo>
                  <a:lnTo>
                    <a:pt x="280004" y="43823"/>
                  </a:lnTo>
                  <a:lnTo>
                    <a:pt x="276040" y="40311"/>
                  </a:lnTo>
                  <a:lnTo>
                    <a:pt x="271968" y="36925"/>
                  </a:lnTo>
                  <a:lnTo>
                    <a:pt x="267790" y="33670"/>
                  </a:lnTo>
                  <a:lnTo>
                    <a:pt x="263511" y="30549"/>
                  </a:lnTo>
                  <a:lnTo>
                    <a:pt x="259135" y="27565"/>
                  </a:lnTo>
                  <a:lnTo>
                    <a:pt x="254667" y="24722"/>
                  </a:lnTo>
                  <a:lnTo>
                    <a:pt x="250111" y="22021"/>
                  </a:lnTo>
                  <a:lnTo>
                    <a:pt x="245472" y="19466"/>
                  </a:lnTo>
                  <a:lnTo>
                    <a:pt x="240754" y="17059"/>
                  </a:lnTo>
                  <a:lnTo>
                    <a:pt x="235962" y="14803"/>
                  </a:lnTo>
                  <a:lnTo>
                    <a:pt x="231101" y="12700"/>
                  </a:lnTo>
                  <a:lnTo>
                    <a:pt x="226176" y="10752"/>
                  </a:lnTo>
                  <a:lnTo>
                    <a:pt x="221192" y="8961"/>
                  </a:lnTo>
                  <a:lnTo>
                    <a:pt x="216154" y="7329"/>
                  </a:lnTo>
                  <a:lnTo>
                    <a:pt x="211066" y="5857"/>
                  </a:lnTo>
                  <a:lnTo>
                    <a:pt x="205935" y="4547"/>
                  </a:lnTo>
                  <a:lnTo>
                    <a:pt x="200764" y="3400"/>
                  </a:lnTo>
                  <a:lnTo>
                    <a:pt x="195560" y="2417"/>
                  </a:lnTo>
                  <a:lnTo>
                    <a:pt x="190327" y="1600"/>
                  </a:lnTo>
                  <a:lnTo>
                    <a:pt x="185071" y="949"/>
                  </a:lnTo>
                  <a:lnTo>
                    <a:pt x="179797" y="465"/>
                  </a:lnTo>
                  <a:lnTo>
                    <a:pt x="174510" y="149"/>
                  </a:lnTo>
                  <a:lnTo>
                    <a:pt x="169216" y="0"/>
                  </a:lnTo>
                  <a:lnTo>
                    <a:pt x="167157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2058" cy="167167"/>
            </a:xfrm>
            <a:custGeom>
              <a:avLst/>
              <a:pathLst>
                <a:path w="2058" h="167167">
                  <a:moveTo>
                    <a:pt x="2058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2025-06-05T15:15:45Z</dcterms:modified>
  <cp:category/>
</cp:coreProperties>
</file>