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001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179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54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8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67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7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1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10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090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8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6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0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0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0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05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14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507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67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58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1292" y="3170392"/>
              <a:ext cx="2486" cy="167167"/>
            </a:xfrm>
            <a:custGeom>
              <a:avLst/>
              <a:pathLst>
                <a:path w="2486" h="167167">
                  <a:moveTo>
                    <a:pt x="2486" y="0"/>
                  </a:moveTo>
                  <a:lnTo>
                    <a:pt x="0" y="18"/>
                  </a:lnTo>
                  <a:lnTo>
                    <a:pt x="24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18" y="3170411"/>
              <a:ext cx="334324" cy="334316"/>
            </a:xfrm>
            <a:custGeom>
              <a:avLst/>
              <a:pathLst>
                <a:path w="334324" h="334316">
                  <a:moveTo>
                    <a:pt x="164674" y="0"/>
                  </a:moveTo>
                  <a:lnTo>
                    <a:pt x="159398" y="161"/>
                  </a:lnTo>
                  <a:lnTo>
                    <a:pt x="154130" y="490"/>
                  </a:lnTo>
                  <a:lnTo>
                    <a:pt x="148876" y="984"/>
                  </a:lnTo>
                  <a:lnTo>
                    <a:pt x="143639" y="1644"/>
                  </a:lnTo>
                  <a:lnTo>
                    <a:pt x="138426" y="2469"/>
                  </a:lnTo>
                  <a:lnTo>
                    <a:pt x="133241" y="3458"/>
                  </a:lnTo>
                  <a:lnTo>
                    <a:pt x="128090" y="4611"/>
                  </a:lnTo>
                  <a:lnTo>
                    <a:pt x="122979" y="5925"/>
                  </a:lnTo>
                  <a:lnTo>
                    <a:pt x="117911" y="7400"/>
                  </a:lnTo>
                  <a:lnTo>
                    <a:pt x="112892" y="9035"/>
                  </a:lnTo>
                  <a:lnTo>
                    <a:pt x="107928" y="10827"/>
                  </a:lnTo>
                  <a:lnTo>
                    <a:pt x="103022" y="12775"/>
                  </a:lnTo>
                  <a:lnTo>
                    <a:pt x="98181" y="14877"/>
                  </a:lnTo>
                  <a:lnTo>
                    <a:pt x="93408" y="17130"/>
                  </a:lnTo>
                  <a:lnTo>
                    <a:pt x="88709" y="19533"/>
                  </a:lnTo>
                  <a:lnTo>
                    <a:pt x="84088" y="22083"/>
                  </a:lnTo>
                  <a:lnTo>
                    <a:pt x="79549" y="24778"/>
                  </a:lnTo>
                  <a:lnTo>
                    <a:pt x="75099" y="27615"/>
                  </a:lnTo>
                  <a:lnTo>
                    <a:pt x="70739" y="30591"/>
                  </a:lnTo>
                  <a:lnTo>
                    <a:pt x="66476" y="33703"/>
                  </a:lnTo>
                  <a:lnTo>
                    <a:pt x="62314" y="36948"/>
                  </a:lnTo>
                  <a:lnTo>
                    <a:pt x="58256" y="40323"/>
                  </a:lnTo>
                  <a:lnTo>
                    <a:pt x="54306" y="43824"/>
                  </a:lnTo>
                  <a:lnTo>
                    <a:pt x="50469" y="47449"/>
                  </a:lnTo>
                  <a:lnTo>
                    <a:pt x="46748" y="51192"/>
                  </a:lnTo>
                  <a:lnTo>
                    <a:pt x="43148" y="55051"/>
                  </a:lnTo>
                  <a:lnTo>
                    <a:pt x="39671" y="59022"/>
                  </a:lnTo>
                  <a:lnTo>
                    <a:pt x="36321" y="63101"/>
                  </a:lnTo>
                  <a:lnTo>
                    <a:pt x="33101" y="67283"/>
                  </a:lnTo>
                  <a:lnTo>
                    <a:pt x="30015" y="71565"/>
                  </a:lnTo>
                  <a:lnTo>
                    <a:pt x="27066" y="75943"/>
                  </a:lnTo>
                  <a:lnTo>
                    <a:pt x="24257" y="80411"/>
                  </a:lnTo>
                  <a:lnTo>
                    <a:pt x="21590" y="84965"/>
                  </a:lnTo>
                  <a:lnTo>
                    <a:pt x="19068" y="89602"/>
                  </a:lnTo>
                  <a:lnTo>
                    <a:pt x="16693" y="94316"/>
                  </a:lnTo>
                  <a:lnTo>
                    <a:pt x="14469" y="99102"/>
                  </a:lnTo>
                  <a:lnTo>
                    <a:pt x="12397" y="103957"/>
                  </a:lnTo>
                  <a:lnTo>
                    <a:pt x="10479" y="108874"/>
                  </a:lnTo>
                  <a:lnTo>
                    <a:pt x="8718" y="113849"/>
                  </a:lnTo>
                  <a:lnTo>
                    <a:pt x="7114" y="118878"/>
                  </a:lnTo>
                  <a:lnTo>
                    <a:pt x="5670" y="123955"/>
                  </a:lnTo>
                  <a:lnTo>
                    <a:pt x="4387" y="129074"/>
                  </a:lnTo>
                  <a:lnTo>
                    <a:pt x="3266" y="134232"/>
                  </a:lnTo>
                  <a:lnTo>
                    <a:pt x="2308" y="139423"/>
                  </a:lnTo>
                  <a:lnTo>
                    <a:pt x="1515" y="144641"/>
                  </a:lnTo>
                  <a:lnTo>
                    <a:pt x="887" y="149881"/>
                  </a:lnTo>
                  <a:lnTo>
                    <a:pt x="425" y="155139"/>
                  </a:lnTo>
                  <a:lnTo>
                    <a:pt x="129" y="160409"/>
                  </a:lnTo>
                  <a:lnTo>
                    <a:pt x="0" y="165685"/>
                  </a:lnTo>
                  <a:lnTo>
                    <a:pt x="37" y="170963"/>
                  </a:lnTo>
                  <a:lnTo>
                    <a:pt x="240" y="176237"/>
                  </a:lnTo>
                  <a:lnTo>
                    <a:pt x="610" y="181502"/>
                  </a:lnTo>
                  <a:lnTo>
                    <a:pt x="1147" y="186753"/>
                  </a:lnTo>
                  <a:lnTo>
                    <a:pt x="1848" y="191984"/>
                  </a:lnTo>
                  <a:lnTo>
                    <a:pt x="2715" y="197191"/>
                  </a:lnTo>
                  <a:lnTo>
                    <a:pt x="3745" y="202367"/>
                  </a:lnTo>
                  <a:lnTo>
                    <a:pt x="4938" y="207509"/>
                  </a:lnTo>
                  <a:lnTo>
                    <a:pt x="6294" y="212610"/>
                  </a:lnTo>
                  <a:lnTo>
                    <a:pt x="7809" y="217666"/>
                  </a:lnTo>
                  <a:lnTo>
                    <a:pt x="9483" y="222671"/>
                  </a:lnTo>
                  <a:lnTo>
                    <a:pt x="11315" y="227621"/>
                  </a:lnTo>
                  <a:lnTo>
                    <a:pt x="13301" y="232511"/>
                  </a:lnTo>
                  <a:lnTo>
                    <a:pt x="15442" y="237336"/>
                  </a:lnTo>
                  <a:lnTo>
                    <a:pt x="17733" y="242091"/>
                  </a:lnTo>
                  <a:lnTo>
                    <a:pt x="20173" y="246771"/>
                  </a:lnTo>
                  <a:lnTo>
                    <a:pt x="22760" y="251371"/>
                  </a:lnTo>
                  <a:lnTo>
                    <a:pt x="25491" y="255888"/>
                  </a:lnTo>
                  <a:lnTo>
                    <a:pt x="28363" y="260316"/>
                  </a:lnTo>
                  <a:lnTo>
                    <a:pt x="31374" y="264652"/>
                  </a:lnTo>
                  <a:lnTo>
                    <a:pt x="34519" y="268890"/>
                  </a:lnTo>
                  <a:lnTo>
                    <a:pt x="37797" y="273026"/>
                  </a:lnTo>
                  <a:lnTo>
                    <a:pt x="41205" y="277058"/>
                  </a:lnTo>
                  <a:lnTo>
                    <a:pt x="44737" y="280979"/>
                  </a:lnTo>
                  <a:lnTo>
                    <a:pt x="48392" y="284787"/>
                  </a:lnTo>
                  <a:lnTo>
                    <a:pt x="52165" y="288478"/>
                  </a:lnTo>
                  <a:lnTo>
                    <a:pt x="56052" y="292048"/>
                  </a:lnTo>
                  <a:lnTo>
                    <a:pt x="60051" y="295493"/>
                  </a:lnTo>
                  <a:lnTo>
                    <a:pt x="64156" y="298811"/>
                  </a:lnTo>
                  <a:lnTo>
                    <a:pt x="68364" y="301997"/>
                  </a:lnTo>
                  <a:lnTo>
                    <a:pt x="72670" y="305049"/>
                  </a:lnTo>
                  <a:lnTo>
                    <a:pt x="77071" y="307963"/>
                  </a:lnTo>
                  <a:lnTo>
                    <a:pt x="81561" y="310737"/>
                  </a:lnTo>
                  <a:lnTo>
                    <a:pt x="86137" y="313368"/>
                  </a:lnTo>
                  <a:lnTo>
                    <a:pt x="90793" y="315853"/>
                  </a:lnTo>
                  <a:lnTo>
                    <a:pt x="95526" y="318190"/>
                  </a:lnTo>
                  <a:lnTo>
                    <a:pt x="100330" y="320376"/>
                  </a:lnTo>
                  <a:lnTo>
                    <a:pt x="105201" y="322409"/>
                  </a:lnTo>
                  <a:lnTo>
                    <a:pt x="110133" y="324288"/>
                  </a:lnTo>
                  <a:lnTo>
                    <a:pt x="115122" y="326010"/>
                  </a:lnTo>
                  <a:lnTo>
                    <a:pt x="120163" y="327574"/>
                  </a:lnTo>
                  <a:lnTo>
                    <a:pt x="125251" y="328977"/>
                  </a:lnTo>
                  <a:lnTo>
                    <a:pt x="130381" y="330220"/>
                  </a:lnTo>
                  <a:lnTo>
                    <a:pt x="135548" y="331300"/>
                  </a:lnTo>
                  <a:lnTo>
                    <a:pt x="140745" y="332216"/>
                  </a:lnTo>
                  <a:lnTo>
                    <a:pt x="145970" y="332967"/>
                  </a:lnTo>
                  <a:lnTo>
                    <a:pt x="151215" y="333554"/>
                  </a:lnTo>
                  <a:lnTo>
                    <a:pt x="156476" y="333974"/>
                  </a:lnTo>
                  <a:lnTo>
                    <a:pt x="161748" y="334228"/>
                  </a:lnTo>
                  <a:lnTo>
                    <a:pt x="167026" y="334316"/>
                  </a:lnTo>
                  <a:lnTo>
                    <a:pt x="172303" y="334237"/>
                  </a:lnTo>
                  <a:lnTo>
                    <a:pt x="177576" y="333991"/>
                  </a:lnTo>
                  <a:lnTo>
                    <a:pt x="182837" y="333579"/>
                  </a:lnTo>
                  <a:lnTo>
                    <a:pt x="188084" y="333001"/>
                  </a:lnTo>
                  <a:lnTo>
                    <a:pt x="193309" y="332258"/>
                  </a:lnTo>
                  <a:lnTo>
                    <a:pt x="198509" y="331350"/>
                  </a:lnTo>
                  <a:lnTo>
                    <a:pt x="203677" y="330279"/>
                  </a:lnTo>
                  <a:lnTo>
                    <a:pt x="208809" y="329045"/>
                  </a:lnTo>
                  <a:lnTo>
                    <a:pt x="213899" y="327649"/>
                  </a:lnTo>
                  <a:lnTo>
                    <a:pt x="218943" y="326094"/>
                  </a:lnTo>
                  <a:lnTo>
                    <a:pt x="223935" y="324380"/>
                  </a:lnTo>
                  <a:lnTo>
                    <a:pt x="228870" y="322509"/>
                  </a:lnTo>
                  <a:lnTo>
                    <a:pt x="233744" y="320483"/>
                  </a:lnTo>
                  <a:lnTo>
                    <a:pt x="238551" y="318305"/>
                  </a:lnTo>
                  <a:lnTo>
                    <a:pt x="243288" y="315976"/>
                  </a:lnTo>
                  <a:lnTo>
                    <a:pt x="247948" y="313498"/>
                  </a:lnTo>
                  <a:lnTo>
                    <a:pt x="252528" y="310875"/>
                  </a:lnTo>
                  <a:lnTo>
                    <a:pt x="257023" y="308108"/>
                  </a:lnTo>
                  <a:lnTo>
                    <a:pt x="261428" y="305201"/>
                  </a:lnTo>
                  <a:lnTo>
                    <a:pt x="265740" y="302156"/>
                  </a:lnTo>
                  <a:lnTo>
                    <a:pt x="269953" y="298977"/>
                  </a:lnTo>
                  <a:lnTo>
                    <a:pt x="274063" y="295666"/>
                  </a:lnTo>
                  <a:lnTo>
                    <a:pt x="278067" y="292227"/>
                  </a:lnTo>
                  <a:lnTo>
                    <a:pt x="281961" y="288664"/>
                  </a:lnTo>
                  <a:lnTo>
                    <a:pt x="285739" y="284979"/>
                  </a:lnTo>
                  <a:lnTo>
                    <a:pt x="289400" y="281177"/>
                  </a:lnTo>
                  <a:lnTo>
                    <a:pt x="292939" y="277261"/>
                  </a:lnTo>
                  <a:lnTo>
                    <a:pt x="296353" y="273235"/>
                  </a:lnTo>
                  <a:lnTo>
                    <a:pt x="299637" y="269104"/>
                  </a:lnTo>
                  <a:lnTo>
                    <a:pt x="302790" y="264871"/>
                  </a:lnTo>
                  <a:lnTo>
                    <a:pt x="305807" y="260540"/>
                  </a:lnTo>
                  <a:lnTo>
                    <a:pt x="308687" y="256116"/>
                  </a:lnTo>
                  <a:lnTo>
                    <a:pt x="311425" y="251604"/>
                  </a:lnTo>
                  <a:lnTo>
                    <a:pt x="314019" y="247008"/>
                  </a:lnTo>
                  <a:lnTo>
                    <a:pt x="316467" y="242332"/>
                  </a:lnTo>
                  <a:lnTo>
                    <a:pt x="318766" y="237581"/>
                  </a:lnTo>
                  <a:lnTo>
                    <a:pt x="320914" y="232759"/>
                  </a:lnTo>
                  <a:lnTo>
                    <a:pt x="322909" y="227873"/>
                  </a:lnTo>
                  <a:lnTo>
                    <a:pt x="324748" y="222926"/>
                  </a:lnTo>
                  <a:lnTo>
                    <a:pt x="326430" y="217923"/>
                  </a:lnTo>
                  <a:lnTo>
                    <a:pt x="327954" y="212869"/>
                  </a:lnTo>
                  <a:lnTo>
                    <a:pt x="329317" y="207770"/>
                  </a:lnTo>
                  <a:lnTo>
                    <a:pt x="330519" y="202631"/>
                  </a:lnTo>
                  <a:lnTo>
                    <a:pt x="331558" y="197456"/>
                  </a:lnTo>
                  <a:lnTo>
                    <a:pt x="332432" y="192251"/>
                  </a:lnTo>
                  <a:lnTo>
                    <a:pt x="333143" y="187021"/>
                  </a:lnTo>
                  <a:lnTo>
                    <a:pt x="333687" y="181771"/>
                  </a:lnTo>
                  <a:lnTo>
                    <a:pt x="334066" y="176507"/>
                  </a:lnTo>
                  <a:lnTo>
                    <a:pt x="334278" y="171233"/>
                  </a:lnTo>
                  <a:lnTo>
                    <a:pt x="334324" y="165955"/>
                  </a:lnTo>
                  <a:lnTo>
                    <a:pt x="334203" y="160678"/>
                  </a:lnTo>
                  <a:lnTo>
                    <a:pt x="333915" y="155408"/>
                  </a:lnTo>
                  <a:lnTo>
                    <a:pt x="333461" y="150150"/>
                  </a:lnTo>
                  <a:lnTo>
                    <a:pt x="332842" y="144908"/>
                  </a:lnTo>
                  <a:lnTo>
                    <a:pt x="332057" y="139689"/>
                  </a:lnTo>
                  <a:lnTo>
                    <a:pt x="331108" y="134497"/>
                  </a:lnTo>
                  <a:lnTo>
                    <a:pt x="329996" y="129337"/>
                  </a:lnTo>
                  <a:lnTo>
                    <a:pt x="328721" y="124215"/>
                  </a:lnTo>
                  <a:lnTo>
                    <a:pt x="327285" y="119136"/>
                  </a:lnTo>
                  <a:lnTo>
                    <a:pt x="325689" y="114105"/>
                  </a:lnTo>
                  <a:lnTo>
                    <a:pt x="323936" y="109127"/>
                  </a:lnTo>
                  <a:lnTo>
                    <a:pt x="322026" y="104206"/>
                  </a:lnTo>
                  <a:lnTo>
                    <a:pt x="319962" y="99349"/>
                  </a:lnTo>
                  <a:lnTo>
                    <a:pt x="317745" y="94559"/>
                  </a:lnTo>
                  <a:lnTo>
                    <a:pt x="315378" y="89841"/>
                  </a:lnTo>
                  <a:lnTo>
                    <a:pt x="312864" y="85200"/>
                  </a:lnTo>
                  <a:lnTo>
                    <a:pt x="310204" y="80641"/>
                  </a:lnTo>
                  <a:lnTo>
                    <a:pt x="307402" y="76169"/>
                  </a:lnTo>
                  <a:lnTo>
                    <a:pt x="304460" y="71787"/>
                  </a:lnTo>
                  <a:lnTo>
                    <a:pt x="301381" y="67500"/>
                  </a:lnTo>
                  <a:lnTo>
                    <a:pt x="298168" y="63312"/>
                  </a:lnTo>
                  <a:lnTo>
                    <a:pt x="294825" y="59228"/>
                  </a:lnTo>
                  <a:lnTo>
                    <a:pt x="291354" y="55252"/>
                  </a:lnTo>
                  <a:lnTo>
                    <a:pt x="287760" y="51387"/>
                  </a:lnTo>
                  <a:lnTo>
                    <a:pt x="284045" y="47637"/>
                  </a:lnTo>
                  <a:lnTo>
                    <a:pt x="280214" y="44007"/>
                  </a:lnTo>
                  <a:lnTo>
                    <a:pt x="276270" y="40499"/>
                  </a:lnTo>
                  <a:lnTo>
                    <a:pt x="272217" y="37117"/>
                  </a:lnTo>
                  <a:lnTo>
                    <a:pt x="268060" y="33866"/>
                  </a:lnTo>
                  <a:lnTo>
                    <a:pt x="263802" y="30747"/>
                  </a:lnTo>
                  <a:lnTo>
                    <a:pt x="259448" y="27764"/>
                  </a:lnTo>
                  <a:lnTo>
                    <a:pt x="255001" y="24920"/>
                  </a:lnTo>
                  <a:lnTo>
                    <a:pt x="250467" y="22218"/>
                  </a:lnTo>
                  <a:lnTo>
                    <a:pt x="245850" y="19660"/>
                  </a:lnTo>
                  <a:lnTo>
                    <a:pt x="241155" y="17249"/>
                  </a:lnTo>
                  <a:lnTo>
                    <a:pt x="236386" y="14988"/>
                  </a:lnTo>
                  <a:lnTo>
                    <a:pt x="231548" y="12878"/>
                  </a:lnTo>
                  <a:lnTo>
                    <a:pt x="226645" y="10923"/>
                  </a:lnTo>
                  <a:lnTo>
                    <a:pt x="221684" y="9123"/>
                  </a:lnTo>
                  <a:lnTo>
                    <a:pt x="216668" y="7480"/>
                  </a:lnTo>
                  <a:lnTo>
                    <a:pt x="211602" y="5997"/>
                  </a:lnTo>
                  <a:lnTo>
                    <a:pt x="206493" y="4674"/>
                  </a:lnTo>
                  <a:lnTo>
                    <a:pt x="201344" y="3513"/>
                  </a:lnTo>
                  <a:lnTo>
                    <a:pt x="196161" y="2516"/>
                  </a:lnTo>
                  <a:lnTo>
                    <a:pt x="190949" y="1682"/>
                  </a:lnTo>
                  <a:lnTo>
                    <a:pt x="185714" y="1014"/>
                  </a:lnTo>
                  <a:lnTo>
                    <a:pt x="180460" y="511"/>
                  </a:lnTo>
                  <a:lnTo>
                    <a:pt x="175192" y="174"/>
                  </a:lnTo>
                  <a:lnTo>
                    <a:pt x="169917" y="4"/>
                  </a:lnTo>
                  <a:lnTo>
                    <a:pt x="167161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2756" cy="167167"/>
            </a:xfrm>
            <a:custGeom>
              <a:avLst/>
              <a:pathLst>
                <a:path w="2756" h="167167">
                  <a:moveTo>
                    <a:pt x="2756" y="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86207" y="2633064"/>
              <a:ext cx="32803" cy="167167"/>
            </a:xfrm>
            <a:custGeom>
              <a:avLst/>
              <a:pathLst>
                <a:path w="32803" h="167167">
                  <a:moveTo>
                    <a:pt x="32803" y="0"/>
                  </a:moveTo>
                  <a:lnTo>
                    <a:pt x="26201" y="130"/>
                  </a:lnTo>
                  <a:lnTo>
                    <a:pt x="19610" y="521"/>
                  </a:lnTo>
                  <a:lnTo>
                    <a:pt x="13039" y="1172"/>
                  </a:lnTo>
                  <a:lnTo>
                    <a:pt x="6499" y="2082"/>
                  </a:lnTo>
                  <a:lnTo>
                    <a:pt x="0" y="3250"/>
                  </a:lnTo>
                  <a:lnTo>
                    <a:pt x="328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207" y="2636314"/>
              <a:ext cx="32803" cy="163917"/>
            </a:xfrm>
            <a:custGeom>
              <a:avLst/>
              <a:pathLst>
                <a:path w="32803" h="163917">
                  <a:moveTo>
                    <a:pt x="0" y="0"/>
                  </a:moveTo>
                  <a:lnTo>
                    <a:pt x="32803" y="1639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60" y="2636314"/>
              <a:ext cx="334315" cy="331083"/>
            </a:xfrm>
            <a:custGeom>
              <a:avLst/>
              <a:pathLst>
                <a:path w="334315" h="331083">
                  <a:moveTo>
                    <a:pt x="134347" y="0"/>
                  </a:moveTo>
                  <a:lnTo>
                    <a:pt x="129182" y="1118"/>
                  </a:lnTo>
                  <a:lnTo>
                    <a:pt x="124056" y="2400"/>
                  </a:lnTo>
                  <a:lnTo>
                    <a:pt x="118972" y="3842"/>
                  </a:lnTo>
                  <a:lnTo>
                    <a:pt x="113937" y="5445"/>
                  </a:lnTo>
                  <a:lnTo>
                    <a:pt x="108955" y="7206"/>
                  </a:lnTo>
                  <a:lnTo>
                    <a:pt x="104030" y="9124"/>
                  </a:lnTo>
                  <a:lnTo>
                    <a:pt x="99169" y="11196"/>
                  </a:lnTo>
                  <a:lnTo>
                    <a:pt x="94376" y="13421"/>
                  </a:lnTo>
                  <a:lnTo>
                    <a:pt x="89656" y="15797"/>
                  </a:lnTo>
                  <a:lnTo>
                    <a:pt x="85013" y="18320"/>
                  </a:lnTo>
                  <a:lnTo>
                    <a:pt x="80452" y="20989"/>
                  </a:lnTo>
                  <a:lnTo>
                    <a:pt x="75978" y="23801"/>
                  </a:lnTo>
                  <a:lnTo>
                    <a:pt x="71595" y="26753"/>
                  </a:lnTo>
                  <a:lnTo>
                    <a:pt x="67307" y="29841"/>
                  </a:lnTo>
                  <a:lnTo>
                    <a:pt x="63119" y="33064"/>
                  </a:lnTo>
                  <a:lnTo>
                    <a:pt x="59035" y="36418"/>
                  </a:lnTo>
                  <a:lnTo>
                    <a:pt x="55060" y="39898"/>
                  </a:lnTo>
                  <a:lnTo>
                    <a:pt x="51196" y="43503"/>
                  </a:lnTo>
                  <a:lnTo>
                    <a:pt x="47448" y="47229"/>
                  </a:lnTo>
                  <a:lnTo>
                    <a:pt x="43819" y="51070"/>
                  </a:lnTo>
                  <a:lnTo>
                    <a:pt x="40314" y="55025"/>
                  </a:lnTo>
                  <a:lnTo>
                    <a:pt x="36936" y="59088"/>
                  </a:lnTo>
                  <a:lnTo>
                    <a:pt x="33688" y="63256"/>
                  </a:lnTo>
                  <a:lnTo>
                    <a:pt x="30573" y="67525"/>
                  </a:lnTo>
                  <a:lnTo>
                    <a:pt x="27594" y="71890"/>
                  </a:lnTo>
                  <a:lnTo>
                    <a:pt x="24755" y="76347"/>
                  </a:lnTo>
                  <a:lnTo>
                    <a:pt x="22058" y="80891"/>
                  </a:lnTo>
                  <a:lnTo>
                    <a:pt x="19507" y="85519"/>
                  </a:lnTo>
                  <a:lnTo>
                    <a:pt x="17103" y="90225"/>
                  </a:lnTo>
                  <a:lnTo>
                    <a:pt x="14848" y="95004"/>
                  </a:lnTo>
                  <a:lnTo>
                    <a:pt x="12746" y="99852"/>
                  </a:lnTo>
                  <a:lnTo>
                    <a:pt x="10799" y="104765"/>
                  </a:lnTo>
                  <a:lnTo>
                    <a:pt x="9007" y="109736"/>
                  </a:lnTo>
                  <a:lnTo>
                    <a:pt x="7374" y="114762"/>
                  </a:lnTo>
                  <a:lnTo>
                    <a:pt x="5900" y="119836"/>
                  </a:lnTo>
                  <a:lnTo>
                    <a:pt x="4587" y="124955"/>
                  </a:lnTo>
                  <a:lnTo>
                    <a:pt x="3437" y="130113"/>
                  </a:lnTo>
                  <a:lnTo>
                    <a:pt x="2450" y="135304"/>
                  </a:lnTo>
                  <a:lnTo>
                    <a:pt x="1628" y="140524"/>
                  </a:lnTo>
                  <a:lnTo>
                    <a:pt x="971" y="145767"/>
                  </a:lnTo>
                  <a:lnTo>
                    <a:pt x="481" y="151029"/>
                  </a:lnTo>
                  <a:lnTo>
                    <a:pt x="157" y="156303"/>
                  </a:lnTo>
                  <a:lnTo>
                    <a:pt x="0" y="161585"/>
                  </a:lnTo>
                  <a:lnTo>
                    <a:pt x="9" y="166870"/>
                  </a:lnTo>
                  <a:lnTo>
                    <a:pt x="186" y="172151"/>
                  </a:lnTo>
                  <a:lnTo>
                    <a:pt x="530" y="177424"/>
                  </a:lnTo>
                  <a:lnTo>
                    <a:pt x="1040" y="182684"/>
                  </a:lnTo>
                  <a:lnTo>
                    <a:pt x="1716" y="187925"/>
                  </a:lnTo>
                  <a:lnTo>
                    <a:pt x="2558" y="193142"/>
                  </a:lnTo>
                  <a:lnTo>
                    <a:pt x="3564" y="198329"/>
                  </a:lnTo>
                  <a:lnTo>
                    <a:pt x="4733" y="203483"/>
                  </a:lnTo>
                  <a:lnTo>
                    <a:pt x="6065" y="208597"/>
                  </a:lnTo>
                  <a:lnTo>
                    <a:pt x="7557" y="213666"/>
                  </a:lnTo>
                  <a:lnTo>
                    <a:pt x="9210" y="218685"/>
                  </a:lnTo>
                  <a:lnTo>
                    <a:pt x="11020" y="223650"/>
                  </a:lnTo>
                  <a:lnTo>
                    <a:pt x="12986" y="228555"/>
                  </a:lnTo>
                  <a:lnTo>
                    <a:pt x="15106" y="233395"/>
                  </a:lnTo>
                  <a:lnTo>
                    <a:pt x="17378" y="238166"/>
                  </a:lnTo>
                  <a:lnTo>
                    <a:pt x="19799" y="242863"/>
                  </a:lnTo>
                  <a:lnTo>
                    <a:pt x="22368" y="247481"/>
                  </a:lnTo>
                  <a:lnTo>
                    <a:pt x="25082" y="252015"/>
                  </a:lnTo>
                  <a:lnTo>
                    <a:pt x="27937" y="256462"/>
                  </a:lnTo>
                  <a:lnTo>
                    <a:pt x="30932" y="260816"/>
                  </a:lnTo>
                  <a:lnTo>
                    <a:pt x="34063" y="265073"/>
                  </a:lnTo>
                  <a:lnTo>
                    <a:pt x="37326" y="269229"/>
                  </a:lnTo>
                  <a:lnTo>
                    <a:pt x="40720" y="273279"/>
                  </a:lnTo>
                  <a:lnTo>
                    <a:pt x="44240" y="277221"/>
                  </a:lnTo>
                  <a:lnTo>
                    <a:pt x="47882" y="281049"/>
                  </a:lnTo>
                  <a:lnTo>
                    <a:pt x="51644" y="284760"/>
                  </a:lnTo>
                  <a:lnTo>
                    <a:pt x="55521" y="288351"/>
                  </a:lnTo>
                  <a:lnTo>
                    <a:pt x="59510" y="291817"/>
                  </a:lnTo>
                  <a:lnTo>
                    <a:pt x="63606" y="295155"/>
                  </a:lnTo>
                  <a:lnTo>
                    <a:pt x="67806" y="298362"/>
                  </a:lnTo>
                  <a:lnTo>
                    <a:pt x="72105" y="301435"/>
                  </a:lnTo>
                  <a:lnTo>
                    <a:pt x="76499" y="304371"/>
                  </a:lnTo>
                  <a:lnTo>
                    <a:pt x="80984" y="307166"/>
                  </a:lnTo>
                  <a:lnTo>
                    <a:pt x="85555" y="309818"/>
                  </a:lnTo>
                  <a:lnTo>
                    <a:pt x="90207" y="312324"/>
                  </a:lnTo>
                  <a:lnTo>
                    <a:pt x="94936" y="314682"/>
                  </a:lnTo>
                  <a:lnTo>
                    <a:pt x="99738" y="316889"/>
                  </a:lnTo>
                  <a:lnTo>
                    <a:pt x="104606" y="318943"/>
                  </a:lnTo>
                  <a:lnTo>
                    <a:pt x="109538" y="320842"/>
                  </a:lnTo>
                  <a:lnTo>
                    <a:pt x="114526" y="322585"/>
                  </a:lnTo>
                  <a:lnTo>
                    <a:pt x="119568" y="324169"/>
                  </a:lnTo>
                  <a:lnTo>
                    <a:pt x="124657" y="325593"/>
                  </a:lnTo>
                  <a:lnTo>
                    <a:pt x="129788" y="326855"/>
                  </a:lnTo>
                  <a:lnTo>
                    <a:pt x="134957" y="327955"/>
                  </a:lnTo>
                  <a:lnTo>
                    <a:pt x="140157" y="328890"/>
                  </a:lnTo>
                  <a:lnTo>
                    <a:pt x="145385" y="329661"/>
                  </a:lnTo>
                  <a:lnTo>
                    <a:pt x="150635" y="330266"/>
                  </a:lnTo>
                  <a:lnTo>
                    <a:pt x="155901" y="330705"/>
                  </a:lnTo>
                  <a:lnTo>
                    <a:pt x="161178" y="330977"/>
                  </a:lnTo>
                  <a:lnTo>
                    <a:pt x="166462" y="331083"/>
                  </a:lnTo>
                  <a:lnTo>
                    <a:pt x="171746" y="331021"/>
                  </a:lnTo>
                  <a:lnTo>
                    <a:pt x="177025" y="330792"/>
                  </a:lnTo>
                  <a:lnTo>
                    <a:pt x="182294" y="330397"/>
                  </a:lnTo>
                  <a:lnTo>
                    <a:pt x="187549" y="329835"/>
                  </a:lnTo>
                  <a:lnTo>
                    <a:pt x="192783" y="329107"/>
                  </a:lnTo>
                  <a:lnTo>
                    <a:pt x="197991" y="328215"/>
                  </a:lnTo>
                  <a:lnTo>
                    <a:pt x="203169" y="327158"/>
                  </a:lnTo>
                  <a:lnTo>
                    <a:pt x="208310" y="325938"/>
                  </a:lnTo>
                  <a:lnTo>
                    <a:pt x="213411" y="324556"/>
                  </a:lnTo>
                  <a:lnTo>
                    <a:pt x="218465" y="323014"/>
                  </a:lnTo>
                  <a:lnTo>
                    <a:pt x="223468" y="321312"/>
                  </a:lnTo>
                  <a:lnTo>
                    <a:pt x="228415" y="319453"/>
                  </a:lnTo>
                  <a:lnTo>
                    <a:pt x="233300" y="317439"/>
                  </a:lnTo>
                  <a:lnTo>
                    <a:pt x="238120" y="315272"/>
                  </a:lnTo>
                  <a:lnTo>
                    <a:pt x="242868" y="312953"/>
                  </a:lnTo>
                  <a:lnTo>
                    <a:pt x="247541" y="310485"/>
                  </a:lnTo>
                  <a:lnTo>
                    <a:pt x="252133" y="307871"/>
                  </a:lnTo>
                  <a:lnTo>
                    <a:pt x="256641" y="305113"/>
                  </a:lnTo>
                  <a:lnTo>
                    <a:pt x="261059" y="302214"/>
                  </a:lnTo>
                  <a:lnTo>
                    <a:pt x="265383" y="299177"/>
                  </a:lnTo>
                  <a:lnTo>
                    <a:pt x="269609" y="296005"/>
                  </a:lnTo>
                  <a:lnTo>
                    <a:pt x="273733" y="292700"/>
                  </a:lnTo>
                  <a:lnTo>
                    <a:pt x="277750" y="289267"/>
                  </a:lnTo>
                  <a:lnTo>
                    <a:pt x="281657" y="285709"/>
                  </a:lnTo>
                  <a:lnTo>
                    <a:pt x="285449" y="282029"/>
                  </a:lnTo>
                  <a:lnTo>
                    <a:pt x="289123" y="278230"/>
                  </a:lnTo>
                  <a:lnTo>
                    <a:pt x="292676" y="274318"/>
                  </a:lnTo>
                  <a:lnTo>
                    <a:pt x="296102" y="270295"/>
                  </a:lnTo>
                  <a:lnTo>
                    <a:pt x="299400" y="266167"/>
                  </a:lnTo>
                  <a:lnTo>
                    <a:pt x="302566" y="261935"/>
                  </a:lnTo>
                  <a:lnTo>
                    <a:pt x="305596" y="257606"/>
                  </a:lnTo>
                  <a:lnTo>
                    <a:pt x="308488" y="253184"/>
                  </a:lnTo>
                  <a:lnTo>
                    <a:pt x="311239" y="248672"/>
                  </a:lnTo>
                  <a:lnTo>
                    <a:pt x="313846" y="244075"/>
                  </a:lnTo>
                  <a:lnTo>
                    <a:pt x="316306" y="239399"/>
                  </a:lnTo>
                  <a:lnTo>
                    <a:pt x="318618" y="234646"/>
                  </a:lnTo>
                  <a:lnTo>
                    <a:pt x="320778" y="229824"/>
                  </a:lnTo>
                  <a:lnTo>
                    <a:pt x="322784" y="224935"/>
                  </a:lnTo>
                  <a:lnTo>
                    <a:pt x="324635" y="219985"/>
                  </a:lnTo>
                  <a:lnTo>
                    <a:pt x="326328" y="214980"/>
                  </a:lnTo>
                  <a:lnTo>
                    <a:pt x="327863" y="209923"/>
                  </a:lnTo>
                  <a:lnTo>
                    <a:pt x="329237" y="204820"/>
                  </a:lnTo>
                  <a:lnTo>
                    <a:pt x="330448" y="199677"/>
                  </a:lnTo>
                  <a:lnTo>
                    <a:pt x="331497" y="194498"/>
                  </a:lnTo>
                  <a:lnTo>
                    <a:pt x="332382" y="189288"/>
                  </a:lnTo>
                  <a:lnTo>
                    <a:pt x="333101" y="184053"/>
                  </a:lnTo>
                  <a:lnTo>
                    <a:pt x="333654" y="178797"/>
                  </a:lnTo>
                  <a:lnTo>
                    <a:pt x="334042" y="173527"/>
                  </a:lnTo>
                  <a:lnTo>
                    <a:pt x="334262" y="168248"/>
                  </a:lnTo>
                  <a:lnTo>
                    <a:pt x="334315" y="162963"/>
                  </a:lnTo>
                  <a:lnTo>
                    <a:pt x="334202" y="157680"/>
                  </a:lnTo>
                  <a:lnTo>
                    <a:pt x="333921" y="152403"/>
                  </a:lnTo>
                  <a:lnTo>
                    <a:pt x="333474" y="147138"/>
                  </a:lnTo>
                  <a:lnTo>
                    <a:pt x="332861" y="141889"/>
                  </a:lnTo>
                  <a:lnTo>
                    <a:pt x="332082" y="136663"/>
                  </a:lnTo>
                  <a:lnTo>
                    <a:pt x="331138" y="131463"/>
                  </a:lnTo>
                  <a:lnTo>
                    <a:pt x="330030" y="126296"/>
                  </a:lnTo>
                  <a:lnTo>
                    <a:pt x="328760" y="121167"/>
                  </a:lnTo>
                  <a:lnTo>
                    <a:pt x="327328" y="116080"/>
                  </a:lnTo>
                  <a:lnTo>
                    <a:pt x="325736" y="111042"/>
                  </a:lnTo>
                  <a:lnTo>
                    <a:pt x="323985" y="106056"/>
                  </a:lnTo>
                  <a:lnTo>
                    <a:pt x="322078" y="101127"/>
                  </a:lnTo>
                  <a:lnTo>
                    <a:pt x="320016" y="96262"/>
                  </a:lnTo>
                  <a:lnTo>
                    <a:pt x="317801" y="91464"/>
                  </a:lnTo>
                  <a:lnTo>
                    <a:pt x="315436" y="86739"/>
                  </a:lnTo>
                  <a:lnTo>
                    <a:pt x="312922" y="82090"/>
                  </a:lnTo>
                  <a:lnTo>
                    <a:pt x="310263" y="77524"/>
                  </a:lnTo>
                  <a:lnTo>
                    <a:pt x="307461" y="73044"/>
                  </a:lnTo>
                  <a:lnTo>
                    <a:pt x="304519" y="68654"/>
                  </a:lnTo>
                  <a:lnTo>
                    <a:pt x="301439" y="64360"/>
                  </a:lnTo>
                  <a:lnTo>
                    <a:pt x="298225" y="60165"/>
                  </a:lnTo>
                  <a:lnTo>
                    <a:pt x="294881" y="56074"/>
                  </a:lnTo>
                  <a:lnTo>
                    <a:pt x="291408" y="52091"/>
                  </a:lnTo>
                  <a:lnTo>
                    <a:pt x="287812" y="48219"/>
                  </a:lnTo>
                  <a:lnTo>
                    <a:pt x="284095" y="44463"/>
                  </a:lnTo>
                  <a:lnTo>
                    <a:pt x="280260" y="40827"/>
                  </a:lnTo>
                  <a:lnTo>
                    <a:pt x="276313" y="37313"/>
                  </a:lnTo>
                  <a:lnTo>
                    <a:pt x="272257" y="33926"/>
                  </a:lnTo>
                  <a:lnTo>
                    <a:pt x="268096" y="30669"/>
                  </a:lnTo>
                  <a:lnTo>
                    <a:pt x="263834" y="27545"/>
                  </a:lnTo>
                  <a:lnTo>
                    <a:pt x="259476" y="24557"/>
                  </a:lnTo>
                  <a:lnTo>
                    <a:pt x="255025" y="21709"/>
                  </a:lnTo>
                  <a:lnTo>
                    <a:pt x="250486" y="19002"/>
                  </a:lnTo>
                  <a:lnTo>
                    <a:pt x="245864" y="16441"/>
                  </a:lnTo>
                  <a:lnTo>
                    <a:pt x="241163" y="14027"/>
                  </a:lnTo>
                  <a:lnTo>
                    <a:pt x="236389" y="11762"/>
                  </a:lnTo>
                  <a:lnTo>
                    <a:pt x="231545" y="9650"/>
                  </a:lnTo>
                  <a:lnTo>
                    <a:pt x="226637" y="7691"/>
                  </a:lnTo>
                  <a:lnTo>
                    <a:pt x="221669" y="5889"/>
                  </a:lnTo>
                  <a:lnTo>
                    <a:pt x="216647" y="4245"/>
                  </a:lnTo>
                  <a:lnTo>
                    <a:pt x="211576" y="2760"/>
                  </a:lnTo>
                  <a:lnTo>
                    <a:pt x="206460" y="1437"/>
                  </a:lnTo>
                  <a:lnTo>
                    <a:pt x="201305" y="276"/>
                  </a:lnTo>
                  <a:lnTo>
                    <a:pt x="167151" y="163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34154" cy="167167"/>
            </a:xfrm>
            <a:custGeom>
              <a:avLst/>
              <a:pathLst>
                <a:path w="34154" h="167167">
                  <a:moveTo>
                    <a:pt x="34154" y="3526"/>
                  </a:moveTo>
                  <a:lnTo>
                    <a:pt x="27392" y="2259"/>
                  </a:lnTo>
                  <a:lnTo>
                    <a:pt x="20585" y="1272"/>
                  </a:lnTo>
                  <a:lnTo>
                    <a:pt x="13742" y="565"/>
                  </a:lnTo>
                  <a:lnTo>
                    <a:pt x="6877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1523" y="2126963"/>
              <a:ext cx="6949" cy="167167"/>
            </a:xfrm>
            <a:custGeom>
              <a:avLst/>
              <a:pathLst>
                <a:path w="6949" h="167167">
                  <a:moveTo>
                    <a:pt x="6949" y="0"/>
                  </a:moveTo>
                  <a:lnTo>
                    <a:pt x="0" y="144"/>
                  </a:lnTo>
                  <a:lnTo>
                    <a:pt x="69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523" y="2127108"/>
              <a:ext cx="6949" cy="167022"/>
            </a:xfrm>
            <a:custGeom>
              <a:avLst/>
              <a:pathLst>
                <a:path w="6949" h="167022">
                  <a:moveTo>
                    <a:pt x="0" y="0"/>
                  </a:moveTo>
                  <a:lnTo>
                    <a:pt x="6949" y="167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11" y="2127108"/>
              <a:ext cx="167160" cy="333934"/>
            </a:xfrm>
            <a:custGeom>
              <a:avLst/>
              <a:pathLst>
                <a:path w="167160" h="333934">
                  <a:moveTo>
                    <a:pt x="160211" y="0"/>
                  </a:moveTo>
                  <a:lnTo>
                    <a:pt x="154862" y="308"/>
                  </a:lnTo>
                  <a:lnTo>
                    <a:pt x="149527" y="788"/>
                  </a:lnTo>
                  <a:lnTo>
                    <a:pt x="144209" y="1438"/>
                  </a:lnTo>
                  <a:lnTo>
                    <a:pt x="138915" y="2258"/>
                  </a:lnTo>
                  <a:lnTo>
                    <a:pt x="133650" y="3248"/>
                  </a:lnTo>
                  <a:lnTo>
                    <a:pt x="128419" y="4406"/>
                  </a:lnTo>
                  <a:lnTo>
                    <a:pt x="123228" y="5731"/>
                  </a:lnTo>
                  <a:lnTo>
                    <a:pt x="118083" y="7221"/>
                  </a:lnTo>
                  <a:lnTo>
                    <a:pt x="112987" y="8876"/>
                  </a:lnTo>
                  <a:lnTo>
                    <a:pt x="107948" y="10693"/>
                  </a:lnTo>
                  <a:lnTo>
                    <a:pt x="102969" y="12671"/>
                  </a:lnTo>
                  <a:lnTo>
                    <a:pt x="98056" y="14807"/>
                  </a:lnTo>
                  <a:lnTo>
                    <a:pt x="93214" y="17099"/>
                  </a:lnTo>
                  <a:lnTo>
                    <a:pt x="88448" y="19546"/>
                  </a:lnTo>
                  <a:lnTo>
                    <a:pt x="83763" y="22144"/>
                  </a:lnTo>
                  <a:lnTo>
                    <a:pt x="79163" y="24891"/>
                  </a:lnTo>
                  <a:lnTo>
                    <a:pt x="74654" y="27783"/>
                  </a:lnTo>
                  <a:lnTo>
                    <a:pt x="70240" y="30819"/>
                  </a:lnTo>
                  <a:lnTo>
                    <a:pt x="65925" y="33995"/>
                  </a:lnTo>
                  <a:lnTo>
                    <a:pt x="61714" y="37307"/>
                  </a:lnTo>
                  <a:lnTo>
                    <a:pt x="57612" y="40752"/>
                  </a:lnTo>
                  <a:lnTo>
                    <a:pt x="53622" y="44327"/>
                  </a:lnTo>
                  <a:lnTo>
                    <a:pt x="49749" y="48028"/>
                  </a:lnTo>
                  <a:lnTo>
                    <a:pt x="45996" y="51852"/>
                  </a:lnTo>
                  <a:lnTo>
                    <a:pt x="42368" y="55793"/>
                  </a:lnTo>
                  <a:lnTo>
                    <a:pt x="38868" y="59849"/>
                  </a:lnTo>
                  <a:lnTo>
                    <a:pt x="35500" y="64015"/>
                  </a:lnTo>
                  <a:lnTo>
                    <a:pt x="32267" y="68287"/>
                  </a:lnTo>
                  <a:lnTo>
                    <a:pt x="29172" y="72660"/>
                  </a:lnTo>
                  <a:lnTo>
                    <a:pt x="26219" y="77130"/>
                  </a:lnTo>
                  <a:lnTo>
                    <a:pt x="23411" y="81692"/>
                  </a:lnTo>
                  <a:lnTo>
                    <a:pt x="20751" y="86342"/>
                  </a:lnTo>
                  <a:lnTo>
                    <a:pt x="18241" y="91075"/>
                  </a:lnTo>
                  <a:lnTo>
                    <a:pt x="15884" y="95886"/>
                  </a:lnTo>
                  <a:lnTo>
                    <a:pt x="13682" y="100770"/>
                  </a:lnTo>
                  <a:lnTo>
                    <a:pt x="11638" y="105722"/>
                  </a:lnTo>
                  <a:lnTo>
                    <a:pt x="9753" y="110737"/>
                  </a:lnTo>
                  <a:lnTo>
                    <a:pt x="8030" y="115810"/>
                  </a:lnTo>
                  <a:lnTo>
                    <a:pt x="6471" y="120935"/>
                  </a:lnTo>
                  <a:lnTo>
                    <a:pt x="5077" y="126108"/>
                  </a:lnTo>
                  <a:lnTo>
                    <a:pt x="3849" y="131322"/>
                  </a:lnTo>
                  <a:lnTo>
                    <a:pt x="2789" y="136574"/>
                  </a:lnTo>
                  <a:lnTo>
                    <a:pt x="1898" y="141856"/>
                  </a:lnTo>
                  <a:lnTo>
                    <a:pt x="1176" y="147165"/>
                  </a:lnTo>
                  <a:lnTo>
                    <a:pt x="625" y="152494"/>
                  </a:lnTo>
                  <a:lnTo>
                    <a:pt x="245" y="157837"/>
                  </a:lnTo>
                  <a:lnTo>
                    <a:pt x="36" y="163190"/>
                  </a:lnTo>
                  <a:lnTo>
                    <a:pt x="0" y="168548"/>
                  </a:lnTo>
                  <a:lnTo>
                    <a:pt x="134" y="173903"/>
                  </a:lnTo>
                  <a:lnTo>
                    <a:pt x="440" y="179252"/>
                  </a:lnTo>
                  <a:lnTo>
                    <a:pt x="918" y="184588"/>
                  </a:lnTo>
                  <a:lnTo>
                    <a:pt x="1566" y="189906"/>
                  </a:lnTo>
                  <a:lnTo>
                    <a:pt x="2384" y="195200"/>
                  </a:lnTo>
                  <a:lnTo>
                    <a:pt x="3372" y="200465"/>
                  </a:lnTo>
                  <a:lnTo>
                    <a:pt x="4528" y="205697"/>
                  </a:lnTo>
                  <a:lnTo>
                    <a:pt x="5850" y="210888"/>
                  </a:lnTo>
                  <a:lnTo>
                    <a:pt x="7339" y="216034"/>
                  </a:lnTo>
                  <a:lnTo>
                    <a:pt x="8991" y="221130"/>
                  </a:lnTo>
                  <a:lnTo>
                    <a:pt x="10806" y="226171"/>
                  </a:lnTo>
                  <a:lnTo>
                    <a:pt x="12782" y="231151"/>
                  </a:lnTo>
                  <a:lnTo>
                    <a:pt x="14916" y="236064"/>
                  </a:lnTo>
                  <a:lnTo>
                    <a:pt x="17207" y="240907"/>
                  </a:lnTo>
                  <a:lnTo>
                    <a:pt x="19651" y="245674"/>
                  </a:lnTo>
                  <a:lnTo>
                    <a:pt x="22247" y="250361"/>
                  </a:lnTo>
                  <a:lnTo>
                    <a:pt x="24992" y="254961"/>
                  </a:lnTo>
                  <a:lnTo>
                    <a:pt x="27883" y="259472"/>
                  </a:lnTo>
                  <a:lnTo>
                    <a:pt x="30917" y="263887"/>
                  </a:lnTo>
                  <a:lnTo>
                    <a:pt x="34091" y="268203"/>
                  </a:lnTo>
                  <a:lnTo>
                    <a:pt x="37401" y="272415"/>
                  </a:lnTo>
                  <a:lnTo>
                    <a:pt x="40845" y="276519"/>
                  </a:lnTo>
                  <a:lnTo>
                    <a:pt x="44418" y="280510"/>
                  </a:lnTo>
                  <a:lnTo>
                    <a:pt x="48118" y="284385"/>
                  </a:lnTo>
                  <a:lnTo>
                    <a:pt x="51940" y="288139"/>
                  </a:lnTo>
                  <a:lnTo>
                    <a:pt x="55880" y="291769"/>
                  </a:lnTo>
                  <a:lnTo>
                    <a:pt x="59934" y="295271"/>
                  </a:lnTo>
                  <a:lnTo>
                    <a:pt x="64099" y="298641"/>
                  </a:lnTo>
                  <a:lnTo>
                    <a:pt x="68369" y="301875"/>
                  </a:lnTo>
                  <a:lnTo>
                    <a:pt x="72741" y="304972"/>
                  </a:lnTo>
                  <a:lnTo>
                    <a:pt x="77210" y="307926"/>
                  </a:lnTo>
                  <a:lnTo>
                    <a:pt x="81771" y="310736"/>
                  </a:lnTo>
                  <a:lnTo>
                    <a:pt x="86420" y="313399"/>
                  </a:lnTo>
                  <a:lnTo>
                    <a:pt x="91152" y="315911"/>
                  </a:lnTo>
                  <a:lnTo>
                    <a:pt x="95962" y="318270"/>
                  </a:lnTo>
                  <a:lnTo>
                    <a:pt x="100845" y="320474"/>
                  </a:lnTo>
                  <a:lnTo>
                    <a:pt x="105796" y="322520"/>
                  </a:lnTo>
                  <a:lnTo>
                    <a:pt x="110810" y="324406"/>
                  </a:lnTo>
                  <a:lnTo>
                    <a:pt x="115882" y="326131"/>
                  </a:lnTo>
                  <a:lnTo>
                    <a:pt x="121007" y="327692"/>
                  </a:lnTo>
                  <a:lnTo>
                    <a:pt x="126179" y="329089"/>
                  </a:lnTo>
                  <a:lnTo>
                    <a:pt x="131393" y="330319"/>
                  </a:lnTo>
                  <a:lnTo>
                    <a:pt x="136644" y="331381"/>
                  </a:lnTo>
                  <a:lnTo>
                    <a:pt x="141926" y="332274"/>
                  </a:lnTo>
                  <a:lnTo>
                    <a:pt x="147234" y="332998"/>
                  </a:lnTo>
                  <a:lnTo>
                    <a:pt x="152563" y="333551"/>
                  </a:lnTo>
                  <a:lnTo>
                    <a:pt x="157906" y="333934"/>
                  </a:lnTo>
                  <a:lnTo>
                    <a:pt x="167160" y="167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19218" y="2126963"/>
              <a:ext cx="176419" cy="334328"/>
            </a:xfrm>
            <a:custGeom>
              <a:avLst/>
              <a:pathLst>
                <a:path w="176419" h="334328">
                  <a:moveTo>
                    <a:pt x="0" y="334078"/>
                  </a:moveTo>
                  <a:lnTo>
                    <a:pt x="5339" y="334289"/>
                  </a:lnTo>
                  <a:lnTo>
                    <a:pt x="10683" y="334328"/>
                  </a:lnTo>
                  <a:lnTo>
                    <a:pt x="16026" y="334197"/>
                  </a:lnTo>
                  <a:lnTo>
                    <a:pt x="21361" y="333895"/>
                  </a:lnTo>
                  <a:lnTo>
                    <a:pt x="26685" y="333423"/>
                  </a:lnTo>
                  <a:lnTo>
                    <a:pt x="31990" y="332781"/>
                  </a:lnTo>
                  <a:lnTo>
                    <a:pt x="37272" y="331970"/>
                  </a:lnTo>
                  <a:lnTo>
                    <a:pt x="42525" y="330990"/>
                  </a:lnTo>
                  <a:lnTo>
                    <a:pt x="47745" y="329842"/>
                  </a:lnTo>
                  <a:lnTo>
                    <a:pt x="52925" y="328529"/>
                  </a:lnTo>
                  <a:lnTo>
                    <a:pt x="58061" y="327051"/>
                  </a:lnTo>
                  <a:lnTo>
                    <a:pt x="63146" y="325409"/>
                  </a:lnTo>
                  <a:lnTo>
                    <a:pt x="68177" y="323605"/>
                  </a:lnTo>
                  <a:lnTo>
                    <a:pt x="73147" y="321642"/>
                  </a:lnTo>
                  <a:lnTo>
                    <a:pt x="78052" y="319521"/>
                  </a:lnTo>
                  <a:lnTo>
                    <a:pt x="82887" y="317244"/>
                  </a:lnTo>
                  <a:lnTo>
                    <a:pt x="87646" y="314813"/>
                  </a:lnTo>
                  <a:lnTo>
                    <a:pt x="92326" y="312232"/>
                  </a:lnTo>
                  <a:lnTo>
                    <a:pt x="96920" y="309503"/>
                  </a:lnTo>
                  <a:lnTo>
                    <a:pt x="101425" y="306628"/>
                  </a:lnTo>
                  <a:lnTo>
                    <a:pt x="105836" y="303610"/>
                  </a:lnTo>
                  <a:lnTo>
                    <a:pt x="110148" y="300453"/>
                  </a:lnTo>
                  <a:lnTo>
                    <a:pt x="114357" y="297160"/>
                  </a:lnTo>
                  <a:lnTo>
                    <a:pt x="118458" y="293734"/>
                  </a:lnTo>
                  <a:lnTo>
                    <a:pt x="122448" y="290179"/>
                  </a:lnTo>
                  <a:lnTo>
                    <a:pt x="126322" y="286498"/>
                  </a:lnTo>
                  <a:lnTo>
                    <a:pt x="130076" y="282695"/>
                  </a:lnTo>
                  <a:lnTo>
                    <a:pt x="133707" y="278774"/>
                  </a:lnTo>
                  <a:lnTo>
                    <a:pt x="137211" y="274738"/>
                  </a:lnTo>
                  <a:lnTo>
                    <a:pt x="140584" y="270593"/>
                  </a:lnTo>
                  <a:lnTo>
                    <a:pt x="143823" y="266343"/>
                  </a:lnTo>
                  <a:lnTo>
                    <a:pt x="146925" y="261991"/>
                  </a:lnTo>
                  <a:lnTo>
                    <a:pt x="149885" y="257541"/>
                  </a:lnTo>
                  <a:lnTo>
                    <a:pt x="152702" y="253000"/>
                  </a:lnTo>
                  <a:lnTo>
                    <a:pt x="155372" y="248371"/>
                  </a:lnTo>
                  <a:lnTo>
                    <a:pt x="157893" y="243659"/>
                  </a:lnTo>
                  <a:lnTo>
                    <a:pt x="160262" y="238869"/>
                  </a:lnTo>
                  <a:lnTo>
                    <a:pt x="162477" y="234005"/>
                  </a:lnTo>
                  <a:lnTo>
                    <a:pt x="164535" y="229073"/>
                  </a:lnTo>
                  <a:lnTo>
                    <a:pt x="166435" y="224078"/>
                  </a:lnTo>
                  <a:lnTo>
                    <a:pt x="168173" y="219025"/>
                  </a:lnTo>
                  <a:lnTo>
                    <a:pt x="169750" y="213919"/>
                  </a:lnTo>
                  <a:lnTo>
                    <a:pt x="171162" y="208764"/>
                  </a:lnTo>
                  <a:lnTo>
                    <a:pt x="172409" y="203568"/>
                  </a:lnTo>
                  <a:lnTo>
                    <a:pt x="173489" y="198334"/>
                  </a:lnTo>
                  <a:lnTo>
                    <a:pt x="174402" y="193068"/>
                  </a:lnTo>
                  <a:lnTo>
                    <a:pt x="175145" y="187776"/>
                  </a:lnTo>
                  <a:lnTo>
                    <a:pt x="175719" y="182463"/>
                  </a:lnTo>
                  <a:lnTo>
                    <a:pt x="176123" y="177134"/>
                  </a:lnTo>
                  <a:lnTo>
                    <a:pt x="176356" y="171795"/>
                  </a:lnTo>
                  <a:lnTo>
                    <a:pt x="176419" y="166452"/>
                  </a:lnTo>
                  <a:lnTo>
                    <a:pt x="176311" y="161109"/>
                  </a:lnTo>
                  <a:lnTo>
                    <a:pt x="176032" y="155772"/>
                  </a:lnTo>
                  <a:lnTo>
                    <a:pt x="175582" y="150447"/>
                  </a:lnTo>
                  <a:lnTo>
                    <a:pt x="174963" y="145139"/>
                  </a:lnTo>
                  <a:lnTo>
                    <a:pt x="174174" y="139853"/>
                  </a:lnTo>
                  <a:lnTo>
                    <a:pt x="173217" y="134596"/>
                  </a:lnTo>
                  <a:lnTo>
                    <a:pt x="172092" y="129371"/>
                  </a:lnTo>
                  <a:lnTo>
                    <a:pt x="170800" y="124186"/>
                  </a:lnTo>
                  <a:lnTo>
                    <a:pt x="169344" y="119044"/>
                  </a:lnTo>
                  <a:lnTo>
                    <a:pt x="167724" y="113951"/>
                  </a:lnTo>
                  <a:lnTo>
                    <a:pt x="165942" y="108913"/>
                  </a:lnTo>
                  <a:lnTo>
                    <a:pt x="164000" y="103934"/>
                  </a:lnTo>
                  <a:lnTo>
                    <a:pt x="161900" y="99020"/>
                  </a:lnTo>
                  <a:lnTo>
                    <a:pt x="159643" y="94176"/>
                  </a:lnTo>
                  <a:lnTo>
                    <a:pt x="157233" y="89406"/>
                  </a:lnTo>
                  <a:lnTo>
                    <a:pt x="154672" y="84716"/>
                  </a:lnTo>
                  <a:lnTo>
                    <a:pt x="151962" y="80110"/>
                  </a:lnTo>
                  <a:lnTo>
                    <a:pt x="149107" y="75592"/>
                  </a:lnTo>
                  <a:lnTo>
                    <a:pt x="146108" y="71169"/>
                  </a:lnTo>
                  <a:lnTo>
                    <a:pt x="142970" y="66843"/>
                  </a:lnTo>
                  <a:lnTo>
                    <a:pt x="139695" y="62621"/>
                  </a:lnTo>
                  <a:lnTo>
                    <a:pt x="136286" y="58504"/>
                  </a:lnTo>
                  <a:lnTo>
                    <a:pt x="132748" y="54499"/>
                  </a:lnTo>
                  <a:lnTo>
                    <a:pt x="129083" y="50610"/>
                  </a:lnTo>
                  <a:lnTo>
                    <a:pt x="125297" y="46839"/>
                  </a:lnTo>
                  <a:lnTo>
                    <a:pt x="121391" y="43191"/>
                  </a:lnTo>
                  <a:lnTo>
                    <a:pt x="117371" y="39670"/>
                  </a:lnTo>
                  <a:lnTo>
                    <a:pt x="113240" y="36279"/>
                  </a:lnTo>
                  <a:lnTo>
                    <a:pt x="109004" y="33022"/>
                  </a:lnTo>
                  <a:lnTo>
                    <a:pt x="104665" y="29902"/>
                  </a:lnTo>
                  <a:lnTo>
                    <a:pt x="100228" y="26923"/>
                  </a:lnTo>
                  <a:lnTo>
                    <a:pt x="95699" y="24086"/>
                  </a:lnTo>
                  <a:lnTo>
                    <a:pt x="91081" y="21396"/>
                  </a:lnTo>
                  <a:lnTo>
                    <a:pt x="86380" y="18855"/>
                  </a:lnTo>
                  <a:lnTo>
                    <a:pt x="81600" y="16466"/>
                  </a:lnTo>
                  <a:lnTo>
                    <a:pt x="76746" y="14230"/>
                  </a:lnTo>
                  <a:lnTo>
                    <a:pt x="71823" y="12151"/>
                  </a:lnTo>
                  <a:lnTo>
                    <a:pt x="66836" y="10230"/>
                  </a:lnTo>
                  <a:lnTo>
                    <a:pt x="61790" y="8470"/>
                  </a:lnTo>
                  <a:lnTo>
                    <a:pt x="56691" y="6872"/>
                  </a:lnTo>
                  <a:lnTo>
                    <a:pt x="51543" y="5437"/>
                  </a:lnTo>
                  <a:lnTo>
                    <a:pt x="46352" y="4168"/>
                  </a:lnTo>
                  <a:lnTo>
                    <a:pt x="41123" y="3065"/>
                  </a:lnTo>
                  <a:lnTo>
                    <a:pt x="35861" y="2131"/>
                  </a:lnTo>
                  <a:lnTo>
                    <a:pt x="30572" y="1364"/>
                  </a:lnTo>
                  <a:lnTo>
                    <a:pt x="25261" y="768"/>
                  </a:lnTo>
                  <a:lnTo>
                    <a:pt x="19934" y="341"/>
                  </a:lnTo>
                  <a:lnTo>
                    <a:pt x="14596" y="85"/>
                  </a:lnTo>
                  <a:lnTo>
                    <a:pt x="9253" y="0"/>
                  </a:lnTo>
                  <a:lnTo>
                    <a:pt x="92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0035" y="1681503"/>
              <a:ext cx="13199" cy="167167"/>
            </a:xfrm>
            <a:custGeom>
              <a:avLst/>
              <a:pathLst>
                <a:path w="13199" h="167167">
                  <a:moveTo>
                    <a:pt x="13199" y="0"/>
                  </a:moveTo>
                  <a:lnTo>
                    <a:pt x="0" y="521"/>
                  </a:lnTo>
                  <a:lnTo>
                    <a:pt x="1319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035" y="1682025"/>
              <a:ext cx="13199" cy="166645"/>
            </a:xfrm>
            <a:custGeom>
              <a:avLst/>
              <a:pathLst>
                <a:path w="13199" h="166645">
                  <a:moveTo>
                    <a:pt x="0" y="0"/>
                  </a:moveTo>
                  <a:lnTo>
                    <a:pt x="13199" y="1666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70" y="1682025"/>
              <a:ext cx="334316" cy="333811"/>
            </a:xfrm>
            <a:custGeom>
              <a:avLst/>
              <a:pathLst>
                <a:path w="334316" h="333811">
                  <a:moveTo>
                    <a:pt x="153965" y="0"/>
                  </a:moveTo>
                  <a:lnTo>
                    <a:pt x="148704" y="500"/>
                  </a:lnTo>
                  <a:lnTo>
                    <a:pt x="143462" y="1166"/>
                  </a:lnTo>
                  <a:lnTo>
                    <a:pt x="138244" y="1998"/>
                  </a:lnTo>
                  <a:lnTo>
                    <a:pt x="133054" y="2995"/>
                  </a:lnTo>
                  <a:lnTo>
                    <a:pt x="127899" y="4154"/>
                  </a:lnTo>
                  <a:lnTo>
                    <a:pt x="122782" y="5477"/>
                  </a:lnTo>
                  <a:lnTo>
                    <a:pt x="117711" y="6960"/>
                  </a:lnTo>
                  <a:lnTo>
                    <a:pt x="112688" y="8603"/>
                  </a:lnTo>
                  <a:lnTo>
                    <a:pt x="107720" y="10404"/>
                  </a:lnTo>
                  <a:lnTo>
                    <a:pt x="102812" y="12360"/>
                  </a:lnTo>
                  <a:lnTo>
                    <a:pt x="97967" y="14471"/>
                  </a:lnTo>
                  <a:lnTo>
                    <a:pt x="93192" y="16735"/>
                  </a:lnTo>
                  <a:lnTo>
                    <a:pt x="88491" y="19147"/>
                  </a:lnTo>
                  <a:lnTo>
                    <a:pt x="83868" y="21708"/>
                  </a:lnTo>
                  <a:lnTo>
                    <a:pt x="79329" y="24413"/>
                  </a:lnTo>
                  <a:lnTo>
                    <a:pt x="74877" y="27260"/>
                  </a:lnTo>
                  <a:lnTo>
                    <a:pt x="70518" y="30247"/>
                  </a:lnTo>
                  <a:lnTo>
                    <a:pt x="66255" y="33369"/>
                  </a:lnTo>
                  <a:lnTo>
                    <a:pt x="62093" y="36625"/>
                  </a:lnTo>
                  <a:lnTo>
                    <a:pt x="58036" y="40011"/>
                  </a:lnTo>
                  <a:lnTo>
                    <a:pt x="54088" y="43524"/>
                  </a:lnTo>
                  <a:lnTo>
                    <a:pt x="50253" y="47159"/>
                  </a:lnTo>
                  <a:lnTo>
                    <a:pt x="46535" y="50914"/>
                  </a:lnTo>
                  <a:lnTo>
                    <a:pt x="42938" y="54784"/>
                  </a:lnTo>
                  <a:lnTo>
                    <a:pt x="39464" y="58767"/>
                  </a:lnTo>
                  <a:lnTo>
                    <a:pt x="36118" y="62857"/>
                  </a:lnTo>
                  <a:lnTo>
                    <a:pt x="32903" y="67051"/>
                  </a:lnTo>
                  <a:lnTo>
                    <a:pt x="29823" y="71344"/>
                  </a:lnTo>
                  <a:lnTo>
                    <a:pt x="26879" y="75732"/>
                  </a:lnTo>
                  <a:lnTo>
                    <a:pt x="24076" y="80212"/>
                  </a:lnTo>
                  <a:lnTo>
                    <a:pt x="21415" y="84778"/>
                  </a:lnTo>
                  <a:lnTo>
                    <a:pt x="18901" y="89425"/>
                  </a:lnTo>
                  <a:lnTo>
                    <a:pt x="16534" y="94150"/>
                  </a:lnTo>
                  <a:lnTo>
                    <a:pt x="14318" y="98947"/>
                  </a:lnTo>
                  <a:lnTo>
                    <a:pt x="12255" y="103812"/>
                  </a:lnTo>
                  <a:lnTo>
                    <a:pt x="10346" y="108739"/>
                  </a:lnTo>
                  <a:lnTo>
                    <a:pt x="8594" y="113725"/>
                  </a:lnTo>
                  <a:lnTo>
                    <a:pt x="7001" y="118763"/>
                  </a:lnTo>
                  <a:lnTo>
                    <a:pt x="5567" y="123849"/>
                  </a:lnTo>
                  <a:lnTo>
                    <a:pt x="4295" y="128978"/>
                  </a:lnTo>
                  <a:lnTo>
                    <a:pt x="3186" y="134145"/>
                  </a:lnTo>
                  <a:lnTo>
                    <a:pt x="2241" y="139344"/>
                  </a:lnTo>
                  <a:lnTo>
                    <a:pt x="1460" y="144570"/>
                  </a:lnTo>
                  <a:lnTo>
                    <a:pt x="846" y="149818"/>
                  </a:lnTo>
                  <a:lnTo>
                    <a:pt x="397" y="155083"/>
                  </a:lnTo>
                  <a:lnTo>
                    <a:pt x="115" y="160360"/>
                  </a:lnTo>
                  <a:lnTo>
                    <a:pt x="0" y="165643"/>
                  </a:lnTo>
                  <a:lnTo>
                    <a:pt x="51" y="170927"/>
                  </a:lnTo>
                  <a:lnTo>
                    <a:pt x="270" y="176207"/>
                  </a:lnTo>
                  <a:lnTo>
                    <a:pt x="656" y="181477"/>
                  </a:lnTo>
                  <a:lnTo>
                    <a:pt x="1208" y="186732"/>
                  </a:lnTo>
                  <a:lnTo>
                    <a:pt x="1926" y="191968"/>
                  </a:lnTo>
                  <a:lnTo>
                    <a:pt x="2809" y="197178"/>
                  </a:lnTo>
                  <a:lnTo>
                    <a:pt x="3856" y="202357"/>
                  </a:lnTo>
                  <a:lnTo>
                    <a:pt x="5066" y="207501"/>
                  </a:lnTo>
                  <a:lnTo>
                    <a:pt x="6438" y="212604"/>
                  </a:lnTo>
                  <a:lnTo>
                    <a:pt x="7971" y="217661"/>
                  </a:lnTo>
                  <a:lnTo>
                    <a:pt x="9663" y="222667"/>
                  </a:lnTo>
                  <a:lnTo>
                    <a:pt x="11513" y="227617"/>
                  </a:lnTo>
                  <a:lnTo>
                    <a:pt x="13517" y="232506"/>
                  </a:lnTo>
                  <a:lnTo>
                    <a:pt x="15676" y="237330"/>
                  </a:lnTo>
                  <a:lnTo>
                    <a:pt x="17986" y="242082"/>
                  </a:lnTo>
                  <a:lnTo>
                    <a:pt x="20445" y="246760"/>
                  </a:lnTo>
                  <a:lnTo>
                    <a:pt x="23050" y="251357"/>
                  </a:lnTo>
                  <a:lnTo>
                    <a:pt x="25799" y="255870"/>
                  </a:lnTo>
                  <a:lnTo>
                    <a:pt x="28690" y="260293"/>
                  </a:lnTo>
                  <a:lnTo>
                    <a:pt x="31719" y="264623"/>
                  </a:lnTo>
                  <a:lnTo>
                    <a:pt x="34884" y="268855"/>
                  </a:lnTo>
                  <a:lnTo>
                    <a:pt x="38180" y="272985"/>
                  </a:lnTo>
                  <a:lnTo>
                    <a:pt x="41606" y="277009"/>
                  </a:lnTo>
                  <a:lnTo>
                    <a:pt x="45157" y="280922"/>
                  </a:lnTo>
                  <a:lnTo>
                    <a:pt x="48830" y="284721"/>
                  </a:lnTo>
                  <a:lnTo>
                    <a:pt x="52621" y="288402"/>
                  </a:lnTo>
                  <a:lnTo>
                    <a:pt x="56526" y="291962"/>
                  </a:lnTo>
                  <a:lnTo>
                    <a:pt x="60542" y="295396"/>
                  </a:lnTo>
                  <a:lnTo>
                    <a:pt x="64665" y="298702"/>
                  </a:lnTo>
                  <a:lnTo>
                    <a:pt x="68890" y="301875"/>
                  </a:lnTo>
                  <a:lnTo>
                    <a:pt x="73213" y="304914"/>
                  </a:lnTo>
                  <a:lnTo>
                    <a:pt x="77631" y="307814"/>
                  </a:lnTo>
                  <a:lnTo>
                    <a:pt x="82137" y="310574"/>
                  </a:lnTo>
                  <a:lnTo>
                    <a:pt x="86729" y="313189"/>
                  </a:lnTo>
                  <a:lnTo>
                    <a:pt x="91401" y="315658"/>
                  </a:lnTo>
                  <a:lnTo>
                    <a:pt x="96148" y="317978"/>
                  </a:lnTo>
                  <a:lnTo>
                    <a:pt x="100967" y="320147"/>
                  </a:lnTo>
                  <a:lnTo>
                    <a:pt x="105852" y="322163"/>
                  </a:lnTo>
                  <a:lnTo>
                    <a:pt x="110798" y="324023"/>
                  </a:lnTo>
                  <a:lnTo>
                    <a:pt x="115800" y="325726"/>
                  </a:lnTo>
                  <a:lnTo>
                    <a:pt x="120854" y="327270"/>
                  </a:lnTo>
                  <a:lnTo>
                    <a:pt x="125954" y="328653"/>
                  </a:lnTo>
                  <a:lnTo>
                    <a:pt x="131095" y="329875"/>
                  </a:lnTo>
                  <a:lnTo>
                    <a:pt x="136272" y="330933"/>
                  </a:lnTo>
                  <a:lnTo>
                    <a:pt x="141480" y="331828"/>
                  </a:lnTo>
                  <a:lnTo>
                    <a:pt x="146714" y="332557"/>
                  </a:lnTo>
                  <a:lnTo>
                    <a:pt x="151968" y="333120"/>
                  </a:lnTo>
                  <a:lnTo>
                    <a:pt x="157237" y="333517"/>
                  </a:lnTo>
                  <a:lnTo>
                    <a:pt x="162517" y="333748"/>
                  </a:lnTo>
                  <a:lnTo>
                    <a:pt x="167801" y="333811"/>
                  </a:lnTo>
                  <a:lnTo>
                    <a:pt x="173084" y="333708"/>
                  </a:lnTo>
                  <a:lnTo>
                    <a:pt x="178361" y="333437"/>
                  </a:lnTo>
                  <a:lnTo>
                    <a:pt x="183627" y="333000"/>
                  </a:lnTo>
                  <a:lnTo>
                    <a:pt x="188877" y="332396"/>
                  </a:lnTo>
                  <a:lnTo>
                    <a:pt x="194105" y="331627"/>
                  </a:lnTo>
                  <a:lnTo>
                    <a:pt x="199306" y="330693"/>
                  </a:lnTo>
                  <a:lnTo>
                    <a:pt x="204475" y="329595"/>
                  </a:lnTo>
                  <a:lnTo>
                    <a:pt x="209607" y="328335"/>
                  </a:lnTo>
                  <a:lnTo>
                    <a:pt x="214696" y="326912"/>
                  </a:lnTo>
                  <a:lnTo>
                    <a:pt x="219738" y="325330"/>
                  </a:lnTo>
                  <a:lnTo>
                    <a:pt x="224727" y="323589"/>
                  </a:lnTo>
                  <a:lnTo>
                    <a:pt x="229659" y="321691"/>
                  </a:lnTo>
                  <a:lnTo>
                    <a:pt x="234528" y="319639"/>
                  </a:lnTo>
                  <a:lnTo>
                    <a:pt x="239330" y="317433"/>
                  </a:lnTo>
                  <a:lnTo>
                    <a:pt x="244060" y="315077"/>
                  </a:lnTo>
                  <a:lnTo>
                    <a:pt x="248713" y="312572"/>
                  </a:lnTo>
                  <a:lnTo>
                    <a:pt x="253284" y="309922"/>
                  </a:lnTo>
                  <a:lnTo>
                    <a:pt x="257770" y="307128"/>
                  </a:lnTo>
                  <a:lnTo>
                    <a:pt x="262165" y="304194"/>
                  </a:lnTo>
                  <a:lnTo>
                    <a:pt x="266465" y="301123"/>
                  </a:lnTo>
                  <a:lnTo>
                    <a:pt x="270666" y="297917"/>
                  </a:lnTo>
                  <a:lnTo>
                    <a:pt x="274763" y="294580"/>
                  </a:lnTo>
                  <a:lnTo>
                    <a:pt x="278753" y="291115"/>
                  </a:lnTo>
                  <a:lnTo>
                    <a:pt x="282631" y="287526"/>
                  </a:lnTo>
                  <a:lnTo>
                    <a:pt x="286394" y="283816"/>
                  </a:lnTo>
                  <a:lnTo>
                    <a:pt x="290038" y="279989"/>
                  </a:lnTo>
                  <a:lnTo>
                    <a:pt x="293559" y="276049"/>
                  </a:lnTo>
                  <a:lnTo>
                    <a:pt x="296954" y="271999"/>
                  </a:lnTo>
                  <a:lnTo>
                    <a:pt x="300219" y="267845"/>
                  </a:lnTo>
                  <a:lnTo>
                    <a:pt x="303351" y="263589"/>
                  </a:lnTo>
                  <a:lnTo>
                    <a:pt x="306347" y="259236"/>
                  </a:lnTo>
                  <a:lnTo>
                    <a:pt x="309204" y="254790"/>
                  </a:lnTo>
                  <a:lnTo>
                    <a:pt x="311919" y="250257"/>
                  </a:lnTo>
                  <a:lnTo>
                    <a:pt x="314489" y="245640"/>
                  </a:lnTo>
                  <a:lnTo>
                    <a:pt x="316912" y="240944"/>
                  </a:lnTo>
                  <a:lnTo>
                    <a:pt x="319186" y="236174"/>
                  </a:lnTo>
                  <a:lnTo>
                    <a:pt x="321308" y="231334"/>
                  </a:lnTo>
                  <a:lnTo>
                    <a:pt x="323275" y="226430"/>
                  </a:lnTo>
                  <a:lnTo>
                    <a:pt x="325087" y="221466"/>
                  </a:lnTo>
                  <a:lnTo>
                    <a:pt x="326741" y="216447"/>
                  </a:lnTo>
                  <a:lnTo>
                    <a:pt x="328235" y="211379"/>
                  </a:lnTo>
                  <a:lnTo>
                    <a:pt x="329568" y="206265"/>
                  </a:lnTo>
                  <a:lnTo>
                    <a:pt x="330739" y="201112"/>
                  </a:lnTo>
                  <a:lnTo>
                    <a:pt x="331747" y="195925"/>
                  </a:lnTo>
                  <a:lnTo>
                    <a:pt x="332590" y="190709"/>
                  </a:lnTo>
                  <a:lnTo>
                    <a:pt x="333268" y="185468"/>
                  </a:lnTo>
                  <a:lnTo>
                    <a:pt x="333780" y="180209"/>
                  </a:lnTo>
                  <a:lnTo>
                    <a:pt x="334126" y="174936"/>
                  </a:lnTo>
                  <a:lnTo>
                    <a:pt x="334304" y="169654"/>
                  </a:lnTo>
                  <a:lnTo>
                    <a:pt x="334316" y="164370"/>
                  </a:lnTo>
                  <a:lnTo>
                    <a:pt x="334160" y="159088"/>
                  </a:lnTo>
                  <a:lnTo>
                    <a:pt x="333838" y="153814"/>
                  </a:lnTo>
                  <a:lnTo>
                    <a:pt x="333349" y="148552"/>
                  </a:lnTo>
                  <a:lnTo>
                    <a:pt x="332694" y="143308"/>
                  </a:lnTo>
                  <a:lnTo>
                    <a:pt x="331874" y="138088"/>
                  </a:lnTo>
                  <a:lnTo>
                    <a:pt x="330889" y="132897"/>
                  </a:lnTo>
                  <a:lnTo>
                    <a:pt x="329741" y="127739"/>
                  </a:lnTo>
                  <a:lnTo>
                    <a:pt x="328430" y="122620"/>
                  </a:lnTo>
                  <a:lnTo>
                    <a:pt x="326958" y="117544"/>
                  </a:lnTo>
                  <a:lnTo>
                    <a:pt x="325326" y="112518"/>
                  </a:lnTo>
                  <a:lnTo>
                    <a:pt x="323536" y="107547"/>
                  </a:lnTo>
                  <a:lnTo>
                    <a:pt x="321590" y="102634"/>
                  </a:lnTo>
                  <a:lnTo>
                    <a:pt x="319490" y="97785"/>
                  </a:lnTo>
                  <a:lnTo>
                    <a:pt x="317237" y="93005"/>
                  </a:lnTo>
                  <a:lnTo>
                    <a:pt x="314835" y="88298"/>
                  </a:lnTo>
                  <a:lnTo>
                    <a:pt x="312285" y="83670"/>
                  </a:lnTo>
                  <a:lnTo>
                    <a:pt x="309590" y="79124"/>
                  </a:lnTo>
                  <a:lnTo>
                    <a:pt x="306752" y="74667"/>
                  </a:lnTo>
                  <a:lnTo>
                    <a:pt x="303775" y="70301"/>
                  </a:lnTo>
                  <a:lnTo>
                    <a:pt x="300662" y="66031"/>
                  </a:lnTo>
                  <a:lnTo>
                    <a:pt x="297415" y="61862"/>
                  </a:lnTo>
                  <a:lnTo>
                    <a:pt x="294038" y="57797"/>
                  </a:lnTo>
                  <a:lnTo>
                    <a:pt x="290535" y="53842"/>
                  </a:lnTo>
                  <a:lnTo>
                    <a:pt x="286908" y="49999"/>
                  </a:lnTo>
                  <a:lnTo>
                    <a:pt x="283161" y="46272"/>
                  </a:lnTo>
                  <a:lnTo>
                    <a:pt x="279299" y="42666"/>
                  </a:lnTo>
                  <a:lnTo>
                    <a:pt x="275324" y="39184"/>
                  </a:lnTo>
                  <a:lnTo>
                    <a:pt x="271241" y="35829"/>
                  </a:lnTo>
                  <a:lnTo>
                    <a:pt x="267055" y="32605"/>
                  </a:lnTo>
                  <a:lnTo>
                    <a:pt x="262768" y="29514"/>
                  </a:lnTo>
                  <a:lnTo>
                    <a:pt x="258386" y="26561"/>
                  </a:lnTo>
                  <a:lnTo>
                    <a:pt x="253913" y="23748"/>
                  </a:lnTo>
                  <a:lnTo>
                    <a:pt x="249353" y="21078"/>
                  </a:lnTo>
                  <a:lnTo>
                    <a:pt x="244711" y="18553"/>
                  </a:lnTo>
                  <a:lnTo>
                    <a:pt x="239992" y="16176"/>
                  </a:lnTo>
                  <a:lnTo>
                    <a:pt x="235199" y="13949"/>
                  </a:lnTo>
                  <a:lnTo>
                    <a:pt x="230339" y="11875"/>
                  </a:lnTo>
                  <a:lnTo>
                    <a:pt x="225416" y="9955"/>
                  </a:lnTo>
                  <a:lnTo>
                    <a:pt x="220434" y="8192"/>
                  </a:lnTo>
                  <a:lnTo>
                    <a:pt x="215400" y="6588"/>
                  </a:lnTo>
                  <a:lnTo>
                    <a:pt x="210317" y="5143"/>
                  </a:lnTo>
                  <a:lnTo>
                    <a:pt x="205191" y="3860"/>
                  </a:lnTo>
                  <a:lnTo>
                    <a:pt x="200026" y="2740"/>
                  </a:lnTo>
                  <a:lnTo>
                    <a:pt x="167164" y="1666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32862" cy="167167"/>
            </a:xfrm>
            <a:custGeom>
              <a:avLst/>
              <a:pathLst>
                <a:path w="32862" h="167167">
                  <a:moveTo>
                    <a:pt x="32862" y="3261"/>
                  </a:moveTo>
                  <a:lnTo>
                    <a:pt x="26351" y="2090"/>
                  </a:lnTo>
                  <a:lnTo>
                    <a:pt x="19800" y="1176"/>
                  </a:lnTo>
                  <a:lnTo>
                    <a:pt x="13217" y="523"/>
                  </a:lnTo>
                  <a:lnTo>
                    <a:pt x="6613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72" y="1322571"/>
              <a:ext cx="167166" cy="327112"/>
            </a:xfrm>
            <a:custGeom>
              <a:avLst/>
              <a:pathLst>
                <a:path w="167166" h="327112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0" y="768"/>
                  </a:lnTo>
                  <a:lnTo>
                    <a:pt x="145837" y="1366"/>
                  </a:lnTo>
                  <a:lnTo>
                    <a:pt x="140546" y="2133"/>
                  </a:lnTo>
                  <a:lnTo>
                    <a:pt x="135282" y="3068"/>
                  </a:lnTo>
                  <a:lnTo>
                    <a:pt x="130051" y="4172"/>
                  </a:lnTo>
                  <a:lnTo>
                    <a:pt x="124858" y="5442"/>
                  </a:lnTo>
                  <a:lnTo>
                    <a:pt x="119708" y="6878"/>
                  </a:lnTo>
                  <a:lnTo>
                    <a:pt x="114606" y="8477"/>
                  </a:lnTo>
                  <a:lnTo>
                    <a:pt x="109558" y="10239"/>
                  </a:lnTo>
                  <a:lnTo>
                    <a:pt x="104569" y="12162"/>
                  </a:lnTo>
                  <a:lnTo>
                    <a:pt x="99645" y="14243"/>
                  </a:lnTo>
                  <a:lnTo>
                    <a:pt x="94789" y="16480"/>
                  </a:lnTo>
                  <a:lnTo>
                    <a:pt x="90007" y="18872"/>
                  </a:lnTo>
                  <a:lnTo>
                    <a:pt x="85304" y="21415"/>
                  </a:lnTo>
                  <a:lnTo>
                    <a:pt x="80685" y="24107"/>
                  </a:lnTo>
                  <a:lnTo>
                    <a:pt x="76155" y="26946"/>
                  </a:lnTo>
                  <a:lnTo>
                    <a:pt x="71717" y="29928"/>
                  </a:lnTo>
                  <a:lnTo>
                    <a:pt x="67377" y="33051"/>
                  </a:lnTo>
                  <a:lnTo>
                    <a:pt x="63139" y="36310"/>
                  </a:lnTo>
                  <a:lnTo>
                    <a:pt x="59008" y="39704"/>
                  </a:lnTo>
                  <a:lnTo>
                    <a:pt x="54987" y="43228"/>
                  </a:lnTo>
                  <a:lnTo>
                    <a:pt x="51081" y="46879"/>
                  </a:lnTo>
                  <a:lnTo>
                    <a:pt x="47294" y="50652"/>
                  </a:lnTo>
                  <a:lnTo>
                    <a:pt x="43629" y="54545"/>
                  </a:lnTo>
                  <a:lnTo>
                    <a:pt x="40091" y="58553"/>
                  </a:lnTo>
                  <a:lnTo>
                    <a:pt x="36683" y="62673"/>
                  </a:lnTo>
                  <a:lnTo>
                    <a:pt x="33408" y="66899"/>
                  </a:lnTo>
                  <a:lnTo>
                    <a:pt x="30270" y="71227"/>
                  </a:lnTo>
                  <a:lnTo>
                    <a:pt x="27272" y="75654"/>
                  </a:lnTo>
                  <a:lnTo>
                    <a:pt x="24417" y="80175"/>
                  </a:lnTo>
                  <a:lnTo>
                    <a:pt x="21708" y="84784"/>
                  </a:lnTo>
                  <a:lnTo>
                    <a:pt x="19148" y="89478"/>
                  </a:lnTo>
                  <a:lnTo>
                    <a:pt x="16739" y="94251"/>
                  </a:lnTo>
                  <a:lnTo>
                    <a:pt x="14484" y="99098"/>
                  </a:lnTo>
                  <a:lnTo>
                    <a:pt x="12386" y="104016"/>
                  </a:lnTo>
                  <a:lnTo>
                    <a:pt x="10445" y="108998"/>
                  </a:lnTo>
                  <a:lnTo>
                    <a:pt x="8665" y="114039"/>
                  </a:lnTo>
                  <a:lnTo>
                    <a:pt x="7048" y="119135"/>
                  </a:lnTo>
                  <a:lnTo>
                    <a:pt x="5593" y="124280"/>
                  </a:lnTo>
                  <a:lnTo>
                    <a:pt x="4305" y="129469"/>
                  </a:lnTo>
                  <a:lnTo>
                    <a:pt x="3182" y="134696"/>
                  </a:lnTo>
                  <a:lnTo>
                    <a:pt x="2228" y="139957"/>
                  </a:lnTo>
                  <a:lnTo>
                    <a:pt x="1442" y="145245"/>
                  </a:lnTo>
                  <a:lnTo>
                    <a:pt x="826" y="150556"/>
                  </a:lnTo>
                  <a:lnTo>
                    <a:pt x="380" y="155884"/>
                  </a:lnTo>
                  <a:lnTo>
                    <a:pt x="104" y="161223"/>
                  </a:lnTo>
                  <a:lnTo>
                    <a:pt x="0" y="166568"/>
                  </a:lnTo>
                  <a:lnTo>
                    <a:pt x="66" y="171914"/>
                  </a:lnTo>
                  <a:lnTo>
                    <a:pt x="303" y="177256"/>
                  </a:lnTo>
                  <a:lnTo>
                    <a:pt x="711" y="182586"/>
                  </a:lnTo>
                  <a:lnTo>
                    <a:pt x="1289" y="187902"/>
                  </a:lnTo>
                  <a:lnTo>
                    <a:pt x="2037" y="193195"/>
                  </a:lnTo>
                  <a:lnTo>
                    <a:pt x="2954" y="198463"/>
                  </a:lnTo>
                  <a:lnTo>
                    <a:pt x="4039" y="203698"/>
                  </a:lnTo>
                  <a:lnTo>
                    <a:pt x="5290" y="208896"/>
                  </a:lnTo>
                  <a:lnTo>
                    <a:pt x="6708" y="214051"/>
                  </a:lnTo>
                  <a:lnTo>
                    <a:pt x="8289" y="219158"/>
                  </a:lnTo>
                  <a:lnTo>
                    <a:pt x="10033" y="224212"/>
                  </a:lnTo>
                  <a:lnTo>
                    <a:pt x="11937" y="229208"/>
                  </a:lnTo>
                  <a:lnTo>
                    <a:pt x="14001" y="234140"/>
                  </a:lnTo>
                  <a:lnTo>
                    <a:pt x="16221" y="239004"/>
                  </a:lnTo>
                  <a:lnTo>
                    <a:pt x="18595" y="243794"/>
                  </a:lnTo>
                  <a:lnTo>
                    <a:pt x="21122" y="248506"/>
                  </a:lnTo>
                  <a:lnTo>
                    <a:pt x="23798" y="253135"/>
                  </a:lnTo>
                  <a:lnTo>
                    <a:pt x="26620" y="257676"/>
                  </a:lnTo>
                  <a:lnTo>
                    <a:pt x="29586" y="262124"/>
                  </a:lnTo>
                  <a:lnTo>
                    <a:pt x="32693" y="266475"/>
                  </a:lnTo>
                  <a:lnTo>
                    <a:pt x="35938" y="270724"/>
                  </a:lnTo>
                  <a:lnTo>
                    <a:pt x="39316" y="274868"/>
                  </a:lnTo>
                  <a:lnTo>
                    <a:pt x="42826" y="278901"/>
                  </a:lnTo>
                  <a:lnTo>
                    <a:pt x="46463" y="282820"/>
                  </a:lnTo>
                  <a:lnTo>
                    <a:pt x="50223" y="286621"/>
                  </a:lnTo>
                  <a:lnTo>
                    <a:pt x="54103" y="290300"/>
                  </a:lnTo>
                  <a:lnTo>
                    <a:pt x="58098" y="293852"/>
                  </a:lnTo>
                  <a:lnTo>
                    <a:pt x="62205" y="297275"/>
                  </a:lnTo>
                  <a:lnTo>
                    <a:pt x="66419" y="300565"/>
                  </a:lnTo>
                  <a:lnTo>
                    <a:pt x="70737" y="303719"/>
                  </a:lnTo>
                  <a:lnTo>
                    <a:pt x="75153" y="306732"/>
                  </a:lnTo>
                  <a:lnTo>
                    <a:pt x="79663" y="309604"/>
                  </a:lnTo>
                  <a:lnTo>
                    <a:pt x="84263" y="312329"/>
                  </a:lnTo>
                  <a:lnTo>
                    <a:pt x="88947" y="314906"/>
                  </a:lnTo>
                  <a:lnTo>
                    <a:pt x="93712" y="317332"/>
                  </a:lnTo>
                  <a:lnTo>
                    <a:pt x="98551" y="319604"/>
                  </a:lnTo>
                  <a:lnTo>
                    <a:pt x="103461" y="321720"/>
                  </a:lnTo>
                  <a:lnTo>
                    <a:pt x="108436" y="323678"/>
                  </a:lnTo>
                  <a:lnTo>
                    <a:pt x="113471" y="325476"/>
                  </a:lnTo>
                  <a:lnTo>
                    <a:pt x="118561" y="32711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2434" y="1489739"/>
              <a:ext cx="48604" cy="159945"/>
            </a:xfrm>
            <a:custGeom>
              <a:avLst/>
              <a:pathLst>
                <a:path w="48604" h="159945">
                  <a:moveTo>
                    <a:pt x="0" y="159945"/>
                  </a:moveTo>
                  <a:lnTo>
                    <a:pt x="486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2434" y="1324746"/>
              <a:ext cx="215763" cy="332153"/>
            </a:xfrm>
            <a:custGeom>
              <a:avLst/>
              <a:pathLst>
                <a:path w="215763" h="332153">
                  <a:moveTo>
                    <a:pt x="0" y="324937"/>
                  </a:moveTo>
                  <a:lnTo>
                    <a:pt x="5109" y="326402"/>
                  </a:lnTo>
                  <a:lnTo>
                    <a:pt x="10263" y="327703"/>
                  </a:lnTo>
                  <a:lnTo>
                    <a:pt x="15455" y="328840"/>
                  </a:lnTo>
                  <a:lnTo>
                    <a:pt x="20681" y="329811"/>
                  </a:lnTo>
                  <a:lnTo>
                    <a:pt x="25935" y="330615"/>
                  </a:lnTo>
                  <a:lnTo>
                    <a:pt x="31212" y="331252"/>
                  </a:lnTo>
                  <a:lnTo>
                    <a:pt x="36506" y="331721"/>
                  </a:lnTo>
                  <a:lnTo>
                    <a:pt x="41813" y="332021"/>
                  </a:lnTo>
                  <a:lnTo>
                    <a:pt x="47126" y="332153"/>
                  </a:lnTo>
                  <a:lnTo>
                    <a:pt x="52442" y="332115"/>
                  </a:lnTo>
                  <a:lnTo>
                    <a:pt x="57753" y="331909"/>
                  </a:lnTo>
                  <a:lnTo>
                    <a:pt x="63055" y="331534"/>
                  </a:lnTo>
                  <a:lnTo>
                    <a:pt x="68342" y="330990"/>
                  </a:lnTo>
                  <a:lnTo>
                    <a:pt x="73610" y="330279"/>
                  </a:lnTo>
                  <a:lnTo>
                    <a:pt x="78852" y="329400"/>
                  </a:lnTo>
                  <a:lnTo>
                    <a:pt x="84063" y="328355"/>
                  </a:lnTo>
                  <a:lnTo>
                    <a:pt x="89239" y="327146"/>
                  </a:lnTo>
                  <a:lnTo>
                    <a:pt x="94374" y="325772"/>
                  </a:lnTo>
                  <a:lnTo>
                    <a:pt x="99462" y="324235"/>
                  </a:lnTo>
                  <a:lnTo>
                    <a:pt x="104499" y="322538"/>
                  </a:lnTo>
                  <a:lnTo>
                    <a:pt x="109479" y="320681"/>
                  </a:lnTo>
                  <a:lnTo>
                    <a:pt x="114398" y="318667"/>
                  </a:lnTo>
                  <a:lnTo>
                    <a:pt x="119251" y="316498"/>
                  </a:lnTo>
                  <a:lnTo>
                    <a:pt x="124032" y="314175"/>
                  </a:lnTo>
                  <a:lnTo>
                    <a:pt x="128736" y="311702"/>
                  </a:lnTo>
                  <a:lnTo>
                    <a:pt x="133360" y="309080"/>
                  </a:lnTo>
                  <a:lnTo>
                    <a:pt x="137898" y="306313"/>
                  </a:lnTo>
                  <a:lnTo>
                    <a:pt x="142346" y="303403"/>
                  </a:lnTo>
                  <a:lnTo>
                    <a:pt x="146699" y="300352"/>
                  </a:lnTo>
                  <a:lnTo>
                    <a:pt x="150953" y="297165"/>
                  </a:lnTo>
                  <a:lnTo>
                    <a:pt x="155103" y="293845"/>
                  </a:lnTo>
                  <a:lnTo>
                    <a:pt x="159146" y="290394"/>
                  </a:lnTo>
                  <a:lnTo>
                    <a:pt x="163076" y="286816"/>
                  </a:lnTo>
                  <a:lnTo>
                    <a:pt x="166892" y="283115"/>
                  </a:lnTo>
                  <a:lnTo>
                    <a:pt x="170587" y="279295"/>
                  </a:lnTo>
                  <a:lnTo>
                    <a:pt x="174159" y="275359"/>
                  </a:lnTo>
                  <a:lnTo>
                    <a:pt x="177605" y="271312"/>
                  </a:lnTo>
                  <a:lnTo>
                    <a:pt x="180920" y="267157"/>
                  </a:lnTo>
                  <a:lnTo>
                    <a:pt x="184101" y="262899"/>
                  </a:lnTo>
                  <a:lnTo>
                    <a:pt x="187145" y="258541"/>
                  </a:lnTo>
                  <a:lnTo>
                    <a:pt x="190049" y="254090"/>
                  </a:lnTo>
                  <a:lnTo>
                    <a:pt x="192810" y="249548"/>
                  </a:lnTo>
                  <a:lnTo>
                    <a:pt x="195425" y="244921"/>
                  </a:lnTo>
                  <a:lnTo>
                    <a:pt x="197892" y="240212"/>
                  </a:lnTo>
                  <a:lnTo>
                    <a:pt x="200208" y="235428"/>
                  </a:lnTo>
                  <a:lnTo>
                    <a:pt x="202371" y="230573"/>
                  </a:lnTo>
                  <a:lnTo>
                    <a:pt x="204378" y="225651"/>
                  </a:lnTo>
                  <a:lnTo>
                    <a:pt x="206228" y="220668"/>
                  </a:lnTo>
                  <a:lnTo>
                    <a:pt x="207918" y="215629"/>
                  </a:lnTo>
                  <a:lnTo>
                    <a:pt x="209447" y="210538"/>
                  </a:lnTo>
                  <a:lnTo>
                    <a:pt x="210814" y="205402"/>
                  </a:lnTo>
                  <a:lnTo>
                    <a:pt x="212017" y="200224"/>
                  </a:lnTo>
                  <a:lnTo>
                    <a:pt x="213054" y="195011"/>
                  </a:lnTo>
                  <a:lnTo>
                    <a:pt x="213926" y="189768"/>
                  </a:lnTo>
                  <a:lnTo>
                    <a:pt x="214630" y="184500"/>
                  </a:lnTo>
                  <a:lnTo>
                    <a:pt x="215166" y="179212"/>
                  </a:lnTo>
                  <a:lnTo>
                    <a:pt x="215534" y="173909"/>
                  </a:lnTo>
                  <a:lnTo>
                    <a:pt x="215733" y="168598"/>
                  </a:lnTo>
                  <a:lnTo>
                    <a:pt x="215763" y="163282"/>
                  </a:lnTo>
                  <a:lnTo>
                    <a:pt x="215624" y="157969"/>
                  </a:lnTo>
                  <a:lnTo>
                    <a:pt x="215317" y="152663"/>
                  </a:lnTo>
                  <a:lnTo>
                    <a:pt x="214840" y="147369"/>
                  </a:lnTo>
                  <a:lnTo>
                    <a:pt x="214196" y="142093"/>
                  </a:lnTo>
                  <a:lnTo>
                    <a:pt x="213384" y="136840"/>
                  </a:lnTo>
                  <a:lnTo>
                    <a:pt x="212406" y="131615"/>
                  </a:lnTo>
                  <a:lnTo>
                    <a:pt x="211262" y="126425"/>
                  </a:lnTo>
                  <a:lnTo>
                    <a:pt x="209954" y="121273"/>
                  </a:lnTo>
                  <a:lnTo>
                    <a:pt x="208482" y="116165"/>
                  </a:lnTo>
                  <a:lnTo>
                    <a:pt x="206849" y="111107"/>
                  </a:lnTo>
                  <a:lnTo>
                    <a:pt x="205056" y="106104"/>
                  </a:lnTo>
                  <a:lnTo>
                    <a:pt x="203105" y="101159"/>
                  </a:lnTo>
                  <a:lnTo>
                    <a:pt x="200997" y="96280"/>
                  </a:lnTo>
                  <a:lnTo>
                    <a:pt x="198736" y="91470"/>
                  </a:lnTo>
                  <a:lnTo>
                    <a:pt x="196323" y="86734"/>
                  </a:lnTo>
                  <a:lnTo>
                    <a:pt x="193760" y="82077"/>
                  </a:lnTo>
                  <a:lnTo>
                    <a:pt x="191051" y="77504"/>
                  </a:lnTo>
                  <a:lnTo>
                    <a:pt x="188197" y="73020"/>
                  </a:lnTo>
                  <a:lnTo>
                    <a:pt x="185203" y="68629"/>
                  </a:lnTo>
                  <a:lnTo>
                    <a:pt x="182070" y="64335"/>
                  </a:lnTo>
                  <a:lnTo>
                    <a:pt x="178802" y="60142"/>
                  </a:lnTo>
                  <a:lnTo>
                    <a:pt x="175403" y="56056"/>
                  </a:lnTo>
                  <a:lnTo>
                    <a:pt x="171876" y="52080"/>
                  </a:lnTo>
                  <a:lnTo>
                    <a:pt x="168224" y="48218"/>
                  </a:lnTo>
                  <a:lnTo>
                    <a:pt x="164451" y="44474"/>
                  </a:lnTo>
                  <a:lnTo>
                    <a:pt x="160561" y="40852"/>
                  </a:lnTo>
                  <a:lnTo>
                    <a:pt x="156558" y="37355"/>
                  </a:lnTo>
                  <a:lnTo>
                    <a:pt x="152445" y="33988"/>
                  </a:lnTo>
                  <a:lnTo>
                    <a:pt x="148228" y="30753"/>
                  </a:lnTo>
                  <a:lnTo>
                    <a:pt x="143910" y="27654"/>
                  </a:lnTo>
                  <a:lnTo>
                    <a:pt x="139495" y="24693"/>
                  </a:lnTo>
                  <a:lnTo>
                    <a:pt x="134989" y="21874"/>
                  </a:lnTo>
                  <a:lnTo>
                    <a:pt x="130395" y="19200"/>
                  </a:lnTo>
                  <a:lnTo>
                    <a:pt x="125719" y="16674"/>
                  </a:lnTo>
                  <a:lnTo>
                    <a:pt x="120965" y="14297"/>
                  </a:lnTo>
                  <a:lnTo>
                    <a:pt x="116137" y="12073"/>
                  </a:lnTo>
                  <a:lnTo>
                    <a:pt x="111242" y="10003"/>
                  </a:lnTo>
                  <a:lnTo>
                    <a:pt x="106283" y="8090"/>
                  </a:lnTo>
                  <a:lnTo>
                    <a:pt x="101265" y="6336"/>
                  </a:lnTo>
                  <a:lnTo>
                    <a:pt x="96195" y="4742"/>
                  </a:lnTo>
                  <a:lnTo>
                    <a:pt x="91076" y="3310"/>
                  </a:lnTo>
                  <a:lnTo>
                    <a:pt x="85914" y="2041"/>
                  </a:lnTo>
                  <a:lnTo>
                    <a:pt x="80715" y="937"/>
                  </a:lnTo>
                  <a:lnTo>
                    <a:pt x="75483" y="0"/>
                  </a:lnTo>
                  <a:lnTo>
                    <a:pt x="48604" y="164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26878" cy="167167"/>
            </a:xfrm>
            <a:custGeom>
              <a:avLst/>
              <a:pathLst>
                <a:path w="26878" h="167167">
                  <a:moveTo>
                    <a:pt x="26878" y="2175"/>
                  </a:moveTo>
                  <a:lnTo>
                    <a:pt x="20197" y="1224"/>
                  </a:lnTo>
                  <a:lnTo>
                    <a:pt x="13483" y="544"/>
                  </a:lnTo>
                  <a:lnTo>
                    <a:pt x="6747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9" y="1071028"/>
              <a:ext cx="167159" cy="302718"/>
            </a:xfrm>
            <a:custGeom>
              <a:avLst/>
              <a:pathLst>
                <a:path w="167159" h="302718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8" y="762"/>
                  </a:lnTo>
                  <a:lnTo>
                    <a:pt x="145917" y="1355"/>
                  </a:lnTo>
                  <a:lnTo>
                    <a:pt x="140647" y="2115"/>
                  </a:lnTo>
                  <a:lnTo>
                    <a:pt x="135404" y="3043"/>
                  </a:lnTo>
                  <a:lnTo>
                    <a:pt x="130193" y="4138"/>
                  </a:lnTo>
                  <a:lnTo>
                    <a:pt x="125019" y="5398"/>
                  </a:lnTo>
                  <a:lnTo>
                    <a:pt x="119889" y="6822"/>
                  </a:lnTo>
                  <a:lnTo>
                    <a:pt x="114806" y="8409"/>
                  </a:lnTo>
                  <a:lnTo>
                    <a:pt x="109776" y="10157"/>
                  </a:lnTo>
                  <a:lnTo>
                    <a:pt x="104805" y="12064"/>
                  </a:lnTo>
                  <a:lnTo>
                    <a:pt x="99897" y="14128"/>
                  </a:lnTo>
                  <a:lnTo>
                    <a:pt x="95057" y="16348"/>
                  </a:lnTo>
                  <a:lnTo>
                    <a:pt x="90290" y="18721"/>
                  </a:lnTo>
                  <a:lnTo>
                    <a:pt x="85601" y="21244"/>
                  </a:lnTo>
                  <a:lnTo>
                    <a:pt x="80995" y="23916"/>
                  </a:lnTo>
                  <a:lnTo>
                    <a:pt x="76477" y="26733"/>
                  </a:lnTo>
                  <a:lnTo>
                    <a:pt x="72050" y="29692"/>
                  </a:lnTo>
                  <a:lnTo>
                    <a:pt x="67720" y="32791"/>
                  </a:lnTo>
                  <a:lnTo>
                    <a:pt x="63491" y="36026"/>
                  </a:lnTo>
                  <a:lnTo>
                    <a:pt x="59367" y="39394"/>
                  </a:lnTo>
                  <a:lnTo>
                    <a:pt x="55352" y="42892"/>
                  </a:lnTo>
                  <a:lnTo>
                    <a:pt x="51451" y="46516"/>
                  </a:lnTo>
                  <a:lnTo>
                    <a:pt x="47667" y="50262"/>
                  </a:lnTo>
                  <a:lnTo>
                    <a:pt x="44005" y="54127"/>
                  </a:lnTo>
                  <a:lnTo>
                    <a:pt x="40467" y="58106"/>
                  </a:lnTo>
                  <a:lnTo>
                    <a:pt x="37058" y="62197"/>
                  </a:lnTo>
                  <a:lnTo>
                    <a:pt x="33781" y="66393"/>
                  </a:lnTo>
                  <a:lnTo>
                    <a:pt x="30639" y="70692"/>
                  </a:lnTo>
                  <a:lnTo>
                    <a:pt x="27636" y="75089"/>
                  </a:lnTo>
                  <a:lnTo>
                    <a:pt x="24774" y="79579"/>
                  </a:lnTo>
                  <a:lnTo>
                    <a:pt x="22057" y="84158"/>
                  </a:lnTo>
                  <a:lnTo>
                    <a:pt x="19487" y="88822"/>
                  </a:lnTo>
                  <a:lnTo>
                    <a:pt x="17066" y="93565"/>
                  </a:lnTo>
                  <a:lnTo>
                    <a:pt x="14799" y="98382"/>
                  </a:lnTo>
                  <a:lnTo>
                    <a:pt x="12685" y="103269"/>
                  </a:lnTo>
                  <a:lnTo>
                    <a:pt x="10728" y="108221"/>
                  </a:lnTo>
                  <a:lnTo>
                    <a:pt x="8931" y="113233"/>
                  </a:lnTo>
                  <a:lnTo>
                    <a:pt x="7293" y="118300"/>
                  </a:lnTo>
                  <a:lnTo>
                    <a:pt x="5818" y="123416"/>
                  </a:lnTo>
                  <a:lnTo>
                    <a:pt x="4506" y="128577"/>
                  </a:lnTo>
                  <a:lnTo>
                    <a:pt x="3360" y="133777"/>
                  </a:lnTo>
                  <a:lnTo>
                    <a:pt x="2380" y="139010"/>
                  </a:lnTo>
                  <a:lnTo>
                    <a:pt x="1566" y="144272"/>
                  </a:lnTo>
                  <a:lnTo>
                    <a:pt x="921" y="149558"/>
                  </a:lnTo>
                  <a:lnTo>
                    <a:pt x="445" y="154861"/>
                  </a:lnTo>
                  <a:lnTo>
                    <a:pt x="137" y="160177"/>
                  </a:lnTo>
                  <a:lnTo>
                    <a:pt x="0" y="165500"/>
                  </a:lnTo>
                  <a:lnTo>
                    <a:pt x="31" y="170824"/>
                  </a:lnTo>
                  <a:lnTo>
                    <a:pt x="232" y="176145"/>
                  </a:lnTo>
                  <a:lnTo>
                    <a:pt x="603" y="181457"/>
                  </a:lnTo>
                  <a:lnTo>
                    <a:pt x="1143" y="186754"/>
                  </a:lnTo>
                  <a:lnTo>
                    <a:pt x="1851" y="192031"/>
                  </a:lnTo>
                  <a:lnTo>
                    <a:pt x="2726" y="197284"/>
                  </a:lnTo>
                  <a:lnTo>
                    <a:pt x="3769" y="202505"/>
                  </a:lnTo>
                  <a:lnTo>
                    <a:pt x="4977" y="207691"/>
                  </a:lnTo>
                  <a:lnTo>
                    <a:pt x="6350" y="212836"/>
                  </a:lnTo>
                  <a:lnTo>
                    <a:pt x="7886" y="217934"/>
                  </a:lnTo>
                  <a:lnTo>
                    <a:pt x="9584" y="222981"/>
                  </a:lnTo>
                  <a:lnTo>
                    <a:pt x="11441" y="227971"/>
                  </a:lnTo>
                  <a:lnTo>
                    <a:pt x="13457" y="232899"/>
                  </a:lnTo>
                  <a:lnTo>
                    <a:pt x="15628" y="237761"/>
                  </a:lnTo>
                  <a:lnTo>
                    <a:pt x="17953" y="242551"/>
                  </a:lnTo>
                  <a:lnTo>
                    <a:pt x="20430" y="247265"/>
                  </a:lnTo>
                  <a:lnTo>
                    <a:pt x="23055" y="251897"/>
                  </a:lnTo>
                  <a:lnTo>
                    <a:pt x="25827" y="256444"/>
                  </a:lnTo>
                  <a:lnTo>
                    <a:pt x="28742" y="260899"/>
                  </a:lnTo>
                  <a:lnTo>
                    <a:pt x="31797" y="265260"/>
                  </a:lnTo>
                  <a:lnTo>
                    <a:pt x="34990" y="269521"/>
                  </a:lnTo>
                  <a:lnTo>
                    <a:pt x="38317" y="273679"/>
                  </a:lnTo>
                  <a:lnTo>
                    <a:pt x="41775" y="277728"/>
                  </a:lnTo>
                  <a:lnTo>
                    <a:pt x="45359" y="281665"/>
                  </a:lnTo>
                  <a:lnTo>
                    <a:pt x="49068" y="285486"/>
                  </a:lnTo>
                  <a:lnTo>
                    <a:pt x="52896" y="289187"/>
                  </a:lnTo>
                  <a:lnTo>
                    <a:pt x="56840" y="292764"/>
                  </a:lnTo>
                  <a:lnTo>
                    <a:pt x="60896" y="296214"/>
                  </a:lnTo>
                  <a:lnTo>
                    <a:pt x="65060" y="299533"/>
                  </a:lnTo>
                  <a:lnTo>
                    <a:pt x="69327" y="302718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7427" y="1238196"/>
              <a:ext cx="97831" cy="135550"/>
            </a:xfrm>
            <a:custGeom>
              <a:avLst/>
              <a:pathLst>
                <a:path w="97831" h="135550">
                  <a:moveTo>
                    <a:pt x="0" y="135550"/>
                  </a:moveTo>
                  <a:lnTo>
                    <a:pt x="9783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7427" y="1106996"/>
              <a:ext cx="264993" cy="298351"/>
            </a:xfrm>
            <a:custGeom>
              <a:avLst/>
              <a:pathLst>
                <a:path w="264993" h="298351">
                  <a:moveTo>
                    <a:pt x="0" y="266750"/>
                  </a:moveTo>
                  <a:lnTo>
                    <a:pt x="4378" y="269805"/>
                  </a:lnTo>
                  <a:lnTo>
                    <a:pt x="8853" y="272719"/>
                  </a:lnTo>
                  <a:lnTo>
                    <a:pt x="13418" y="275488"/>
                  </a:lnTo>
                  <a:lnTo>
                    <a:pt x="18069" y="278111"/>
                  </a:lnTo>
                  <a:lnTo>
                    <a:pt x="22802" y="280583"/>
                  </a:lnTo>
                  <a:lnTo>
                    <a:pt x="27611" y="282903"/>
                  </a:lnTo>
                  <a:lnTo>
                    <a:pt x="32491" y="285068"/>
                  </a:lnTo>
                  <a:lnTo>
                    <a:pt x="37439" y="287076"/>
                  </a:lnTo>
                  <a:lnTo>
                    <a:pt x="42448" y="288926"/>
                  </a:lnTo>
                  <a:lnTo>
                    <a:pt x="47513" y="290614"/>
                  </a:lnTo>
                  <a:lnTo>
                    <a:pt x="52630" y="292140"/>
                  </a:lnTo>
                  <a:lnTo>
                    <a:pt x="57793" y="293501"/>
                  </a:lnTo>
                  <a:lnTo>
                    <a:pt x="62997" y="294697"/>
                  </a:lnTo>
                  <a:lnTo>
                    <a:pt x="68237" y="295726"/>
                  </a:lnTo>
                  <a:lnTo>
                    <a:pt x="73506" y="296587"/>
                  </a:lnTo>
                  <a:lnTo>
                    <a:pt x="78800" y="297280"/>
                  </a:lnTo>
                  <a:lnTo>
                    <a:pt x="84114" y="297803"/>
                  </a:lnTo>
                  <a:lnTo>
                    <a:pt x="89442" y="298156"/>
                  </a:lnTo>
                  <a:lnTo>
                    <a:pt x="94778" y="298339"/>
                  </a:lnTo>
                  <a:lnTo>
                    <a:pt x="100118" y="298351"/>
                  </a:lnTo>
                  <a:lnTo>
                    <a:pt x="105455" y="298193"/>
                  </a:lnTo>
                  <a:lnTo>
                    <a:pt x="110784" y="297864"/>
                  </a:lnTo>
                  <a:lnTo>
                    <a:pt x="116100" y="297365"/>
                  </a:lnTo>
                  <a:lnTo>
                    <a:pt x="121398" y="296697"/>
                  </a:lnTo>
                  <a:lnTo>
                    <a:pt x="126671" y="295860"/>
                  </a:lnTo>
                  <a:lnTo>
                    <a:pt x="131915" y="294855"/>
                  </a:lnTo>
                  <a:lnTo>
                    <a:pt x="137125" y="293683"/>
                  </a:lnTo>
                  <a:lnTo>
                    <a:pt x="142294" y="292345"/>
                  </a:lnTo>
                  <a:lnTo>
                    <a:pt x="147418" y="290843"/>
                  </a:lnTo>
                  <a:lnTo>
                    <a:pt x="152491" y="289178"/>
                  </a:lnTo>
                  <a:lnTo>
                    <a:pt x="157508" y="287351"/>
                  </a:lnTo>
                  <a:lnTo>
                    <a:pt x="162465" y="285366"/>
                  </a:lnTo>
                  <a:lnTo>
                    <a:pt x="167356" y="283223"/>
                  </a:lnTo>
                  <a:lnTo>
                    <a:pt x="172175" y="280925"/>
                  </a:lnTo>
                  <a:lnTo>
                    <a:pt x="176919" y="278474"/>
                  </a:lnTo>
                  <a:lnTo>
                    <a:pt x="181582" y="275873"/>
                  </a:lnTo>
                  <a:lnTo>
                    <a:pt x="186160" y="273125"/>
                  </a:lnTo>
                  <a:lnTo>
                    <a:pt x="190648" y="270232"/>
                  </a:lnTo>
                  <a:lnTo>
                    <a:pt x="195040" y="267196"/>
                  </a:lnTo>
                  <a:lnTo>
                    <a:pt x="199334" y="264022"/>
                  </a:lnTo>
                  <a:lnTo>
                    <a:pt x="203524" y="260713"/>
                  </a:lnTo>
                  <a:lnTo>
                    <a:pt x="207607" y="257271"/>
                  </a:lnTo>
                  <a:lnTo>
                    <a:pt x="211577" y="253701"/>
                  </a:lnTo>
                  <a:lnTo>
                    <a:pt x="215431" y="250006"/>
                  </a:lnTo>
                  <a:lnTo>
                    <a:pt x="219166" y="246190"/>
                  </a:lnTo>
                  <a:lnTo>
                    <a:pt x="222776" y="242256"/>
                  </a:lnTo>
                  <a:lnTo>
                    <a:pt x="226259" y="238209"/>
                  </a:lnTo>
                  <a:lnTo>
                    <a:pt x="229611" y="234053"/>
                  </a:lnTo>
                  <a:lnTo>
                    <a:pt x="232829" y="229792"/>
                  </a:lnTo>
                  <a:lnTo>
                    <a:pt x="235909" y="225430"/>
                  </a:lnTo>
                  <a:lnTo>
                    <a:pt x="238848" y="220972"/>
                  </a:lnTo>
                  <a:lnTo>
                    <a:pt x="241643" y="216423"/>
                  </a:lnTo>
                  <a:lnTo>
                    <a:pt x="244291" y="211786"/>
                  </a:lnTo>
                  <a:lnTo>
                    <a:pt x="246790" y="207068"/>
                  </a:lnTo>
                  <a:lnTo>
                    <a:pt x="249137" y="202272"/>
                  </a:lnTo>
                  <a:lnTo>
                    <a:pt x="251330" y="197403"/>
                  </a:lnTo>
                  <a:lnTo>
                    <a:pt x="253366" y="192467"/>
                  </a:lnTo>
                  <a:lnTo>
                    <a:pt x="255243" y="187469"/>
                  </a:lnTo>
                  <a:lnTo>
                    <a:pt x="256960" y="182413"/>
                  </a:lnTo>
                  <a:lnTo>
                    <a:pt x="258515" y="177305"/>
                  </a:lnTo>
                  <a:lnTo>
                    <a:pt x="259905" y="172149"/>
                  </a:lnTo>
                  <a:lnTo>
                    <a:pt x="261130" y="166952"/>
                  </a:lnTo>
                  <a:lnTo>
                    <a:pt x="262189" y="161719"/>
                  </a:lnTo>
                  <a:lnTo>
                    <a:pt x="263080" y="156454"/>
                  </a:lnTo>
                  <a:lnTo>
                    <a:pt x="263802" y="151164"/>
                  </a:lnTo>
                  <a:lnTo>
                    <a:pt x="264355" y="145853"/>
                  </a:lnTo>
                  <a:lnTo>
                    <a:pt x="264738" y="140527"/>
                  </a:lnTo>
                  <a:lnTo>
                    <a:pt x="264951" y="135192"/>
                  </a:lnTo>
                  <a:lnTo>
                    <a:pt x="264993" y="129853"/>
                  </a:lnTo>
                  <a:lnTo>
                    <a:pt x="264865" y="124515"/>
                  </a:lnTo>
                  <a:lnTo>
                    <a:pt x="264566" y="119184"/>
                  </a:lnTo>
                  <a:lnTo>
                    <a:pt x="264097" y="113865"/>
                  </a:lnTo>
                  <a:lnTo>
                    <a:pt x="263459" y="108564"/>
                  </a:lnTo>
                  <a:lnTo>
                    <a:pt x="262651" y="103286"/>
                  </a:lnTo>
                  <a:lnTo>
                    <a:pt x="261676" y="98036"/>
                  </a:lnTo>
                  <a:lnTo>
                    <a:pt x="260533" y="92820"/>
                  </a:lnTo>
                  <a:lnTo>
                    <a:pt x="259224" y="87644"/>
                  </a:lnTo>
                  <a:lnTo>
                    <a:pt x="257751" y="82511"/>
                  </a:lnTo>
                  <a:lnTo>
                    <a:pt x="256115" y="77429"/>
                  </a:lnTo>
                  <a:lnTo>
                    <a:pt x="254317" y="72401"/>
                  </a:lnTo>
                  <a:lnTo>
                    <a:pt x="252359" y="67434"/>
                  </a:lnTo>
                  <a:lnTo>
                    <a:pt x="250244" y="62531"/>
                  </a:lnTo>
                  <a:lnTo>
                    <a:pt x="247973" y="57698"/>
                  </a:lnTo>
                  <a:lnTo>
                    <a:pt x="245549" y="52941"/>
                  </a:lnTo>
                  <a:lnTo>
                    <a:pt x="242974" y="48263"/>
                  </a:lnTo>
                  <a:lnTo>
                    <a:pt x="240251" y="43670"/>
                  </a:lnTo>
                  <a:lnTo>
                    <a:pt x="237383" y="39166"/>
                  </a:lnTo>
                  <a:lnTo>
                    <a:pt x="234373" y="34756"/>
                  </a:lnTo>
                  <a:lnTo>
                    <a:pt x="231223" y="30445"/>
                  </a:lnTo>
                  <a:lnTo>
                    <a:pt x="227937" y="26236"/>
                  </a:lnTo>
                  <a:lnTo>
                    <a:pt x="224519" y="22134"/>
                  </a:lnTo>
                  <a:lnTo>
                    <a:pt x="220971" y="18144"/>
                  </a:lnTo>
                  <a:lnTo>
                    <a:pt x="217298" y="14269"/>
                  </a:lnTo>
                  <a:lnTo>
                    <a:pt x="213502" y="10513"/>
                  </a:lnTo>
                  <a:lnTo>
                    <a:pt x="209589" y="6881"/>
                  </a:lnTo>
                  <a:lnTo>
                    <a:pt x="205562" y="3375"/>
                  </a:lnTo>
                  <a:lnTo>
                    <a:pt x="201424" y="0"/>
                  </a:lnTo>
                  <a:lnTo>
                    <a:pt x="97831" y="1311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03593" cy="167167"/>
            </a:xfrm>
            <a:custGeom>
              <a:avLst/>
              <a:pathLst>
                <a:path w="103593" h="167167">
                  <a:moveTo>
                    <a:pt x="103593" y="35967"/>
                  </a:moveTo>
                  <a:lnTo>
                    <a:pt x="99152" y="32579"/>
                  </a:lnTo>
                  <a:lnTo>
                    <a:pt x="94599" y="29342"/>
                  </a:lnTo>
                  <a:lnTo>
                    <a:pt x="89942" y="26258"/>
                  </a:lnTo>
                  <a:lnTo>
                    <a:pt x="85183" y="23331"/>
                  </a:lnTo>
                  <a:lnTo>
                    <a:pt x="80330" y="20566"/>
                  </a:lnTo>
                  <a:lnTo>
                    <a:pt x="75387" y="17963"/>
                  </a:lnTo>
                  <a:lnTo>
                    <a:pt x="70360" y="15528"/>
                  </a:lnTo>
                  <a:lnTo>
                    <a:pt x="65254" y="13262"/>
                  </a:lnTo>
                  <a:lnTo>
                    <a:pt x="60075" y="11167"/>
                  </a:lnTo>
                  <a:lnTo>
                    <a:pt x="54829" y="9247"/>
                  </a:lnTo>
                  <a:lnTo>
                    <a:pt x="49522" y="7503"/>
                  </a:lnTo>
                  <a:lnTo>
                    <a:pt x="44160" y="5938"/>
                  </a:lnTo>
                  <a:lnTo>
                    <a:pt x="38749" y="4552"/>
                  </a:lnTo>
                  <a:lnTo>
                    <a:pt x="33294" y="3349"/>
                  </a:lnTo>
                  <a:lnTo>
                    <a:pt x="27802" y="2328"/>
                  </a:lnTo>
                  <a:lnTo>
                    <a:pt x="22279" y="1491"/>
                  </a:lnTo>
                  <a:lnTo>
                    <a:pt x="16731" y="839"/>
                  </a:lnTo>
                  <a:lnTo>
                    <a:pt x="11164" y="373"/>
                  </a:lnTo>
                  <a:lnTo>
                    <a:pt x="558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1087" y="941493"/>
              <a:ext cx="82456" cy="167167"/>
            </a:xfrm>
            <a:custGeom>
              <a:avLst/>
              <a:pathLst>
                <a:path w="82456" h="167167">
                  <a:moveTo>
                    <a:pt x="82456" y="0"/>
                  </a:moveTo>
                  <a:lnTo>
                    <a:pt x="76709" y="98"/>
                  </a:lnTo>
                  <a:lnTo>
                    <a:pt x="70968" y="395"/>
                  </a:lnTo>
                  <a:lnTo>
                    <a:pt x="65241" y="888"/>
                  </a:lnTo>
                  <a:lnTo>
                    <a:pt x="59534" y="1579"/>
                  </a:lnTo>
                  <a:lnTo>
                    <a:pt x="53854" y="2465"/>
                  </a:lnTo>
                  <a:lnTo>
                    <a:pt x="48208" y="3545"/>
                  </a:lnTo>
                  <a:lnTo>
                    <a:pt x="42603" y="4820"/>
                  </a:lnTo>
                  <a:lnTo>
                    <a:pt x="37045" y="6286"/>
                  </a:lnTo>
                  <a:lnTo>
                    <a:pt x="31540" y="7942"/>
                  </a:lnTo>
                  <a:lnTo>
                    <a:pt x="26096" y="9787"/>
                  </a:lnTo>
                  <a:lnTo>
                    <a:pt x="20718" y="11818"/>
                  </a:lnTo>
                  <a:lnTo>
                    <a:pt x="15413" y="14032"/>
                  </a:lnTo>
                  <a:lnTo>
                    <a:pt x="10188" y="16428"/>
                  </a:lnTo>
                  <a:lnTo>
                    <a:pt x="5048" y="19002"/>
                  </a:lnTo>
                  <a:lnTo>
                    <a:pt x="0" y="21751"/>
                  </a:lnTo>
                  <a:lnTo>
                    <a:pt x="824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1087" y="963244"/>
              <a:ext cx="82456" cy="145416"/>
            </a:xfrm>
            <a:custGeom>
              <a:avLst/>
              <a:pathLst>
                <a:path w="82456" h="145416">
                  <a:moveTo>
                    <a:pt x="0" y="0"/>
                  </a:moveTo>
                  <a:lnTo>
                    <a:pt x="82456" y="145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83" y="951497"/>
              <a:ext cx="334313" cy="324328"/>
            </a:xfrm>
            <a:custGeom>
              <a:avLst/>
              <a:pathLst>
                <a:path w="334313" h="324328">
                  <a:moveTo>
                    <a:pt x="84703" y="11747"/>
                  </a:moveTo>
                  <a:lnTo>
                    <a:pt x="80137" y="14433"/>
                  </a:lnTo>
                  <a:lnTo>
                    <a:pt x="75657" y="17262"/>
                  </a:lnTo>
                  <a:lnTo>
                    <a:pt x="71270" y="20232"/>
                  </a:lnTo>
                  <a:lnTo>
                    <a:pt x="66979" y="23339"/>
                  </a:lnTo>
                  <a:lnTo>
                    <a:pt x="62789" y="26581"/>
                  </a:lnTo>
                  <a:lnTo>
                    <a:pt x="58703" y="29954"/>
                  </a:lnTo>
                  <a:lnTo>
                    <a:pt x="54727" y="33455"/>
                  </a:lnTo>
                  <a:lnTo>
                    <a:pt x="50863" y="37080"/>
                  </a:lnTo>
                  <a:lnTo>
                    <a:pt x="47116" y="40825"/>
                  </a:lnTo>
                  <a:lnTo>
                    <a:pt x="43490" y="44688"/>
                  </a:lnTo>
                  <a:lnTo>
                    <a:pt x="39988" y="48663"/>
                  </a:lnTo>
                  <a:lnTo>
                    <a:pt x="36614" y="52747"/>
                  </a:lnTo>
                  <a:lnTo>
                    <a:pt x="33370" y="56937"/>
                  </a:lnTo>
                  <a:lnTo>
                    <a:pt x="30262" y="61227"/>
                  </a:lnTo>
                  <a:lnTo>
                    <a:pt x="27290" y="65613"/>
                  </a:lnTo>
                  <a:lnTo>
                    <a:pt x="24459" y="70091"/>
                  </a:lnTo>
                  <a:lnTo>
                    <a:pt x="21772" y="74657"/>
                  </a:lnTo>
                  <a:lnTo>
                    <a:pt x="19230" y="79305"/>
                  </a:lnTo>
                  <a:lnTo>
                    <a:pt x="16837" y="84032"/>
                  </a:lnTo>
                  <a:lnTo>
                    <a:pt x="14596" y="88832"/>
                  </a:lnTo>
                  <a:lnTo>
                    <a:pt x="12507" y="93701"/>
                  </a:lnTo>
                  <a:lnTo>
                    <a:pt x="10574" y="98634"/>
                  </a:lnTo>
                  <a:lnTo>
                    <a:pt x="8798" y="103625"/>
                  </a:lnTo>
                  <a:lnTo>
                    <a:pt x="7181" y="108670"/>
                  </a:lnTo>
                  <a:lnTo>
                    <a:pt x="5724" y="113764"/>
                  </a:lnTo>
                  <a:lnTo>
                    <a:pt x="4430" y="118902"/>
                  </a:lnTo>
                  <a:lnTo>
                    <a:pt x="3299" y="124078"/>
                  </a:lnTo>
                  <a:lnTo>
                    <a:pt x="2333" y="129287"/>
                  </a:lnTo>
                  <a:lnTo>
                    <a:pt x="1533" y="134524"/>
                  </a:lnTo>
                  <a:lnTo>
                    <a:pt x="898" y="139784"/>
                  </a:lnTo>
                  <a:lnTo>
                    <a:pt x="431" y="145061"/>
                  </a:lnTo>
                  <a:lnTo>
                    <a:pt x="131" y="150351"/>
                  </a:lnTo>
                  <a:lnTo>
                    <a:pt x="0" y="155647"/>
                  </a:lnTo>
                  <a:lnTo>
                    <a:pt x="35" y="160945"/>
                  </a:lnTo>
                  <a:lnTo>
                    <a:pt x="239" y="166239"/>
                  </a:lnTo>
                  <a:lnTo>
                    <a:pt x="611" y="171524"/>
                  </a:lnTo>
                  <a:lnTo>
                    <a:pt x="1149" y="176794"/>
                  </a:lnTo>
                  <a:lnTo>
                    <a:pt x="1855" y="182045"/>
                  </a:lnTo>
                  <a:lnTo>
                    <a:pt x="2726" y="187271"/>
                  </a:lnTo>
                  <a:lnTo>
                    <a:pt x="3763" y="192466"/>
                  </a:lnTo>
                  <a:lnTo>
                    <a:pt x="4964" y="197626"/>
                  </a:lnTo>
                  <a:lnTo>
                    <a:pt x="6327" y="202746"/>
                  </a:lnTo>
                  <a:lnTo>
                    <a:pt x="7853" y="207819"/>
                  </a:lnTo>
                  <a:lnTo>
                    <a:pt x="9538" y="212842"/>
                  </a:lnTo>
                  <a:lnTo>
                    <a:pt x="11381" y="217809"/>
                  </a:lnTo>
                  <a:lnTo>
                    <a:pt x="13381" y="222715"/>
                  </a:lnTo>
                  <a:lnTo>
                    <a:pt x="15536" y="227555"/>
                  </a:lnTo>
                  <a:lnTo>
                    <a:pt x="17843" y="232324"/>
                  </a:lnTo>
                  <a:lnTo>
                    <a:pt x="20299" y="237018"/>
                  </a:lnTo>
                  <a:lnTo>
                    <a:pt x="22904" y="241632"/>
                  </a:lnTo>
                  <a:lnTo>
                    <a:pt x="25653" y="246161"/>
                  </a:lnTo>
                  <a:lnTo>
                    <a:pt x="28544" y="250600"/>
                  </a:lnTo>
                  <a:lnTo>
                    <a:pt x="31575" y="254946"/>
                  </a:lnTo>
                  <a:lnTo>
                    <a:pt x="34741" y="259193"/>
                  </a:lnTo>
                  <a:lnTo>
                    <a:pt x="38041" y="263338"/>
                  </a:lnTo>
                  <a:lnTo>
                    <a:pt x="41470" y="267377"/>
                  </a:lnTo>
                  <a:lnTo>
                    <a:pt x="45026" y="271304"/>
                  </a:lnTo>
                  <a:lnTo>
                    <a:pt x="48704" y="275117"/>
                  </a:lnTo>
                  <a:lnTo>
                    <a:pt x="52502" y="278811"/>
                  </a:lnTo>
                  <a:lnTo>
                    <a:pt x="56414" y="282384"/>
                  </a:lnTo>
                  <a:lnTo>
                    <a:pt x="60438" y="285830"/>
                  </a:lnTo>
                  <a:lnTo>
                    <a:pt x="64569" y="289147"/>
                  </a:lnTo>
                  <a:lnTo>
                    <a:pt x="68803" y="292332"/>
                  </a:lnTo>
                  <a:lnTo>
                    <a:pt x="73135" y="295381"/>
                  </a:lnTo>
                  <a:lnTo>
                    <a:pt x="77562" y="298291"/>
                  </a:lnTo>
                  <a:lnTo>
                    <a:pt x="82080" y="301059"/>
                  </a:lnTo>
                  <a:lnTo>
                    <a:pt x="86682" y="303683"/>
                  </a:lnTo>
                  <a:lnTo>
                    <a:pt x="91366" y="306160"/>
                  </a:lnTo>
                  <a:lnTo>
                    <a:pt x="96125" y="308487"/>
                  </a:lnTo>
                  <a:lnTo>
                    <a:pt x="100956" y="310662"/>
                  </a:lnTo>
                  <a:lnTo>
                    <a:pt x="105853" y="312683"/>
                  </a:lnTo>
                  <a:lnTo>
                    <a:pt x="110812" y="314547"/>
                  </a:lnTo>
                  <a:lnTo>
                    <a:pt x="115828" y="316254"/>
                  </a:lnTo>
                  <a:lnTo>
                    <a:pt x="120895" y="317801"/>
                  </a:lnTo>
                  <a:lnTo>
                    <a:pt x="126009" y="319186"/>
                  </a:lnTo>
                  <a:lnTo>
                    <a:pt x="131164" y="320409"/>
                  </a:lnTo>
                  <a:lnTo>
                    <a:pt x="136355" y="321467"/>
                  </a:lnTo>
                  <a:lnTo>
                    <a:pt x="141577" y="322361"/>
                  </a:lnTo>
                  <a:lnTo>
                    <a:pt x="146825" y="323089"/>
                  </a:lnTo>
                  <a:lnTo>
                    <a:pt x="152093" y="323650"/>
                  </a:lnTo>
                  <a:lnTo>
                    <a:pt x="157376" y="324044"/>
                  </a:lnTo>
                  <a:lnTo>
                    <a:pt x="162669" y="324270"/>
                  </a:lnTo>
                  <a:lnTo>
                    <a:pt x="167967" y="324328"/>
                  </a:lnTo>
                  <a:lnTo>
                    <a:pt x="173264" y="324219"/>
                  </a:lnTo>
                  <a:lnTo>
                    <a:pt x="178554" y="323941"/>
                  </a:lnTo>
                  <a:lnTo>
                    <a:pt x="183834" y="323497"/>
                  </a:lnTo>
                  <a:lnTo>
                    <a:pt x="189096" y="322885"/>
                  </a:lnTo>
                  <a:lnTo>
                    <a:pt x="194336" y="322106"/>
                  </a:lnTo>
                  <a:lnTo>
                    <a:pt x="199550" y="321162"/>
                  </a:lnTo>
                  <a:lnTo>
                    <a:pt x="204730" y="320054"/>
                  </a:lnTo>
                  <a:lnTo>
                    <a:pt x="209873" y="318781"/>
                  </a:lnTo>
                  <a:lnTo>
                    <a:pt x="214973" y="317347"/>
                  </a:lnTo>
                  <a:lnTo>
                    <a:pt x="220025" y="315751"/>
                  </a:lnTo>
                  <a:lnTo>
                    <a:pt x="225024" y="313996"/>
                  </a:lnTo>
                  <a:lnTo>
                    <a:pt x="229965" y="312084"/>
                  </a:lnTo>
                  <a:lnTo>
                    <a:pt x="234842" y="310016"/>
                  </a:lnTo>
                  <a:lnTo>
                    <a:pt x="239652" y="307794"/>
                  </a:lnTo>
                  <a:lnTo>
                    <a:pt x="244389" y="305421"/>
                  </a:lnTo>
                  <a:lnTo>
                    <a:pt x="249048" y="302900"/>
                  </a:lnTo>
                  <a:lnTo>
                    <a:pt x="253625" y="300232"/>
                  </a:lnTo>
                  <a:lnTo>
                    <a:pt x="258116" y="297420"/>
                  </a:lnTo>
                  <a:lnTo>
                    <a:pt x="262514" y="294467"/>
                  </a:lnTo>
                  <a:lnTo>
                    <a:pt x="266818" y="291377"/>
                  </a:lnTo>
                  <a:lnTo>
                    <a:pt x="271021" y="288151"/>
                  </a:lnTo>
                  <a:lnTo>
                    <a:pt x="275119" y="284794"/>
                  </a:lnTo>
                  <a:lnTo>
                    <a:pt x="279109" y="281309"/>
                  </a:lnTo>
                  <a:lnTo>
                    <a:pt x="282987" y="277699"/>
                  </a:lnTo>
                  <a:lnTo>
                    <a:pt x="286749" y="273968"/>
                  </a:lnTo>
                  <a:lnTo>
                    <a:pt x="290390" y="270120"/>
                  </a:lnTo>
                  <a:lnTo>
                    <a:pt x="293908" y="266158"/>
                  </a:lnTo>
                  <a:lnTo>
                    <a:pt x="297298" y="262087"/>
                  </a:lnTo>
                  <a:lnTo>
                    <a:pt x="300557" y="257911"/>
                  </a:lnTo>
                  <a:lnTo>
                    <a:pt x="303683" y="253633"/>
                  </a:lnTo>
                  <a:lnTo>
                    <a:pt x="306671" y="249258"/>
                  </a:lnTo>
                  <a:lnTo>
                    <a:pt x="309520" y="244791"/>
                  </a:lnTo>
                  <a:lnTo>
                    <a:pt x="312225" y="240236"/>
                  </a:lnTo>
                  <a:lnTo>
                    <a:pt x="314785" y="235597"/>
                  </a:lnTo>
                  <a:lnTo>
                    <a:pt x="317196" y="230880"/>
                  </a:lnTo>
                  <a:lnTo>
                    <a:pt x="319457" y="226088"/>
                  </a:lnTo>
                  <a:lnTo>
                    <a:pt x="321564" y="221228"/>
                  </a:lnTo>
                  <a:lnTo>
                    <a:pt x="323517" y="216303"/>
                  </a:lnTo>
                  <a:lnTo>
                    <a:pt x="325312" y="211318"/>
                  </a:lnTo>
                  <a:lnTo>
                    <a:pt x="326949" y="206280"/>
                  </a:lnTo>
                  <a:lnTo>
                    <a:pt x="328425" y="201191"/>
                  </a:lnTo>
                  <a:lnTo>
                    <a:pt x="329739" y="196059"/>
                  </a:lnTo>
                  <a:lnTo>
                    <a:pt x="330890" y="190888"/>
                  </a:lnTo>
                  <a:lnTo>
                    <a:pt x="331877" y="185682"/>
                  </a:lnTo>
                  <a:lnTo>
                    <a:pt x="332698" y="180448"/>
                  </a:lnTo>
                  <a:lnTo>
                    <a:pt x="333353" y="175191"/>
                  </a:lnTo>
                  <a:lnTo>
                    <a:pt x="333840" y="169916"/>
                  </a:lnTo>
                  <a:lnTo>
                    <a:pt x="334161" y="164627"/>
                  </a:lnTo>
                  <a:lnTo>
                    <a:pt x="334313" y="159332"/>
                  </a:lnTo>
                  <a:lnTo>
                    <a:pt x="334298" y="154034"/>
                  </a:lnTo>
                  <a:lnTo>
                    <a:pt x="334115" y="148739"/>
                  </a:lnTo>
                  <a:lnTo>
                    <a:pt x="333764" y="143453"/>
                  </a:lnTo>
                  <a:lnTo>
                    <a:pt x="333246" y="138180"/>
                  </a:lnTo>
                  <a:lnTo>
                    <a:pt x="332561" y="132926"/>
                  </a:lnTo>
                  <a:lnTo>
                    <a:pt x="331710" y="127697"/>
                  </a:lnTo>
                  <a:lnTo>
                    <a:pt x="330694" y="122498"/>
                  </a:lnTo>
                  <a:lnTo>
                    <a:pt x="329513" y="117333"/>
                  </a:lnTo>
                  <a:lnTo>
                    <a:pt x="328170" y="112208"/>
                  </a:lnTo>
                  <a:lnTo>
                    <a:pt x="326664" y="107129"/>
                  </a:lnTo>
                  <a:lnTo>
                    <a:pt x="324999" y="102099"/>
                  </a:lnTo>
                  <a:lnTo>
                    <a:pt x="323174" y="97125"/>
                  </a:lnTo>
                  <a:lnTo>
                    <a:pt x="321194" y="92212"/>
                  </a:lnTo>
                  <a:lnTo>
                    <a:pt x="319058" y="87363"/>
                  </a:lnTo>
                  <a:lnTo>
                    <a:pt x="316770" y="82585"/>
                  </a:lnTo>
                  <a:lnTo>
                    <a:pt x="314331" y="77881"/>
                  </a:lnTo>
                  <a:lnTo>
                    <a:pt x="311745" y="73258"/>
                  </a:lnTo>
                  <a:lnTo>
                    <a:pt x="309014" y="68718"/>
                  </a:lnTo>
                  <a:lnTo>
                    <a:pt x="306140" y="64267"/>
                  </a:lnTo>
                  <a:lnTo>
                    <a:pt x="303126" y="59910"/>
                  </a:lnTo>
                  <a:lnTo>
                    <a:pt x="299976" y="55650"/>
                  </a:lnTo>
                  <a:lnTo>
                    <a:pt x="296693" y="51492"/>
                  </a:lnTo>
                  <a:lnTo>
                    <a:pt x="293279" y="47441"/>
                  </a:lnTo>
                  <a:lnTo>
                    <a:pt x="289739" y="43499"/>
                  </a:lnTo>
                  <a:lnTo>
                    <a:pt x="286076" y="39672"/>
                  </a:lnTo>
                  <a:lnTo>
                    <a:pt x="282293" y="35963"/>
                  </a:lnTo>
                  <a:lnTo>
                    <a:pt x="278394" y="32375"/>
                  </a:lnTo>
                  <a:lnTo>
                    <a:pt x="274384" y="28913"/>
                  </a:lnTo>
                  <a:lnTo>
                    <a:pt x="270266" y="25580"/>
                  </a:lnTo>
                  <a:lnTo>
                    <a:pt x="266045" y="22379"/>
                  </a:lnTo>
                  <a:lnTo>
                    <a:pt x="261724" y="19313"/>
                  </a:lnTo>
                  <a:lnTo>
                    <a:pt x="257308" y="16385"/>
                  </a:lnTo>
                  <a:lnTo>
                    <a:pt x="252802" y="13599"/>
                  </a:lnTo>
                  <a:lnTo>
                    <a:pt x="248210" y="10958"/>
                  </a:lnTo>
                  <a:lnTo>
                    <a:pt x="243536" y="8463"/>
                  </a:lnTo>
                  <a:lnTo>
                    <a:pt x="238785" y="6117"/>
                  </a:lnTo>
                  <a:lnTo>
                    <a:pt x="233963" y="3923"/>
                  </a:lnTo>
                  <a:lnTo>
                    <a:pt x="229074" y="1883"/>
                  </a:lnTo>
                  <a:lnTo>
                    <a:pt x="224122" y="0"/>
                  </a:lnTo>
                  <a:lnTo>
                    <a:pt x="167160" y="15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56961" cy="167167"/>
            </a:xfrm>
            <a:custGeom>
              <a:avLst/>
              <a:pathLst>
                <a:path w="56961" h="167167">
                  <a:moveTo>
                    <a:pt x="56961" y="10004"/>
                  </a:moveTo>
                  <a:lnTo>
                    <a:pt x="51463" y="8118"/>
                  </a:lnTo>
                  <a:lnTo>
                    <a:pt x="45903" y="6425"/>
                  </a:lnTo>
                  <a:lnTo>
                    <a:pt x="40287" y="4927"/>
                  </a:lnTo>
                  <a:lnTo>
                    <a:pt x="34623" y="3624"/>
                  </a:lnTo>
                  <a:lnTo>
                    <a:pt x="28916" y="2520"/>
                  </a:lnTo>
                  <a:lnTo>
                    <a:pt x="23175" y="1614"/>
                  </a:lnTo>
                  <a:lnTo>
                    <a:pt x="17406" y="908"/>
                  </a:lnTo>
                  <a:lnTo>
                    <a:pt x="11615" y="404"/>
                  </a:lnTo>
                  <a:lnTo>
                    <a:pt x="5811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319975" y="941493"/>
              <a:ext cx="166239" cy="167167"/>
            </a:xfrm>
            <a:custGeom>
              <a:avLst/>
              <a:pathLst>
                <a:path w="166239" h="167167">
                  <a:moveTo>
                    <a:pt x="166239" y="0"/>
                  </a:moveTo>
                  <a:lnTo>
                    <a:pt x="160797" y="88"/>
                  </a:lnTo>
                  <a:lnTo>
                    <a:pt x="155360" y="354"/>
                  </a:lnTo>
                  <a:lnTo>
                    <a:pt x="149934" y="797"/>
                  </a:lnTo>
                  <a:lnTo>
                    <a:pt x="144526" y="1416"/>
                  </a:lnTo>
                  <a:lnTo>
                    <a:pt x="139141" y="2211"/>
                  </a:lnTo>
                  <a:lnTo>
                    <a:pt x="133784" y="3180"/>
                  </a:lnTo>
                  <a:lnTo>
                    <a:pt x="128462" y="4324"/>
                  </a:lnTo>
                  <a:lnTo>
                    <a:pt x="123180" y="5640"/>
                  </a:lnTo>
                  <a:lnTo>
                    <a:pt x="117944" y="7128"/>
                  </a:lnTo>
                  <a:lnTo>
                    <a:pt x="112759" y="8785"/>
                  </a:lnTo>
                  <a:lnTo>
                    <a:pt x="107631" y="10610"/>
                  </a:lnTo>
                  <a:lnTo>
                    <a:pt x="102564" y="12602"/>
                  </a:lnTo>
                  <a:lnTo>
                    <a:pt x="97566" y="14757"/>
                  </a:lnTo>
                  <a:lnTo>
                    <a:pt x="92640" y="17073"/>
                  </a:lnTo>
                  <a:lnTo>
                    <a:pt x="87792" y="19549"/>
                  </a:lnTo>
                  <a:lnTo>
                    <a:pt x="83027" y="22182"/>
                  </a:lnTo>
                  <a:lnTo>
                    <a:pt x="78351" y="24968"/>
                  </a:lnTo>
                  <a:lnTo>
                    <a:pt x="73768" y="27905"/>
                  </a:lnTo>
                  <a:lnTo>
                    <a:pt x="69282" y="30989"/>
                  </a:lnTo>
                  <a:lnTo>
                    <a:pt x="64900" y="34218"/>
                  </a:lnTo>
                  <a:lnTo>
                    <a:pt x="60625" y="37588"/>
                  </a:lnTo>
                  <a:lnTo>
                    <a:pt x="56462" y="41096"/>
                  </a:lnTo>
                  <a:lnTo>
                    <a:pt x="52416" y="44737"/>
                  </a:lnTo>
                  <a:lnTo>
                    <a:pt x="48490" y="48508"/>
                  </a:lnTo>
                  <a:lnTo>
                    <a:pt x="44689" y="52404"/>
                  </a:lnTo>
                  <a:lnTo>
                    <a:pt x="41017" y="56423"/>
                  </a:lnTo>
                  <a:lnTo>
                    <a:pt x="37478" y="60559"/>
                  </a:lnTo>
                  <a:lnTo>
                    <a:pt x="34075" y="64808"/>
                  </a:lnTo>
                  <a:lnTo>
                    <a:pt x="30812" y="69165"/>
                  </a:lnTo>
                  <a:lnTo>
                    <a:pt x="27693" y="73626"/>
                  </a:lnTo>
                  <a:lnTo>
                    <a:pt x="24721" y="78187"/>
                  </a:lnTo>
                  <a:lnTo>
                    <a:pt x="21899" y="82842"/>
                  </a:lnTo>
                  <a:lnTo>
                    <a:pt x="19230" y="87586"/>
                  </a:lnTo>
                  <a:lnTo>
                    <a:pt x="16717" y="92415"/>
                  </a:lnTo>
                  <a:lnTo>
                    <a:pt x="14362" y="97322"/>
                  </a:lnTo>
                  <a:lnTo>
                    <a:pt x="12169" y="102304"/>
                  </a:lnTo>
                  <a:lnTo>
                    <a:pt x="10138" y="107355"/>
                  </a:lnTo>
                  <a:lnTo>
                    <a:pt x="8274" y="112469"/>
                  </a:lnTo>
                  <a:lnTo>
                    <a:pt x="6577" y="117642"/>
                  </a:lnTo>
                  <a:lnTo>
                    <a:pt x="5049" y="122866"/>
                  </a:lnTo>
                  <a:lnTo>
                    <a:pt x="3692" y="128138"/>
                  </a:lnTo>
                  <a:lnTo>
                    <a:pt x="2507" y="133451"/>
                  </a:lnTo>
                  <a:lnTo>
                    <a:pt x="1496" y="138800"/>
                  </a:lnTo>
                  <a:lnTo>
                    <a:pt x="660" y="144179"/>
                  </a:lnTo>
                  <a:lnTo>
                    <a:pt x="0" y="149582"/>
                  </a:lnTo>
                  <a:lnTo>
                    <a:pt x="16623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975" y="1091075"/>
              <a:ext cx="166239" cy="17584"/>
            </a:xfrm>
            <a:custGeom>
              <a:avLst/>
              <a:pathLst>
                <a:path w="166239" h="17584">
                  <a:moveTo>
                    <a:pt x="0" y="0"/>
                  </a:moveTo>
                  <a:lnTo>
                    <a:pt x="166239" y="175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53" y="1091075"/>
              <a:ext cx="170068" cy="184733"/>
            </a:xfrm>
            <a:custGeom>
              <a:avLst/>
              <a:pathLst>
                <a:path w="170068" h="184733">
                  <a:moveTo>
                    <a:pt x="922" y="0"/>
                  </a:moveTo>
                  <a:lnTo>
                    <a:pt x="438" y="5422"/>
                  </a:lnTo>
                  <a:lnTo>
                    <a:pt x="130" y="10858"/>
                  </a:lnTo>
                  <a:lnTo>
                    <a:pt x="0" y="16300"/>
                  </a:lnTo>
                  <a:lnTo>
                    <a:pt x="46" y="21744"/>
                  </a:lnTo>
                  <a:lnTo>
                    <a:pt x="270" y="27184"/>
                  </a:lnTo>
                  <a:lnTo>
                    <a:pt x="671" y="32613"/>
                  </a:lnTo>
                  <a:lnTo>
                    <a:pt x="1249" y="38027"/>
                  </a:lnTo>
                  <a:lnTo>
                    <a:pt x="2003" y="43418"/>
                  </a:lnTo>
                  <a:lnTo>
                    <a:pt x="2932" y="48783"/>
                  </a:lnTo>
                  <a:lnTo>
                    <a:pt x="4035" y="54114"/>
                  </a:lnTo>
                  <a:lnTo>
                    <a:pt x="5311" y="59406"/>
                  </a:lnTo>
                  <a:lnTo>
                    <a:pt x="6758" y="64655"/>
                  </a:lnTo>
                  <a:lnTo>
                    <a:pt x="8376" y="69853"/>
                  </a:lnTo>
                  <a:lnTo>
                    <a:pt x="10162" y="74996"/>
                  </a:lnTo>
                  <a:lnTo>
                    <a:pt x="12115" y="80078"/>
                  </a:lnTo>
                  <a:lnTo>
                    <a:pt x="14232" y="85093"/>
                  </a:lnTo>
                  <a:lnTo>
                    <a:pt x="16512" y="90037"/>
                  </a:lnTo>
                  <a:lnTo>
                    <a:pt x="18951" y="94905"/>
                  </a:lnTo>
                  <a:lnTo>
                    <a:pt x="21547" y="99690"/>
                  </a:lnTo>
                  <a:lnTo>
                    <a:pt x="24298" y="104388"/>
                  </a:lnTo>
                  <a:lnTo>
                    <a:pt x="27200" y="108994"/>
                  </a:lnTo>
                  <a:lnTo>
                    <a:pt x="30251" y="113503"/>
                  </a:lnTo>
                  <a:lnTo>
                    <a:pt x="33447" y="117910"/>
                  </a:lnTo>
                  <a:lnTo>
                    <a:pt x="36785" y="122211"/>
                  </a:lnTo>
                  <a:lnTo>
                    <a:pt x="40261" y="126401"/>
                  </a:lnTo>
                  <a:lnTo>
                    <a:pt x="43872" y="130476"/>
                  </a:lnTo>
                  <a:lnTo>
                    <a:pt x="47613" y="134431"/>
                  </a:lnTo>
                  <a:lnTo>
                    <a:pt x="51481" y="138261"/>
                  </a:lnTo>
                  <a:lnTo>
                    <a:pt x="55472" y="141964"/>
                  </a:lnTo>
                  <a:lnTo>
                    <a:pt x="59582" y="145535"/>
                  </a:lnTo>
                  <a:lnTo>
                    <a:pt x="63805" y="148971"/>
                  </a:lnTo>
                  <a:lnTo>
                    <a:pt x="68138" y="152267"/>
                  </a:lnTo>
                  <a:lnTo>
                    <a:pt x="72576" y="155420"/>
                  </a:lnTo>
                  <a:lnTo>
                    <a:pt x="77115" y="158427"/>
                  </a:lnTo>
                  <a:lnTo>
                    <a:pt x="81749" y="161284"/>
                  </a:lnTo>
                  <a:lnTo>
                    <a:pt x="86473" y="163989"/>
                  </a:lnTo>
                  <a:lnTo>
                    <a:pt x="91284" y="166539"/>
                  </a:lnTo>
                  <a:lnTo>
                    <a:pt x="96174" y="168931"/>
                  </a:lnTo>
                  <a:lnTo>
                    <a:pt x="101140" y="171162"/>
                  </a:lnTo>
                  <a:lnTo>
                    <a:pt x="106176" y="173230"/>
                  </a:lnTo>
                  <a:lnTo>
                    <a:pt x="111277" y="175134"/>
                  </a:lnTo>
                  <a:lnTo>
                    <a:pt x="116437" y="176870"/>
                  </a:lnTo>
                  <a:lnTo>
                    <a:pt x="121650" y="178437"/>
                  </a:lnTo>
                  <a:lnTo>
                    <a:pt x="126912" y="179834"/>
                  </a:lnTo>
                  <a:lnTo>
                    <a:pt x="132217" y="181059"/>
                  </a:lnTo>
                  <a:lnTo>
                    <a:pt x="137559" y="182110"/>
                  </a:lnTo>
                  <a:lnTo>
                    <a:pt x="142932" y="182987"/>
                  </a:lnTo>
                  <a:lnTo>
                    <a:pt x="148331" y="183688"/>
                  </a:lnTo>
                  <a:lnTo>
                    <a:pt x="153749" y="184213"/>
                  </a:lnTo>
                  <a:lnTo>
                    <a:pt x="159183" y="184561"/>
                  </a:lnTo>
                  <a:lnTo>
                    <a:pt x="164624" y="184733"/>
                  </a:lnTo>
                  <a:lnTo>
                    <a:pt x="170068" y="184727"/>
                  </a:lnTo>
                  <a:lnTo>
                    <a:pt x="167162" y="17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86215" y="941493"/>
              <a:ext cx="167161" cy="334309"/>
            </a:xfrm>
            <a:custGeom>
              <a:avLst/>
              <a:pathLst>
                <a:path w="167161" h="334309">
                  <a:moveTo>
                    <a:pt x="2906" y="334309"/>
                  </a:moveTo>
                  <a:lnTo>
                    <a:pt x="8232" y="334132"/>
                  </a:lnTo>
                  <a:lnTo>
                    <a:pt x="13549" y="333784"/>
                  </a:lnTo>
                  <a:lnTo>
                    <a:pt x="18853" y="333268"/>
                  </a:lnTo>
                  <a:lnTo>
                    <a:pt x="24138" y="332582"/>
                  </a:lnTo>
                  <a:lnTo>
                    <a:pt x="29398" y="331729"/>
                  </a:lnTo>
                  <a:lnTo>
                    <a:pt x="34629" y="330708"/>
                  </a:lnTo>
                  <a:lnTo>
                    <a:pt x="39824" y="329521"/>
                  </a:lnTo>
                  <a:lnTo>
                    <a:pt x="44979" y="328170"/>
                  </a:lnTo>
                  <a:lnTo>
                    <a:pt x="50088" y="326654"/>
                  </a:lnTo>
                  <a:lnTo>
                    <a:pt x="55146" y="324977"/>
                  </a:lnTo>
                  <a:lnTo>
                    <a:pt x="60148" y="323139"/>
                  </a:lnTo>
                  <a:lnTo>
                    <a:pt x="65089" y="321142"/>
                  </a:lnTo>
                  <a:lnTo>
                    <a:pt x="69963" y="318989"/>
                  </a:lnTo>
                  <a:lnTo>
                    <a:pt x="74767" y="316682"/>
                  </a:lnTo>
                  <a:lnTo>
                    <a:pt x="79495" y="314223"/>
                  </a:lnTo>
                  <a:lnTo>
                    <a:pt x="84142" y="311614"/>
                  </a:lnTo>
                  <a:lnTo>
                    <a:pt x="88703" y="308859"/>
                  </a:lnTo>
                  <a:lnTo>
                    <a:pt x="93174" y="305960"/>
                  </a:lnTo>
                  <a:lnTo>
                    <a:pt x="97551" y="302919"/>
                  </a:lnTo>
                  <a:lnTo>
                    <a:pt x="101828" y="299741"/>
                  </a:lnTo>
                  <a:lnTo>
                    <a:pt x="106002" y="296428"/>
                  </a:lnTo>
                  <a:lnTo>
                    <a:pt x="110068" y="292983"/>
                  </a:lnTo>
                  <a:lnTo>
                    <a:pt x="114023" y="289411"/>
                  </a:lnTo>
                  <a:lnTo>
                    <a:pt x="117861" y="285715"/>
                  </a:lnTo>
                  <a:lnTo>
                    <a:pt x="121580" y="281898"/>
                  </a:lnTo>
                  <a:lnTo>
                    <a:pt x="125175" y="277964"/>
                  </a:lnTo>
                  <a:lnTo>
                    <a:pt x="128643" y="273918"/>
                  </a:lnTo>
                  <a:lnTo>
                    <a:pt x="131980" y="269763"/>
                  </a:lnTo>
                  <a:lnTo>
                    <a:pt x="135184" y="265504"/>
                  </a:lnTo>
                  <a:lnTo>
                    <a:pt x="138249" y="261145"/>
                  </a:lnTo>
                  <a:lnTo>
                    <a:pt x="141175" y="256691"/>
                  </a:lnTo>
                  <a:lnTo>
                    <a:pt x="143956" y="252146"/>
                  </a:lnTo>
                  <a:lnTo>
                    <a:pt x="146592" y="247514"/>
                  </a:lnTo>
                  <a:lnTo>
                    <a:pt x="149078" y="242801"/>
                  </a:lnTo>
                  <a:lnTo>
                    <a:pt x="151413" y="238010"/>
                  </a:lnTo>
                  <a:lnTo>
                    <a:pt x="153595" y="233148"/>
                  </a:lnTo>
                  <a:lnTo>
                    <a:pt x="155620" y="228219"/>
                  </a:lnTo>
                  <a:lnTo>
                    <a:pt x="157486" y="223228"/>
                  </a:lnTo>
                  <a:lnTo>
                    <a:pt x="159193" y="218179"/>
                  </a:lnTo>
                  <a:lnTo>
                    <a:pt x="160738" y="213079"/>
                  </a:lnTo>
                  <a:lnTo>
                    <a:pt x="162120" y="207932"/>
                  </a:lnTo>
                  <a:lnTo>
                    <a:pt x="163337" y="202744"/>
                  </a:lnTo>
                  <a:lnTo>
                    <a:pt x="164388" y="197520"/>
                  </a:lnTo>
                  <a:lnTo>
                    <a:pt x="165272" y="192265"/>
                  </a:lnTo>
                  <a:lnTo>
                    <a:pt x="165988" y="186984"/>
                  </a:lnTo>
                  <a:lnTo>
                    <a:pt x="166535" y="181683"/>
                  </a:lnTo>
                  <a:lnTo>
                    <a:pt x="166914" y="176368"/>
                  </a:lnTo>
                  <a:lnTo>
                    <a:pt x="167122" y="171043"/>
                  </a:lnTo>
                  <a:lnTo>
                    <a:pt x="167161" y="165714"/>
                  </a:lnTo>
                  <a:lnTo>
                    <a:pt x="167029" y="160386"/>
                  </a:lnTo>
                  <a:lnTo>
                    <a:pt x="166728" y="155066"/>
                  </a:lnTo>
                  <a:lnTo>
                    <a:pt x="166258" y="149758"/>
                  </a:lnTo>
                  <a:lnTo>
                    <a:pt x="165619" y="144467"/>
                  </a:lnTo>
                  <a:lnTo>
                    <a:pt x="164811" y="139200"/>
                  </a:lnTo>
                  <a:lnTo>
                    <a:pt x="163836" y="133961"/>
                  </a:lnTo>
                  <a:lnTo>
                    <a:pt x="162694" y="128755"/>
                  </a:lnTo>
                  <a:lnTo>
                    <a:pt x="161387" y="123589"/>
                  </a:lnTo>
                  <a:lnTo>
                    <a:pt x="159916" y="118467"/>
                  </a:lnTo>
                  <a:lnTo>
                    <a:pt x="158282" y="113395"/>
                  </a:lnTo>
                  <a:lnTo>
                    <a:pt x="156488" y="108377"/>
                  </a:lnTo>
                  <a:lnTo>
                    <a:pt x="154535" y="103419"/>
                  </a:lnTo>
                  <a:lnTo>
                    <a:pt x="152424" y="98525"/>
                  </a:lnTo>
                  <a:lnTo>
                    <a:pt x="150159" y="93702"/>
                  </a:lnTo>
                  <a:lnTo>
                    <a:pt x="147741" y="88953"/>
                  </a:lnTo>
                  <a:lnTo>
                    <a:pt x="145173" y="84284"/>
                  </a:lnTo>
                  <a:lnTo>
                    <a:pt x="142457" y="79698"/>
                  </a:lnTo>
                  <a:lnTo>
                    <a:pt x="139597" y="75202"/>
                  </a:lnTo>
                  <a:lnTo>
                    <a:pt x="136595" y="70799"/>
                  </a:lnTo>
                  <a:lnTo>
                    <a:pt x="133454" y="66494"/>
                  </a:lnTo>
                  <a:lnTo>
                    <a:pt x="130177" y="62292"/>
                  </a:lnTo>
                  <a:lnTo>
                    <a:pt x="126768" y="58196"/>
                  </a:lnTo>
                  <a:lnTo>
                    <a:pt x="123230" y="54211"/>
                  </a:lnTo>
                  <a:lnTo>
                    <a:pt x="119567" y="50340"/>
                  </a:lnTo>
                  <a:lnTo>
                    <a:pt x="115783" y="46588"/>
                  </a:lnTo>
                  <a:lnTo>
                    <a:pt x="111880" y="42959"/>
                  </a:lnTo>
                  <a:lnTo>
                    <a:pt x="107865" y="39456"/>
                  </a:lnTo>
                  <a:lnTo>
                    <a:pt x="103739" y="36083"/>
                  </a:lnTo>
                  <a:lnTo>
                    <a:pt x="99508" y="32843"/>
                  </a:lnTo>
                  <a:lnTo>
                    <a:pt x="95176" y="29739"/>
                  </a:lnTo>
                  <a:lnTo>
                    <a:pt x="90747" y="26775"/>
                  </a:lnTo>
                  <a:lnTo>
                    <a:pt x="86226" y="23954"/>
                  </a:lnTo>
                  <a:lnTo>
                    <a:pt x="81618" y="21279"/>
                  </a:lnTo>
                  <a:lnTo>
                    <a:pt x="76926" y="18751"/>
                  </a:lnTo>
                  <a:lnTo>
                    <a:pt x="72156" y="16375"/>
                  </a:lnTo>
                  <a:lnTo>
                    <a:pt x="67313" y="14151"/>
                  </a:lnTo>
                  <a:lnTo>
                    <a:pt x="62402" y="12083"/>
                  </a:lnTo>
                  <a:lnTo>
                    <a:pt x="57427" y="10173"/>
                  </a:lnTo>
                  <a:lnTo>
                    <a:pt x="52394" y="8423"/>
                  </a:lnTo>
                  <a:lnTo>
                    <a:pt x="47307" y="6833"/>
                  </a:lnTo>
                  <a:lnTo>
                    <a:pt x="42173" y="5407"/>
                  </a:lnTo>
                  <a:lnTo>
                    <a:pt x="36995" y="4145"/>
                  </a:lnTo>
                  <a:lnTo>
                    <a:pt x="31780" y="3048"/>
                  </a:lnTo>
                  <a:lnTo>
                    <a:pt x="26533" y="2119"/>
                  </a:lnTo>
                  <a:lnTo>
                    <a:pt x="21259" y="1357"/>
                  </a:lnTo>
                  <a:lnTo>
                    <a:pt x="15963" y="763"/>
                  </a:lnTo>
                  <a:lnTo>
                    <a:pt x="10651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346" y="1071028"/>
              <a:ext cx="167154" cy="186747"/>
            </a:xfrm>
            <a:custGeom>
              <a:avLst/>
              <a:pathLst>
                <a:path w="167154" h="186747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8" y="792"/>
                  </a:lnTo>
                  <a:lnTo>
                    <a:pt x="145506" y="1407"/>
                  </a:lnTo>
                  <a:lnTo>
                    <a:pt x="140137" y="2197"/>
                  </a:lnTo>
                  <a:lnTo>
                    <a:pt x="134797" y="3161"/>
                  </a:lnTo>
                  <a:lnTo>
                    <a:pt x="129490" y="4298"/>
                  </a:lnTo>
                  <a:lnTo>
                    <a:pt x="124223" y="5606"/>
                  </a:lnTo>
                  <a:lnTo>
                    <a:pt x="119002" y="7085"/>
                  </a:lnTo>
                  <a:lnTo>
                    <a:pt x="113831" y="8732"/>
                  </a:lnTo>
                  <a:lnTo>
                    <a:pt x="108716" y="10546"/>
                  </a:lnTo>
                  <a:lnTo>
                    <a:pt x="103663" y="12526"/>
                  </a:lnTo>
                  <a:lnTo>
                    <a:pt x="98677" y="14668"/>
                  </a:lnTo>
                  <a:lnTo>
                    <a:pt x="93763" y="16971"/>
                  </a:lnTo>
                  <a:lnTo>
                    <a:pt x="88927" y="19433"/>
                  </a:lnTo>
                  <a:lnTo>
                    <a:pt x="84172" y="22050"/>
                  </a:lnTo>
                  <a:lnTo>
                    <a:pt x="79506" y="24820"/>
                  </a:lnTo>
                  <a:lnTo>
                    <a:pt x="74931" y="27740"/>
                  </a:lnTo>
                  <a:lnTo>
                    <a:pt x="70454" y="30807"/>
                  </a:lnTo>
                  <a:lnTo>
                    <a:pt x="66079" y="34017"/>
                  </a:lnTo>
                  <a:lnTo>
                    <a:pt x="61810" y="37368"/>
                  </a:lnTo>
                  <a:lnTo>
                    <a:pt x="57653" y="40856"/>
                  </a:lnTo>
                  <a:lnTo>
                    <a:pt x="53610" y="44477"/>
                  </a:lnTo>
                  <a:lnTo>
                    <a:pt x="49688" y="48227"/>
                  </a:lnTo>
                  <a:lnTo>
                    <a:pt x="45889" y="52103"/>
                  </a:lnTo>
                  <a:lnTo>
                    <a:pt x="42218" y="56100"/>
                  </a:lnTo>
                  <a:lnTo>
                    <a:pt x="38678" y="60214"/>
                  </a:lnTo>
                  <a:lnTo>
                    <a:pt x="35274" y="64440"/>
                  </a:lnTo>
                  <a:lnTo>
                    <a:pt x="32010" y="68775"/>
                  </a:lnTo>
                  <a:lnTo>
                    <a:pt x="28887" y="73214"/>
                  </a:lnTo>
                  <a:lnTo>
                    <a:pt x="25910" y="77751"/>
                  </a:lnTo>
                  <a:lnTo>
                    <a:pt x="23082" y="82383"/>
                  </a:lnTo>
                  <a:lnTo>
                    <a:pt x="20406" y="87104"/>
                  </a:lnTo>
                  <a:lnTo>
                    <a:pt x="17885" y="91910"/>
                  </a:lnTo>
                  <a:lnTo>
                    <a:pt x="15520" y="96795"/>
                  </a:lnTo>
                  <a:lnTo>
                    <a:pt x="13316" y="101754"/>
                  </a:lnTo>
                  <a:lnTo>
                    <a:pt x="11274" y="106782"/>
                  </a:lnTo>
                  <a:lnTo>
                    <a:pt x="9396" y="111873"/>
                  </a:lnTo>
                  <a:lnTo>
                    <a:pt x="7684" y="117023"/>
                  </a:lnTo>
                  <a:lnTo>
                    <a:pt x="6141" y="122226"/>
                  </a:lnTo>
                  <a:lnTo>
                    <a:pt x="4767" y="127476"/>
                  </a:lnTo>
                  <a:lnTo>
                    <a:pt x="3564" y="132768"/>
                  </a:lnTo>
                  <a:lnTo>
                    <a:pt x="2534" y="138096"/>
                  </a:lnTo>
                  <a:lnTo>
                    <a:pt x="1677" y="143455"/>
                  </a:lnTo>
                  <a:lnTo>
                    <a:pt x="994" y="148839"/>
                  </a:lnTo>
                  <a:lnTo>
                    <a:pt x="487" y="154242"/>
                  </a:lnTo>
                  <a:lnTo>
                    <a:pt x="155" y="159659"/>
                  </a:lnTo>
                  <a:lnTo>
                    <a:pt x="0" y="165083"/>
                  </a:lnTo>
                  <a:lnTo>
                    <a:pt x="20" y="170510"/>
                  </a:lnTo>
                  <a:lnTo>
                    <a:pt x="217" y="175934"/>
                  </a:lnTo>
                  <a:lnTo>
                    <a:pt x="589" y="181348"/>
                  </a:lnTo>
                  <a:lnTo>
                    <a:pt x="1137" y="18674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484" y="1238196"/>
              <a:ext cx="166016" cy="19579"/>
            </a:xfrm>
            <a:custGeom>
              <a:avLst/>
              <a:pathLst>
                <a:path w="166016" h="19579">
                  <a:moveTo>
                    <a:pt x="0" y="19579"/>
                  </a:moveTo>
                  <a:lnTo>
                    <a:pt x="1660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484" y="1071270"/>
              <a:ext cx="333179" cy="334088"/>
            </a:xfrm>
            <a:custGeom>
              <a:avLst/>
              <a:pathLst>
                <a:path w="333179" h="334088">
                  <a:moveTo>
                    <a:pt x="0" y="186505"/>
                  </a:moveTo>
                  <a:lnTo>
                    <a:pt x="705" y="191767"/>
                  </a:lnTo>
                  <a:lnTo>
                    <a:pt x="1577" y="197003"/>
                  </a:lnTo>
                  <a:lnTo>
                    <a:pt x="2615" y="202209"/>
                  </a:lnTo>
                  <a:lnTo>
                    <a:pt x="3818" y="207380"/>
                  </a:lnTo>
                  <a:lnTo>
                    <a:pt x="5184" y="212509"/>
                  </a:lnTo>
                  <a:lnTo>
                    <a:pt x="6712" y="217593"/>
                  </a:lnTo>
                  <a:lnTo>
                    <a:pt x="8401" y="222625"/>
                  </a:lnTo>
                  <a:lnTo>
                    <a:pt x="10249" y="227602"/>
                  </a:lnTo>
                  <a:lnTo>
                    <a:pt x="12255" y="232517"/>
                  </a:lnTo>
                  <a:lnTo>
                    <a:pt x="14415" y="237366"/>
                  </a:lnTo>
                  <a:lnTo>
                    <a:pt x="16728" y="242144"/>
                  </a:lnTo>
                  <a:lnTo>
                    <a:pt x="19191" y="246846"/>
                  </a:lnTo>
                  <a:lnTo>
                    <a:pt x="21803" y="251468"/>
                  </a:lnTo>
                  <a:lnTo>
                    <a:pt x="24560" y="256004"/>
                  </a:lnTo>
                  <a:lnTo>
                    <a:pt x="27460" y="260451"/>
                  </a:lnTo>
                  <a:lnTo>
                    <a:pt x="30499" y="264803"/>
                  </a:lnTo>
                  <a:lnTo>
                    <a:pt x="33675" y="269057"/>
                  </a:lnTo>
                  <a:lnTo>
                    <a:pt x="36985" y="273207"/>
                  </a:lnTo>
                  <a:lnTo>
                    <a:pt x="40424" y="277251"/>
                  </a:lnTo>
                  <a:lnTo>
                    <a:pt x="43991" y="281183"/>
                  </a:lnTo>
                  <a:lnTo>
                    <a:pt x="47680" y="285000"/>
                  </a:lnTo>
                  <a:lnTo>
                    <a:pt x="51489" y="288697"/>
                  </a:lnTo>
                  <a:lnTo>
                    <a:pt x="55413" y="292272"/>
                  </a:lnTo>
                  <a:lnTo>
                    <a:pt x="59449" y="295721"/>
                  </a:lnTo>
                  <a:lnTo>
                    <a:pt x="63592" y="299040"/>
                  </a:lnTo>
                  <a:lnTo>
                    <a:pt x="67838" y="302225"/>
                  </a:lnTo>
                  <a:lnTo>
                    <a:pt x="72184" y="305274"/>
                  </a:lnTo>
                  <a:lnTo>
                    <a:pt x="76624" y="308184"/>
                  </a:lnTo>
                  <a:lnTo>
                    <a:pt x="81154" y="310951"/>
                  </a:lnTo>
                  <a:lnTo>
                    <a:pt x="85770" y="313573"/>
                  </a:lnTo>
                  <a:lnTo>
                    <a:pt x="90467" y="316047"/>
                  </a:lnTo>
                  <a:lnTo>
                    <a:pt x="95240" y="318370"/>
                  </a:lnTo>
                  <a:lnTo>
                    <a:pt x="100084" y="320541"/>
                  </a:lnTo>
                  <a:lnTo>
                    <a:pt x="104995" y="322557"/>
                  </a:lnTo>
                  <a:lnTo>
                    <a:pt x="109967" y="324416"/>
                  </a:lnTo>
                  <a:lnTo>
                    <a:pt x="114996" y="326117"/>
                  </a:lnTo>
                  <a:lnTo>
                    <a:pt x="120076" y="327656"/>
                  </a:lnTo>
                  <a:lnTo>
                    <a:pt x="125203" y="329034"/>
                  </a:lnTo>
                  <a:lnTo>
                    <a:pt x="130371" y="330248"/>
                  </a:lnTo>
                  <a:lnTo>
                    <a:pt x="135574" y="331298"/>
                  </a:lnTo>
                  <a:lnTo>
                    <a:pt x="140809" y="332181"/>
                  </a:lnTo>
                  <a:lnTo>
                    <a:pt x="146068" y="332898"/>
                  </a:lnTo>
                  <a:lnTo>
                    <a:pt x="151348" y="333448"/>
                  </a:lnTo>
                  <a:lnTo>
                    <a:pt x="156643" y="333830"/>
                  </a:lnTo>
                  <a:lnTo>
                    <a:pt x="161947" y="334043"/>
                  </a:lnTo>
                  <a:lnTo>
                    <a:pt x="167256" y="334088"/>
                  </a:lnTo>
                  <a:lnTo>
                    <a:pt x="172563" y="333965"/>
                  </a:lnTo>
                  <a:lnTo>
                    <a:pt x="177863" y="333672"/>
                  </a:lnTo>
                  <a:lnTo>
                    <a:pt x="183152" y="333212"/>
                  </a:lnTo>
                  <a:lnTo>
                    <a:pt x="188423" y="332584"/>
                  </a:lnTo>
                  <a:lnTo>
                    <a:pt x="193671" y="331789"/>
                  </a:lnTo>
                  <a:lnTo>
                    <a:pt x="198892" y="330828"/>
                  </a:lnTo>
                  <a:lnTo>
                    <a:pt x="204080" y="329702"/>
                  </a:lnTo>
                  <a:lnTo>
                    <a:pt x="209229" y="328411"/>
                  </a:lnTo>
                  <a:lnTo>
                    <a:pt x="214335" y="326958"/>
                  </a:lnTo>
                  <a:lnTo>
                    <a:pt x="219391" y="325343"/>
                  </a:lnTo>
                  <a:lnTo>
                    <a:pt x="224394" y="323568"/>
                  </a:lnTo>
                  <a:lnTo>
                    <a:pt x="229339" y="321635"/>
                  </a:lnTo>
                  <a:lnTo>
                    <a:pt x="234219" y="319547"/>
                  </a:lnTo>
                  <a:lnTo>
                    <a:pt x="239031" y="317304"/>
                  </a:lnTo>
                  <a:lnTo>
                    <a:pt x="243769" y="314910"/>
                  </a:lnTo>
                  <a:lnTo>
                    <a:pt x="248428" y="312367"/>
                  </a:lnTo>
                  <a:lnTo>
                    <a:pt x="253005" y="309677"/>
                  </a:lnTo>
                  <a:lnTo>
                    <a:pt x="257493" y="306843"/>
                  </a:lnTo>
                  <a:lnTo>
                    <a:pt x="261890" y="303868"/>
                  </a:lnTo>
                  <a:lnTo>
                    <a:pt x="266189" y="300755"/>
                  </a:lnTo>
                  <a:lnTo>
                    <a:pt x="270388" y="297507"/>
                  </a:lnTo>
                  <a:lnTo>
                    <a:pt x="274482" y="294127"/>
                  </a:lnTo>
                  <a:lnTo>
                    <a:pt x="278466" y="290619"/>
                  </a:lnTo>
                  <a:lnTo>
                    <a:pt x="282337" y="286986"/>
                  </a:lnTo>
                  <a:lnTo>
                    <a:pt x="286090" y="283232"/>
                  </a:lnTo>
                  <a:lnTo>
                    <a:pt x="289722" y="279361"/>
                  </a:lnTo>
                  <a:lnTo>
                    <a:pt x="293230" y="275376"/>
                  </a:lnTo>
                  <a:lnTo>
                    <a:pt x="296609" y="271282"/>
                  </a:lnTo>
                  <a:lnTo>
                    <a:pt x="299857" y="267083"/>
                  </a:lnTo>
                  <a:lnTo>
                    <a:pt x="302970" y="262783"/>
                  </a:lnTo>
                  <a:lnTo>
                    <a:pt x="305944" y="258386"/>
                  </a:lnTo>
                  <a:lnTo>
                    <a:pt x="308778" y="253897"/>
                  </a:lnTo>
                  <a:lnTo>
                    <a:pt x="311467" y="249321"/>
                  </a:lnTo>
                  <a:lnTo>
                    <a:pt x="314010" y="244661"/>
                  </a:lnTo>
                  <a:lnTo>
                    <a:pt x="316404" y="239923"/>
                  </a:lnTo>
                  <a:lnTo>
                    <a:pt x="318646" y="235111"/>
                  </a:lnTo>
                  <a:lnTo>
                    <a:pt x="320734" y="230230"/>
                  </a:lnTo>
                  <a:lnTo>
                    <a:pt x="322666" y="225286"/>
                  </a:lnTo>
                  <a:lnTo>
                    <a:pt x="324440" y="220282"/>
                  </a:lnTo>
                  <a:lnTo>
                    <a:pt x="326054" y="215225"/>
                  </a:lnTo>
                  <a:lnTo>
                    <a:pt x="327507" y="210120"/>
                  </a:lnTo>
                  <a:lnTo>
                    <a:pt x="328797" y="204970"/>
                  </a:lnTo>
                  <a:lnTo>
                    <a:pt x="329923" y="199782"/>
                  </a:lnTo>
                  <a:lnTo>
                    <a:pt x="330883" y="194562"/>
                  </a:lnTo>
                  <a:lnTo>
                    <a:pt x="331678" y="189313"/>
                  </a:lnTo>
                  <a:lnTo>
                    <a:pt x="332305" y="184042"/>
                  </a:lnTo>
                  <a:lnTo>
                    <a:pt x="332765" y="178753"/>
                  </a:lnTo>
                  <a:lnTo>
                    <a:pt x="333056" y="173453"/>
                  </a:lnTo>
                  <a:lnTo>
                    <a:pt x="333179" y="168146"/>
                  </a:lnTo>
                  <a:lnTo>
                    <a:pt x="333134" y="162837"/>
                  </a:lnTo>
                  <a:lnTo>
                    <a:pt x="332920" y="157533"/>
                  </a:lnTo>
                  <a:lnTo>
                    <a:pt x="332537" y="152238"/>
                  </a:lnTo>
                  <a:lnTo>
                    <a:pt x="331987" y="146959"/>
                  </a:lnTo>
                  <a:lnTo>
                    <a:pt x="331269" y="141699"/>
                  </a:lnTo>
                  <a:lnTo>
                    <a:pt x="330385" y="136465"/>
                  </a:lnTo>
                  <a:lnTo>
                    <a:pt x="329335" y="131261"/>
                  </a:lnTo>
                  <a:lnTo>
                    <a:pt x="328120" y="126093"/>
                  </a:lnTo>
                  <a:lnTo>
                    <a:pt x="326742" y="120967"/>
                  </a:lnTo>
                  <a:lnTo>
                    <a:pt x="325202" y="115887"/>
                  </a:lnTo>
                  <a:lnTo>
                    <a:pt x="323501" y="110858"/>
                  </a:lnTo>
                  <a:lnTo>
                    <a:pt x="321641" y="105886"/>
                  </a:lnTo>
                  <a:lnTo>
                    <a:pt x="319625" y="100975"/>
                  </a:lnTo>
                  <a:lnTo>
                    <a:pt x="317453" y="96131"/>
                  </a:lnTo>
                  <a:lnTo>
                    <a:pt x="315129" y="91359"/>
                  </a:lnTo>
                  <a:lnTo>
                    <a:pt x="312655" y="86662"/>
                  </a:lnTo>
                  <a:lnTo>
                    <a:pt x="310032" y="82047"/>
                  </a:lnTo>
                  <a:lnTo>
                    <a:pt x="307265" y="77517"/>
                  </a:lnTo>
                  <a:lnTo>
                    <a:pt x="304355" y="73077"/>
                  </a:lnTo>
                  <a:lnTo>
                    <a:pt x="301305" y="68732"/>
                  </a:lnTo>
                  <a:lnTo>
                    <a:pt x="298119" y="64486"/>
                  </a:lnTo>
                  <a:lnTo>
                    <a:pt x="294800" y="60343"/>
                  </a:lnTo>
                  <a:lnTo>
                    <a:pt x="291351" y="56308"/>
                  </a:lnTo>
                  <a:lnTo>
                    <a:pt x="287775" y="52384"/>
                  </a:lnTo>
                  <a:lnTo>
                    <a:pt x="284077" y="48576"/>
                  </a:lnTo>
                  <a:lnTo>
                    <a:pt x="280260" y="44887"/>
                  </a:lnTo>
                  <a:lnTo>
                    <a:pt x="276327" y="41321"/>
                  </a:lnTo>
                  <a:lnTo>
                    <a:pt x="272283" y="37882"/>
                  </a:lnTo>
                  <a:lnTo>
                    <a:pt x="268133" y="34573"/>
                  </a:lnTo>
                  <a:lnTo>
                    <a:pt x="263879" y="31397"/>
                  </a:lnTo>
                  <a:lnTo>
                    <a:pt x="259526" y="28358"/>
                  </a:lnTo>
                  <a:lnTo>
                    <a:pt x="255079" y="25459"/>
                  </a:lnTo>
                  <a:lnTo>
                    <a:pt x="250543" y="22702"/>
                  </a:lnTo>
                  <a:lnTo>
                    <a:pt x="245921" y="20091"/>
                  </a:lnTo>
                  <a:lnTo>
                    <a:pt x="241218" y="17628"/>
                  </a:lnTo>
                  <a:lnTo>
                    <a:pt x="236440" y="15316"/>
                  </a:lnTo>
                  <a:lnTo>
                    <a:pt x="231591" y="13156"/>
                  </a:lnTo>
                  <a:lnTo>
                    <a:pt x="226675" y="11152"/>
                  </a:lnTo>
                  <a:lnTo>
                    <a:pt x="221698" y="9304"/>
                  </a:lnTo>
                  <a:lnTo>
                    <a:pt x="216666" y="7616"/>
                  </a:lnTo>
                  <a:lnTo>
                    <a:pt x="211582" y="6088"/>
                  </a:lnTo>
                  <a:lnTo>
                    <a:pt x="206452" y="4722"/>
                  </a:lnTo>
                  <a:lnTo>
                    <a:pt x="201281" y="3520"/>
                  </a:lnTo>
                  <a:lnTo>
                    <a:pt x="196075" y="2483"/>
                  </a:lnTo>
                  <a:lnTo>
                    <a:pt x="190839" y="1611"/>
                  </a:lnTo>
                  <a:lnTo>
                    <a:pt x="185577" y="906"/>
                  </a:lnTo>
                  <a:lnTo>
                    <a:pt x="180296" y="369"/>
                  </a:lnTo>
                  <a:lnTo>
                    <a:pt x="175001" y="0"/>
                  </a:lnTo>
                  <a:lnTo>
                    <a:pt x="166016" y="1669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8984" cy="167167"/>
            </a:xfrm>
            <a:custGeom>
              <a:avLst/>
              <a:pathLst>
                <a:path w="8984" h="167167">
                  <a:moveTo>
                    <a:pt x="8984" y="2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7428" y="1322571"/>
              <a:ext cx="51292" cy="167167"/>
            </a:xfrm>
            <a:custGeom>
              <a:avLst/>
              <a:pathLst>
                <a:path w="51292" h="167167">
                  <a:moveTo>
                    <a:pt x="51292" y="0"/>
                  </a:moveTo>
                  <a:lnTo>
                    <a:pt x="44777" y="127"/>
                  </a:lnTo>
                  <a:lnTo>
                    <a:pt x="38272" y="507"/>
                  </a:lnTo>
                  <a:lnTo>
                    <a:pt x="31787" y="1141"/>
                  </a:lnTo>
                  <a:lnTo>
                    <a:pt x="25331" y="2028"/>
                  </a:lnTo>
                  <a:lnTo>
                    <a:pt x="18915" y="3165"/>
                  </a:lnTo>
                  <a:lnTo>
                    <a:pt x="12547" y="4551"/>
                  </a:lnTo>
                  <a:lnTo>
                    <a:pt x="6239" y="6185"/>
                  </a:lnTo>
                  <a:lnTo>
                    <a:pt x="0" y="8063"/>
                  </a:lnTo>
                  <a:lnTo>
                    <a:pt x="5129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7428" y="1330635"/>
              <a:ext cx="51292" cy="159103"/>
            </a:xfrm>
            <a:custGeom>
              <a:avLst/>
              <a:pathLst>
                <a:path w="51292" h="159103">
                  <a:moveTo>
                    <a:pt x="0" y="0"/>
                  </a:moveTo>
                  <a:lnTo>
                    <a:pt x="51292" y="159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62" y="1330635"/>
              <a:ext cx="334315" cy="326269"/>
            </a:xfrm>
            <a:custGeom>
              <a:avLst/>
              <a:pathLst>
                <a:path w="334315" h="326269">
                  <a:moveTo>
                    <a:pt x="115865" y="0"/>
                  </a:moveTo>
                  <a:lnTo>
                    <a:pt x="110842" y="1707"/>
                  </a:lnTo>
                  <a:lnTo>
                    <a:pt x="105876" y="3574"/>
                  </a:lnTo>
                  <a:lnTo>
                    <a:pt x="100971" y="5597"/>
                  </a:lnTo>
                  <a:lnTo>
                    <a:pt x="96133" y="7774"/>
                  </a:lnTo>
                  <a:lnTo>
                    <a:pt x="91367" y="10104"/>
                  </a:lnTo>
                  <a:lnTo>
                    <a:pt x="86677" y="12584"/>
                  </a:lnTo>
                  <a:lnTo>
                    <a:pt x="82068" y="15212"/>
                  </a:lnTo>
                  <a:lnTo>
                    <a:pt x="77545" y="17985"/>
                  </a:lnTo>
                  <a:lnTo>
                    <a:pt x="73112" y="20899"/>
                  </a:lnTo>
                  <a:lnTo>
                    <a:pt x="68773" y="23953"/>
                  </a:lnTo>
                  <a:lnTo>
                    <a:pt x="64534" y="27143"/>
                  </a:lnTo>
                  <a:lnTo>
                    <a:pt x="60398" y="30466"/>
                  </a:lnTo>
                  <a:lnTo>
                    <a:pt x="56370" y="33919"/>
                  </a:lnTo>
                  <a:lnTo>
                    <a:pt x="52453" y="37498"/>
                  </a:lnTo>
                  <a:lnTo>
                    <a:pt x="48652" y="41199"/>
                  </a:lnTo>
                  <a:lnTo>
                    <a:pt x="44971" y="45019"/>
                  </a:lnTo>
                  <a:lnTo>
                    <a:pt x="41412" y="48954"/>
                  </a:lnTo>
                  <a:lnTo>
                    <a:pt x="37980" y="52999"/>
                  </a:lnTo>
                  <a:lnTo>
                    <a:pt x="34678" y="57152"/>
                  </a:lnTo>
                  <a:lnTo>
                    <a:pt x="31509" y="61407"/>
                  </a:lnTo>
                  <a:lnTo>
                    <a:pt x="28477" y="65761"/>
                  </a:lnTo>
                  <a:lnTo>
                    <a:pt x="25585" y="70209"/>
                  </a:lnTo>
                  <a:lnTo>
                    <a:pt x="22836" y="74746"/>
                  </a:lnTo>
                  <a:lnTo>
                    <a:pt x="20231" y="79368"/>
                  </a:lnTo>
                  <a:lnTo>
                    <a:pt x="17775" y="84071"/>
                  </a:lnTo>
                  <a:lnTo>
                    <a:pt x="15469" y="88849"/>
                  </a:lnTo>
                  <a:lnTo>
                    <a:pt x="13316" y="93698"/>
                  </a:lnTo>
                  <a:lnTo>
                    <a:pt x="11318" y="98613"/>
                  </a:lnTo>
                  <a:lnTo>
                    <a:pt x="9477" y="103588"/>
                  </a:lnTo>
                  <a:lnTo>
                    <a:pt x="7795" y="108620"/>
                  </a:lnTo>
                  <a:lnTo>
                    <a:pt x="6273" y="113702"/>
                  </a:lnTo>
                  <a:lnTo>
                    <a:pt x="4914" y="118831"/>
                  </a:lnTo>
                  <a:lnTo>
                    <a:pt x="3717" y="123999"/>
                  </a:lnTo>
                  <a:lnTo>
                    <a:pt x="2686" y="129204"/>
                  </a:lnTo>
                  <a:lnTo>
                    <a:pt x="1820" y="134438"/>
                  </a:lnTo>
                  <a:lnTo>
                    <a:pt x="1120" y="139697"/>
                  </a:lnTo>
                  <a:lnTo>
                    <a:pt x="588" y="144975"/>
                  </a:lnTo>
                  <a:lnTo>
                    <a:pt x="224" y="150268"/>
                  </a:lnTo>
                  <a:lnTo>
                    <a:pt x="27" y="155570"/>
                  </a:lnTo>
                  <a:lnTo>
                    <a:pt x="0" y="160875"/>
                  </a:lnTo>
                  <a:lnTo>
                    <a:pt x="140" y="166179"/>
                  </a:lnTo>
                  <a:lnTo>
                    <a:pt x="449" y="171475"/>
                  </a:lnTo>
                  <a:lnTo>
                    <a:pt x="925" y="176759"/>
                  </a:lnTo>
                  <a:lnTo>
                    <a:pt x="1569" y="182025"/>
                  </a:lnTo>
                  <a:lnTo>
                    <a:pt x="2380" y="187268"/>
                  </a:lnTo>
                  <a:lnTo>
                    <a:pt x="3357" y="192483"/>
                  </a:lnTo>
                  <a:lnTo>
                    <a:pt x="4498" y="197664"/>
                  </a:lnTo>
                  <a:lnTo>
                    <a:pt x="5804" y="202806"/>
                  </a:lnTo>
                  <a:lnTo>
                    <a:pt x="7272" y="207905"/>
                  </a:lnTo>
                  <a:lnTo>
                    <a:pt x="8901" y="212954"/>
                  </a:lnTo>
                  <a:lnTo>
                    <a:pt x="10690" y="217949"/>
                  </a:lnTo>
                  <a:lnTo>
                    <a:pt x="12636" y="222884"/>
                  </a:lnTo>
                  <a:lnTo>
                    <a:pt x="14738" y="227755"/>
                  </a:lnTo>
                  <a:lnTo>
                    <a:pt x="16993" y="232558"/>
                  </a:lnTo>
                  <a:lnTo>
                    <a:pt x="19399" y="237286"/>
                  </a:lnTo>
                  <a:lnTo>
                    <a:pt x="21955" y="241935"/>
                  </a:lnTo>
                  <a:lnTo>
                    <a:pt x="24656" y="246501"/>
                  </a:lnTo>
                  <a:lnTo>
                    <a:pt x="27502" y="250979"/>
                  </a:lnTo>
                  <a:lnTo>
                    <a:pt x="30487" y="255365"/>
                  </a:lnTo>
                  <a:lnTo>
                    <a:pt x="33611" y="259653"/>
                  </a:lnTo>
                  <a:lnTo>
                    <a:pt x="36869" y="263840"/>
                  </a:lnTo>
                  <a:lnTo>
                    <a:pt x="40258" y="267922"/>
                  </a:lnTo>
                  <a:lnTo>
                    <a:pt x="43775" y="271894"/>
                  </a:lnTo>
                  <a:lnTo>
                    <a:pt x="47417" y="275753"/>
                  </a:lnTo>
                  <a:lnTo>
                    <a:pt x="51179" y="279494"/>
                  </a:lnTo>
                  <a:lnTo>
                    <a:pt x="55057" y="283113"/>
                  </a:lnTo>
                  <a:lnTo>
                    <a:pt x="59049" y="286608"/>
                  </a:lnTo>
                  <a:lnTo>
                    <a:pt x="63149" y="289974"/>
                  </a:lnTo>
                  <a:lnTo>
                    <a:pt x="67355" y="293209"/>
                  </a:lnTo>
                  <a:lnTo>
                    <a:pt x="71661" y="296309"/>
                  </a:lnTo>
                  <a:lnTo>
                    <a:pt x="76063" y="299270"/>
                  </a:lnTo>
                  <a:lnTo>
                    <a:pt x="80556" y="302090"/>
                  </a:lnTo>
                  <a:lnTo>
                    <a:pt x="85137" y="304766"/>
                  </a:lnTo>
                  <a:lnTo>
                    <a:pt x="89801" y="307295"/>
                  </a:lnTo>
                  <a:lnTo>
                    <a:pt x="94543" y="309676"/>
                  </a:lnTo>
                  <a:lnTo>
                    <a:pt x="99357" y="311904"/>
                  </a:lnTo>
                  <a:lnTo>
                    <a:pt x="104240" y="313979"/>
                  </a:lnTo>
                  <a:lnTo>
                    <a:pt x="109187" y="315897"/>
                  </a:lnTo>
                  <a:lnTo>
                    <a:pt x="114191" y="317658"/>
                  </a:lnTo>
                  <a:lnTo>
                    <a:pt x="119249" y="319259"/>
                  </a:lnTo>
                  <a:lnTo>
                    <a:pt x="124356" y="320698"/>
                  </a:lnTo>
                  <a:lnTo>
                    <a:pt x="129505" y="321975"/>
                  </a:lnTo>
                  <a:lnTo>
                    <a:pt x="134693" y="323088"/>
                  </a:lnTo>
                  <a:lnTo>
                    <a:pt x="139913" y="324036"/>
                  </a:lnTo>
                  <a:lnTo>
                    <a:pt x="145160" y="324817"/>
                  </a:lnTo>
                  <a:lnTo>
                    <a:pt x="150430" y="325432"/>
                  </a:lnTo>
                  <a:lnTo>
                    <a:pt x="155716" y="325879"/>
                  </a:lnTo>
                  <a:lnTo>
                    <a:pt x="161014" y="326158"/>
                  </a:lnTo>
                  <a:lnTo>
                    <a:pt x="166319" y="326269"/>
                  </a:lnTo>
                  <a:lnTo>
                    <a:pt x="171624" y="326211"/>
                  </a:lnTo>
                  <a:lnTo>
                    <a:pt x="176924" y="325985"/>
                  </a:lnTo>
                  <a:lnTo>
                    <a:pt x="182215" y="325591"/>
                  </a:lnTo>
                  <a:lnTo>
                    <a:pt x="187491" y="325030"/>
                  </a:lnTo>
                  <a:lnTo>
                    <a:pt x="192746" y="324301"/>
                  </a:lnTo>
                  <a:lnTo>
                    <a:pt x="197975" y="323406"/>
                  </a:lnTo>
                  <a:lnTo>
                    <a:pt x="203173" y="322345"/>
                  </a:lnTo>
                  <a:lnTo>
                    <a:pt x="208335" y="321120"/>
                  </a:lnTo>
                  <a:lnTo>
                    <a:pt x="213456" y="319731"/>
                  </a:lnTo>
                  <a:lnTo>
                    <a:pt x="218530" y="318181"/>
                  </a:lnTo>
                  <a:lnTo>
                    <a:pt x="223552" y="316471"/>
                  </a:lnTo>
                  <a:lnTo>
                    <a:pt x="228517" y="314602"/>
                  </a:lnTo>
                  <a:lnTo>
                    <a:pt x="233421" y="312577"/>
                  </a:lnTo>
                  <a:lnTo>
                    <a:pt x="238258" y="310397"/>
                  </a:lnTo>
                  <a:lnTo>
                    <a:pt x="243023" y="308064"/>
                  </a:lnTo>
                  <a:lnTo>
                    <a:pt x="247712" y="305582"/>
                  </a:lnTo>
                  <a:lnTo>
                    <a:pt x="252319" y="302952"/>
                  </a:lnTo>
                  <a:lnTo>
                    <a:pt x="256841" y="300177"/>
                  </a:lnTo>
                  <a:lnTo>
                    <a:pt x="261273" y="297260"/>
                  </a:lnTo>
                  <a:lnTo>
                    <a:pt x="265609" y="294204"/>
                  </a:lnTo>
                  <a:lnTo>
                    <a:pt x="269847" y="291012"/>
                  </a:lnTo>
                  <a:lnTo>
                    <a:pt x="273981" y="287687"/>
                  </a:lnTo>
                  <a:lnTo>
                    <a:pt x="278008" y="284232"/>
                  </a:lnTo>
                  <a:lnTo>
                    <a:pt x="281922" y="280652"/>
                  </a:lnTo>
                  <a:lnTo>
                    <a:pt x="285722" y="276949"/>
                  </a:lnTo>
                  <a:lnTo>
                    <a:pt x="289402" y="273127"/>
                  </a:lnTo>
                  <a:lnTo>
                    <a:pt x="292958" y="269190"/>
                  </a:lnTo>
                  <a:lnTo>
                    <a:pt x="296388" y="265143"/>
                  </a:lnTo>
                  <a:lnTo>
                    <a:pt x="299688" y="260988"/>
                  </a:lnTo>
                  <a:lnTo>
                    <a:pt x="302855" y="256732"/>
                  </a:lnTo>
                  <a:lnTo>
                    <a:pt x="305884" y="252376"/>
                  </a:lnTo>
                  <a:lnTo>
                    <a:pt x="308774" y="247927"/>
                  </a:lnTo>
                  <a:lnTo>
                    <a:pt x="311522" y="243388"/>
                  </a:lnTo>
                  <a:lnTo>
                    <a:pt x="314123" y="238765"/>
                  </a:lnTo>
                  <a:lnTo>
                    <a:pt x="316577" y="234061"/>
                  </a:lnTo>
                  <a:lnTo>
                    <a:pt x="318881" y="229282"/>
                  </a:lnTo>
                  <a:lnTo>
                    <a:pt x="321031" y="224432"/>
                  </a:lnTo>
                  <a:lnTo>
                    <a:pt x="323027" y="219516"/>
                  </a:lnTo>
                  <a:lnTo>
                    <a:pt x="324865" y="214539"/>
                  </a:lnTo>
                  <a:lnTo>
                    <a:pt x="326545" y="209507"/>
                  </a:lnTo>
                  <a:lnTo>
                    <a:pt x="328064" y="204424"/>
                  </a:lnTo>
                  <a:lnTo>
                    <a:pt x="329421" y="199295"/>
                  </a:lnTo>
                  <a:lnTo>
                    <a:pt x="330615" y="194126"/>
                  </a:lnTo>
                  <a:lnTo>
                    <a:pt x="331644" y="188921"/>
                  </a:lnTo>
                  <a:lnTo>
                    <a:pt x="332508" y="183686"/>
                  </a:lnTo>
                  <a:lnTo>
                    <a:pt x="333204" y="178427"/>
                  </a:lnTo>
                  <a:lnTo>
                    <a:pt x="333734" y="173148"/>
                  </a:lnTo>
                  <a:lnTo>
                    <a:pt x="334096" y="167855"/>
                  </a:lnTo>
                  <a:lnTo>
                    <a:pt x="334289" y="162553"/>
                  </a:lnTo>
                  <a:lnTo>
                    <a:pt x="334315" y="157248"/>
                  </a:lnTo>
                  <a:lnTo>
                    <a:pt x="334172" y="151944"/>
                  </a:lnTo>
                  <a:lnTo>
                    <a:pt x="333860" y="146648"/>
                  </a:lnTo>
                  <a:lnTo>
                    <a:pt x="333381" y="141364"/>
                  </a:lnTo>
                  <a:lnTo>
                    <a:pt x="332735" y="136098"/>
                  </a:lnTo>
                  <a:lnTo>
                    <a:pt x="331921" y="130856"/>
                  </a:lnTo>
                  <a:lnTo>
                    <a:pt x="330942" y="125642"/>
                  </a:lnTo>
                  <a:lnTo>
                    <a:pt x="329797" y="120461"/>
                  </a:lnTo>
                  <a:lnTo>
                    <a:pt x="328489" y="115319"/>
                  </a:lnTo>
                  <a:lnTo>
                    <a:pt x="327019" y="110222"/>
                  </a:lnTo>
                  <a:lnTo>
                    <a:pt x="325387" y="105174"/>
                  </a:lnTo>
                  <a:lnTo>
                    <a:pt x="323596" y="100180"/>
                  </a:lnTo>
                  <a:lnTo>
                    <a:pt x="321647" y="95245"/>
                  </a:lnTo>
                  <a:lnTo>
                    <a:pt x="319543" y="90375"/>
                  </a:lnTo>
                  <a:lnTo>
                    <a:pt x="317285" y="85574"/>
                  </a:lnTo>
                  <a:lnTo>
                    <a:pt x="314877" y="80847"/>
                  </a:lnTo>
                  <a:lnTo>
                    <a:pt x="312319" y="76199"/>
                  </a:lnTo>
                  <a:lnTo>
                    <a:pt x="309615" y="71634"/>
                  </a:lnTo>
                  <a:lnTo>
                    <a:pt x="306768" y="67158"/>
                  </a:lnTo>
                  <a:lnTo>
                    <a:pt x="303780" y="62774"/>
                  </a:lnTo>
                  <a:lnTo>
                    <a:pt x="300654" y="58487"/>
                  </a:lnTo>
                  <a:lnTo>
                    <a:pt x="297394" y="54301"/>
                  </a:lnTo>
                  <a:lnTo>
                    <a:pt x="294003" y="50221"/>
                  </a:lnTo>
                  <a:lnTo>
                    <a:pt x="290483" y="46251"/>
                  </a:lnTo>
                  <a:lnTo>
                    <a:pt x="286840" y="42394"/>
                  </a:lnTo>
                  <a:lnTo>
                    <a:pt x="283076" y="38655"/>
                  </a:lnTo>
                  <a:lnTo>
                    <a:pt x="279196" y="35037"/>
                  </a:lnTo>
                  <a:lnTo>
                    <a:pt x="275202" y="31544"/>
                  </a:lnTo>
                  <a:lnTo>
                    <a:pt x="271100" y="28180"/>
                  </a:lnTo>
                  <a:lnTo>
                    <a:pt x="266893" y="24948"/>
                  </a:lnTo>
                  <a:lnTo>
                    <a:pt x="262586" y="21850"/>
                  </a:lnTo>
                  <a:lnTo>
                    <a:pt x="258182" y="18891"/>
                  </a:lnTo>
                  <a:lnTo>
                    <a:pt x="253687" y="16073"/>
                  </a:lnTo>
                  <a:lnTo>
                    <a:pt x="249105" y="13400"/>
                  </a:lnTo>
                  <a:lnTo>
                    <a:pt x="244440" y="10872"/>
                  </a:lnTo>
                  <a:lnTo>
                    <a:pt x="239697" y="8495"/>
                  </a:lnTo>
                  <a:lnTo>
                    <a:pt x="234881" y="6269"/>
                  </a:lnTo>
                  <a:lnTo>
                    <a:pt x="229997" y="4197"/>
                  </a:lnTo>
                  <a:lnTo>
                    <a:pt x="225050" y="2280"/>
                  </a:lnTo>
                  <a:lnTo>
                    <a:pt x="220045" y="522"/>
                  </a:lnTo>
                  <a:lnTo>
                    <a:pt x="167158" y="159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52887" cy="167167"/>
            </a:xfrm>
            <a:custGeom>
              <a:avLst/>
              <a:pathLst>
                <a:path w="52887" h="167167">
                  <a:moveTo>
                    <a:pt x="52887" y="8586"/>
                  </a:moveTo>
                  <a:lnTo>
                    <a:pt x="47182" y="6796"/>
                  </a:lnTo>
                  <a:lnTo>
                    <a:pt x="41417" y="5212"/>
                  </a:lnTo>
                  <a:lnTo>
                    <a:pt x="35599" y="3834"/>
                  </a:lnTo>
                  <a:lnTo>
                    <a:pt x="29736" y="2666"/>
                  </a:lnTo>
                  <a:lnTo>
                    <a:pt x="23834" y="1707"/>
                  </a:lnTo>
                  <a:lnTo>
                    <a:pt x="17902" y="961"/>
                  </a:lnTo>
                  <a:lnTo>
                    <a:pt x="11947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52429" y="1681503"/>
              <a:ext cx="34095" cy="167167"/>
            </a:xfrm>
            <a:custGeom>
              <a:avLst/>
              <a:pathLst>
                <a:path w="34095" h="167167">
                  <a:moveTo>
                    <a:pt x="34095" y="0"/>
                  </a:moveTo>
                  <a:lnTo>
                    <a:pt x="27230" y="141"/>
                  </a:lnTo>
                  <a:lnTo>
                    <a:pt x="20376" y="563"/>
                  </a:lnTo>
                  <a:lnTo>
                    <a:pt x="13545" y="1267"/>
                  </a:lnTo>
                  <a:lnTo>
                    <a:pt x="6749" y="2251"/>
                  </a:lnTo>
                  <a:lnTo>
                    <a:pt x="0" y="3513"/>
                  </a:lnTo>
                  <a:lnTo>
                    <a:pt x="3409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2429" y="1685017"/>
              <a:ext cx="34095" cy="163653"/>
            </a:xfrm>
            <a:custGeom>
              <a:avLst/>
              <a:pathLst>
                <a:path w="34095" h="163653">
                  <a:moveTo>
                    <a:pt x="0" y="0"/>
                  </a:moveTo>
                  <a:lnTo>
                    <a:pt x="34095" y="1636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95189" y="1685017"/>
              <a:ext cx="91335" cy="163653"/>
            </a:xfrm>
            <a:custGeom>
              <a:avLst/>
              <a:pathLst>
                <a:path w="91335" h="163653">
                  <a:moveTo>
                    <a:pt x="57240" y="0"/>
                  </a:moveTo>
                  <a:lnTo>
                    <a:pt x="51167" y="1383"/>
                  </a:lnTo>
                  <a:lnTo>
                    <a:pt x="45149" y="2992"/>
                  </a:lnTo>
                  <a:lnTo>
                    <a:pt x="39196" y="4824"/>
                  </a:lnTo>
                  <a:lnTo>
                    <a:pt x="33315" y="6877"/>
                  </a:lnTo>
                  <a:lnTo>
                    <a:pt x="27515" y="9147"/>
                  </a:lnTo>
                  <a:lnTo>
                    <a:pt x="21803" y="11632"/>
                  </a:lnTo>
                  <a:lnTo>
                    <a:pt x="16188" y="14328"/>
                  </a:lnTo>
                  <a:lnTo>
                    <a:pt x="10678" y="17231"/>
                  </a:lnTo>
                  <a:lnTo>
                    <a:pt x="5279" y="20338"/>
                  </a:lnTo>
                  <a:lnTo>
                    <a:pt x="0" y="23643"/>
                  </a:lnTo>
                  <a:lnTo>
                    <a:pt x="91335" y="1636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75823" y="27157"/>
                  </a:moveTo>
                  <a:lnTo>
                    <a:pt x="71432" y="30122"/>
                  </a:lnTo>
                  <a:lnTo>
                    <a:pt x="67137" y="33224"/>
                  </a:lnTo>
                  <a:lnTo>
                    <a:pt x="62942" y="36461"/>
                  </a:lnTo>
                  <a:lnTo>
                    <a:pt x="58853" y="39829"/>
                  </a:lnTo>
                  <a:lnTo>
                    <a:pt x="54872" y="43326"/>
                  </a:lnTo>
                  <a:lnTo>
                    <a:pt x="51004" y="46946"/>
                  </a:lnTo>
                  <a:lnTo>
                    <a:pt x="47252" y="50687"/>
                  </a:lnTo>
                  <a:lnTo>
                    <a:pt x="43621" y="54546"/>
                  </a:lnTo>
                  <a:lnTo>
                    <a:pt x="40114" y="58517"/>
                  </a:lnTo>
                  <a:lnTo>
                    <a:pt x="36735" y="62598"/>
                  </a:lnTo>
                  <a:lnTo>
                    <a:pt x="33487" y="66783"/>
                  </a:lnTo>
                  <a:lnTo>
                    <a:pt x="30373" y="71070"/>
                  </a:lnTo>
                  <a:lnTo>
                    <a:pt x="27396" y="75453"/>
                  </a:lnTo>
                  <a:lnTo>
                    <a:pt x="24560" y="79928"/>
                  </a:lnTo>
                  <a:lnTo>
                    <a:pt x="21867" y="84491"/>
                  </a:lnTo>
                  <a:lnTo>
                    <a:pt x="19320" y="89137"/>
                  </a:lnTo>
                  <a:lnTo>
                    <a:pt x="16921" y="93861"/>
                  </a:lnTo>
                  <a:lnTo>
                    <a:pt x="14674" y="98659"/>
                  </a:lnTo>
                  <a:lnTo>
                    <a:pt x="12579" y="103525"/>
                  </a:lnTo>
                  <a:lnTo>
                    <a:pt x="10640" y="108456"/>
                  </a:lnTo>
                  <a:lnTo>
                    <a:pt x="8858" y="113445"/>
                  </a:lnTo>
                  <a:lnTo>
                    <a:pt x="7235" y="118489"/>
                  </a:lnTo>
                  <a:lnTo>
                    <a:pt x="5773" y="123581"/>
                  </a:lnTo>
                  <a:lnTo>
                    <a:pt x="4473" y="128718"/>
                  </a:lnTo>
                  <a:lnTo>
                    <a:pt x="3336" y="133892"/>
                  </a:lnTo>
                  <a:lnTo>
                    <a:pt x="2364" y="139101"/>
                  </a:lnTo>
                  <a:lnTo>
                    <a:pt x="1557" y="144337"/>
                  </a:lnTo>
                  <a:lnTo>
                    <a:pt x="917" y="149597"/>
                  </a:lnTo>
                  <a:lnTo>
                    <a:pt x="443" y="154874"/>
                  </a:lnTo>
                  <a:lnTo>
                    <a:pt x="138" y="160163"/>
                  </a:lnTo>
                  <a:lnTo>
                    <a:pt x="0" y="165459"/>
                  </a:lnTo>
                  <a:lnTo>
                    <a:pt x="29" y="170757"/>
                  </a:lnTo>
                  <a:lnTo>
                    <a:pt x="227" y="176052"/>
                  </a:lnTo>
                  <a:lnTo>
                    <a:pt x="592" y="181338"/>
                  </a:lnTo>
                  <a:lnTo>
                    <a:pt x="1125" y="186609"/>
                  </a:lnTo>
                  <a:lnTo>
                    <a:pt x="1825" y="191861"/>
                  </a:lnTo>
                  <a:lnTo>
                    <a:pt x="2690" y="197088"/>
                  </a:lnTo>
                  <a:lnTo>
                    <a:pt x="3721" y="202285"/>
                  </a:lnTo>
                  <a:lnTo>
                    <a:pt x="4916" y="207446"/>
                  </a:lnTo>
                  <a:lnTo>
                    <a:pt x="6274" y="212568"/>
                  </a:lnTo>
                  <a:lnTo>
                    <a:pt x="7794" y="217643"/>
                  </a:lnTo>
                  <a:lnTo>
                    <a:pt x="9473" y="222668"/>
                  </a:lnTo>
                  <a:lnTo>
                    <a:pt x="11311" y="227637"/>
                  </a:lnTo>
                  <a:lnTo>
                    <a:pt x="13306" y="232546"/>
                  </a:lnTo>
                  <a:lnTo>
                    <a:pt x="15455" y="237388"/>
                  </a:lnTo>
                  <a:lnTo>
                    <a:pt x="17756" y="242161"/>
                  </a:lnTo>
                  <a:lnTo>
                    <a:pt x="20208" y="246858"/>
                  </a:lnTo>
                  <a:lnTo>
                    <a:pt x="22807" y="251474"/>
                  </a:lnTo>
                  <a:lnTo>
                    <a:pt x="25551" y="256007"/>
                  </a:lnTo>
                  <a:lnTo>
                    <a:pt x="28438" y="260449"/>
                  </a:lnTo>
                  <a:lnTo>
                    <a:pt x="31464" y="264799"/>
                  </a:lnTo>
                  <a:lnTo>
                    <a:pt x="34626" y="269050"/>
                  </a:lnTo>
                  <a:lnTo>
                    <a:pt x="37921" y="273199"/>
                  </a:lnTo>
                  <a:lnTo>
                    <a:pt x="41346" y="277241"/>
                  </a:lnTo>
                  <a:lnTo>
                    <a:pt x="44898" y="281173"/>
                  </a:lnTo>
                  <a:lnTo>
                    <a:pt x="48572" y="284990"/>
                  </a:lnTo>
                  <a:lnTo>
                    <a:pt x="52365" y="288689"/>
                  </a:lnTo>
                  <a:lnTo>
                    <a:pt x="56274" y="292265"/>
                  </a:lnTo>
                  <a:lnTo>
                    <a:pt x="60294" y="295716"/>
                  </a:lnTo>
                  <a:lnTo>
                    <a:pt x="64421" y="299038"/>
                  </a:lnTo>
                  <a:lnTo>
                    <a:pt x="68652" y="302228"/>
                  </a:lnTo>
                  <a:lnTo>
                    <a:pt x="72981" y="305282"/>
                  </a:lnTo>
                  <a:lnTo>
                    <a:pt x="77406" y="308197"/>
                  </a:lnTo>
                  <a:lnTo>
                    <a:pt x="81920" y="310970"/>
                  </a:lnTo>
                  <a:lnTo>
                    <a:pt x="86520" y="313599"/>
                  </a:lnTo>
                  <a:lnTo>
                    <a:pt x="91201" y="316081"/>
                  </a:lnTo>
                  <a:lnTo>
                    <a:pt x="95958" y="318413"/>
                  </a:lnTo>
                  <a:lnTo>
                    <a:pt x="100787" y="320594"/>
                  </a:lnTo>
                  <a:lnTo>
                    <a:pt x="105682" y="322620"/>
                  </a:lnTo>
                  <a:lnTo>
                    <a:pt x="110639" y="324490"/>
                  </a:lnTo>
                  <a:lnTo>
                    <a:pt x="115653" y="326202"/>
                  </a:lnTo>
                  <a:lnTo>
                    <a:pt x="120719" y="327755"/>
                  </a:lnTo>
                  <a:lnTo>
                    <a:pt x="125831" y="329146"/>
                  </a:lnTo>
                  <a:lnTo>
                    <a:pt x="130985" y="330374"/>
                  </a:lnTo>
                  <a:lnTo>
                    <a:pt x="136176" y="331438"/>
                  </a:lnTo>
                  <a:lnTo>
                    <a:pt x="141397" y="332337"/>
                  </a:lnTo>
                  <a:lnTo>
                    <a:pt x="146644" y="333071"/>
                  </a:lnTo>
                  <a:lnTo>
                    <a:pt x="151912" y="333638"/>
                  </a:lnTo>
                  <a:lnTo>
                    <a:pt x="157195" y="334037"/>
                  </a:lnTo>
                  <a:lnTo>
                    <a:pt x="162488" y="334269"/>
                  </a:lnTo>
                  <a:lnTo>
                    <a:pt x="167786" y="334333"/>
                  </a:lnTo>
                  <a:lnTo>
                    <a:pt x="173083" y="334229"/>
                  </a:lnTo>
                  <a:lnTo>
                    <a:pt x="178374" y="333958"/>
                  </a:lnTo>
                  <a:lnTo>
                    <a:pt x="183654" y="333518"/>
                  </a:lnTo>
                  <a:lnTo>
                    <a:pt x="188918" y="332912"/>
                  </a:lnTo>
                  <a:lnTo>
                    <a:pt x="194159" y="332139"/>
                  </a:lnTo>
                  <a:lnTo>
                    <a:pt x="199374" y="331201"/>
                  </a:lnTo>
                  <a:lnTo>
                    <a:pt x="204556" y="330098"/>
                  </a:lnTo>
                  <a:lnTo>
                    <a:pt x="209700" y="328831"/>
                  </a:lnTo>
                  <a:lnTo>
                    <a:pt x="214802" y="327401"/>
                  </a:lnTo>
                  <a:lnTo>
                    <a:pt x="219856" y="325811"/>
                  </a:lnTo>
                  <a:lnTo>
                    <a:pt x="224857" y="324061"/>
                  </a:lnTo>
                  <a:lnTo>
                    <a:pt x="229800" y="322154"/>
                  </a:lnTo>
                  <a:lnTo>
                    <a:pt x="234680" y="320091"/>
                  </a:lnTo>
                  <a:lnTo>
                    <a:pt x="239492" y="317874"/>
                  </a:lnTo>
                  <a:lnTo>
                    <a:pt x="244232" y="315506"/>
                  </a:lnTo>
                  <a:lnTo>
                    <a:pt x="248894" y="312990"/>
                  </a:lnTo>
                  <a:lnTo>
                    <a:pt x="253474" y="310326"/>
                  </a:lnTo>
                  <a:lnTo>
                    <a:pt x="257967" y="307519"/>
                  </a:lnTo>
                  <a:lnTo>
                    <a:pt x="262370" y="304571"/>
                  </a:lnTo>
                  <a:lnTo>
                    <a:pt x="266676" y="301484"/>
                  </a:lnTo>
                  <a:lnTo>
                    <a:pt x="270883" y="298263"/>
                  </a:lnTo>
                  <a:lnTo>
                    <a:pt x="274985" y="294910"/>
                  </a:lnTo>
                  <a:lnTo>
                    <a:pt x="278979" y="291429"/>
                  </a:lnTo>
                  <a:lnTo>
                    <a:pt x="282861" y="287823"/>
                  </a:lnTo>
                  <a:lnTo>
                    <a:pt x="286626" y="284096"/>
                  </a:lnTo>
                  <a:lnTo>
                    <a:pt x="290272" y="280251"/>
                  </a:lnTo>
                  <a:lnTo>
                    <a:pt x="293793" y="276293"/>
                  </a:lnTo>
                  <a:lnTo>
                    <a:pt x="297188" y="272225"/>
                  </a:lnTo>
                  <a:lnTo>
                    <a:pt x="300452" y="268052"/>
                  </a:lnTo>
                  <a:lnTo>
                    <a:pt x="303582" y="263777"/>
                  </a:lnTo>
                  <a:lnTo>
                    <a:pt x="306575" y="259405"/>
                  </a:lnTo>
                  <a:lnTo>
                    <a:pt x="309428" y="254941"/>
                  </a:lnTo>
                  <a:lnTo>
                    <a:pt x="312138" y="250388"/>
                  </a:lnTo>
                  <a:lnTo>
                    <a:pt x="314703" y="245752"/>
                  </a:lnTo>
                  <a:lnTo>
                    <a:pt x="317119" y="241037"/>
                  </a:lnTo>
                  <a:lnTo>
                    <a:pt x="319385" y="236247"/>
                  </a:lnTo>
                  <a:lnTo>
                    <a:pt x="321497" y="231389"/>
                  </a:lnTo>
                  <a:lnTo>
                    <a:pt x="323455" y="226465"/>
                  </a:lnTo>
                  <a:lnTo>
                    <a:pt x="325256" y="221482"/>
                  </a:lnTo>
                  <a:lnTo>
                    <a:pt x="326897" y="216445"/>
                  </a:lnTo>
                  <a:lnTo>
                    <a:pt x="328379" y="211358"/>
                  </a:lnTo>
                  <a:lnTo>
                    <a:pt x="329698" y="206227"/>
                  </a:lnTo>
                  <a:lnTo>
                    <a:pt x="330854" y="201056"/>
                  </a:lnTo>
                  <a:lnTo>
                    <a:pt x="331846" y="195852"/>
                  </a:lnTo>
                  <a:lnTo>
                    <a:pt x="332673" y="190618"/>
                  </a:lnTo>
                  <a:lnTo>
                    <a:pt x="333333" y="185361"/>
                  </a:lnTo>
                  <a:lnTo>
                    <a:pt x="333826" y="180086"/>
                  </a:lnTo>
                  <a:lnTo>
                    <a:pt x="334151" y="174798"/>
                  </a:lnTo>
                  <a:lnTo>
                    <a:pt x="334309" y="169502"/>
                  </a:lnTo>
                  <a:lnTo>
                    <a:pt x="334299" y="164204"/>
                  </a:lnTo>
                  <a:lnTo>
                    <a:pt x="334122" y="158909"/>
                  </a:lnTo>
                  <a:lnTo>
                    <a:pt x="333776" y="153622"/>
                  </a:lnTo>
                  <a:lnTo>
                    <a:pt x="333263" y="148349"/>
                  </a:lnTo>
                  <a:lnTo>
                    <a:pt x="332583" y="143094"/>
                  </a:lnTo>
                  <a:lnTo>
                    <a:pt x="331737" y="137864"/>
                  </a:lnTo>
                  <a:lnTo>
                    <a:pt x="330726" y="132663"/>
                  </a:lnTo>
                  <a:lnTo>
                    <a:pt x="329550" y="127497"/>
                  </a:lnTo>
                  <a:lnTo>
                    <a:pt x="328212" y="122371"/>
                  </a:lnTo>
                  <a:lnTo>
                    <a:pt x="326711" y="117289"/>
                  </a:lnTo>
                  <a:lnTo>
                    <a:pt x="325051" y="112258"/>
                  </a:lnTo>
                  <a:lnTo>
                    <a:pt x="323231" y="107282"/>
                  </a:lnTo>
                  <a:lnTo>
                    <a:pt x="321255" y="102366"/>
                  </a:lnTo>
                  <a:lnTo>
                    <a:pt x="319124" y="97516"/>
                  </a:lnTo>
                  <a:lnTo>
                    <a:pt x="316841" y="92735"/>
                  </a:lnTo>
                  <a:lnTo>
                    <a:pt x="314407" y="88029"/>
                  </a:lnTo>
                  <a:lnTo>
                    <a:pt x="311825" y="83402"/>
                  </a:lnTo>
                  <a:lnTo>
                    <a:pt x="309098" y="78860"/>
                  </a:lnTo>
                  <a:lnTo>
                    <a:pt x="306228" y="74406"/>
                  </a:lnTo>
                  <a:lnTo>
                    <a:pt x="303218" y="70045"/>
                  </a:lnTo>
                  <a:lnTo>
                    <a:pt x="300072" y="65782"/>
                  </a:lnTo>
                  <a:lnTo>
                    <a:pt x="296793" y="61621"/>
                  </a:lnTo>
                  <a:lnTo>
                    <a:pt x="293383" y="57566"/>
                  </a:lnTo>
                  <a:lnTo>
                    <a:pt x="289846" y="53621"/>
                  </a:lnTo>
                  <a:lnTo>
                    <a:pt x="286186" y="49790"/>
                  </a:lnTo>
                  <a:lnTo>
                    <a:pt x="282407" y="46077"/>
                  </a:lnTo>
                  <a:lnTo>
                    <a:pt x="278512" y="42486"/>
                  </a:lnTo>
                  <a:lnTo>
                    <a:pt x="274504" y="39020"/>
                  </a:lnTo>
                  <a:lnTo>
                    <a:pt x="270390" y="35682"/>
                  </a:lnTo>
                  <a:lnTo>
                    <a:pt x="266171" y="32477"/>
                  </a:lnTo>
                  <a:lnTo>
                    <a:pt x="261853" y="29407"/>
                  </a:lnTo>
                  <a:lnTo>
                    <a:pt x="257440" y="26475"/>
                  </a:lnTo>
                  <a:lnTo>
                    <a:pt x="252936" y="23685"/>
                  </a:lnTo>
                  <a:lnTo>
                    <a:pt x="248346" y="21038"/>
                  </a:lnTo>
                  <a:lnTo>
                    <a:pt x="243674" y="18539"/>
                  </a:lnTo>
                  <a:lnTo>
                    <a:pt x="238926" y="16189"/>
                  </a:lnTo>
                  <a:lnTo>
                    <a:pt x="234105" y="13990"/>
                  </a:lnTo>
                  <a:lnTo>
                    <a:pt x="229217" y="11946"/>
                  </a:lnTo>
                  <a:lnTo>
                    <a:pt x="224267" y="10057"/>
                  </a:lnTo>
                  <a:lnTo>
                    <a:pt x="219260" y="8326"/>
                  </a:lnTo>
                  <a:lnTo>
                    <a:pt x="214200" y="6755"/>
                  </a:lnTo>
                  <a:lnTo>
                    <a:pt x="209093" y="5345"/>
                  </a:lnTo>
                  <a:lnTo>
                    <a:pt x="203944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5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8468" y="2126963"/>
              <a:ext cx="22819" cy="167167"/>
            </a:xfrm>
            <a:custGeom>
              <a:avLst/>
              <a:pathLst>
                <a:path w="22819" h="167167">
                  <a:moveTo>
                    <a:pt x="22819" y="0"/>
                  </a:moveTo>
                  <a:lnTo>
                    <a:pt x="15191" y="174"/>
                  </a:lnTo>
                  <a:lnTo>
                    <a:pt x="7580" y="696"/>
                  </a:lnTo>
                  <a:lnTo>
                    <a:pt x="0" y="1564"/>
                  </a:lnTo>
                  <a:lnTo>
                    <a:pt x="2281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8468" y="2128528"/>
              <a:ext cx="22819" cy="165602"/>
            </a:xfrm>
            <a:custGeom>
              <a:avLst/>
              <a:pathLst>
                <a:path w="22819" h="165602">
                  <a:moveTo>
                    <a:pt x="0" y="0"/>
                  </a:moveTo>
                  <a:lnTo>
                    <a:pt x="22819" y="1656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27" y="2128427"/>
              <a:ext cx="334310" cy="332870"/>
            </a:xfrm>
            <a:custGeom>
              <a:avLst/>
              <a:pathLst>
                <a:path w="334310" h="332870">
                  <a:moveTo>
                    <a:pt x="144340" y="100"/>
                  </a:moveTo>
                  <a:lnTo>
                    <a:pt x="139111" y="905"/>
                  </a:lnTo>
                  <a:lnTo>
                    <a:pt x="133909" y="1875"/>
                  </a:lnTo>
                  <a:lnTo>
                    <a:pt x="128742" y="3010"/>
                  </a:lnTo>
                  <a:lnTo>
                    <a:pt x="123612" y="4307"/>
                  </a:lnTo>
                  <a:lnTo>
                    <a:pt x="118526" y="5766"/>
                  </a:lnTo>
                  <a:lnTo>
                    <a:pt x="113489" y="7385"/>
                  </a:lnTo>
                  <a:lnTo>
                    <a:pt x="108506" y="9163"/>
                  </a:lnTo>
                  <a:lnTo>
                    <a:pt x="103582" y="11097"/>
                  </a:lnTo>
                  <a:lnTo>
                    <a:pt x="98721" y="13187"/>
                  </a:lnTo>
                  <a:lnTo>
                    <a:pt x="93928" y="15429"/>
                  </a:lnTo>
                  <a:lnTo>
                    <a:pt x="89210" y="17822"/>
                  </a:lnTo>
                  <a:lnTo>
                    <a:pt x="84569" y="20363"/>
                  </a:lnTo>
                  <a:lnTo>
                    <a:pt x="80011" y="23049"/>
                  </a:lnTo>
                  <a:lnTo>
                    <a:pt x="75540" y="25879"/>
                  </a:lnTo>
                  <a:lnTo>
                    <a:pt x="71161" y="28848"/>
                  </a:lnTo>
                  <a:lnTo>
                    <a:pt x="66878" y="31955"/>
                  </a:lnTo>
                  <a:lnTo>
                    <a:pt x="62695" y="35195"/>
                  </a:lnTo>
                  <a:lnTo>
                    <a:pt x="58618" y="38566"/>
                  </a:lnTo>
                  <a:lnTo>
                    <a:pt x="54649" y="42065"/>
                  </a:lnTo>
                  <a:lnTo>
                    <a:pt x="50792" y="45687"/>
                  </a:lnTo>
                  <a:lnTo>
                    <a:pt x="47053" y="49430"/>
                  </a:lnTo>
                  <a:lnTo>
                    <a:pt x="43433" y="53289"/>
                  </a:lnTo>
                  <a:lnTo>
                    <a:pt x="39938" y="57261"/>
                  </a:lnTo>
                  <a:lnTo>
                    <a:pt x="36570" y="61341"/>
                  </a:lnTo>
                  <a:lnTo>
                    <a:pt x="33332" y="65526"/>
                  </a:lnTo>
                  <a:lnTo>
                    <a:pt x="30229" y="69812"/>
                  </a:lnTo>
                  <a:lnTo>
                    <a:pt x="27263" y="74193"/>
                  </a:lnTo>
                  <a:lnTo>
                    <a:pt x="24437" y="78666"/>
                  </a:lnTo>
                  <a:lnTo>
                    <a:pt x="21754" y="83226"/>
                  </a:lnTo>
                  <a:lnTo>
                    <a:pt x="19217" y="87869"/>
                  </a:lnTo>
                  <a:lnTo>
                    <a:pt x="16828" y="92590"/>
                  </a:lnTo>
                  <a:lnTo>
                    <a:pt x="14590" y="97384"/>
                  </a:lnTo>
                  <a:lnTo>
                    <a:pt x="12504" y="102246"/>
                  </a:lnTo>
                  <a:lnTo>
                    <a:pt x="10573" y="107172"/>
                  </a:lnTo>
                  <a:lnTo>
                    <a:pt x="8800" y="112157"/>
                  </a:lnTo>
                  <a:lnTo>
                    <a:pt x="7184" y="117195"/>
                  </a:lnTo>
                  <a:lnTo>
                    <a:pt x="5729" y="122282"/>
                  </a:lnTo>
                  <a:lnTo>
                    <a:pt x="4436" y="127413"/>
                  </a:lnTo>
                  <a:lnTo>
                    <a:pt x="3306" y="132582"/>
                  </a:lnTo>
                  <a:lnTo>
                    <a:pt x="2340" y="137784"/>
                  </a:lnTo>
                  <a:lnTo>
                    <a:pt x="1539" y="143013"/>
                  </a:lnTo>
                  <a:lnTo>
                    <a:pt x="904" y="148266"/>
                  </a:lnTo>
                  <a:lnTo>
                    <a:pt x="435" y="153536"/>
                  </a:lnTo>
                  <a:lnTo>
                    <a:pt x="134" y="158818"/>
                  </a:lnTo>
                  <a:lnTo>
                    <a:pt x="0" y="164108"/>
                  </a:lnTo>
                  <a:lnTo>
                    <a:pt x="33" y="169398"/>
                  </a:lnTo>
                  <a:lnTo>
                    <a:pt x="233" y="174686"/>
                  </a:lnTo>
                  <a:lnTo>
                    <a:pt x="601" y="179964"/>
                  </a:lnTo>
                  <a:lnTo>
                    <a:pt x="1136" y="185227"/>
                  </a:lnTo>
                  <a:lnTo>
                    <a:pt x="1837" y="190472"/>
                  </a:lnTo>
                  <a:lnTo>
                    <a:pt x="2704" y="195691"/>
                  </a:lnTo>
                  <a:lnTo>
                    <a:pt x="3735" y="200880"/>
                  </a:lnTo>
                  <a:lnTo>
                    <a:pt x="4930" y="206035"/>
                  </a:lnTo>
                  <a:lnTo>
                    <a:pt x="6288" y="211148"/>
                  </a:lnTo>
                  <a:lnTo>
                    <a:pt x="7807" y="216217"/>
                  </a:lnTo>
                  <a:lnTo>
                    <a:pt x="9485" y="221234"/>
                  </a:lnTo>
                  <a:lnTo>
                    <a:pt x="11321" y="226196"/>
                  </a:lnTo>
                  <a:lnTo>
                    <a:pt x="13314" y="231098"/>
                  </a:lnTo>
                  <a:lnTo>
                    <a:pt x="15460" y="235933"/>
                  </a:lnTo>
                  <a:lnTo>
                    <a:pt x="17759" y="240699"/>
                  </a:lnTo>
                  <a:lnTo>
                    <a:pt x="20207" y="245389"/>
                  </a:lnTo>
                  <a:lnTo>
                    <a:pt x="22802" y="250000"/>
                  </a:lnTo>
                  <a:lnTo>
                    <a:pt x="25542" y="254526"/>
                  </a:lnTo>
                  <a:lnTo>
                    <a:pt x="28424" y="258963"/>
                  </a:lnTo>
                  <a:lnTo>
                    <a:pt x="31445" y="263307"/>
                  </a:lnTo>
                  <a:lnTo>
                    <a:pt x="34602" y="267553"/>
                  </a:lnTo>
                  <a:lnTo>
                    <a:pt x="37891" y="271697"/>
                  </a:lnTo>
                  <a:lnTo>
                    <a:pt x="41311" y="275735"/>
                  </a:lnTo>
                  <a:lnTo>
                    <a:pt x="44856" y="279662"/>
                  </a:lnTo>
                  <a:lnTo>
                    <a:pt x="48523" y="283476"/>
                  </a:lnTo>
                  <a:lnTo>
                    <a:pt x="52310" y="287171"/>
                  </a:lnTo>
                  <a:lnTo>
                    <a:pt x="56211" y="290745"/>
                  </a:lnTo>
                  <a:lnTo>
                    <a:pt x="60224" y="294193"/>
                  </a:lnTo>
                  <a:lnTo>
                    <a:pt x="64344" y="297513"/>
                  </a:lnTo>
                  <a:lnTo>
                    <a:pt x="68567" y="300701"/>
                  </a:lnTo>
                  <a:lnTo>
                    <a:pt x="72888" y="303753"/>
                  </a:lnTo>
                  <a:lnTo>
                    <a:pt x="77304" y="306667"/>
                  </a:lnTo>
                  <a:lnTo>
                    <a:pt x="81810" y="309440"/>
                  </a:lnTo>
                  <a:lnTo>
                    <a:pt x="86402" y="312069"/>
                  </a:lnTo>
                  <a:lnTo>
                    <a:pt x="91074" y="314552"/>
                  </a:lnTo>
                  <a:lnTo>
                    <a:pt x="95823" y="316885"/>
                  </a:lnTo>
                  <a:lnTo>
                    <a:pt x="100643" y="319067"/>
                  </a:lnTo>
                  <a:lnTo>
                    <a:pt x="105530" y="321095"/>
                  </a:lnTo>
                  <a:lnTo>
                    <a:pt x="110478" y="322967"/>
                  </a:lnTo>
                  <a:lnTo>
                    <a:pt x="115483" y="324682"/>
                  </a:lnTo>
                  <a:lnTo>
                    <a:pt x="120540" y="326238"/>
                  </a:lnTo>
                  <a:lnTo>
                    <a:pt x="125644" y="327633"/>
                  </a:lnTo>
                  <a:lnTo>
                    <a:pt x="130789" y="328866"/>
                  </a:lnTo>
                  <a:lnTo>
                    <a:pt x="135971" y="329935"/>
                  </a:lnTo>
                  <a:lnTo>
                    <a:pt x="141184" y="330840"/>
                  </a:lnTo>
                  <a:lnTo>
                    <a:pt x="146423" y="331579"/>
                  </a:lnTo>
                  <a:lnTo>
                    <a:pt x="151683" y="332152"/>
                  </a:lnTo>
                  <a:lnTo>
                    <a:pt x="156958" y="332559"/>
                  </a:lnTo>
                  <a:lnTo>
                    <a:pt x="162243" y="332798"/>
                  </a:lnTo>
                  <a:lnTo>
                    <a:pt x="167534" y="332870"/>
                  </a:lnTo>
                  <a:lnTo>
                    <a:pt x="172824" y="332774"/>
                  </a:lnTo>
                  <a:lnTo>
                    <a:pt x="178108" y="332511"/>
                  </a:lnTo>
                  <a:lnTo>
                    <a:pt x="183382" y="332081"/>
                  </a:lnTo>
                  <a:lnTo>
                    <a:pt x="188639" y="331484"/>
                  </a:lnTo>
                  <a:lnTo>
                    <a:pt x="193874" y="330722"/>
                  </a:lnTo>
                  <a:lnTo>
                    <a:pt x="199083" y="329794"/>
                  </a:lnTo>
                  <a:lnTo>
                    <a:pt x="204260" y="328701"/>
                  </a:lnTo>
                  <a:lnTo>
                    <a:pt x="209400" y="327445"/>
                  </a:lnTo>
                  <a:lnTo>
                    <a:pt x="214497" y="326028"/>
                  </a:lnTo>
                  <a:lnTo>
                    <a:pt x="219547" y="324449"/>
                  </a:lnTo>
                  <a:lnTo>
                    <a:pt x="224545" y="322712"/>
                  </a:lnTo>
                  <a:lnTo>
                    <a:pt x="229485" y="320817"/>
                  </a:lnTo>
                  <a:lnTo>
                    <a:pt x="234362" y="318767"/>
                  </a:lnTo>
                  <a:lnTo>
                    <a:pt x="239173" y="316564"/>
                  </a:lnTo>
                  <a:lnTo>
                    <a:pt x="243911" y="314209"/>
                  </a:lnTo>
                  <a:lnTo>
                    <a:pt x="248572" y="311706"/>
                  </a:lnTo>
                  <a:lnTo>
                    <a:pt x="253152" y="309056"/>
                  </a:lnTo>
                  <a:lnTo>
                    <a:pt x="257645" y="306263"/>
                  </a:lnTo>
                  <a:lnTo>
                    <a:pt x="262048" y="303329"/>
                  </a:lnTo>
                  <a:lnTo>
                    <a:pt x="266356" y="300258"/>
                  </a:lnTo>
                  <a:lnTo>
                    <a:pt x="270564" y="297051"/>
                  </a:lnTo>
                  <a:lnTo>
                    <a:pt x="274669" y="293713"/>
                  </a:lnTo>
                  <a:lnTo>
                    <a:pt x="278666" y="290246"/>
                  </a:lnTo>
                  <a:lnTo>
                    <a:pt x="282552" y="286655"/>
                  </a:lnTo>
                  <a:lnTo>
                    <a:pt x="286322" y="282943"/>
                  </a:lnTo>
                  <a:lnTo>
                    <a:pt x="289972" y="279113"/>
                  </a:lnTo>
                  <a:lnTo>
                    <a:pt x="293500" y="275170"/>
                  </a:lnTo>
                  <a:lnTo>
                    <a:pt x="296901" y="271117"/>
                  </a:lnTo>
                  <a:lnTo>
                    <a:pt x="300172" y="266958"/>
                  </a:lnTo>
                  <a:lnTo>
                    <a:pt x="303310" y="262698"/>
                  </a:lnTo>
                  <a:lnTo>
                    <a:pt x="306311" y="258341"/>
                  </a:lnTo>
                  <a:lnTo>
                    <a:pt x="309173" y="253891"/>
                  </a:lnTo>
                  <a:lnTo>
                    <a:pt x="311893" y="249352"/>
                  </a:lnTo>
                  <a:lnTo>
                    <a:pt x="314467" y="244730"/>
                  </a:lnTo>
                  <a:lnTo>
                    <a:pt x="316894" y="240029"/>
                  </a:lnTo>
                  <a:lnTo>
                    <a:pt x="319172" y="235253"/>
                  </a:lnTo>
                  <a:lnTo>
                    <a:pt x="321296" y="230408"/>
                  </a:lnTo>
                  <a:lnTo>
                    <a:pt x="323267" y="225497"/>
                  </a:lnTo>
                  <a:lnTo>
                    <a:pt x="325081" y="220527"/>
                  </a:lnTo>
                  <a:lnTo>
                    <a:pt x="326737" y="215502"/>
                  </a:lnTo>
                  <a:lnTo>
                    <a:pt x="328233" y="210427"/>
                  </a:lnTo>
                  <a:lnTo>
                    <a:pt x="329568" y="205307"/>
                  </a:lnTo>
                  <a:lnTo>
                    <a:pt x="330740" y="200148"/>
                  </a:lnTo>
                  <a:lnTo>
                    <a:pt x="331748" y="194954"/>
                  </a:lnTo>
                  <a:lnTo>
                    <a:pt x="332591" y="189731"/>
                  </a:lnTo>
                  <a:lnTo>
                    <a:pt x="333268" y="184483"/>
                  </a:lnTo>
                  <a:lnTo>
                    <a:pt x="333780" y="179217"/>
                  </a:lnTo>
                  <a:lnTo>
                    <a:pt x="334124" y="173937"/>
                  </a:lnTo>
                  <a:lnTo>
                    <a:pt x="334301" y="168650"/>
                  </a:lnTo>
                  <a:lnTo>
                    <a:pt x="334310" y="163359"/>
                  </a:lnTo>
                  <a:lnTo>
                    <a:pt x="334152" y="158070"/>
                  </a:lnTo>
                  <a:lnTo>
                    <a:pt x="333827" y="152789"/>
                  </a:lnTo>
                  <a:lnTo>
                    <a:pt x="333335" y="147521"/>
                  </a:lnTo>
                  <a:lnTo>
                    <a:pt x="332677" y="142272"/>
                  </a:lnTo>
                  <a:lnTo>
                    <a:pt x="331852" y="137045"/>
                  </a:lnTo>
                  <a:lnTo>
                    <a:pt x="330863" y="131848"/>
                  </a:lnTo>
                  <a:lnTo>
                    <a:pt x="329709" y="126684"/>
                  </a:lnTo>
                  <a:lnTo>
                    <a:pt x="328393" y="121560"/>
                  </a:lnTo>
                  <a:lnTo>
                    <a:pt x="326915" y="116479"/>
                  </a:lnTo>
                  <a:lnTo>
                    <a:pt x="325278" y="111448"/>
                  </a:lnTo>
                  <a:lnTo>
                    <a:pt x="323481" y="106471"/>
                  </a:lnTo>
                  <a:lnTo>
                    <a:pt x="321529" y="101554"/>
                  </a:lnTo>
                  <a:lnTo>
                    <a:pt x="319421" y="96701"/>
                  </a:lnTo>
                  <a:lnTo>
                    <a:pt x="317161" y="91917"/>
                  </a:lnTo>
                  <a:lnTo>
                    <a:pt x="314751" y="87207"/>
                  </a:lnTo>
                  <a:lnTo>
                    <a:pt x="312193" y="82576"/>
                  </a:lnTo>
                  <a:lnTo>
                    <a:pt x="309490" y="78027"/>
                  </a:lnTo>
                  <a:lnTo>
                    <a:pt x="306644" y="73567"/>
                  </a:lnTo>
                  <a:lnTo>
                    <a:pt x="303658" y="69199"/>
                  </a:lnTo>
                  <a:lnTo>
                    <a:pt x="300536" y="64928"/>
                  </a:lnTo>
                  <a:lnTo>
                    <a:pt x="297280" y="60757"/>
                  </a:lnTo>
                  <a:lnTo>
                    <a:pt x="293894" y="56692"/>
                  </a:lnTo>
                  <a:lnTo>
                    <a:pt x="290381" y="52736"/>
                  </a:lnTo>
                  <a:lnTo>
                    <a:pt x="286744" y="48893"/>
                  </a:lnTo>
                  <a:lnTo>
                    <a:pt x="282987" y="45167"/>
                  </a:lnTo>
                  <a:lnTo>
                    <a:pt x="279115" y="41562"/>
                  </a:lnTo>
                  <a:lnTo>
                    <a:pt x="275130" y="38081"/>
                  </a:lnTo>
                  <a:lnTo>
                    <a:pt x="271037" y="34728"/>
                  </a:lnTo>
                  <a:lnTo>
                    <a:pt x="266840" y="31507"/>
                  </a:lnTo>
                  <a:lnTo>
                    <a:pt x="262544" y="28419"/>
                  </a:lnTo>
                  <a:lnTo>
                    <a:pt x="258151" y="25469"/>
                  </a:lnTo>
                  <a:lnTo>
                    <a:pt x="253668" y="22660"/>
                  </a:lnTo>
                  <a:lnTo>
                    <a:pt x="249098" y="19994"/>
                  </a:lnTo>
                  <a:lnTo>
                    <a:pt x="244446" y="17474"/>
                  </a:lnTo>
                  <a:lnTo>
                    <a:pt x="239716" y="15102"/>
                  </a:lnTo>
                  <a:lnTo>
                    <a:pt x="234914" y="12882"/>
                  </a:lnTo>
                  <a:lnTo>
                    <a:pt x="230044" y="10814"/>
                  </a:lnTo>
                  <a:lnTo>
                    <a:pt x="225111" y="8902"/>
                  </a:lnTo>
                  <a:lnTo>
                    <a:pt x="220119" y="7146"/>
                  </a:lnTo>
                  <a:lnTo>
                    <a:pt x="215075" y="5550"/>
                  </a:lnTo>
                  <a:lnTo>
                    <a:pt x="209983" y="4113"/>
                  </a:lnTo>
                  <a:lnTo>
                    <a:pt x="204848" y="2839"/>
                  </a:lnTo>
                  <a:lnTo>
                    <a:pt x="199675" y="1728"/>
                  </a:lnTo>
                  <a:lnTo>
                    <a:pt x="194469" y="781"/>
                  </a:lnTo>
                  <a:lnTo>
                    <a:pt x="189236" y="0"/>
                  </a:lnTo>
                  <a:lnTo>
                    <a:pt x="167159" y="1657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22077" cy="167167"/>
            </a:xfrm>
            <a:custGeom>
              <a:avLst/>
              <a:pathLst>
                <a:path w="22077" h="167167">
                  <a:moveTo>
                    <a:pt x="22077" y="1464"/>
                  </a:moveTo>
                  <a:lnTo>
                    <a:pt x="14742" y="651"/>
                  </a:lnTo>
                  <a:lnTo>
                    <a:pt x="7378" y="16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6404" y="2633064"/>
              <a:ext cx="4343" cy="167167"/>
            </a:xfrm>
            <a:custGeom>
              <a:avLst/>
              <a:pathLst>
                <a:path w="4343" h="167167">
                  <a:moveTo>
                    <a:pt x="4343" y="0"/>
                  </a:moveTo>
                  <a:lnTo>
                    <a:pt x="0" y="56"/>
                  </a:lnTo>
                  <a:lnTo>
                    <a:pt x="434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404" y="2633120"/>
              <a:ext cx="4343" cy="167110"/>
            </a:xfrm>
            <a:custGeom>
              <a:avLst/>
              <a:pathLst>
                <a:path w="4343" h="167110">
                  <a:moveTo>
                    <a:pt x="0" y="0"/>
                  </a:moveTo>
                  <a:lnTo>
                    <a:pt x="4343" y="167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2" y="2633120"/>
              <a:ext cx="334325" cy="334265"/>
            </a:xfrm>
            <a:custGeom>
              <a:avLst/>
              <a:pathLst>
                <a:path w="334325" h="334265">
                  <a:moveTo>
                    <a:pt x="162822" y="0"/>
                  </a:moveTo>
                  <a:lnTo>
                    <a:pt x="157545" y="220"/>
                  </a:lnTo>
                  <a:lnTo>
                    <a:pt x="152277" y="607"/>
                  </a:lnTo>
                  <a:lnTo>
                    <a:pt x="147024" y="1161"/>
                  </a:lnTo>
                  <a:lnTo>
                    <a:pt x="141791" y="1880"/>
                  </a:lnTo>
                  <a:lnTo>
                    <a:pt x="136584" y="2764"/>
                  </a:lnTo>
                  <a:lnTo>
                    <a:pt x="131407" y="3812"/>
                  </a:lnTo>
                  <a:lnTo>
                    <a:pt x="126266" y="5024"/>
                  </a:lnTo>
                  <a:lnTo>
                    <a:pt x="121165" y="6397"/>
                  </a:lnTo>
                  <a:lnTo>
                    <a:pt x="116111" y="7930"/>
                  </a:lnTo>
                  <a:lnTo>
                    <a:pt x="111107" y="9623"/>
                  </a:lnTo>
                  <a:lnTo>
                    <a:pt x="106160" y="11472"/>
                  </a:lnTo>
                  <a:lnTo>
                    <a:pt x="101273" y="13477"/>
                  </a:lnTo>
                  <a:lnTo>
                    <a:pt x="96453" y="15636"/>
                  </a:lnTo>
                  <a:lnTo>
                    <a:pt x="91702" y="17945"/>
                  </a:lnTo>
                  <a:lnTo>
                    <a:pt x="87027" y="20404"/>
                  </a:lnTo>
                  <a:lnTo>
                    <a:pt x="82433" y="23009"/>
                  </a:lnTo>
                  <a:lnTo>
                    <a:pt x="77922" y="25758"/>
                  </a:lnTo>
                  <a:lnTo>
                    <a:pt x="73501" y="28648"/>
                  </a:lnTo>
                  <a:lnTo>
                    <a:pt x="69173" y="31676"/>
                  </a:lnTo>
                  <a:lnTo>
                    <a:pt x="64944" y="34840"/>
                  </a:lnTo>
                  <a:lnTo>
                    <a:pt x="60816" y="38135"/>
                  </a:lnTo>
                  <a:lnTo>
                    <a:pt x="56794" y="41560"/>
                  </a:lnTo>
                  <a:lnTo>
                    <a:pt x="52883" y="45109"/>
                  </a:lnTo>
                  <a:lnTo>
                    <a:pt x="49086" y="48781"/>
                  </a:lnTo>
                  <a:lnTo>
                    <a:pt x="45406" y="52570"/>
                  </a:lnTo>
                  <a:lnTo>
                    <a:pt x="41848" y="56474"/>
                  </a:lnTo>
                  <a:lnTo>
                    <a:pt x="38415" y="60488"/>
                  </a:lnTo>
                  <a:lnTo>
                    <a:pt x="35111" y="64609"/>
                  </a:lnTo>
                  <a:lnTo>
                    <a:pt x="31939" y="68832"/>
                  </a:lnTo>
                  <a:lnTo>
                    <a:pt x="28901" y="73154"/>
                  </a:lnTo>
                  <a:lnTo>
                    <a:pt x="26002" y="77569"/>
                  </a:lnTo>
                  <a:lnTo>
                    <a:pt x="23244" y="82073"/>
                  </a:lnTo>
                  <a:lnTo>
                    <a:pt x="20629" y="86663"/>
                  </a:lnTo>
                  <a:lnTo>
                    <a:pt x="18161" y="91332"/>
                  </a:lnTo>
                  <a:lnTo>
                    <a:pt x="15841" y="96078"/>
                  </a:lnTo>
                  <a:lnTo>
                    <a:pt x="13672" y="100894"/>
                  </a:lnTo>
                  <a:lnTo>
                    <a:pt x="11657" y="105776"/>
                  </a:lnTo>
                  <a:lnTo>
                    <a:pt x="9797" y="110720"/>
                  </a:lnTo>
                  <a:lnTo>
                    <a:pt x="8094" y="115720"/>
                  </a:lnTo>
                  <a:lnTo>
                    <a:pt x="6550" y="120771"/>
                  </a:lnTo>
                  <a:lnTo>
                    <a:pt x="5166" y="125868"/>
                  </a:lnTo>
                  <a:lnTo>
                    <a:pt x="3944" y="131007"/>
                  </a:lnTo>
                  <a:lnTo>
                    <a:pt x="2885" y="136182"/>
                  </a:lnTo>
                  <a:lnTo>
                    <a:pt x="1989" y="141387"/>
                  </a:lnTo>
                  <a:lnTo>
                    <a:pt x="1259" y="146618"/>
                  </a:lnTo>
                  <a:lnTo>
                    <a:pt x="695" y="151870"/>
                  </a:lnTo>
                  <a:lnTo>
                    <a:pt x="296" y="157137"/>
                  </a:lnTo>
                  <a:lnTo>
                    <a:pt x="64" y="162414"/>
                  </a:lnTo>
                  <a:lnTo>
                    <a:pt x="0" y="167695"/>
                  </a:lnTo>
                  <a:lnTo>
                    <a:pt x="101" y="172976"/>
                  </a:lnTo>
                  <a:lnTo>
                    <a:pt x="370" y="178251"/>
                  </a:lnTo>
                  <a:lnTo>
                    <a:pt x="805" y="183515"/>
                  </a:lnTo>
                  <a:lnTo>
                    <a:pt x="1407" y="188763"/>
                  </a:lnTo>
                  <a:lnTo>
                    <a:pt x="2173" y="193989"/>
                  </a:lnTo>
                  <a:lnTo>
                    <a:pt x="3105" y="199188"/>
                  </a:lnTo>
                  <a:lnTo>
                    <a:pt x="4200" y="204355"/>
                  </a:lnTo>
                  <a:lnTo>
                    <a:pt x="5458" y="209485"/>
                  </a:lnTo>
                  <a:lnTo>
                    <a:pt x="6878" y="214573"/>
                  </a:lnTo>
                  <a:lnTo>
                    <a:pt x="8457" y="219613"/>
                  </a:lnTo>
                  <a:lnTo>
                    <a:pt x="10195" y="224601"/>
                  </a:lnTo>
                  <a:lnTo>
                    <a:pt x="12090" y="229531"/>
                  </a:lnTo>
                  <a:lnTo>
                    <a:pt x="14139" y="234400"/>
                  </a:lnTo>
                  <a:lnTo>
                    <a:pt x="16342" y="239201"/>
                  </a:lnTo>
                  <a:lnTo>
                    <a:pt x="18694" y="243929"/>
                  </a:lnTo>
                  <a:lnTo>
                    <a:pt x="21195" y="248582"/>
                  </a:lnTo>
                  <a:lnTo>
                    <a:pt x="23842" y="253153"/>
                  </a:lnTo>
                  <a:lnTo>
                    <a:pt x="26632" y="257638"/>
                  </a:lnTo>
                  <a:lnTo>
                    <a:pt x="29562" y="262032"/>
                  </a:lnTo>
                  <a:lnTo>
                    <a:pt x="32630" y="266332"/>
                  </a:lnTo>
                  <a:lnTo>
                    <a:pt x="35832" y="270533"/>
                  </a:lnTo>
                  <a:lnTo>
                    <a:pt x="39165" y="274631"/>
                  </a:lnTo>
                  <a:lnTo>
                    <a:pt x="42625" y="278621"/>
                  </a:lnTo>
                  <a:lnTo>
                    <a:pt x="46210" y="282500"/>
                  </a:lnTo>
                  <a:lnTo>
                    <a:pt x="49916" y="286264"/>
                  </a:lnTo>
                  <a:lnTo>
                    <a:pt x="53739" y="289908"/>
                  </a:lnTo>
                  <a:lnTo>
                    <a:pt x="57675" y="293431"/>
                  </a:lnTo>
                  <a:lnTo>
                    <a:pt x="61721" y="296827"/>
                  </a:lnTo>
                  <a:lnTo>
                    <a:pt x="65872" y="300093"/>
                  </a:lnTo>
                  <a:lnTo>
                    <a:pt x="70123" y="303227"/>
                  </a:lnTo>
                  <a:lnTo>
                    <a:pt x="74472" y="306225"/>
                  </a:lnTo>
                  <a:lnTo>
                    <a:pt x="78913" y="309084"/>
                  </a:lnTo>
                  <a:lnTo>
                    <a:pt x="83443" y="311801"/>
                  </a:lnTo>
                  <a:lnTo>
                    <a:pt x="88056" y="314374"/>
                  </a:lnTo>
                  <a:lnTo>
                    <a:pt x="92748" y="316800"/>
                  </a:lnTo>
                  <a:lnTo>
                    <a:pt x="97514" y="319076"/>
                  </a:lnTo>
                  <a:lnTo>
                    <a:pt x="102350" y="321201"/>
                  </a:lnTo>
                  <a:lnTo>
                    <a:pt x="107250" y="323172"/>
                  </a:lnTo>
                  <a:lnTo>
                    <a:pt x="112211" y="324987"/>
                  </a:lnTo>
                  <a:lnTo>
                    <a:pt x="117226" y="326644"/>
                  </a:lnTo>
                  <a:lnTo>
                    <a:pt x="122291" y="328142"/>
                  </a:lnTo>
                  <a:lnTo>
                    <a:pt x="127401" y="329479"/>
                  </a:lnTo>
                  <a:lnTo>
                    <a:pt x="132550" y="330655"/>
                  </a:lnTo>
                  <a:lnTo>
                    <a:pt x="137734" y="331667"/>
                  </a:lnTo>
                  <a:lnTo>
                    <a:pt x="142948" y="332514"/>
                  </a:lnTo>
                  <a:lnTo>
                    <a:pt x="148186" y="333197"/>
                  </a:lnTo>
                  <a:lnTo>
                    <a:pt x="153442" y="333714"/>
                  </a:lnTo>
                  <a:lnTo>
                    <a:pt x="158713" y="334064"/>
                  </a:lnTo>
                  <a:lnTo>
                    <a:pt x="163991" y="334248"/>
                  </a:lnTo>
                  <a:lnTo>
                    <a:pt x="169273" y="334265"/>
                  </a:lnTo>
                  <a:lnTo>
                    <a:pt x="174553" y="334115"/>
                  </a:lnTo>
                  <a:lnTo>
                    <a:pt x="179825" y="333798"/>
                  </a:lnTo>
                  <a:lnTo>
                    <a:pt x="185085" y="333315"/>
                  </a:lnTo>
                  <a:lnTo>
                    <a:pt x="190327" y="332666"/>
                  </a:lnTo>
                  <a:lnTo>
                    <a:pt x="195546" y="331851"/>
                  </a:lnTo>
                  <a:lnTo>
                    <a:pt x="200736" y="330872"/>
                  </a:lnTo>
                  <a:lnTo>
                    <a:pt x="205893" y="329730"/>
                  </a:lnTo>
                  <a:lnTo>
                    <a:pt x="211012" y="328425"/>
                  </a:lnTo>
                  <a:lnTo>
                    <a:pt x="216086" y="326960"/>
                  </a:lnTo>
                  <a:lnTo>
                    <a:pt x="221112" y="325334"/>
                  </a:lnTo>
                  <a:lnTo>
                    <a:pt x="226084" y="323551"/>
                  </a:lnTo>
                  <a:lnTo>
                    <a:pt x="230997" y="321612"/>
                  </a:lnTo>
                  <a:lnTo>
                    <a:pt x="235846" y="319518"/>
                  </a:lnTo>
                  <a:lnTo>
                    <a:pt x="240627" y="317272"/>
                  </a:lnTo>
                  <a:lnTo>
                    <a:pt x="245334" y="314876"/>
                  </a:lnTo>
                  <a:lnTo>
                    <a:pt x="249963" y="312333"/>
                  </a:lnTo>
                  <a:lnTo>
                    <a:pt x="254510" y="309645"/>
                  </a:lnTo>
                  <a:lnTo>
                    <a:pt x="258969" y="306814"/>
                  </a:lnTo>
                  <a:lnTo>
                    <a:pt x="263337" y="303844"/>
                  </a:lnTo>
                  <a:lnTo>
                    <a:pt x="267609" y="300737"/>
                  </a:lnTo>
                  <a:lnTo>
                    <a:pt x="271780" y="297497"/>
                  </a:lnTo>
                  <a:lnTo>
                    <a:pt x="275848" y="294127"/>
                  </a:lnTo>
                  <a:lnTo>
                    <a:pt x="279806" y="290630"/>
                  </a:lnTo>
                  <a:lnTo>
                    <a:pt x="283652" y="287010"/>
                  </a:lnTo>
                  <a:lnTo>
                    <a:pt x="287382" y="283270"/>
                  </a:lnTo>
                  <a:lnTo>
                    <a:pt x="290992" y="279414"/>
                  </a:lnTo>
                  <a:lnTo>
                    <a:pt x="294478" y="275446"/>
                  </a:lnTo>
                  <a:lnTo>
                    <a:pt x="297837" y="271370"/>
                  </a:lnTo>
                  <a:lnTo>
                    <a:pt x="301066" y="267189"/>
                  </a:lnTo>
                  <a:lnTo>
                    <a:pt x="304161" y="262909"/>
                  </a:lnTo>
                  <a:lnTo>
                    <a:pt x="307119" y="258533"/>
                  </a:lnTo>
                  <a:lnTo>
                    <a:pt x="309937" y="254066"/>
                  </a:lnTo>
                  <a:lnTo>
                    <a:pt x="312613" y="249512"/>
                  </a:lnTo>
                  <a:lnTo>
                    <a:pt x="315144" y="244876"/>
                  </a:lnTo>
                  <a:lnTo>
                    <a:pt x="317527" y="240162"/>
                  </a:lnTo>
                  <a:lnTo>
                    <a:pt x="319760" y="235375"/>
                  </a:lnTo>
                  <a:lnTo>
                    <a:pt x="321840" y="230520"/>
                  </a:lnTo>
                  <a:lnTo>
                    <a:pt x="323766" y="225602"/>
                  </a:lnTo>
                  <a:lnTo>
                    <a:pt x="325536" y="220626"/>
                  </a:lnTo>
                  <a:lnTo>
                    <a:pt x="327148" y="215595"/>
                  </a:lnTo>
                  <a:lnTo>
                    <a:pt x="328600" y="210517"/>
                  </a:lnTo>
                  <a:lnTo>
                    <a:pt x="329890" y="205395"/>
                  </a:lnTo>
                  <a:lnTo>
                    <a:pt x="331019" y="200235"/>
                  </a:lnTo>
                  <a:lnTo>
                    <a:pt x="331983" y="195042"/>
                  </a:lnTo>
                  <a:lnTo>
                    <a:pt x="332784" y="189821"/>
                  </a:lnTo>
                  <a:lnTo>
                    <a:pt x="333418" y="184577"/>
                  </a:lnTo>
                  <a:lnTo>
                    <a:pt x="333887" y="179316"/>
                  </a:lnTo>
                  <a:lnTo>
                    <a:pt x="334190" y="174043"/>
                  </a:lnTo>
                  <a:lnTo>
                    <a:pt x="334325" y="168763"/>
                  </a:lnTo>
                  <a:lnTo>
                    <a:pt x="334294" y="163481"/>
                  </a:lnTo>
                  <a:lnTo>
                    <a:pt x="334096" y="158203"/>
                  </a:lnTo>
                  <a:lnTo>
                    <a:pt x="333731" y="152933"/>
                  </a:lnTo>
                  <a:lnTo>
                    <a:pt x="333200" y="147678"/>
                  </a:lnTo>
                  <a:lnTo>
                    <a:pt x="332503" y="142442"/>
                  </a:lnTo>
                  <a:lnTo>
                    <a:pt x="331641" y="137231"/>
                  </a:lnTo>
                  <a:lnTo>
                    <a:pt x="330615" y="132050"/>
                  </a:lnTo>
                  <a:lnTo>
                    <a:pt x="329426" y="126904"/>
                  </a:lnTo>
                  <a:lnTo>
                    <a:pt x="328075" y="121797"/>
                  </a:lnTo>
                  <a:lnTo>
                    <a:pt x="326563" y="116736"/>
                  </a:lnTo>
                  <a:lnTo>
                    <a:pt x="324892" y="111726"/>
                  </a:lnTo>
                  <a:lnTo>
                    <a:pt x="323063" y="106770"/>
                  </a:lnTo>
                  <a:lnTo>
                    <a:pt x="321079" y="101875"/>
                  </a:lnTo>
                  <a:lnTo>
                    <a:pt x="318941" y="97045"/>
                  </a:lnTo>
                  <a:lnTo>
                    <a:pt x="316652" y="92285"/>
                  </a:lnTo>
                  <a:lnTo>
                    <a:pt x="314214" y="87600"/>
                  </a:lnTo>
                  <a:lnTo>
                    <a:pt x="311628" y="82994"/>
                  </a:lnTo>
                  <a:lnTo>
                    <a:pt x="308899" y="78472"/>
                  </a:lnTo>
                  <a:lnTo>
                    <a:pt x="306028" y="74038"/>
                  </a:lnTo>
                  <a:lnTo>
                    <a:pt x="303018" y="69698"/>
                  </a:lnTo>
                  <a:lnTo>
                    <a:pt x="299872" y="65455"/>
                  </a:lnTo>
                  <a:lnTo>
                    <a:pt x="296595" y="61313"/>
                  </a:lnTo>
                  <a:lnTo>
                    <a:pt x="293188" y="57277"/>
                  </a:lnTo>
                  <a:lnTo>
                    <a:pt x="289655" y="53350"/>
                  </a:lnTo>
                  <a:lnTo>
                    <a:pt x="286000" y="49537"/>
                  </a:lnTo>
                  <a:lnTo>
                    <a:pt x="282226" y="45841"/>
                  </a:lnTo>
                  <a:lnTo>
                    <a:pt x="278337" y="42267"/>
                  </a:lnTo>
                  <a:lnTo>
                    <a:pt x="274337" y="38817"/>
                  </a:lnTo>
                  <a:lnTo>
                    <a:pt x="270231" y="35495"/>
                  </a:lnTo>
                  <a:lnTo>
                    <a:pt x="266021" y="32305"/>
                  </a:lnTo>
                  <a:lnTo>
                    <a:pt x="261713" y="29249"/>
                  </a:lnTo>
                  <a:lnTo>
                    <a:pt x="257310" y="26331"/>
                  </a:lnTo>
                  <a:lnTo>
                    <a:pt x="252818" y="23553"/>
                  </a:lnTo>
                  <a:lnTo>
                    <a:pt x="248240" y="20919"/>
                  </a:lnTo>
                  <a:lnTo>
                    <a:pt x="243581" y="18430"/>
                  </a:lnTo>
                  <a:lnTo>
                    <a:pt x="238845" y="16090"/>
                  </a:lnTo>
                  <a:lnTo>
                    <a:pt x="234038" y="13901"/>
                  </a:lnTo>
                  <a:lnTo>
                    <a:pt x="229165" y="11865"/>
                  </a:lnTo>
                  <a:lnTo>
                    <a:pt x="224229" y="9984"/>
                  </a:lnTo>
                  <a:lnTo>
                    <a:pt x="219236" y="8260"/>
                  </a:lnTo>
                  <a:lnTo>
                    <a:pt x="214192" y="6694"/>
                  </a:lnTo>
                  <a:lnTo>
                    <a:pt x="167166" y="167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47025" cy="167167"/>
            </a:xfrm>
            <a:custGeom>
              <a:avLst/>
              <a:pathLst>
                <a:path w="47025" h="167167">
                  <a:moveTo>
                    <a:pt x="47025" y="6750"/>
                  </a:moveTo>
                  <a:lnTo>
                    <a:pt x="41279" y="5176"/>
                  </a:lnTo>
                  <a:lnTo>
                    <a:pt x="35480" y="3808"/>
                  </a:lnTo>
                  <a:lnTo>
                    <a:pt x="29635" y="2647"/>
                  </a:lnTo>
                  <a:lnTo>
                    <a:pt x="23754" y="1696"/>
                  </a:lnTo>
                  <a:lnTo>
                    <a:pt x="17841" y="954"/>
                  </a:lnTo>
                  <a:lnTo>
                    <a:pt x="11907" y="424"/>
                  </a:lnTo>
                  <a:lnTo>
                    <a:pt x="595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6698" y="3170392"/>
              <a:ext cx="19282" cy="167167"/>
            </a:xfrm>
            <a:custGeom>
              <a:avLst/>
              <a:pathLst>
                <a:path w="19282" h="167167">
                  <a:moveTo>
                    <a:pt x="19282" y="0"/>
                  </a:moveTo>
                  <a:lnTo>
                    <a:pt x="9625" y="279"/>
                  </a:lnTo>
                  <a:lnTo>
                    <a:pt x="0" y="1115"/>
                  </a:lnTo>
                  <a:lnTo>
                    <a:pt x="1928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6698" y="3171508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13" y="3171508"/>
              <a:ext cx="334314" cy="333215"/>
            </a:xfrm>
            <a:custGeom>
              <a:avLst/>
              <a:pathLst>
                <a:path w="334314" h="333215">
                  <a:moveTo>
                    <a:pt x="147884" y="0"/>
                  </a:moveTo>
                  <a:lnTo>
                    <a:pt x="142649" y="691"/>
                  </a:lnTo>
                  <a:lnTo>
                    <a:pt x="137439" y="1548"/>
                  </a:lnTo>
                  <a:lnTo>
                    <a:pt x="132258" y="2569"/>
                  </a:lnTo>
                  <a:lnTo>
                    <a:pt x="127112" y="3753"/>
                  </a:lnTo>
                  <a:lnTo>
                    <a:pt x="122005" y="5100"/>
                  </a:lnTo>
                  <a:lnTo>
                    <a:pt x="116944" y="6606"/>
                  </a:lnTo>
                  <a:lnTo>
                    <a:pt x="111933" y="8272"/>
                  </a:lnTo>
                  <a:lnTo>
                    <a:pt x="106978" y="10095"/>
                  </a:lnTo>
                  <a:lnTo>
                    <a:pt x="102082" y="12074"/>
                  </a:lnTo>
                  <a:lnTo>
                    <a:pt x="97251" y="14207"/>
                  </a:lnTo>
                  <a:lnTo>
                    <a:pt x="92490" y="16491"/>
                  </a:lnTo>
                  <a:lnTo>
                    <a:pt x="87803" y="18924"/>
                  </a:lnTo>
                  <a:lnTo>
                    <a:pt x="83196" y="21504"/>
                  </a:lnTo>
                  <a:lnTo>
                    <a:pt x="78673" y="24228"/>
                  </a:lnTo>
                  <a:lnTo>
                    <a:pt x="74237" y="27094"/>
                  </a:lnTo>
                  <a:lnTo>
                    <a:pt x="69895" y="30098"/>
                  </a:lnTo>
                  <a:lnTo>
                    <a:pt x="65649" y="33239"/>
                  </a:lnTo>
                  <a:lnTo>
                    <a:pt x="61505" y="36511"/>
                  </a:lnTo>
                  <a:lnTo>
                    <a:pt x="57466" y="39913"/>
                  </a:lnTo>
                  <a:lnTo>
                    <a:pt x="53537" y="43441"/>
                  </a:lnTo>
                  <a:lnTo>
                    <a:pt x="49721" y="47091"/>
                  </a:lnTo>
                  <a:lnTo>
                    <a:pt x="46022" y="50860"/>
                  </a:lnTo>
                  <a:lnTo>
                    <a:pt x="42445" y="54743"/>
                  </a:lnTo>
                  <a:lnTo>
                    <a:pt x="38991" y="58738"/>
                  </a:lnTo>
                  <a:lnTo>
                    <a:pt x="35666" y="62840"/>
                  </a:lnTo>
                  <a:lnTo>
                    <a:pt x="32472" y="67045"/>
                  </a:lnTo>
                  <a:lnTo>
                    <a:pt x="29412" y="71349"/>
                  </a:lnTo>
                  <a:lnTo>
                    <a:pt x="26489" y="75747"/>
                  </a:lnTo>
                  <a:lnTo>
                    <a:pt x="23707" y="80235"/>
                  </a:lnTo>
                  <a:lnTo>
                    <a:pt x="21068" y="84809"/>
                  </a:lnTo>
                  <a:lnTo>
                    <a:pt x="18575" y="89464"/>
                  </a:lnTo>
                  <a:lnTo>
                    <a:pt x="16230" y="94195"/>
                  </a:lnTo>
                  <a:lnTo>
                    <a:pt x="14036" y="98999"/>
                  </a:lnTo>
                  <a:lnTo>
                    <a:pt x="11995" y="103869"/>
                  </a:lnTo>
                  <a:lnTo>
                    <a:pt x="10108" y="108801"/>
                  </a:lnTo>
                  <a:lnTo>
                    <a:pt x="8378" y="113790"/>
                  </a:lnTo>
                  <a:lnTo>
                    <a:pt x="6807" y="118831"/>
                  </a:lnTo>
                  <a:lnTo>
                    <a:pt x="5395" y="123920"/>
                  </a:lnTo>
                  <a:lnTo>
                    <a:pt x="4145" y="129050"/>
                  </a:lnTo>
                  <a:lnTo>
                    <a:pt x="3058" y="134217"/>
                  </a:lnTo>
                  <a:lnTo>
                    <a:pt x="2135" y="139417"/>
                  </a:lnTo>
                  <a:lnTo>
                    <a:pt x="1376" y="144642"/>
                  </a:lnTo>
                  <a:lnTo>
                    <a:pt x="782" y="149889"/>
                  </a:lnTo>
                  <a:lnTo>
                    <a:pt x="355" y="155153"/>
                  </a:lnTo>
                  <a:lnTo>
                    <a:pt x="94" y="160427"/>
                  </a:lnTo>
                  <a:lnTo>
                    <a:pt x="0" y="165707"/>
                  </a:lnTo>
                  <a:lnTo>
                    <a:pt x="72" y="170987"/>
                  </a:lnTo>
                  <a:lnTo>
                    <a:pt x="311" y="176262"/>
                  </a:lnTo>
                  <a:lnTo>
                    <a:pt x="717" y="181527"/>
                  </a:lnTo>
                  <a:lnTo>
                    <a:pt x="1289" y="186776"/>
                  </a:lnTo>
                  <a:lnTo>
                    <a:pt x="2026" y="192005"/>
                  </a:lnTo>
                  <a:lnTo>
                    <a:pt x="2928" y="197208"/>
                  </a:lnTo>
                  <a:lnTo>
                    <a:pt x="3994" y="202380"/>
                  </a:lnTo>
                  <a:lnTo>
                    <a:pt x="5223" y="207515"/>
                  </a:lnTo>
                  <a:lnTo>
                    <a:pt x="6614" y="212610"/>
                  </a:lnTo>
                  <a:lnTo>
                    <a:pt x="8164" y="217657"/>
                  </a:lnTo>
                  <a:lnTo>
                    <a:pt x="9874" y="222654"/>
                  </a:lnTo>
                  <a:lnTo>
                    <a:pt x="11740" y="227593"/>
                  </a:lnTo>
                  <a:lnTo>
                    <a:pt x="13761" y="232472"/>
                  </a:lnTo>
                  <a:lnTo>
                    <a:pt x="15936" y="237284"/>
                  </a:lnTo>
                  <a:lnTo>
                    <a:pt x="18261" y="242025"/>
                  </a:lnTo>
                  <a:lnTo>
                    <a:pt x="20735" y="246690"/>
                  </a:lnTo>
                  <a:lnTo>
                    <a:pt x="23355" y="251275"/>
                  </a:lnTo>
                  <a:lnTo>
                    <a:pt x="26118" y="255775"/>
                  </a:lnTo>
                  <a:lnTo>
                    <a:pt x="29022" y="260185"/>
                  </a:lnTo>
                  <a:lnTo>
                    <a:pt x="32065" y="264501"/>
                  </a:lnTo>
                  <a:lnTo>
                    <a:pt x="35241" y="268719"/>
                  </a:lnTo>
                  <a:lnTo>
                    <a:pt x="38550" y="272835"/>
                  </a:lnTo>
                  <a:lnTo>
                    <a:pt x="41987" y="276844"/>
                  </a:lnTo>
                  <a:lnTo>
                    <a:pt x="45549" y="280742"/>
                  </a:lnTo>
                  <a:lnTo>
                    <a:pt x="49232" y="284526"/>
                  </a:lnTo>
                  <a:lnTo>
                    <a:pt x="53033" y="288192"/>
                  </a:lnTo>
                  <a:lnTo>
                    <a:pt x="56947" y="291736"/>
                  </a:lnTo>
                  <a:lnTo>
                    <a:pt x="60972" y="295154"/>
                  </a:lnTo>
                  <a:lnTo>
                    <a:pt x="65103" y="298444"/>
                  </a:lnTo>
                  <a:lnTo>
                    <a:pt x="69335" y="301602"/>
                  </a:lnTo>
                  <a:lnTo>
                    <a:pt x="73665" y="304624"/>
                  </a:lnTo>
                  <a:lnTo>
                    <a:pt x="78089" y="307508"/>
                  </a:lnTo>
                  <a:lnTo>
                    <a:pt x="82601" y="310251"/>
                  </a:lnTo>
                  <a:lnTo>
                    <a:pt x="87198" y="312850"/>
                  </a:lnTo>
                  <a:lnTo>
                    <a:pt x="91874" y="315303"/>
                  </a:lnTo>
                  <a:lnTo>
                    <a:pt x="96626" y="317606"/>
                  </a:lnTo>
                  <a:lnTo>
                    <a:pt x="101448" y="319759"/>
                  </a:lnTo>
                  <a:lnTo>
                    <a:pt x="106335" y="321758"/>
                  </a:lnTo>
                  <a:lnTo>
                    <a:pt x="111284" y="323601"/>
                  </a:lnTo>
                  <a:lnTo>
                    <a:pt x="116288" y="325288"/>
                  </a:lnTo>
                  <a:lnTo>
                    <a:pt x="121342" y="326815"/>
                  </a:lnTo>
                  <a:lnTo>
                    <a:pt x="126443" y="328182"/>
                  </a:lnTo>
                  <a:lnTo>
                    <a:pt x="131584" y="329388"/>
                  </a:lnTo>
                  <a:lnTo>
                    <a:pt x="136761" y="330430"/>
                  </a:lnTo>
                  <a:lnTo>
                    <a:pt x="141968" y="331308"/>
                  </a:lnTo>
                  <a:lnTo>
                    <a:pt x="147200" y="332022"/>
                  </a:lnTo>
                  <a:lnTo>
                    <a:pt x="152452" y="332570"/>
                  </a:lnTo>
                  <a:lnTo>
                    <a:pt x="157719" y="332951"/>
                  </a:lnTo>
                  <a:lnTo>
                    <a:pt x="162995" y="333167"/>
                  </a:lnTo>
                  <a:lnTo>
                    <a:pt x="168275" y="333215"/>
                  </a:lnTo>
                  <a:lnTo>
                    <a:pt x="173554" y="333096"/>
                  </a:lnTo>
                  <a:lnTo>
                    <a:pt x="178827" y="332811"/>
                  </a:lnTo>
                  <a:lnTo>
                    <a:pt x="184088" y="332360"/>
                  </a:lnTo>
                  <a:lnTo>
                    <a:pt x="189333" y="331742"/>
                  </a:lnTo>
                  <a:lnTo>
                    <a:pt x="194555" y="330960"/>
                  </a:lnTo>
                  <a:lnTo>
                    <a:pt x="199750" y="330012"/>
                  </a:lnTo>
                  <a:lnTo>
                    <a:pt x="204912" y="328901"/>
                  </a:lnTo>
                  <a:lnTo>
                    <a:pt x="210037" y="327628"/>
                  </a:lnTo>
                  <a:lnTo>
                    <a:pt x="215119" y="326193"/>
                  </a:lnTo>
                  <a:lnTo>
                    <a:pt x="220153" y="324599"/>
                  </a:lnTo>
                  <a:lnTo>
                    <a:pt x="225134" y="322846"/>
                  </a:lnTo>
                  <a:lnTo>
                    <a:pt x="230058" y="320937"/>
                  </a:lnTo>
                  <a:lnTo>
                    <a:pt x="234918" y="318873"/>
                  </a:lnTo>
                  <a:lnTo>
                    <a:pt x="239711" y="316657"/>
                  </a:lnTo>
                  <a:lnTo>
                    <a:pt x="244432" y="314291"/>
                  </a:lnTo>
                  <a:lnTo>
                    <a:pt x="249075" y="311777"/>
                  </a:lnTo>
                  <a:lnTo>
                    <a:pt x="253637" y="309117"/>
                  </a:lnTo>
                  <a:lnTo>
                    <a:pt x="258113" y="306314"/>
                  </a:lnTo>
                  <a:lnTo>
                    <a:pt x="262498" y="303372"/>
                  </a:lnTo>
                  <a:lnTo>
                    <a:pt x="266787" y="300292"/>
                  </a:lnTo>
                  <a:lnTo>
                    <a:pt x="270977" y="297079"/>
                  </a:lnTo>
                  <a:lnTo>
                    <a:pt x="275064" y="293735"/>
                  </a:lnTo>
                  <a:lnTo>
                    <a:pt x="279043" y="290263"/>
                  </a:lnTo>
                  <a:lnTo>
                    <a:pt x="282910" y="286667"/>
                  </a:lnTo>
                  <a:lnTo>
                    <a:pt x="286662" y="282952"/>
                  </a:lnTo>
                  <a:lnTo>
                    <a:pt x="290295" y="279119"/>
                  </a:lnTo>
                  <a:lnTo>
                    <a:pt x="293805" y="275174"/>
                  </a:lnTo>
                  <a:lnTo>
                    <a:pt x="297188" y="271119"/>
                  </a:lnTo>
                  <a:lnTo>
                    <a:pt x="300442" y="266960"/>
                  </a:lnTo>
                  <a:lnTo>
                    <a:pt x="303562" y="262701"/>
                  </a:lnTo>
                  <a:lnTo>
                    <a:pt x="306547" y="258344"/>
                  </a:lnTo>
                  <a:lnTo>
                    <a:pt x="309393" y="253896"/>
                  </a:lnTo>
                  <a:lnTo>
                    <a:pt x="312096" y="249360"/>
                  </a:lnTo>
                  <a:lnTo>
                    <a:pt x="314655" y="244741"/>
                  </a:lnTo>
                  <a:lnTo>
                    <a:pt x="317067" y="240043"/>
                  </a:lnTo>
                  <a:lnTo>
                    <a:pt x="319329" y="235272"/>
                  </a:lnTo>
                  <a:lnTo>
                    <a:pt x="321440" y="230431"/>
                  </a:lnTo>
                  <a:lnTo>
                    <a:pt x="323396" y="225527"/>
                  </a:lnTo>
                  <a:lnTo>
                    <a:pt x="325197" y="220563"/>
                  </a:lnTo>
                  <a:lnTo>
                    <a:pt x="326839" y="215544"/>
                  </a:lnTo>
                  <a:lnTo>
                    <a:pt x="328323" y="210476"/>
                  </a:lnTo>
                  <a:lnTo>
                    <a:pt x="329646" y="205364"/>
                  </a:lnTo>
                  <a:lnTo>
                    <a:pt x="330806" y="200213"/>
                  </a:lnTo>
                  <a:lnTo>
                    <a:pt x="331804" y="195027"/>
                  </a:lnTo>
                  <a:lnTo>
                    <a:pt x="332637" y="189813"/>
                  </a:lnTo>
                  <a:lnTo>
                    <a:pt x="333305" y="184574"/>
                  </a:lnTo>
                  <a:lnTo>
                    <a:pt x="333807" y="179318"/>
                  </a:lnTo>
                  <a:lnTo>
                    <a:pt x="334143" y="174048"/>
                  </a:lnTo>
                  <a:lnTo>
                    <a:pt x="334312" y="168770"/>
                  </a:lnTo>
                  <a:lnTo>
                    <a:pt x="334314" y="163489"/>
                  </a:lnTo>
                  <a:lnTo>
                    <a:pt x="334150" y="158211"/>
                  </a:lnTo>
                  <a:lnTo>
                    <a:pt x="333819" y="152941"/>
                  </a:lnTo>
                  <a:lnTo>
                    <a:pt x="333322" y="147684"/>
                  </a:lnTo>
                  <a:lnTo>
                    <a:pt x="332659" y="142445"/>
                  </a:lnTo>
                  <a:lnTo>
                    <a:pt x="331831" y="137230"/>
                  </a:lnTo>
                  <a:lnTo>
                    <a:pt x="330838" y="132044"/>
                  </a:lnTo>
                  <a:lnTo>
                    <a:pt x="329683" y="126891"/>
                  </a:lnTo>
                  <a:lnTo>
                    <a:pt x="328365" y="121778"/>
                  </a:lnTo>
                  <a:lnTo>
                    <a:pt x="326886" y="116708"/>
                  </a:lnTo>
                  <a:lnTo>
                    <a:pt x="325248" y="111688"/>
                  </a:lnTo>
                  <a:lnTo>
                    <a:pt x="323452" y="106723"/>
                  </a:lnTo>
                  <a:lnTo>
                    <a:pt x="321500" y="101816"/>
                  </a:lnTo>
                  <a:lnTo>
                    <a:pt x="319394" y="96974"/>
                  </a:lnTo>
                  <a:lnTo>
                    <a:pt x="317136" y="92200"/>
                  </a:lnTo>
                  <a:lnTo>
                    <a:pt x="314729" y="87500"/>
                  </a:lnTo>
                  <a:lnTo>
                    <a:pt x="312174" y="82879"/>
                  </a:lnTo>
                  <a:lnTo>
                    <a:pt x="309475" y="78340"/>
                  </a:lnTo>
                  <a:lnTo>
                    <a:pt x="306634" y="73889"/>
                  </a:lnTo>
                  <a:lnTo>
                    <a:pt x="303653" y="69530"/>
                  </a:lnTo>
                  <a:lnTo>
                    <a:pt x="300537" y="65267"/>
                  </a:lnTo>
                  <a:lnTo>
                    <a:pt x="297287" y="61105"/>
                  </a:lnTo>
                  <a:lnTo>
                    <a:pt x="293907" y="57048"/>
                  </a:lnTo>
                  <a:lnTo>
                    <a:pt x="290401" y="53099"/>
                  </a:lnTo>
                  <a:lnTo>
                    <a:pt x="286772" y="49263"/>
                  </a:lnTo>
                  <a:lnTo>
                    <a:pt x="283024" y="45544"/>
                  </a:lnTo>
                  <a:lnTo>
                    <a:pt x="279160" y="41945"/>
                  </a:lnTo>
                  <a:lnTo>
                    <a:pt x="275184" y="38469"/>
                  </a:lnTo>
                  <a:lnTo>
                    <a:pt x="271101" y="35121"/>
                  </a:lnTo>
                  <a:lnTo>
                    <a:pt x="266913" y="31904"/>
                  </a:lnTo>
                  <a:lnTo>
                    <a:pt x="262627" y="28820"/>
                  </a:lnTo>
                  <a:lnTo>
                    <a:pt x="258245" y="25874"/>
                  </a:lnTo>
                  <a:lnTo>
                    <a:pt x="253772" y="23067"/>
                  </a:lnTo>
                  <a:lnTo>
                    <a:pt x="249213" y="20403"/>
                  </a:lnTo>
                  <a:lnTo>
                    <a:pt x="244571" y="17884"/>
                  </a:lnTo>
                  <a:lnTo>
                    <a:pt x="239853" y="15513"/>
                  </a:lnTo>
                  <a:lnTo>
                    <a:pt x="235062" y="13293"/>
                  </a:lnTo>
                  <a:lnTo>
                    <a:pt x="230203" y="11224"/>
                  </a:lnTo>
                  <a:lnTo>
                    <a:pt x="225282" y="9311"/>
                  </a:lnTo>
                  <a:lnTo>
                    <a:pt x="167167" y="1660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58115" cy="167167"/>
            </a:xfrm>
            <a:custGeom>
              <a:avLst/>
              <a:pathLst>
                <a:path w="58115" h="167167">
                  <a:moveTo>
                    <a:pt x="58115" y="10426"/>
                  </a:moveTo>
                  <a:lnTo>
                    <a:pt x="52514" y="8462"/>
                  </a:lnTo>
                  <a:lnTo>
                    <a:pt x="46847" y="6698"/>
                  </a:lnTo>
                  <a:lnTo>
                    <a:pt x="41121" y="5136"/>
                  </a:lnTo>
                  <a:lnTo>
                    <a:pt x="35343" y="3779"/>
                  </a:lnTo>
                  <a:lnTo>
                    <a:pt x="29521" y="2627"/>
                  </a:lnTo>
                  <a:lnTo>
                    <a:pt x="23662" y="1683"/>
                  </a:lnTo>
                  <a:lnTo>
                    <a:pt x="17772" y="947"/>
                  </a:lnTo>
                  <a:lnTo>
                    <a:pt x="11860" y="421"/>
                  </a:lnTo>
                  <a:lnTo>
                    <a:pt x="593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045" y="3707720"/>
              <a:ext cx="4703" cy="167167"/>
            </a:xfrm>
            <a:custGeom>
              <a:avLst/>
              <a:pathLst>
                <a:path w="4703" h="167167">
                  <a:moveTo>
                    <a:pt x="4703" y="0"/>
                  </a:moveTo>
                  <a:lnTo>
                    <a:pt x="0" y="66"/>
                  </a:lnTo>
                  <a:lnTo>
                    <a:pt x="470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045" y="3707786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3" y="3707720"/>
              <a:ext cx="334325" cy="334318"/>
            </a:xfrm>
            <a:custGeom>
              <a:avLst/>
              <a:pathLst>
                <a:path w="334325" h="334318">
                  <a:moveTo>
                    <a:pt x="162461" y="66"/>
                  </a:moveTo>
                  <a:lnTo>
                    <a:pt x="157186" y="298"/>
                  </a:lnTo>
                  <a:lnTo>
                    <a:pt x="151920" y="696"/>
                  </a:lnTo>
                  <a:lnTo>
                    <a:pt x="146670" y="1261"/>
                  </a:lnTo>
                  <a:lnTo>
                    <a:pt x="141440" y="1991"/>
                  </a:lnTo>
                  <a:lnTo>
                    <a:pt x="136236" y="2885"/>
                  </a:lnTo>
                  <a:lnTo>
                    <a:pt x="131063" y="3944"/>
                  </a:lnTo>
                  <a:lnTo>
                    <a:pt x="125926" y="5166"/>
                  </a:lnTo>
                  <a:lnTo>
                    <a:pt x="120830" y="6549"/>
                  </a:lnTo>
                  <a:lnTo>
                    <a:pt x="115780" y="8093"/>
                  </a:lnTo>
                  <a:lnTo>
                    <a:pt x="110781" y="9795"/>
                  </a:lnTo>
                  <a:lnTo>
                    <a:pt x="105839" y="11654"/>
                  </a:lnTo>
                  <a:lnTo>
                    <a:pt x="100958" y="13669"/>
                  </a:lnTo>
                  <a:lnTo>
                    <a:pt x="96143" y="15837"/>
                  </a:lnTo>
                  <a:lnTo>
                    <a:pt x="91399" y="18155"/>
                  </a:lnTo>
                  <a:lnTo>
                    <a:pt x="86730" y="20623"/>
                  </a:lnTo>
                  <a:lnTo>
                    <a:pt x="82142" y="23236"/>
                  </a:lnTo>
                  <a:lnTo>
                    <a:pt x="77638" y="25993"/>
                  </a:lnTo>
                  <a:lnTo>
                    <a:pt x="73224" y="28891"/>
                  </a:lnTo>
                  <a:lnTo>
                    <a:pt x="68904" y="31927"/>
                  </a:lnTo>
                  <a:lnTo>
                    <a:pt x="64681" y="35098"/>
                  </a:lnTo>
                  <a:lnTo>
                    <a:pt x="60561" y="38401"/>
                  </a:lnTo>
                  <a:lnTo>
                    <a:pt x="56547" y="41832"/>
                  </a:lnTo>
                  <a:lnTo>
                    <a:pt x="52644" y="45389"/>
                  </a:lnTo>
                  <a:lnTo>
                    <a:pt x="48855" y="49066"/>
                  </a:lnTo>
                  <a:lnTo>
                    <a:pt x="45184" y="52862"/>
                  </a:lnTo>
                  <a:lnTo>
                    <a:pt x="41634" y="56772"/>
                  </a:lnTo>
                  <a:lnTo>
                    <a:pt x="38210" y="60792"/>
                  </a:lnTo>
                  <a:lnTo>
                    <a:pt x="34915" y="64918"/>
                  </a:lnTo>
                  <a:lnTo>
                    <a:pt x="31751" y="69146"/>
                  </a:lnTo>
                  <a:lnTo>
                    <a:pt x="28723" y="73471"/>
                  </a:lnTo>
                  <a:lnTo>
                    <a:pt x="25833" y="77891"/>
                  </a:lnTo>
                  <a:lnTo>
                    <a:pt x="23084" y="82399"/>
                  </a:lnTo>
                  <a:lnTo>
                    <a:pt x="20478" y="86992"/>
                  </a:lnTo>
                  <a:lnTo>
                    <a:pt x="18019" y="91665"/>
                  </a:lnTo>
                  <a:lnTo>
                    <a:pt x="15709" y="96413"/>
                  </a:lnTo>
                  <a:lnTo>
                    <a:pt x="13550" y="101232"/>
                  </a:lnTo>
                  <a:lnTo>
                    <a:pt x="11544" y="106117"/>
                  </a:lnTo>
                  <a:lnTo>
                    <a:pt x="9693" y="111062"/>
                  </a:lnTo>
                  <a:lnTo>
                    <a:pt x="8000" y="116064"/>
                  </a:lnTo>
                  <a:lnTo>
                    <a:pt x="6465" y="121117"/>
                  </a:lnTo>
                  <a:lnTo>
                    <a:pt x="5091" y="126215"/>
                  </a:lnTo>
                  <a:lnTo>
                    <a:pt x="3878" y="131354"/>
                  </a:lnTo>
                  <a:lnTo>
                    <a:pt x="2829" y="136530"/>
                  </a:lnTo>
                  <a:lnTo>
                    <a:pt x="1943" y="141735"/>
                  </a:lnTo>
                  <a:lnTo>
                    <a:pt x="1222" y="146966"/>
                  </a:lnTo>
                  <a:lnTo>
                    <a:pt x="667" y="152217"/>
                  </a:lnTo>
                  <a:lnTo>
                    <a:pt x="278" y="157484"/>
                  </a:lnTo>
                  <a:lnTo>
                    <a:pt x="55" y="162759"/>
                  </a:lnTo>
                  <a:lnTo>
                    <a:pt x="0" y="168040"/>
                  </a:lnTo>
                  <a:lnTo>
                    <a:pt x="110" y="173319"/>
                  </a:lnTo>
                  <a:lnTo>
                    <a:pt x="388" y="178592"/>
                  </a:lnTo>
                  <a:lnTo>
                    <a:pt x="832" y="183854"/>
                  </a:lnTo>
                  <a:lnTo>
                    <a:pt x="1442" y="189099"/>
                  </a:lnTo>
                  <a:lnTo>
                    <a:pt x="2218" y="194322"/>
                  </a:lnTo>
                  <a:lnTo>
                    <a:pt x="3158" y="199518"/>
                  </a:lnTo>
                  <a:lnTo>
                    <a:pt x="4261" y="204682"/>
                  </a:lnTo>
                  <a:lnTo>
                    <a:pt x="5527" y="209809"/>
                  </a:lnTo>
                  <a:lnTo>
                    <a:pt x="6955" y="214893"/>
                  </a:lnTo>
                  <a:lnTo>
                    <a:pt x="8542" y="219929"/>
                  </a:lnTo>
                  <a:lnTo>
                    <a:pt x="10288" y="224913"/>
                  </a:lnTo>
                  <a:lnTo>
                    <a:pt x="12190" y="229839"/>
                  </a:lnTo>
                  <a:lnTo>
                    <a:pt x="14246" y="234702"/>
                  </a:lnTo>
                  <a:lnTo>
                    <a:pt x="16456" y="239498"/>
                  </a:lnTo>
                  <a:lnTo>
                    <a:pt x="18816" y="244222"/>
                  </a:lnTo>
                  <a:lnTo>
                    <a:pt x="21323" y="248869"/>
                  </a:lnTo>
                  <a:lnTo>
                    <a:pt x="23976" y="253435"/>
                  </a:lnTo>
                  <a:lnTo>
                    <a:pt x="26773" y="257914"/>
                  </a:lnTo>
                  <a:lnTo>
                    <a:pt x="29709" y="262303"/>
                  </a:lnTo>
                  <a:lnTo>
                    <a:pt x="32782" y="266597"/>
                  </a:lnTo>
                  <a:lnTo>
                    <a:pt x="35990" y="270792"/>
                  </a:lnTo>
                  <a:lnTo>
                    <a:pt x="39328" y="274883"/>
                  </a:lnTo>
                  <a:lnTo>
                    <a:pt x="42794" y="278867"/>
                  </a:lnTo>
                  <a:lnTo>
                    <a:pt x="46384" y="282739"/>
                  </a:lnTo>
                  <a:lnTo>
                    <a:pt x="50094" y="286496"/>
                  </a:lnTo>
                  <a:lnTo>
                    <a:pt x="53922" y="290134"/>
                  </a:lnTo>
                  <a:lnTo>
                    <a:pt x="57862" y="293650"/>
                  </a:lnTo>
                  <a:lnTo>
                    <a:pt x="61911" y="297039"/>
                  </a:lnTo>
                  <a:lnTo>
                    <a:pt x="66066" y="300298"/>
                  </a:lnTo>
                  <a:lnTo>
                    <a:pt x="70321" y="303425"/>
                  </a:lnTo>
                  <a:lnTo>
                    <a:pt x="74673" y="306416"/>
                  </a:lnTo>
                  <a:lnTo>
                    <a:pt x="79117" y="309268"/>
                  </a:lnTo>
                  <a:lnTo>
                    <a:pt x="83649" y="311978"/>
                  </a:lnTo>
                  <a:lnTo>
                    <a:pt x="88264" y="314543"/>
                  </a:lnTo>
                  <a:lnTo>
                    <a:pt x="92959" y="316961"/>
                  </a:lnTo>
                  <a:lnTo>
                    <a:pt x="97727" y="319230"/>
                  </a:lnTo>
                  <a:lnTo>
                    <a:pt x="102564" y="321348"/>
                  </a:lnTo>
                  <a:lnTo>
                    <a:pt x="107466" y="323311"/>
                  </a:lnTo>
                  <a:lnTo>
                    <a:pt x="112427" y="325119"/>
                  </a:lnTo>
                  <a:lnTo>
                    <a:pt x="117444" y="326769"/>
                  </a:lnTo>
                  <a:lnTo>
                    <a:pt x="122509" y="328260"/>
                  </a:lnTo>
                  <a:lnTo>
                    <a:pt x="127619" y="329590"/>
                  </a:lnTo>
                  <a:lnTo>
                    <a:pt x="132769" y="330758"/>
                  </a:lnTo>
                  <a:lnTo>
                    <a:pt x="137953" y="331762"/>
                  </a:lnTo>
                  <a:lnTo>
                    <a:pt x="143166" y="332603"/>
                  </a:lnTo>
                  <a:lnTo>
                    <a:pt x="148403" y="333278"/>
                  </a:lnTo>
                  <a:lnTo>
                    <a:pt x="153659" y="333788"/>
                  </a:lnTo>
                  <a:lnTo>
                    <a:pt x="158929" y="334131"/>
                  </a:lnTo>
                  <a:lnTo>
                    <a:pt x="164206" y="334308"/>
                  </a:lnTo>
                  <a:lnTo>
                    <a:pt x="169487" y="334318"/>
                  </a:lnTo>
                  <a:lnTo>
                    <a:pt x="174765" y="334162"/>
                  </a:lnTo>
                  <a:lnTo>
                    <a:pt x="180035" y="333838"/>
                  </a:lnTo>
                  <a:lnTo>
                    <a:pt x="185293" y="333348"/>
                  </a:lnTo>
                  <a:lnTo>
                    <a:pt x="190533" y="332693"/>
                  </a:lnTo>
                  <a:lnTo>
                    <a:pt x="195749" y="331872"/>
                  </a:lnTo>
                  <a:lnTo>
                    <a:pt x="200937" y="330887"/>
                  </a:lnTo>
                  <a:lnTo>
                    <a:pt x="206091" y="329739"/>
                  </a:lnTo>
                  <a:lnTo>
                    <a:pt x="211206" y="328428"/>
                  </a:lnTo>
                  <a:lnTo>
                    <a:pt x="216278" y="326957"/>
                  </a:lnTo>
                  <a:lnTo>
                    <a:pt x="221300" y="325326"/>
                  </a:lnTo>
                  <a:lnTo>
                    <a:pt x="226268" y="323537"/>
                  </a:lnTo>
                  <a:lnTo>
                    <a:pt x="231178" y="321593"/>
                  </a:lnTo>
                  <a:lnTo>
                    <a:pt x="236023" y="319494"/>
                  </a:lnTo>
                  <a:lnTo>
                    <a:pt x="240800" y="317243"/>
                  </a:lnTo>
                  <a:lnTo>
                    <a:pt x="245503" y="314842"/>
                  </a:lnTo>
                  <a:lnTo>
                    <a:pt x="250128" y="312295"/>
                  </a:lnTo>
                  <a:lnTo>
                    <a:pt x="254670" y="309602"/>
                  </a:lnTo>
                  <a:lnTo>
                    <a:pt x="259125" y="306767"/>
                  </a:lnTo>
                  <a:lnTo>
                    <a:pt x="263489" y="303793"/>
                  </a:lnTo>
                  <a:lnTo>
                    <a:pt x="267756" y="300682"/>
                  </a:lnTo>
                  <a:lnTo>
                    <a:pt x="271923" y="297439"/>
                  </a:lnTo>
                  <a:lnTo>
                    <a:pt x="275985" y="294065"/>
                  </a:lnTo>
                  <a:lnTo>
                    <a:pt x="279939" y="290565"/>
                  </a:lnTo>
                  <a:lnTo>
                    <a:pt x="283780" y="286941"/>
                  </a:lnTo>
                  <a:lnTo>
                    <a:pt x="287505" y="283198"/>
                  </a:lnTo>
                  <a:lnTo>
                    <a:pt x="291109" y="279340"/>
                  </a:lnTo>
                  <a:lnTo>
                    <a:pt x="294590" y="275369"/>
                  </a:lnTo>
                  <a:lnTo>
                    <a:pt x="297944" y="271290"/>
                  </a:lnTo>
                  <a:lnTo>
                    <a:pt x="301168" y="267108"/>
                  </a:lnTo>
                  <a:lnTo>
                    <a:pt x="304257" y="262826"/>
                  </a:lnTo>
                  <a:lnTo>
                    <a:pt x="307210" y="258448"/>
                  </a:lnTo>
                  <a:lnTo>
                    <a:pt x="310023" y="253979"/>
                  </a:lnTo>
                  <a:lnTo>
                    <a:pt x="312694" y="249424"/>
                  </a:lnTo>
                  <a:lnTo>
                    <a:pt x="315219" y="244786"/>
                  </a:lnTo>
                  <a:lnTo>
                    <a:pt x="317597" y="240072"/>
                  </a:lnTo>
                  <a:lnTo>
                    <a:pt x="319825" y="235284"/>
                  </a:lnTo>
                  <a:lnTo>
                    <a:pt x="321900" y="230428"/>
                  </a:lnTo>
                  <a:lnTo>
                    <a:pt x="323821" y="225510"/>
                  </a:lnTo>
                  <a:lnTo>
                    <a:pt x="325585" y="220533"/>
                  </a:lnTo>
                  <a:lnTo>
                    <a:pt x="327192" y="215502"/>
                  </a:lnTo>
                  <a:lnTo>
                    <a:pt x="328638" y="210424"/>
                  </a:lnTo>
                  <a:lnTo>
                    <a:pt x="329924" y="205302"/>
                  </a:lnTo>
                  <a:lnTo>
                    <a:pt x="331047" y="200143"/>
                  </a:lnTo>
                  <a:lnTo>
                    <a:pt x="332007" y="194950"/>
                  </a:lnTo>
                  <a:lnTo>
                    <a:pt x="332802" y="189730"/>
                  </a:lnTo>
                  <a:lnTo>
                    <a:pt x="333432" y="184487"/>
                  </a:lnTo>
                  <a:lnTo>
                    <a:pt x="333896" y="179227"/>
                  </a:lnTo>
                  <a:lnTo>
                    <a:pt x="334194" y="173955"/>
                  </a:lnTo>
                  <a:lnTo>
                    <a:pt x="334325" y="168676"/>
                  </a:lnTo>
                  <a:lnTo>
                    <a:pt x="334290" y="163396"/>
                  </a:lnTo>
                  <a:lnTo>
                    <a:pt x="334087" y="158119"/>
                  </a:lnTo>
                  <a:lnTo>
                    <a:pt x="333718" y="152852"/>
                  </a:lnTo>
                  <a:lnTo>
                    <a:pt x="333183" y="147598"/>
                  </a:lnTo>
                  <a:lnTo>
                    <a:pt x="332482" y="142365"/>
                  </a:lnTo>
                  <a:lnTo>
                    <a:pt x="331616" y="137156"/>
                  </a:lnTo>
                  <a:lnTo>
                    <a:pt x="330586" y="131977"/>
                  </a:lnTo>
                  <a:lnTo>
                    <a:pt x="329393" y="126833"/>
                  </a:lnTo>
                  <a:lnTo>
                    <a:pt x="328038" y="121729"/>
                  </a:lnTo>
                  <a:lnTo>
                    <a:pt x="326523" y="116670"/>
                  </a:lnTo>
                  <a:lnTo>
                    <a:pt x="324849" y="111662"/>
                  </a:lnTo>
                  <a:lnTo>
                    <a:pt x="323017" y="106710"/>
                  </a:lnTo>
                  <a:lnTo>
                    <a:pt x="321030" y="101818"/>
                  </a:lnTo>
                  <a:lnTo>
                    <a:pt x="318889" y="96990"/>
                  </a:lnTo>
                  <a:lnTo>
                    <a:pt x="316597" y="92233"/>
                  </a:lnTo>
                  <a:lnTo>
                    <a:pt x="314155" y="87551"/>
                  </a:lnTo>
                  <a:lnTo>
                    <a:pt x="311567" y="82948"/>
                  </a:lnTo>
                  <a:lnTo>
                    <a:pt x="308835" y="78429"/>
                  </a:lnTo>
                  <a:lnTo>
                    <a:pt x="305962" y="73999"/>
                  </a:lnTo>
                  <a:lnTo>
                    <a:pt x="302950" y="69662"/>
                  </a:lnTo>
                  <a:lnTo>
                    <a:pt x="299803" y="65422"/>
                  </a:lnTo>
                  <a:lnTo>
                    <a:pt x="296523" y="61283"/>
                  </a:lnTo>
                  <a:lnTo>
                    <a:pt x="293114" y="57251"/>
                  </a:lnTo>
                  <a:lnTo>
                    <a:pt x="289580" y="53327"/>
                  </a:lnTo>
                  <a:lnTo>
                    <a:pt x="285923" y="49518"/>
                  </a:lnTo>
                  <a:lnTo>
                    <a:pt x="282148" y="45826"/>
                  </a:lnTo>
                  <a:lnTo>
                    <a:pt x="278258" y="42254"/>
                  </a:lnTo>
                  <a:lnTo>
                    <a:pt x="274258" y="38808"/>
                  </a:lnTo>
                  <a:lnTo>
                    <a:pt x="270150" y="35490"/>
                  </a:lnTo>
                  <a:lnTo>
                    <a:pt x="265940" y="32303"/>
                  </a:lnTo>
                  <a:lnTo>
                    <a:pt x="261631" y="29250"/>
                  </a:lnTo>
                  <a:lnTo>
                    <a:pt x="257228" y="26335"/>
                  </a:lnTo>
                  <a:lnTo>
                    <a:pt x="252735" y="23561"/>
                  </a:lnTo>
                  <a:lnTo>
                    <a:pt x="248157" y="20930"/>
                  </a:lnTo>
                  <a:lnTo>
                    <a:pt x="243498" y="18445"/>
                  </a:lnTo>
                  <a:lnTo>
                    <a:pt x="238762" y="16108"/>
                  </a:lnTo>
                  <a:lnTo>
                    <a:pt x="233955" y="13922"/>
                  </a:lnTo>
                  <a:lnTo>
                    <a:pt x="229082" y="11889"/>
                  </a:lnTo>
                  <a:lnTo>
                    <a:pt x="224147" y="10011"/>
                  </a:lnTo>
                  <a:lnTo>
                    <a:pt x="219155" y="8290"/>
                  </a:lnTo>
                  <a:lnTo>
                    <a:pt x="214111" y="6727"/>
                  </a:lnTo>
                  <a:lnTo>
                    <a:pt x="209020" y="5324"/>
                  </a:lnTo>
                  <a:lnTo>
                    <a:pt x="203888" y="4083"/>
                  </a:lnTo>
                  <a:lnTo>
                    <a:pt x="198718" y="3004"/>
                  </a:lnTo>
                  <a:lnTo>
                    <a:pt x="193518" y="2090"/>
                  </a:lnTo>
                  <a:lnTo>
                    <a:pt x="188291" y="1340"/>
                  </a:lnTo>
                  <a:lnTo>
                    <a:pt x="183043" y="755"/>
                  </a:lnTo>
                  <a:lnTo>
                    <a:pt x="177779" y="337"/>
                  </a:lnTo>
                  <a:lnTo>
                    <a:pt x="172504" y="85"/>
                  </a:lnTo>
                  <a:lnTo>
                    <a:pt x="16722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6584" y="4213821"/>
              <a:ext cx="4703" cy="167167"/>
            </a:xfrm>
            <a:custGeom>
              <a:avLst/>
              <a:pathLst>
                <a:path w="4703" h="167167">
                  <a:moveTo>
                    <a:pt x="4703" y="0"/>
                  </a:moveTo>
                  <a:lnTo>
                    <a:pt x="0" y="66"/>
                  </a:lnTo>
                  <a:lnTo>
                    <a:pt x="470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584" y="4213887"/>
              <a:ext cx="4703" cy="167101"/>
            </a:xfrm>
            <a:custGeom>
              <a:avLst/>
              <a:pathLst>
                <a:path w="4703" h="167101">
                  <a:moveTo>
                    <a:pt x="0" y="0"/>
                  </a:moveTo>
                  <a:lnTo>
                    <a:pt x="4703" y="16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22" y="4213821"/>
              <a:ext cx="334325" cy="334318"/>
            </a:xfrm>
            <a:custGeom>
              <a:avLst/>
              <a:pathLst>
                <a:path w="334325" h="334318">
                  <a:moveTo>
                    <a:pt x="162461" y="66"/>
                  </a:moveTo>
                  <a:lnTo>
                    <a:pt x="157186" y="298"/>
                  </a:lnTo>
                  <a:lnTo>
                    <a:pt x="151920" y="696"/>
                  </a:lnTo>
                  <a:lnTo>
                    <a:pt x="146670" y="1261"/>
                  </a:lnTo>
                  <a:lnTo>
                    <a:pt x="141440" y="1991"/>
                  </a:lnTo>
                  <a:lnTo>
                    <a:pt x="136236" y="2885"/>
                  </a:lnTo>
                  <a:lnTo>
                    <a:pt x="131063" y="3944"/>
                  </a:lnTo>
                  <a:lnTo>
                    <a:pt x="125926" y="5166"/>
                  </a:lnTo>
                  <a:lnTo>
                    <a:pt x="120830" y="6549"/>
                  </a:lnTo>
                  <a:lnTo>
                    <a:pt x="115780" y="8093"/>
                  </a:lnTo>
                  <a:lnTo>
                    <a:pt x="110781" y="9795"/>
                  </a:lnTo>
                  <a:lnTo>
                    <a:pt x="105839" y="11654"/>
                  </a:lnTo>
                  <a:lnTo>
                    <a:pt x="100958" y="13669"/>
                  </a:lnTo>
                  <a:lnTo>
                    <a:pt x="96143" y="15837"/>
                  </a:lnTo>
                  <a:lnTo>
                    <a:pt x="91399" y="18155"/>
                  </a:lnTo>
                  <a:lnTo>
                    <a:pt x="86730" y="20623"/>
                  </a:lnTo>
                  <a:lnTo>
                    <a:pt x="82142" y="23236"/>
                  </a:lnTo>
                  <a:lnTo>
                    <a:pt x="77638" y="25993"/>
                  </a:lnTo>
                  <a:lnTo>
                    <a:pt x="73224" y="28891"/>
                  </a:lnTo>
                  <a:lnTo>
                    <a:pt x="68904" y="31927"/>
                  </a:lnTo>
                  <a:lnTo>
                    <a:pt x="64681" y="35098"/>
                  </a:lnTo>
                  <a:lnTo>
                    <a:pt x="60561" y="38401"/>
                  </a:lnTo>
                  <a:lnTo>
                    <a:pt x="56547" y="41832"/>
                  </a:lnTo>
                  <a:lnTo>
                    <a:pt x="52644" y="45389"/>
                  </a:lnTo>
                  <a:lnTo>
                    <a:pt x="48855" y="49066"/>
                  </a:lnTo>
                  <a:lnTo>
                    <a:pt x="45184" y="52862"/>
                  </a:lnTo>
                  <a:lnTo>
                    <a:pt x="41634" y="56772"/>
                  </a:lnTo>
                  <a:lnTo>
                    <a:pt x="38210" y="60792"/>
                  </a:lnTo>
                  <a:lnTo>
                    <a:pt x="34915" y="64918"/>
                  </a:lnTo>
                  <a:lnTo>
                    <a:pt x="31751" y="69146"/>
                  </a:lnTo>
                  <a:lnTo>
                    <a:pt x="28723" y="73471"/>
                  </a:lnTo>
                  <a:lnTo>
                    <a:pt x="25833" y="77891"/>
                  </a:lnTo>
                  <a:lnTo>
                    <a:pt x="23084" y="82399"/>
                  </a:lnTo>
                  <a:lnTo>
                    <a:pt x="20478" y="86992"/>
                  </a:lnTo>
                  <a:lnTo>
                    <a:pt x="18019" y="91665"/>
                  </a:lnTo>
                  <a:lnTo>
                    <a:pt x="15709" y="96413"/>
                  </a:lnTo>
                  <a:lnTo>
                    <a:pt x="13550" y="101232"/>
                  </a:lnTo>
                  <a:lnTo>
                    <a:pt x="11544" y="106117"/>
                  </a:lnTo>
                  <a:lnTo>
                    <a:pt x="9693" y="111062"/>
                  </a:lnTo>
                  <a:lnTo>
                    <a:pt x="8000" y="116064"/>
                  </a:lnTo>
                  <a:lnTo>
                    <a:pt x="6465" y="121117"/>
                  </a:lnTo>
                  <a:lnTo>
                    <a:pt x="5091" y="126215"/>
                  </a:lnTo>
                  <a:lnTo>
                    <a:pt x="3878" y="131354"/>
                  </a:lnTo>
                  <a:lnTo>
                    <a:pt x="2829" y="136530"/>
                  </a:lnTo>
                  <a:lnTo>
                    <a:pt x="1943" y="141735"/>
                  </a:lnTo>
                  <a:lnTo>
                    <a:pt x="1222" y="146966"/>
                  </a:lnTo>
                  <a:lnTo>
                    <a:pt x="667" y="152217"/>
                  </a:lnTo>
                  <a:lnTo>
                    <a:pt x="278" y="157484"/>
                  </a:lnTo>
                  <a:lnTo>
                    <a:pt x="55" y="162759"/>
                  </a:lnTo>
                  <a:lnTo>
                    <a:pt x="0" y="168040"/>
                  </a:lnTo>
                  <a:lnTo>
                    <a:pt x="110" y="173319"/>
                  </a:lnTo>
                  <a:lnTo>
                    <a:pt x="388" y="178592"/>
                  </a:lnTo>
                  <a:lnTo>
                    <a:pt x="832" y="183854"/>
                  </a:lnTo>
                  <a:lnTo>
                    <a:pt x="1442" y="189099"/>
                  </a:lnTo>
                  <a:lnTo>
                    <a:pt x="2218" y="194322"/>
                  </a:lnTo>
                  <a:lnTo>
                    <a:pt x="3158" y="199518"/>
                  </a:lnTo>
                  <a:lnTo>
                    <a:pt x="4261" y="204682"/>
                  </a:lnTo>
                  <a:lnTo>
                    <a:pt x="5527" y="209809"/>
                  </a:lnTo>
                  <a:lnTo>
                    <a:pt x="6955" y="214893"/>
                  </a:lnTo>
                  <a:lnTo>
                    <a:pt x="8542" y="219929"/>
                  </a:lnTo>
                  <a:lnTo>
                    <a:pt x="10288" y="224913"/>
                  </a:lnTo>
                  <a:lnTo>
                    <a:pt x="12190" y="229839"/>
                  </a:lnTo>
                  <a:lnTo>
                    <a:pt x="14246" y="234702"/>
                  </a:lnTo>
                  <a:lnTo>
                    <a:pt x="16456" y="239498"/>
                  </a:lnTo>
                  <a:lnTo>
                    <a:pt x="18816" y="244222"/>
                  </a:lnTo>
                  <a:lnTo>
                    <a:pt x="21323" y="248869"/>
                  </a:lnTo>
                  <a:lnTo>
                    <a:pt x="23976" y="253435"/>
                  </a:lnTo>
                  <a:lnTo>
                    <a:pt x="26773" y="257914"/>
                  </a:lnTo>
                  <a:lnTo>
                    <a:pt x="29709" y="262303"/>
                  </a:lnTo>
                  <a:lnTo>
                    <a:pt x="32782" y="266597"/>
                  </a:lnTo>
                  <a:lnTo>
                    <a:pt x="35990" y="270792"/>
                  </a:lnTo>
                  <a:lnTo>
                    <a:pt x="39328" y="274883"/>
                  </a:lnTo>
                  <a:lnTo>
                    <a:pt x="42794" y="278867"/>
                  </a:lnTo>
                  <a:lnTo>
                    <a:pt x="46384" y="282739"/>
                  </a:lnTo>
                  <a:lnTo>
                    <a:pt x="50094" y="286496"/>
                  </a:lnTo>
                  <a:lnTo>
                    <a:pt x="53922" y="290134"/>
                  </a:lnTo>
                  <a:lnTo>
                    <a:pt x="57862" y="293650"/>
                  </a:lnTo>
                  <a:lnTo>
                    <a:pt x="61911" y="297039"/>
                  </a:lnTo>
                  <a:lnTo>
                    <a:pt x="66066" y="300298"/>
                  </a:lnTo>
                  <a:lnTo>
                    <a:pt x="70321" y="303425"/>
                  </a:lnTo>
                  <a:lnTo>
                    <a:pt x="74673" y="306416"/>
                  </a:lnTo>
                  <a:lnTo>
                    <a:pt x="79117" y="309268"/>
                  </a:lnTo>
                  <a:lnTo>
                    <a:pt x="83649" y="311978"/>
                  </a:lnTo>
                  <a:lnTo>
                    <a:pt x="88264" y="314543"/>
                  </a:lnTo>
                  <a:lnTo>
                    <a:pt x="92959" y="316961"/>
                  </a:lnTo>
                  <a:lnTo>
                    <a:pt x="97727" y="319230"/>
                  </a:lnTo>
                  <a:lnTo>
                    <a:pt x="102564" y="321348"/>
                  </a:lnTo>
                  <a:lnTo>
                    <a:pt x="107466" y="323311"/>
                  </a:lnTo>
                  <a:lnTo>
                    <a:pt x="112427" y="325119"/>
                  </a:lnTo>
                  <a:lnTo>
                    <a:pt x="117444" y="326769"/>
                  </a:lnTo>
                  <a:lnTo>
                    <a:pt x="122509" y="328260"/>
                  </a:lnTo>
                  <a:lnTo>
                    <a:pt x="127619" y="329590"/>
                  </a:lnTo>
                  <a:lnTo>
                    <a:pt x="132769" y="330758"/>
                  </a:lnTo>
                  <a:lnTo>
                    <a:pt x="137953" y="331762"/>
                  </a:lnTo>
                  <a:lnTo>
                    <a:pt x="143166" y="332603"/>
                  </a:lnTo>
                  <a:lnTo>
                    <a:pt x="148403" y="333278"/>
                  </a:lnTo>
                  <a:lnTo>
                    <a:pt x="153659" y="333788"/>
                  </a:lnTo>
                  <a:lnTo>
                    <a:pt x="158929" y="334131"/>
                  </a:lnTo>
                  <a:lnTo>
                    <a:pt x="164206" y="334308"/>
                  </a:lnTo>
                  <a:lnTo>
                    <a:pt x="169487" y="334318"/>
                  </a:lnTo>
                  <a:lnTo>
                    <a:pt x="174765" y="334162"/>
                  </a:lnTo>
                  <a:lnTo>
                    <a:pt x="180035" y="333838"/>
                  </a:lnTo>
                  <a:lnTo>
                    <a:pt x="185293" y="333348"/>
                  </a:lnTo>
                  <a:lnTo>
                    <a:pt x="190533" y="332693"/>
                  </a:lnTo>
                  <a:lnTo>
                    <a:pt x="195749" y="331872"/>
                  </a:lnTo>
                  <a:lnTo>
                    <a:pt x="200937" y="330887"/>
                  </a:lnTo>
                  <a:lnTo>
                    <a:pt x="206091" y="329739"/>
                  </a:lnTo>
                  <a:lnTo>
                    <a:pt x="211206" y="328428"/>
                  </a:lnTo>
                  <a:lnTo>
                    <a:pt x="216278" y="326957"/>
                  </a:lnTo>
                  <a:lnTo>
                    <a:pt x="221300" y="325326"/>
                  </a:lnTo>
                  <a:lnTo>
                    <a:pt x="226268" y="323537"/>
                  </a:lnTo>
                  <a:lnTo>
                    <a:pt x="231178" y="321593"/>
                  </a:lnTo>
                  <a:lnTo>
                    <a:pt x="236023" y="319494"/>
                  </a:lnTo>
                  <a:lnTo>
                    <a:pt x="240800" y="317243"/>
                  </a:lnTo>
                  <a:lnTo>
                    <a:pt x="245503" y="314842"/>
                  </a:lnTo>
                  <a:lnTo>
                    <a:pt x="250128" y="312295"/>
                  </a:lnTo>
                  <a:lnTo>
                    <a:pt x="254670" y="309602"/>
                  </a:lnTo>
                  <a:lnTo>
                    <a:pt x="259125" y="306767"/>
                  </a:lnTo>
                  <a:lnTo>
                    <a:pt x="263489" y="303793"/>
                  </a:lnTo>
                  <a:lnTo>
                    <a:pt x="267756" y="300682"/>
                  </a:lnTo>
                  <a:lnTo>
                    <a:pt x="271923" y="297439"/>
                  </a:lnTo>
                  <a:lnTo>
                    <a:pt x="275985" y="294065"/>
                  </a:lnTo>
                  <a:lnTo>
                    <a:pt x="279939" y="290565"/>
                  </a:lnTo>
                  <a:lnTo>
                    <a:pt x="283780" y="286941"/>
                  </a:lnTo>
                  <a:lnTo>
                    <a:pt x="287505" y="283198"/>
                  </a:lnTo>
                  <a:lnTo>
                    <a:pt x="291109" y="279340"/>
                  </a:lnTo>
                  <a:lnTo>
                    <a:pt x="294590" y="275369"/>
                  </a:lnTo>
                  <a:lnTo>
                    <a:pt x="297944" y="271290"/>
                  </a:lnTo>
                  <a:lnTo>
                    <a:pt x="301168" y="267108"/>
                  </a:lnTo>
                  <a:lnTo>
                    <a:pt x="304257" y="262826"/>
                  </a:lnTo>
                  <a:lnTo>
                    <a:pt x="307210" y="258448"/>
                  </a:lnTo>
                  <a:lnTo>
                    <a:pt x="310023" y="253979"/>
                  </a:lnTo>
                  <a:lnTo>
                    <a:pt x="312694" y="249424"/>
                  </a:lnTo>
                  <a:lnTo>
                    <a:pt x="315219" y="244786"/>
                  </a:lnTo>
                  <a:lnTo>
                    <a:pt x="317597" y="240072"/>
                  </a:lnTo>
                  <a:lnTo>
                    <a:pt x="319825" y="235284"/>
                  </a:lnTo>
                  <a:lnTo>
                    <a:pt x="321900" y="230428"/>
                  </a:lnTo>
                  <a:lnTo>
                    <a:pt x="323821" y="225510"/>
                  </a:lnTo>
                  <a:lnTo>
                    <a:pt x="325585" y="220533"/>
                  </a:lnTo>
                  <a:lnTo>
                    <a:pt x="327192" y="215502"/>
                  </a:lnTo>
                  <a:lnTo>
                    <a:pt x="328638" y="210424"/>
                  </a:lnTo>
                  <a:lnTo>
                    <a:pt x="329924" y="205302"/>
                  </a:lnTo>
                  <a:lnTo>
                    <a:pt x="331047" y="200143"/>
                  </a:lnTo>
                  <a:lnTo>
                    <a:pt x="332007" y="194950"/>
                  </a:lnTo>
                  <a:lnTo>
                    <a:pt x="332802" y="189730"/>
                  </a:lnTo>
                  <a:lnTo>
                    <a:pt x="333432" y="184487"/>
                  </a:lnTo>
                  <a:lnTo>
                    <a:pt x="333896" y="179227"/>
                  </a:lnTo>
                  <a:lnTo>
                    <a:pt x="334194" y="173955"/>
                  </a:lnTo>
                  <a:lnTo>
                    <a:pt x="334325" y="168676"/>
                  </a:lnTo>
                  <a:lnTo>
                    <a:pt x="334290" y="163396"/>
                  </a:lnTo>
                  <a:lnTo>
                    <a:pt x="334087" y="158119"/>
                  </a:lnTo>
                  <a:lnTo>
                    <a:pt x="333718" y="152852"/>
                  </a:lnTo>
                  <a:lnTo>
                    <a:pt x="333183" y="147598"/>
                  </a:lnTo>
                  <a:lnTo>
                    <a:pt x="332482" y="142365"/>
                  </a:lnTo>
                  <a:lnTo>
                    <a:pt x="331616" y="137156"/>
                  </a:lnTo>
                  <a:lnTo>
                    <a:pt x="330586" y="131977"/>
                  </a:lnTo>
                  <a:lnTo>
                    <a:pt x="329393" y="126833"/>
                  </a:lnTo>
                  <a:lnTo>
                    <a:pt x="328038" y="121729"/>
                  </a:lnTo>
                  <a:lnTo>
                    <a:pt x="326523" y="116670"/>
                  </a:lnTo>
                  <a:lnTo>
                    <a:pt x="324849" y="111662"/>
                  </a:lnTo>
                  <a:lnTo>
                    <a:pt x="323017" y="106710"/>
                  </a:lnTo>
                  <a:lnTo>
                    <a:pt x="321030" y="101818"/>
                  </a:lnTo>
                  <a:lnTo>
                    <a:pt x="318889" y="96990"/>
                  </a:lnTo>
                  <a:lnTo>
                    <a:pt x="316597" y="92233"/>
                  </a:lnTo>
                  <a:lnTo>
                    <a:pt x="314155" y="87551"/>
                  </a:lnTo>
                  <a:lnTo>
                    <a:pt x="311567" y="82948"/>
                  </a:lnTo>
                  <a:lnTo>
                    <a:pt x="308835" y="78429"/>
                  </a:lnTo>
                  <a:lnTo>
                    <a:pt x="305962" y="73999"/>
                  </a:lnTo>
                  <a:lnTo>
                    <a:pt x="302950" y="69662"/>
                  </a:lnTo>
                  <a:lnTo>
                    <a:pt x="299803" y="65422"/>
                  </a:lnTo>
                  <a:lnTo>
                    <a:pt x="296523" y="61283"/>
                  </a:lnTo>
                  <a:lnTo>
                    <a:pt x="293114" y="57251"/>
                  </a:lnTo>
                  <a:lnTo>
                    <a:pt x="289580" y="53327"/>
                  </a:lnTo>
                  <a:lnTo>
                    <a:pt x="285923" y="49518"/>
                  </a:lnTo>
                  <a:lnTo>
                    <a:pt x="282148" y="45826"/>
                  </a:lnTo>
                  <a:lnTo>
                    <a:pt x="278258" y="42254"/>
                  </a:lnTo>
                  <a:lnTo>
                    <a:pt x="274258" y="38808"/>
                  </a:lnTo>
                  <a:lnTo>
                    <a:pt x="270150" y="35490"/>
                  </a:lnTo>
                  <a:lnTo>
                    <a:pt x="265940" y="32303"/>
                  </a:lnTo>
                  <a:lnTo>
                    <a:pt x="261631" y="29250"/>
                  </a:lnTo>
                  <a:lnTo>
                    <a:pt x="257228" y="26335"/>
                  </a:lnTo>
                  <a:lnTo>
                    <a:pt x="252735" y="23561"/>
                  </a:lnTo>
                  <a:lnTo>
                    <a:pt x="248157" y="20930"/>
                  </a:lnTo>
                  <a:lnTo>
                    <a:pt x="243498" y="18445"/>
                  </a:lnTo>
                  <a:lnTo>
                    <a:pt x="238762" y="16108"/>
                  </a:lnTo>
                  <a:lnTo>
                    <a:pt x="233955" y="13922"/>
                  </a:lnTo>
                  <a:lnTo>
                    <a:pt x="229082" y="11889"/>
                  </a:lnTo>
                  <a:lnTo>
                    <a:pt x="224147" y="10011"/>
                  </a:lnTo>
                  <a:lnTo>
                    <a:pt x="219155" y="8290"/>
                  </a:lnTo>
                  <a:lnTo>
                    <a:pt x="214111" y="6727"/>
                  </a:lnTo>
                  <a:lnTo>
                    <a:pt x="209020" y="5324"/>
                  </a:lnTo>
                  <a:lnTo>
                    <a:pt x="203888" y="4083"/>
                  </a:lnTo>
                  <a:lnTo>
                    <a:pt x="198718" y="3004"/>
                  </a:lnTo>
                  <a:lnTo>
                    <a:pt x="193518" y="2090"/>
                  </a:lnTo>
                  <a:lnTo>
                    <a:pt x="188291" y="1340"/>
                  </a:lnTo>
                  <a:lnTo>
                    <a:pt x="183043" y="755"/>
                  </a:lnTo>
                  <a:lnTo>
                    <a:pt x="177779" y="337"/>
                  </a:lnTo>
                  <a:lnTo>
                    <a:pt x="172504" y="85"/>
                  </a:lnTo>
                  <a:lnTo>
                    <a:pt x="16722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596" y="4659281"/>
              <a:ext cx="928" cy="167167"/>
            </a:xfrm>
            <a:custGeom>
              <a:avLst/>
              <a:pathLst>
                <a:path w="928" h="167167">
                  <a:moveTo>
                    <a:pt x="928" y="0"/>
                  </a:moveTo>
                  <a:lnTo>
                    <a:pt x="0" y="2"/>
                  </a:lnTo>
                  <a:lnTo>
                    <a:pt x="92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40858" y="4659284"/>
              <a:ext cx="145666" cy="167164"/>
            </a:xfrm>
            <a:custGeom>
              <a:avLst/>
              <a:pathLst>
                <a:path w="145666" h="167164">
                  <a:moveTo>
                    <a:pt x="144737" y="0"/>
                  </a:moveTo>
                  <a:lnTo>
                    <a:pt x="139241" y="120"/>
                  </a:lnTo>
                  <a:lnTo>
                    <a:pt x="133751" y="422"/>
                  </a:lnTo>
                  <a:lnTo>
                    <a:pt x="128275" y="904"/>
                  </a:lnTo>
                  <a:lnTo>
                    <a:pt x="122817" y="1566"/>
                  </a:lnTo>
                  <a:lnTo>
                    <a:pt x="117384" y="2407"/>
                  </a:lnTo>
                  <a:lnTo>
                    <a:pt x="111981" y="3426"/>
                  </a:lnTo>
                  <a:lnTo>
                    <a:pt x="106615" y="4622"/>
                  </a:lnTo>
                  <a:lnTo>
                    <a:pt x="101292" y="5994"/>
                  </a:lnTo>
                  <a:lnTo>
                    <a:pt x="96016" y="7540"/>
                  </a:lnTo>
                  <a:lnTo>
                    <a:pt x="90794" y="9259"/>
                  </a:lnTo>
                  <a:lnTo>
                    <a:pt x="85631" y="11149"/>
                  </a:lnTo>
                  <a:lnTo>
                    <a:pt x="80533" y="13208"/>
                  </a:lnTo>
                  <a:lnTo>
                    <a:pt x="75506" y="15433"/>
                  </a:lnTo>
                  <a:lnTo>
                    <a:pt x="70554" y="17822"/>
                  </a:lnTo>
                  <a:lnTo>
                    <a:pt x="65684" y="20373"/>
                  </a:lnTo>
                  <a:lnTo>
                    <a:pt x="60900" y="23082"/>
                  </a:lnTo>
                  <a:lnTo>
                    <a:pt x="56208" y="25947"/>
                  </a:lnTo>
                  <a:lnTo>
                    <a:pt x="51613" y="28965"/>
                  </a:lnTo>
                  <a:lnTo>
                    <a:pt x="47119" y="32133"/>
                  </a:lnTo>
                  <a:lnTo>
                    <a:pt x="42732" y="35447"/>
                  </a:lnTo>
                  <a:lnTo>
                    <a:pt x="38457" y="38903"/>
                  </a:lnTo>
                  <a:lnTo>
                    <a:pt x="34297" y="42497"/>
                  </a:lnTo>
                  <a:lnTo>
                    <a:pt x="30258" y="46227"/>
                  </a:lnTo>
                  <a:lnTo>
                    <a:pt x="26343" y="50087"/>
                  </a:lnTo>
                  <a:lnTo>
                    <a:pt x="22558" y="54074"/>
                  </a:lnTo>
                  <a:lnTo>
                    <a:pt x="18906" y="58184"/>
                  </a:lnTo>
                  <a:lnTo>
                    <a:pt x="15391" y="62411"/>
                  </a:lnTo>
                  <a:lnTo>
                    <a:pt x="12017" y="66751"/>
                  </a:lnTo>
                  <a:lnTo>
                    <a:pt x="8787" y="71201"/>
                  </a:lnTo>
                  <a:lnTo>
                    <a:pt x="5705" y="75754"/>
                  </a:lnTo>
                  <a:lnTo>
                    <a:pt x="2775" y="80405"/>
                  </a:lnTo>
                  <a:lnTo>
                    <a:pt x="0" y="85151"/>
                  </a:lnTo>
                  <a:lnTo>
                    <a:pt x="145666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60" y="4659281"/>
              <a:ext cx="334318" cy="334331"/>
            </a:xfrm>
            <a:custGeom>
              <a:avLst/>
              <a:pathLst>
                <a:path w="334318" h="334331">
                  <a:moveTo>
                    <a:pt x="21497" y="85154"/>
                  </a:moveTo>
                  <a:lnTo>
                    <a:pt x="18974" y="89807"/>
                  </a:lnTo>
                  <a:lnTo>
                    <a:pt x="16598" y="94538"/>
                  </a:lnTo>
                  <a:lnTo>
                    <a:pt x="14374" y="99341"/>
                  </a:lnTo>
                  <a:lnTo>
                    <a:pt x="12303" y="104213"/>
                  </a:lnTo>
                  <a:lnTo>
                    <a:pt x="10388" y="109148"/>
                  </a:lnTo>
                  <a:lnTo>
                    <a:pt x="8629" y="114141"/>
                  </a:lnTo>
                  <a:lnTo>
                    <a:pt x="7030" y="119187"/>
                  </a:lnTo>
                  <a:lnTo>
                    <a:pt x="5591" y="124281"/>
                  </a:lnTo>
                  <a:lnTo>
                    <a:pt x="4314" y="129419"/>
                  </a:lnTo>
                  <a:lnTo>
                    <a:pt x="3201" y="134594"/>
                  </a:lnTo>
                  <a:lnTo>
                    <a:pt x="2251" y="139802"/>
                  </a:lnTo>
                  <a:lnTo>
                    <a:pt x="1468" y="145037"/>
                  </a:lnTo>
                  <a:lnTo>
                    <a:pt x="850" y="150294"/>
                  </a:lnTo>
                  <a:lnTo>
                    <a:pt x="399" y="155569"/>
                  </a:lnTo>
                  <a:lnTo>
                    <a:pt x="116" y="160855"/>
                  </a:lnTo>
                  <a:lnTo>
                    <a:pt x="0" y="166147"/>
                  </a:lnTo>
                  <a:lnTo>
                    <a:pt x="51" y="171440"/>
                  </a:lnTo>
                  <a:lnTo>
                    <a:pt x="270" y="176729"/>
                  </a:lnTo>
                  <a:lnTo>
                    <a:pt x="657" y="182009"/>
                  </a:lnTo>
                  <a:lnTo>
                    <a:pt x="1210" y="187273"/>
                  </a:lnTo>
                  <a:lnTo>
                    <a:pt x="1930" y="192518"/>
                  </a:lnTo>
                  <a:lnTo>
                    <a:pt x="2815" y="197737"/>
                  </a:lnTo>
                  <a:lnTo>
                    <a:pt x="3866" y="202925"/>
                  </a:lnTo>
                  <a:lnTo>
                    <a:pt x="5080" y="208078"/>
                  </a:lnTo>
                  <a:lnTo>
                    <a:pt x="6456" y="213189"/>
                  </a:lnTo>
                  <a:lnTo>
                    <a:pt x="7994" y="218254"/>
                  </a:lnTo>
                  <a:lnTo>
                    <a:pt x="9691" y="223269"/>
                  </a:lnTo>
                  <a:lnTo>
                    <a:pt x="11547" y="228226"/>
                  </a:lnTo>
                  <a:lnTo>
                    <a:pt x="13558" y="233123"/>
                  </a:lnTo>
                  <a:lnTo>
                    <a:pt x="15723" y="237953"/>
                  </a:lnTo>
                  <a:lnTo>
                    <a:pt x="18041" y="242713"/>
                  </a:lnTo>
                  <a:lnTo>
                    <a:pt x="20507" y="247397"/>
                  </a:lnTo>
                  <a:lnTo>
                    <a:pt x="23121" y="252000"/>
                  </a:lnTo>
                  <a:lnTo>
                    <a:pt x="25879" y="256518"/>
                  </a:lnTo>
                  <a:lnTo>
                    <a:pt x="28779" y="260947"/>
                  </a:lnTo>
                  <a:lnTo>
                    <a:pt x="31818" y="265281"/>
                  </a:lnTo>
                  <a:lnTo>
                    <a:pt x="34992" y="269518"/>
                  </a:lnTo>
                  <a:lnTo>
                    <a:pt x="38299" y="273651"/>
                  </a:lnTo>
                  <a:lnTo>
                    <a:pt x="41735" y="277678"/>
                  </a:lnTo>
                  <a:lnTo>
                    <a:pt x="45297" y="281594"/>
                  </a:lnTo>
                  <a:lnTo>
                    <a:pt x="48981" y="285395"/>
                  </a:lnTo>
                  <a:lnTo>
                    <a:pt x="52784" y="289078"/>
                  </a:lnTo>
                  <a:lnTo>
                    <a:pt x="56701" y="292638"/>
                  </a:lnTo>
                  <a:lnTo>
                    <a:pt x="60730" y="296073"/>
                  </a:lnTo>
                  <a:lnTo>
                    <a:pt x="64864" y="299378"/>
                  </a:lnTo>
                  <a:lnTo>
                    <a:pt x="69102" y="302551"/>
                  </a:lnTo>
                  <a:lnTo>
                    <a:pt x="73438" y="305588"/>
                  </a:lnTo>
                  <a:lnTo>
                    <a:pt x="77867" y="308486"/>
                  </a:lnTo>
                  <a:lnTo>
                    <a:pt x="82387" y="311242"/>
                  </a:lnTo>
                  <a:lnTo>
                    <a:pt x="86991" y="313855"/>
                  </a:lnTo>
                  <a:lnTo>
                    <a:pt x="91676" y="316319"/>
                  </a:lnTo>
                  <a:lnTo>
                    <a:pt x="96436" y="318635"/>
                  </a:lnTo>
                  <a:lnTo>
                    <a:pt x="101267" y="320798"/>
                  </a:lnTo>
                  <a:lnTo>
                    <a:pt x="106165" y="322808"/>
                  </a:lnTo>
                  <a:lnTo>
                    <a:pt x="111123" y="324661"/>
                  </a:lnTo>
                  <a:lnTo>
                    <a:pt x="116138" y="326356"/>
                  </a:lnTo>
                  <a:lnTo>
                    <a:pt x="121204" y="327892"/>
                  </a:lnTo>
                  <a:lnTo>
                    <a:pt x="126316" y="329267"/>
                  </a:lnTo>
                  <a:lnTo>
                    <a:pt x="131469" y="330479"/>
                  </a:lnTo>
                  <a:lnTo>
                    <a:pt x="136657" y="331527"/>
                  </a:lnTo>
                  <a:lnTo>
                    <a:pt x="141877" y="332411"/>
                  </a:lnTo>
                  <a:lnTo>
                    <a:pt x="147122" y="333129"/>
                  </a:lnTo>
                  <a:lnTo>
                    <a:pt x="152386" y="333680"/>
                  </a:lnTo>
                  <a:lnTo>
                    <a:pt x="157666" y="334064"/>
                  </a:lnTo>
                  <a:lnTo>
                    <a:pt x="162955" y="334281"/>
                  </a:lnTo>
                  <a:lnTo>
                    <a:pt x="168248" y="334331"/>
                  </a:lnTo>
                  <a:lnTo>
                    <a:pt x="173541" y="334213"/>
                  </a:lnTo>
                  <a:lnTo>
                    <a:pt x="178827" y="333927"/>
                  </a:lnTo>
                  <a:lnTo>
                    <a:pt x="184101" y="333474"/>
                  </a:lnTo>
                  <a:lnTo>
                    <a:pt x="189358" y="332855"/>
                  </a:lnTo>
                  <a:lnTo>
                    <a:pt x="194593" y="332069"/>
                  </a:lnTo>
                  <a:lnTo>
                    <a:pt x="199800" y="331118"/>
                  </a:lnTo>
                  <a:lnTo>
                    <a:pt x="204975" y="330002"/>
                  </a:lnTo>
                  <a:lnTo>
                    <a:pt x="210112" y="328723"/>
                  </a:lnTo>
                  <a:lnTo>
                    <a:pt x="215206" y="327282"/>
                  </a:lnTo>
                  <a:lnTo>
                    <a:pt x="220251" y="325681"/>
                  </a:lnTo>
                  <a:lnTo>
                    <a:pt x="225243" y="323921"/>
                  </a:lnTo>
                  <a:lnTo>
                    <a:pt x="230178" y="322003"/>
                  </a:lnTo>
                  <a:lnTo>
                    <a:pt x="235048" y="319930"/>
                  </a:lnTo>
                  <a:lnTo>
                    <a:pt x="239851" y="317704"/>
                  </a:lnTo>
                  <a:lnTo>
                    <a:pt x="244581" y="315327"/>
                  </a:lnTo>
                  <a:lnTo>
                    <a:pt x="249234" y="312802"/>
                  </a:lnTo>
                  <a:lnTo>
                    <a:pt x="253804" y="310130"/>
                  </a:lnTo>
                  <a:lnTo>
                    <a:pt x="258287" y="307315"/>
                  </a:lnTo>
                  <a:lnTo>
                    <a:pt x="262678" y="304360"/>
                  </a:lnTo>
                  <a:lnTo>
                    <a:pt x="266974" y="301267"/>
                  </a:lnTo>
                  <a:lnTo>
                    <a:pt x="271170" y="298039"/>
                  </a:lnTo>
                  <a:lnTo>
                    <a:pt x="275262" y="294681"/>
                  </a:lnTo>
                  <a:lnTo>
                    <a:pt x="279245" y="291194"/>
                  </a:lnTo>
                  <a:lnTo>
                    <a:pt x="283116" y="287583"/>
                  </a:lnTo>
                  <a:lnTo>
                    <a:pt x="286870" y="283852"/>
                  </a:lnTo>
                  <a:lnTo>
                    <a:pt x="290505" y="280003"/>
                  </a:lnTo>
                  <a:lnTo>
                    <a:pt x="294016" y="276041"/>
                  </a:lnTo>
                  <a:lnTo>
                    <a:pt x="297399" y="271970"/>
                  </a:lnTo>
                  <a:lnTo>
                    <a:pt x="300652" y="267794"/>
                  </a:lnTo>
                  <a:lnTo>
                    <a:pt x="303772" y="263517"/>
                  </a:lnTo>
                  <a:lnTo>
                    <a:pt x="306754" y="259143"/>
                  </a:lnTo>
                  <a:lnTo>
                    <a:pt x="309596" y="254677"/>
                  </a:lnTo>
                  <a:lnTo>
                    <a:pt x="312295" y="250124"/>
                  </a:lnTo>
                  <a:lnTo>
                    <a:pt x="314849" y="245487"/>
                  </a:lnTo>
                  <a:lnTo>
                    <a:pt x="317255" y="240772"/>
                  </a:lnTo>
                  <a:lnTo>
                    <a:pt x="319510" y="235982"/>
                  </a:lnTo>
                  <a:lnTo>
                    <a:pt x="321613" y="231124"/>
                  </a:lnTo>
                  <a:lnTo>
                    <a:pt x="323560" y="226202"/>
                  </a:lnTo>
                  <a:lnTo>
                    <a:pt x="325351" y="221220"/>
                  </a:lnTo>
                  <a:lnTo>
                    <a:pt x="326983" y="216185"/>
                  </a:lnTo>
                  <a:lnTo>
                    <a:pt x="328455" y="211100"/>
                  </a:lnTo>
                  <a:lnTo>
                    <a:pt x="329765" y="205971"/>
                  </a:lnTo>
                  <a:lnTo>
                    <a:pt x="330912" y="200803"/>
                  </a:lnTo>
                  <a:lnTo>
                    <a:pt x="331895" y="195602"/>
                  </a:lnTo>
                  <a:lnTo>
                    <a:pt x="332713" y="190372"/>
                  </a:lnTo>
                  <a:lnTo>
                    <a:pt x="333365" y="185118"/>
                  </a:lnTo>
                  <a:lnTo>
                    <a:pt x="333850" y="179847"/>
                  </a:lnTo>
                  <a:lnTo>
                    <a:pt x="334168" y="174563"/>
                  </a:lnTo>
                  <a:lnTo>
                    <a:pt x="334318" y="169271"/>
                  </a:lnTo>
                  <a:lnTo>
                    <a:pt x="334301" y="163978"/>
                  </a:lnTo>
                  <a:lnTo>
                    <a:pt x="334116" y="158688"/>
                  </a:lnTo>
                  <a:lnTo>
                    <a:pt x="333764" y="153406"/>
                  </a:lnTo>
                  <a:lnTo>
                    <a:pt x="333245" y="148138"/>
                  </a:lnTo>
                  <a:lnTo>
                    <a:pt x="332559" y="142889"/>
                  </a:lnTo>
                  <a:lnTo>
                    <a:pt x="331707" y="137664"/>
                  </a:lnTo>
                  <a:lnTo>
                    <a:pt x="330691" y="132469"/>
                  </a:lnTo>
                  <a:lnTo>
                    <a:pt x="329510" y="127309"/>
                  </a:lnTo>
                  <a:lnTo>
                    <a:pt x="328167" y="122188"/>
                  </a:lnTo>
                  <a:lnTo>
                    <a:pt x="326662" y="117113"/>
                  </a:lnTo>
                  <a:lnTo>
                    <a:pt x="324997" y="112088"/>
                  </a:lnTo>
                  <a:lnTo>
                    <a:pt x="323174" y="107118"/>
                  </a:lnTo>
                  <a:lnTo>
                    <a:pt x="321194" y="102209"/>
                  </a:lnTo>
                  <a:lnTo>
                    <a:pt x="319060" y="97365"/>
                  </a:lnTo>
                  <a:lnTo>
                    <a:pt x="316774" y="92590"/>
                  </a:lnTo>
                  <a:lnTo>
                    <a:pt x="314338" y="87890"/>
                  </a:lnTo>
                  <a:lnTo>
                    <a:pt x="311754" y="83270"/>
                  </a:lnTo>
                  <a:lnTo>
                    <a:pt x="309025" y="78734"/>
                  </a:lnTo>
                  <a:lnTo>
                    <a:pt x="306154" y="74287"/>
                  </a:lnTo>
                  <a:lnTo>
                    <a:pt x="303143" y="69933"/>
                  </a:lnTo>
                  <a:lnTo>
                    <a:pt x="299997" y="65676"/>
                  </a:lnTo>
                  <a:lnTo>
                    <a:pt x="296717" y="61521"/>
                  </a:lnTo>
                  <a:lnTo>
                    <a:pt x="293307" y="57472"/>
                  </a:lnTo>
                  <a:lnTo>
                    <a:pt x="289770" y="53533"/>
                  </a:lnTo>
                  <a:lnTo>
                    <a:pt x="286111" y="49708"/>
                  </a:lnTo>
                  <a:lnTo>
                    <a:pt x="282332" y="46001"/>
                  </a:lnTo>
                  <a:lnTo>
                    <a:pt x="278438" y="42415"/>
                  </a:lnTo>
                  <a:lnTo>
                    <a:pt x="274432" y="38954"/>
                  </a:lnTo>
                  <a:lnTo>
                    <a:pt x="270319" y="35622"/>
                  </a:lnTo>
                  <a:lnTo>
                    <a:pt x="266102" y="32422"/>
                  </a:lnTo>
                  <a:lnTo>
                    <a:pt x="261786" y="29357"/>
                  </a:lnTo>
                  <a:lnTo>
                    <a:pt x="257375" y="26430"/>
                  </a:lnTo>
                  <a:lnTo>
                    <a:pt x="252874" y="23644"/>
                  </a:lnTo>
                  <a:lnTo>
                    <a:pt x="248287" y="21003"/>
                  </a:lnTo>
                  <a:lnTo>
                    <a:pt x="243618" y="18507"/>
                  </a:lnTo>
                  <a:lnTo>
                    <a:pt x="238873" y="16161"/>
                  </a:lnTo>
                  <a:lnTo>
                    <a:pt x="234056" y="13966"/>
                  </a:lnTo>
                  <a:lnTo>
                    <a:pt x="229172" y="11925"/>
                  </a:lnTo>
                  <a:lnTo>
                    <a:pt x="224225" y="10040"/>
                  </a:lnTo>
                  <a:lnTo>
                    <a:pt x="219222" y="8312"/>
                  </a:lnTo>
                  <a:lnTo>
                    <a:pt x="214166" y="6743"/>
                  </a:lnTo>
                  <a:lnTo>
                    <a:pt x="209063" y="5335"/>
                  </a:lnTo>
                  <a:lnTo>
                    <a:pt x="203918" y="4090"/>
                  </a:lnTo>
                  <a:lnTo>
                    <a:pt x="198736" y="3008"/>
                  </a:lnTo>
                  <a:lnTo>
                    <a:pt x="193522" y="2091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179" y="0"/>
                  </a:moveTo>
                  <a:lnTo>
                    <a:pt x="0" y="0"/>
                  </a:lnTo>
                  <a:lnTo>
                    <a:pt x="17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71" y="5018213"/>
              <a:ext cx="334308" cy="334333"/>
            </a:xfrm>
            <a:custGeom>
              <a:avLst/>
              <a:pathLst>
                <a:path w="334308" h="334333">
                  <a:moveTo>
                    <a:pt x="166969" y="0"/>
                  </a:moveTo>
                  <a:lnTo>
                    <a:pt x="161673" y="89"/>
                  </a:lnTo>
                  <a:lnTo>
                    <a:pt x="156382" y="346"/>
                  </a:lnTo>
                  <a:lnTo>
                    <a:pt x="151102" y="771"/>
                  </a:lnTo>
                  <a:lnTo>
                    <a:pt x="145839" y="1363"/>
                  </a:lnTo>
                  <a:lnTo>
                    <a:pt x="140596" y="2122"/>
                  </a:lnTo>
                  <a:lnTo>
                    <a:pt x="135380" y="3046"/>
                  </a:lnTo>
                  <a:lnTo>
                    <a:pt x="130197" y="4135"/>
                  </a:lnTo>
                  <a:lnTo>
                    <a:pt x="125050" y="5387"/>
                  </a:lnTo>
                  <a:lnTo>
                    <a:pt x="119945" y="6802"/>
                  </a:lnTo>
                  <a:lnTo>
                    <a:pt x="114888" y="8378"/>
                  </a:lnTo>
                  <a:lnTo>
                    <a:pt x="109884" y="10114"/>
                  </a:lnTo>
                  <a:lnTo>
                    <a:pt x="104936" y="12007"/>
                  </a:lnTo>
                  <a:lnTo>
                    <a:pt x="100052" y="14056"/>
                  </a:lnTo>
                  <a:lnTo>
                    <a:pt x="95235" y="16259"/>
                  </a:lnTo>
                  <a:lnTo>
                    <a:pt x="90489" y="18613"/>
                  </a:lnTo>
                  <a:lnTo>
                    <a:pt x="85821" y="21116"/>
                  </a:lnTo>
                  <a:lnTo>
                    <a:pt x="81235" y="23766"/>
                  </a:lnTo>
                  <a:lnTo>
                    <a:pt x="76735" y="26560"/>
                  </a:lnTo>
                  <a:lnTo>
                    <a:pt x="72325" y="29495"/>
                  </a:lnTo>
                  <a:lnTo>
                    <a:pt x="68011" y="32569"/>
                  </a:lnTo>
                  <a:lnTo>
                    <a:pt x="63796" y="35777"/>
                  </a:lnTo>
                  <a:lnTo>
                    <a:pt x="59686" y="39118"/>
                  </a:lnTo>
                  <a:lnTo>
                    <a:pt x="55683" y="42587"/>
                  </a:lnTo>
                  <a:lnTo>
                    <a:pt x="51792" y="46181"/>
                  </a:lnTo>
                  <a:lnTo>
                    <a:pt x="48016" y="49896"/>
                  </a:lnTo>
                  <a:lnTo>
                    <a:pt x="44361" y="53730"/>
                  </a:lnTo>
                  <a:lnTo>
                    <a:pt x="40828" y="57677"/>
                  </a:lnTo>
                  <a:lnTo>
                    <a:pt x="37423" y="61734"/>
                  </a:lnTo>
                  <a:lnTo>
                    <a:pt x="34147" y="65897"/>
                  </a:lnTo>
                  <a:lnTo>
                    <a:pt x="31006" y="70162"/>
                  </a:lnTo>
                  <a:lnTo>
                    <a:pt x="28001" y="74524"/>
                  </a:lnTo>
                  <a:lnTo>
                    <a:pt x="25135" y="78979"/>
                  </a:lnTo>
                  <a:lnTo>
                    <a:pt x="22413" y="83523"/>
                  </a:lnTo>
                  <a:lnTo>
                    <a:pt x="19835" y="88150"/>
                  </a:lnTo>
                  <a:lnTo>
                    <a:pt x="17406" y="92857"/>
                  </a:lnTo>
                  <a:lnTo>
                    <a:pt x="15127" y="97639"/>
                  </a:lnTo>
                  <a:lnTo>
                    <a:pt x="13000" y="102490"/>
                  </a:lnTo>
                  <a:lnTo>
                    <a:pt x="11028" y="107406"/>
                  </a:lnTo>
                  <a:lnTo>
                    <a:pt x="9213" y="112383"/>
                  </a:lnTo>
                  <a:lnTo>
                    <a:pt x="7557" y="117414"/>
                  </a:lnTo>
                  <a:lnTo>
                    <a:pt x="6061" y="122495"/>
                  </a:lnTo>
                  <a:lnTo>
                    <a:pt x="4726" y="127622"/>
                  </a:lnTo>
                  <a:lnTo>
                    <a:pt x="3555" y="132787"/>
                  </a:lnTo>
                  <a:lnTo>
                    <a:pt x="2548" y="137988"/>
                  </a:lnTo>
                  <a:lnTo>
                    <a:pt x="1706" y="143217"/>
                  </a:lnTo>
                  <a:lnTo>
                    <a:pt x="1030" y="148471"/>
                  </a:lnTo>
                  <a:lnTo>
                    <a:pt x="521" y="153744"/>
                  </a:lnTo>
                  <a:lnTo>
                    <a:pt x="180" y="159030"/>
                  </a:lnTo>
                  <a:lnTo>
                    <a:pt x="6" y="164324"/>
                  </a:lnTo>
                  <a:lnTo>
                    <a:pt x="0" y="169621"/>
                  </a:lnTo>
                  <a:lnTo>
                    <a:pt x="161" y="174915"/>
                  </a:lnTo>
                  <a:lnTo>
                    <a:pt x="490" y="180202"/>
                  </a:lnTo>
                  <a:lnTo>
                    <a:pt x="987" y="185475"/>
                  </a:lnTo>
                  <a:lnTo>
                    <a:pt x="1651" y="190731"/>
                  </a:lnTo>
                  <a:lnTo>
                    <a:pt x="2480" y="195962"/>
                  </a:lnTo>
                  <a:lnTo>
                    <a:pt x="3475" y="201165"/>
                  </a:lnTo>
                  <a:lnTo>
                    <a:pt x="4635" y="206334"/>
                  </a:lnTo>
                  <a:lnTo>
                    <a:pt x="5957" y="211463"/>
                  </a:lnTo>
                  <a:lnTo>
                    <a:pt x="7441" y="216548"/>
                  </a:lnTo>
                  <a:lnTo>
                    <a:pt x="9086" y="221583"/>
                  </a:lnTo>
                  <a:lnTo>
                    <a:pt x="10889" y="226563"/>
                  </a:lnTo>
                  <a:lnTo>
                    <a:pt x="12850" y="231484"/>
                  </a:lnTo>
                  <a:lnTo>
                    <a:pt x="14965" y="236341"/>
                  </a:lnTo>
                  <a:lnTo>
                    <a:pt x="17233" y="241127"/>
                  </a:lnTo>
                  <a:lnTo>
                    <a:pt x="19652" y="245840"/>
                  </a:lnTo>
                  <a:lnTo>
                    <a:pt x="22218" y="250474"/>
                  </a:lnTo>
                  <a:lnTo>
                    <a:pt x="24930" y="255024"/>
                  </a:lnTo>
                  <a:lnTo>
                    <a:pt x="27785" y="259485"/>
                  </a:lnTo>
                  <a:lnTo>
                    <a:pt x="30780" y="263854"/>
                  </a:lnTo>
                  <a:lnTo>
                    <a:pt x="33912" y="268126"/>
                  </a:lnTo>
                  <a:lnTo>
                    <a:pt x="37177" y="272297"/>
                  </a:lnTo>
                  <a:lnTo>
                    <a:pt x="40573" y="276362"/>
                  </a:lnTo>
                  <a:lnTo>
                    <a:pt x="44097" y="280318"/>
                  </a:lnTo>
                  <a:lnTo>
                    <a:pt x="47743" y="284159"/>
                  </a:lnTo>
                  <a:lnTo>
                    <a:pt x="51510" y="287884"/>
                  </a:lnTo>
                  <a:lnTo>
                    <a:pt x="55393" y="291487"/>
                  </a:lnTo>
                  <a:lnTo>
                    <a:pt x="59388" y="294965"/>
                  </a:lnTo>
                  <a:lnTo>
                    <a:pt x="63491" y="298315"/>
                  </a:lnTo>
                  <a:lnTo>
                    <a:pt x="67698" y="301534"/>
                  </a:lnTo>
                  <a:lnTo>
                    <a:pt x="72005" y="304617"/>
                  </a:lnTo>
                  <a:lnTo>
                    <a:pt x="76407" y="307562"/>
                  </a:lnTo>
                  <a:lnTo>
                    <a:pt x="80901" y="310367"/>
                  </a:lnTo>
                  <a:lnTo>
                    <a:pt x="85481" y="313028"/>
                  </a:lnTo>
                  <a:lnTo>
                    <a:pt x="90144" y="315542"/>
                  </a:lnTo>
                  <a:lnTo>
                    <a:pt x="94883" y="317907"/>
                  </a:lnTo>
                  <a:lnTo>
                    <a:pt x="99695" y="320121"/>
                  </a:lnTo>
                  <a:lnTo>
                    <a:pt x="104575" y="322181"/>
                  </a:lnTo>
                  <a:lnTo>
                    <a:pt x="109518" y="324086"/>
                  </a:lnTo>
                  <a:lnTo>
                    <a:pt x="114518" y="325833"/>
                  </a:lnTo>
                  <a:lnTo>
                    <a:pt x="119572" y="327421"/>
                  </a:lnTo>
                  <a:lnTo>
                    <a:pt x="124673" y="328848"/>
                  </a:lnTo>
                  <a:lnTo>
                    <a:pt x="129817" y="330112"/>
                  </a:lnTo>
                  <a:lnTo>
                    <a:pt x="134998" y="331213"/>
                  </a:lnTo>
                  <a:lnTo>
                    <a:pt x="140212" y="332150"/>
                  </a:lnTo>
                  <a:lnTo>
                    <a:pt x="145452" y="332920"/>
                  </a:lnTo>
                  <a:lnTo>
                    <a:pt x="150715" y="333524"/>
                  </a:lnTo>
                  <a:lnTo>
                    <a:pt x="155994" y="333962"/>
                  </a:lnTo>
                  <a:lnTo>
                    <a:pt x="161284" y="334231"/>
                  </a:lnTo>
                  <a:lnTo>
                    <a:pt x="166580" y="334333"/>
                  </a:lnTo>
                  <a:lnTo>
                    <a:pt x="171876" y="334267"/>
                  </a:lnTo>
                  <a:lnTo>
                    <a:pt x="177168" y="334034"/>
                  </a:lnTo>
                  <a:lnTo>
                    <a:pt x="182450" y="333633"/>
                  </a:lnTo>
                  <a:lnTo>
                    <a:pt x="187716" y="333064"/>
                  </a:lnTo>
                  <a:lnTo>
                    <a:pt x="192962" y="332329"/>
                  </a:lnTo>
                  <a:lnTo>
                    <a:pt x="198182" y="331429"/>
                  </a:lnTo>
                  <a:lnTo>
                    <a:pt x="203370" y="330363"/>
                  </a:lnTo>
                  <a:lnTo>
                    <a:pt x="208523" y="329133"/>
                  </a:lnTo>
                  <a:lnTo>
                    <a:pt x="213634" y="327741"/>
                  </a:lnTo>
                  <a:lnTo>
                    <a:pt x="218698" y="326188"/>
                  </a:lnTo>
                  <a:lnTo>
                    <a:pt x="223710" y="324475"/>
                  </a:lnTo>
                  <a:lnTo>
                    <a:pt x="228666" y="322604"/>
                  </a:lnTo>
                  <a:lnTo>
                    <a:pt x="233559" y="320577"/>
                  </a:lnTo>
                  <a:lnTo>
                    <a:pt x="238386" y="318396"/>
                  </a:lnTo>
                  <a:lnTo>
                    <a:pt x="243142" y="316063"/>
                  </a:lnTo>
                  <a:lnTo>
                    <a:pt x="247821" y="313580"/>
                  </a:lnTo>
                  <a:lnTo>
                    <a:pt x="252420" y="310951"/>
                  </a:lnTo>
                  <a:lnTo>
                    <a:pt x="256932" y="308177"/>
                  </a:lnTo>
                  <a:lnTo>
                    <a:pt x="261355" y="305262"/>
                  </a:lnTo>
                  <a:lnTo>
                    <a:pt x="265683" y="302208"/>
                  </a:lnTo>
                  <a:lnTo>
                    <a:pt x="269912" y="299018"/>
                  </a:lnTo>
                  <a:lnTo>
                    <a:pt x="274037" y="295696"/>
                  </a:lnTo>
                  <a:lnTo>
                    <a:pt x="278056" y="292245"/>
                  </a:lnTo>
                  <a:lnTo>
                    <a:pt x="281963" y="288669"/>
                  </a:lnTo>
                  <a:lnTo>
                    <a:pt x="285755" y="284970"/>
                  </a:lnTo>
                  <a:lnTo>
                    <a:pt x="289428" y="281153"/>
                  </a:lnTo>
                  <a:lnTo>
                    <a:pt x="292978" y="277222"/>
                  </a:lnTo>
                  <a:lnTo>
                    <a:pt x="296401" y="273180"/>
                  </a:lnTo>
                  <a:lnTo>
                    <a:pt x="299695" y="269032"/>
                  </a:lnTo>
                  <a:lnTo>
                    <a:pt x="302856" y="264781"/>
                  </a:lnTo>
                  <a:lnTo>
                    <a:pt x="305881" y="260432"/>
                  </a:lnTo>
                  <a:lnTo>
                    <a:pt x="308766" y="255990"/>
                  </a:lnTo>
                  <a:lnTo>
                    <a:pt x="311509" y="251459"/>
                  </a:lnTo>
                  <a:lnTo>
                    <a:pt x="314107" y="246843"/>
                  </a:lnTo>
                  <a:lnTo>
                    <a:pt x="316558" y="242147"/>
                  </a:lnTo>
                  <a:lnTo>
                    <a:pt x="318858" y="237375"/>
                  </a:lnTo>
                  <a:lnTo>
                    <a:pt x="321006" y="232534"/>
                  </a:lnTo>
                  <a:lnTo>
                    <a:pt x="323000" y="227626"/>
                  </a:lnTo>
                  <a:lnTo>
                    <a:pt x="324837" y="222658"/>
                  </a:lnTo>
                  <a:lnTo>
                    <a:pt x="326516" y="217634"/>
                  </a:lnTo>
                  <a:lnTo>
                    <a:pt x="328035" y="212560"/>
                  </a:lnTo>
                  <a:lnTo>
                    <a:pt x="329393" y="207440"/>
                  </a:lnTo>
                  <a:lnTo>
                    <a:pt x="330587" y="202279"/>
                  </a:lnTo>
                  <a:lnTo>
                    <a:pt x="331618" y="197083"/>
                  </a:lnTo>
                  <a:lnTo>
                    <a:pt x="332483" y="191857"/>
                  </a:lnTo>
                  <a:lnTo>
                    <a:pt x="333182" y="186607"/>
                  </a:lnTo>
                  <a:lnTo>
                    <a:pt x="333715" y="181337"/>
                  </a:lnTo>
                  <a:lnTo>
                    <a:pt x="334080" y="176052"/>
                  </a:lnTo>
                  <a:lnTo>
                    <a:pt x="334278" y="170759"/>
                  </a:lnTo>
                  <a:lnTo>
                    <a:pt x="334308" y="165462"/>
                  </a:lnTo>
                  <a:lnTo>
                    <a:pt x="334170" y="160167"/>
                  </a:lnTo>
                  <a:lnTo>
                    <a:pt x="333864" y="154879"/>
                  </a:lnTo>
                  <a:lnTo>
                    <a:pt x="333391" y="149603"/>
                  </a:lnTo>
                  <a:lnTo>
                    <a:pt x="332751" y="144345"/>
                  </a:lnTo>
                  <a:lnTo>
                    <a:pt x="331945" y="139109"/>
                  </a:lnTo>
                  <a:lnTo>
                    <a:pt x="330973" y="133902"/>
                  </a:lnTo>
                  <a:lnTo>
                    <a:pt x="329837" y="128729"/>
                  </a:lnTo>
                  <a:lnTo>
                    <a:pt x="328538" y="123594"/>
                  </a:lnTo>
                  <a:lnTo>
                    <a:pt x="327076" y="118502"/>
                  </a:lnTo>
                  <a:lnTo>
                    <a:pt x="325454" y="113460"/>
                  </a:lnTo>
                  <a:lnTo>
                    <a:pt x="323673" y="108471"/>
                  </a:lnTo>
                  <a:lnTo>
                    <a:pt x="321735" y="103542"/>
                  </a:lnTo>
                  <a:lnTo>
                    <a:pt x="319641" y="98676"/>
                  </a:lnTo>
                  <a:lnTo>
                    <a:pt x="317395" y="93879"/>
                  </a:lnTo>
                  <a:lnTo>
                    <a:pt x="314997" y="89155"/>
                  </a:lnTo>
                  <a:lnTo>
                    <a:pt x="312452" y="84510"/>
                  </a:lnTo>
                  <a:lnTo>
                    <a:pt x="309760" y="79948"/>
                  </a:lnTo>
                  <a:lnTo>
                    <a:pt x="306925" y="75474"/>
                  </a:lnTo>
                  <a:lnTo>
                    <a:pt x="303950" y="71091"/>
                  </a:lnTo>
                  <a:lnTo>
                    <a:pt x="300837" y="66805"/>
                  </a:lnTo>
                  <a:lnTo>
                    <a:pt x="297590" y="62620"/>
                  </a:lnTo>
                  <a:lnTo>
                    <a:pt x="294212" y="58540"/>
                  </a:lnTo>
                  <a:lnTo>
                    <a:pt x="290707" y="54569"/>
                  </a:lnTo>
                  <a:lnTo>
                    <a:pt x="287078" y="50711"/>
                  </a:lnTo>
                  <a:lnTo>
                    <a:pt x="283328" y="46969"/>
                  </a:lnTo>
                  <a:lnTo>
                    <a:pt x="279461" y="43349"/>
                  </a:lnTo>
                  <a:lnTo>
                    <a:pt x="275482" y="39853"/>
                  </a:lnTo>
                  <a:lnTo>
                    <a:pt x="271394" y="36484"/>
                  </a:lnTo>
                  <a:lnTo>
                    <a:pt x="267201" y="33247"/>
                  </a:lnTo>
                  <a:lnTo>
                    <a:pt x="262908" y="30144"/>
                  </a:lnTo>
                  <a:lnTo>
                    <a:pt x="258519" y="27179"/>
                  </a:lnTo>
                  <a:lnTo>
                    <a:pt x="254038" y="24355"/>
                  </a:lnTo>
                  <a:lnTo>
                    <a:pt x="249469" y="21674"/>
                  </a:lnTo>
                  <a:lnTo>
                    <a:pt x="244818" y="19138"/>
                  </a:lnTo>
                  <a:lnTo>
                    <a:pt x="240089" y="16752"/>
                  </a:lnTo>
                  <a:lnTo>
                    <a:pt x="235287" y="14517"/>
                  </a:lnTo>
                  <a:lnTo>
                    <a:pt x="230417" y="12434"/>
                  </a:lnTo>
                  <a:lnTo>
                    <a:pt x="225483" y="10508"/>
                  </a:lnTo>
                  <a:lnTo>
                    <a:pt x="220490" y="8738"/>
                  </a:lnTo>
                  <a:lnTo>
                    <a:pt x="215444" y="7128"/>
                  </a:lnTo>
                  <a:lnTo>
                    <a:pt x="210349" y="5678"/>
                  </a:lnTo>
                  <a:lnTo>
                    <a:pt x="205211" y="4390"/>
                  </a:lnTo>
                  <a:lnTo>
                    <a:pt x="200035" y="3266"/>
                  </a:lnTo>
                  <a:lnTo>
                    <a:pt x="194825" y="2306"/>
                  </a:lnTo>
                  <a:lnTo>
                    <a:pt x="189588" y="1512"/>
                  </a:lnTo>
                  <a:lnTo>
                    <a:pt x="184328" y="885"/>
                  </a:lnTo>
                  <a:lnTo>
                    <a:pt x="179052" y="424"/>
                  </a:lnTo>
                  <a:lnTo>
                    <a:pt x="173763" y="130"/>
                  </a:lnTo>
                  <a:lnTo>
                    <a:pt x="168467" y="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1318" cy="167167"/>
            </a:xfrm>
            <a:custGeom>
              <a:avLst/>
              <a:pathLst>
                <a:path w="1318" h="167167">
                  <a:moveTo>
                    <a:pt x="1318" y="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814215" y="5269756"/>
              <a:ext cx="150286" cy="167167"/>
            </a:xfrm>
            <a:custGeom>
              <a:avLst/>
              <a:pathLst>
                <a:path w="150286" h="167167">
                  <a:moveTo>
                    <a:pt x="150286" y="0"/>
                  </a:moveTo>
                  <a:lnTo>
                    <a:pt x="144792" y="90"/>
                  </a:lnTo>
                  <a:lnTo>
                    <a:pt x="139305" y="361"/>
                  </a:lnTo>
                  <a:lnTo>
                    <a:pt x="133829" y="812"/>
                  </a:lnTo>
                  <a:lnTo>
                    <a:pt x="128371" y="1442"/>
                  </a:lnTo>
                  <a:lnTo>
                    <a:pt x="122937" y="2252"/>
                  </a:lnTo>
                  <a:lnTo>
                    <a:pt x="117532" y="3240"/>
                  </a:lnTo>
                  <a:lnTo>
                    <a:pt x="112163" y="4405"/>
                  </a:lnTo>
                  <a:lnTo>
                    <a:pt x="106835" y="5745"/>
                  </a:lnTo>
                  <a:lnTo>
                    <a:pt x="101553" y="7260"/>
                  </a:lnTo>
                  <a:lnTo>
                    <a:pt x="96325" y="8948"/>
                  </a:lnTo>
                  <a:lnTo>
                    <a:pt x="91155" y="10807"/>
                  </a:lnTo>
                  <a:lnTo>
                    <a:pt x="86048" y="12835"/>
                  </a:lnTo>
                  <a:lnTo>
                    <a:pt x="81011" y="15029"/>
                  </a:lnTo>
                  <a:lnTo>
                    <a:pt x="76049" y="17388"/>
                  </a:lnTo>
                  <a:lnTo>
                    <a:pt x="71167" y="19908"/>
                  </a:lnTo>
                  <a:lnTo>
                    <a:pt x="66370" y="22588"/>
                  </a:lnTo>
                  <a:lnTo>
                    <a:pt x="61665" y="25423"/>
                  </a:lnTo>
                  <a:lnTo>
                    <a:pt x="57054" y="28412"/>
                  </a:lnTo>
                  <a:lnTo>
                    <a:pt x="52545" y="31551"/>
                  </a:lnTo>
                  <a:lnTo>
                    <a:pt x="48141" y="34836"/>
                  </a:lnTo>
                  <a:lnTo>
                    <a:pt x="43848" y="38264"/>
                  </a:lnTo>
                  <a:lnTo>
                    <a:pt x="39669" y="41832"/>
                  </a:lnTo>
                  <a:lnTo>
                    <a:pt x="35610" y="45534"/>
                  </a:lnTo>
                  <a:lnTo>
                    <a:pt x="31675" y="49369"/>
                  </a:lnTo>
                  <a:lnTo>
                    <a:pt x="27868" y="53330"/>
                  </a:lnTo>
                  <a:lnTo>
                    <a:pt x="24193" y="57415"/>
                  </a:lnTo>
                  <a:lnTo>
                    <a:pt x="20654" y="61617"/>
                  </a:lnTo>
                  <a:lnTo>
                    <a:pt x="17256" y="65934"/>
                  </a:lnTo>
                  <a:lnTo>
                    <a:pt x="14001" y="70361"/>
                  </a:lnTo>
                  <a:lnTo>
                    <a:pt x="10893" y="74892"/>
                  </a:lnTo>
                  <a:lnTo>
                    <a:pt x="7936" y="79522"/>
                  </a:lnTo>
                  <a:lnTo>
                    <a:pt x="5133" y="84248"/>
                  </a:lnTo>
                  <a:lnTo>
                    <a:pt x="2486" y="89062"/>
                  </a:lnTo>
                  <a:lnTo>
                    <a:pt x="0" y="93962"/>
                  </a:lnTo>
                  <a:lnTo>
                    <a:pt x="15028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41" y="5269756"/>
              <a:ext cx="334311" cy="334333"/>
            </a:xfrm>
            <a:custGeom>
              <a:avLst/>
              <a:pathLst>
                <a:path w="334311" h="334333">
                  <a:moveTo>
                    <a:pt x="16873" y="93962"/>
                  </a:moveTo>
                  <a:lnTo>
                    <a:pt x="14629" y="98760"/>
                  </a:lnTo>
                  <a:lnTo>
                    <a:pt x="12538" y="103628"/>
                  </a:lnTo>
                  <a:lnTo>
                    <a:pt x="10602" y="108559"/>
                  </a:lnTo>
                  <a:lnTo>
                    <a:pt x="8824" y="113549"/>
                  </a:lnTo>
                  <a:lnTo>
                    <a:pt x="7205" y="118593"/>
                  </a:lnTo>
                  <a:lnTo>
                    <a:pt x="5746" y="123686"/>
                  </a:lnTo>
                  <a:lnTo>
                    <a:pt x="4449" y="128822"/>
                  </a:lnTo>
                  <a:lnTo>
                    <a:pt x="3316" y="133997"/>
                  </a:lnTo>
                  <a:lnTo>
                    <a:pt x="2347" y="139205"/>
                  </a:lnTo>
                  <a:lnTo>
                    <a:pt x="1544" y="144441"/>
                  </a:lnTo>
                  <a:lnTo>
                    <a:pt x="907" y="149700"/>
                  </a:lnTo>
                  <a:lnTo>
                    <a:pt x="437" y="154977"/>
                  </a:lnTo>
                  <a:lnTo>
                    <a:pt x="134" y="160266"/>
                  </a:lnTo>
                  <a:lnTo>
                    <a:pt x="0" y="165562"/>
                  </a:lnTo>
                  <a:lnTo>
                    <a:pt x="33" y="170859"/>
                  </a:lnTo>
                  <a:lnTo>
                    <a:pt x="233" y="176153"/>
                  </a:lnTo>
                  <a:lnTo>
                    <a:pt x="602" y="181438"/>
                  </a:lnTo>
                  <a:lnTo>
                    <a:pt x="1138" y="186708"/>
                  </a:lnTo>
                  <a:lnTo>
                    <a:pt x="1840" y="191959"/>
                  </a:lnTo>
                  <a:lnTo>
                    <a:pt x="2709" y="197184"/>
                  </a:lnTo>
                  <a:lnTo>
                    <a:pt x="3743" y="202380"/>
                  </a:lnTo>
                  <a:lnTo>
                    <a:pt x="4940" y="207540"/>
                  </a:lnTo>
                  <a:lnTo>
                    <a:pt x="6301" y="212660"/>
                  </a:lnTo>
                  <a:lnTo>
                    <a:pt x="7823" y="217734"/>
                  </a:lnTo>
                  <a:lnTo>
                    <a:pt x="9506" y="222758"/>
                  </a:lnTo>
                  <a:lnTo>
                    <a:pt x="11346" y="227725"/>
                  </a:lnTo>
                  <a:lnTo>
                    <a:pt x="13343" y="232632"/>
                  </a:lnTo>
                  <a:lnTo>
                    <a:pt x="15495" y="237473"/>
                  </a:lnTo>
                  <a:lnTo>
                    <a:pt x="17799" y="242243"/>
                  </a:lnTo>
                  <a:lnTo>
                    <a:pt x="20253" y="246938"/>
                  </a:lnTo>
                  <a:lnTo>
                    <a:pt x="22854" y="251553"/>
                  </a:lnTo>
                  <a:lnTo>
                    <a:pt x="25600" y="256083"/>
                  </a:lnTo>
                  <a:lnTo>
                    <a:pt x="28489" y="260524"/>
                  </a:lnTo>
                  <a:lnTo>
                    <a:pt x="31517" y="264871"/>
                  </a:lnTo>
                  <a:lnTo>
                    <a:pt x="34680" y="269120"/>
                  </a:lnTo>
                  <a:lnTo>
                    <a:pt x="37977" y="273266"/>
                  </a:lnTo>
                  <a:lnTo>
                    <a:pt x="41404" y="277306"/>
                  </a:lnTo>
                  <a:lnTo>
                    <a:pt x="44957" y="281235"/>
                  </a:lnTo>
                  <a:lnTo>
                    <a:pt x="48633" y="285050"/>
                  </a:lnTo>
                  <a:lnTo>
                    <a:pt x="52428" y="288747"/>
                  </a:lnTo>
                  <a:lnTo>
                    <a:pt x="56338" y="292321"/>
                  </a:lnTo>
                  <a:lnTo>
                    <a:pt x="60359" y="295770"/>
                  </a:lnTo>
                  <a:lnTo>
                    <a:pt x="64487" y="299089"/>
                  </a:lnTo>
                  <a:lnTo>
                    <a:pt x="68719" y="302276"/>
                  </a:lnTo>
                  <a:lnTo>
                    <a:pt x="73049" y="305327"/>
                  </a:lnTo>
                  <a:lnTo>
                    <a:pt x="77474" y="308240"/>
                  </a:lnTo>
                  <a:lnTo>
                    <a:pt x="81990" y="311011"/>
                  </a:lnTo>
                  <a:lnTo>
                    <a:pt x="86590" y="313637"/>
                  </a:lnTo>
                  <a:lnTo>
                    <a:pt x="91272" y="316117"/>
                  </a:lnTo>
                  <a:lnTo>
                    <a:pt x="96029" y="318446"/>
                  </a:lnTo>
                  <a:lnTo>
                    <a:pt x="100859" y="320624"/>
                  </a:lnTo>
                  <a:lnTo>
                    <a:pt x="105754" y="322648"/>
                  </a:lnTo>
                  <a:lnTo>
                    <a:pt x="110712" y="324516"/>
                  </a:lnTo>
                  <a:lnTo>
                    <a:pt x="115726" y="326225"/>
                  </a:lnTo>
                  <a:lnTo>
                    <a:pt x="120791" y="327775"/>
                  </a:lnTo>
                  <a:lnTo>
                    <a:pt x="125904" y="329164"/>
                  </a:lnTo>
                  <a:lnTo>
                    <a:pt x="131057" y="330390"/>
                  </a:lnTo>
                  <a:lnTo>
                    <a:pt x="136247" y="331452"/>
                  </a:lnTo>
                  <a:lnTo>
                    <a:pt x="141468" y="332348"/>
                  </a:lnTo>
                  <a:lnTo>
                    <a:pt x="146715" y="333080"/>
                  </a:lnTo>
                  <a:lnTo>
                    <a:pt x="151983" y="333644"/>
                  </a:lnTo>
                  <a:lnTo>
                    <a:pt x="157265" y="334041"/>
                  </a:lnTo>
                  <a:lnTo>
                    <a:pt x="162558" y="334271"/>
                  </a:lnTo>
                  <a:lnTo>
                    <a:pt x="167855" y="334333"/>
                  </a:lnTo>
                  <a:lnTo>
                    <a:pt x="173151" y="334227"/>
                  </a:lnTo>
                  <a:lnTo>
                    <a:pt x="178442" y="333953"/>
                  </a:lnTo>
                  <a:lnTo>
                    <a:pt x="183721" y="333512"/>
                  </a:lnTo>
                  <a:lnTo>
                    <a:pt x="188983" y="332904"/>
                  </a:lnTo>
                  <a:lnTo>
                    <a:pt x="194224" y="332129"/>
                  </a:lnTo>
                  <a:lnTo>
                    <a:pt x="199437" y="331189"/>
                  </a:lnTo>
                  <a:lnTo>
                    <a:pt x="204618" y="330083"/>
                  </a:lnTo>
                  <a:lnTo>
                    <a:pt x="209762" y="328815"/>
                  </a:lnTo>
                  <a:lnTo>
                    <a:pt x="214862" y="327384"/>
                  </a:lnTo>
                  <a:lnTo>
                    <a:pt x="219915" y="325792"/>
                  </a:lnTo>
                  <a:lnTo>
                    <a:pt x="224915" y="324040"/>
                  </a:lnTo>
                  <a:lnTo>
                    <a:pt x="229856" y="322132"/>
                  </a:lnTo>
                  <a:lnTo>
                    <a:pt x="234735" y="320067"/>
                  </a:lnTo>
                  <a:lnTo>
                    <a:pt x="239546" y="317849"/>
                  </a:lnTo>
                  <a:lnTo>
                    <a:pt x="244284" y="315480"/>
                  </a:lnTo>
                  <a:lnTo>
                    <a:pt x="248945" y="312962"/>
                  </a:lnTo>
                  <a:lnTo>
                    <a:pt x="253523" y="310297"/>
                  </a:lnTo>
                  <a:lnTo>
                    <a:pt x="258015" y="307489"/>
                  </a:lnTo>
                  <a:lnTo>
                    <a:pt x="262416" y="304539"/>
                  </a:lnTo>
                  <a:lnTo>
                    <a:pt x="266721" y="301452"/>
                  </a:lnTo>
                  <a:lnTo>
                    <a:pt x="270926" y="298230"/>
                  </a:lnTo>
                  <a:lnTo>
                    <a:pt x="275026" y="294876"/>
                  </a:lnTo>
                  <a:lnTo>
                    <a:pt x="279019" y="291394"/>
                  </a:lnTo>
                  <a:lnTo>
                    <a:pt x="282899" y="287787"/>
                  </a:lnTo>
                  <a:lnTo>
                    <a:pt x="286663" y="284060"/>
                  </a:lnTo>
                  <a:lnTo>
                    <a:pt x="290307" y="280214"/>
                  </a:lnTo>
                  <a:lnTo>
                    <a:pt x="293827" y="276255"/>
                  </a:lnTo>
                  <a:lnTo>
                    <a:pt x="297220" y="272187"/>
                  </a:lnTo>
                  <a:lnTo>
                    <a:pt x="300482" y="268013"/>
                  </a:lnTo>
                  <a:lnTo>
                    <a:pt x="303611" y="263738"/>
                  </a:lnTo>
                  <a:lnTo>
                    <a:pt x="306602" y="259366"/>
                  </a:lnTo>
                  <a:lnTo>
                    <a:pt x="309453" y="254901"/>
                  </a:lnTo>
                  <a:lnTo>
                    <a:pt x="312162" y="250349"/>
                  </a:lnTo>
                  <a:lnTo>
                    <a:pt x="314725" y="245712"/>
                  </a:lnTo>
                  <a:lnTo>
                    <a:pt x="317139" y="240997"/>
                  </a:lnTo>
                  <a:lnTo>
                    <a:pt x="319403" y="236208"/>
                  </a:lnTo>
                  <a:lnTo>
                    <a:pt x="321515" y="231349"/>
                  </a:lnTo>
                  <a:lnTo>
                    <a:pt x="323471" y="226426"/>
                  </a:lnTo>
                  <a:lnTo>
                    <a:pt x="325270" y="221443"/>
                  </a:lnTo>
                  <a:lnTo>
                    <a:pt x="326910" y="216406"/>
                  </a:lnTo>
                  <a:lnTo>
                    <a:pt x="328390" y="211320"/>
                  </a:lnTo>
                  <a:lnTo>
                    <a:pt x="329708" y="206189"/>
                  </a:lnTo>
                  <a:lnTo>
                    <a:pt x="330863" y="201019"/>
                  </a:lnTo>
                  <a:lnTo>
                    <a:pt x="331854" y="195815"/>
                  </a:lnTo>
                  <a:lnTo>
                    <a:pt x="332679" y="190582"/>
                  </a:lnTo>
                  <a:lnTo>
                    <a:pt x="333338" y="185325"/>
                  </a:lnTo>
                  <a:lnTo>
                    <a:pt x="333829" y="180051"/>
                  </a:lnTo>
                  <a:lnTo>
                    <a:pt x="334154" y="174763"/>
                  </a:lnTo>
                  <a:lnTo>
                    <a:pt x="334311" y="169468"/>
                  </a:lnTo>
                  <a:lnTo>
                    <a:pt x="334300" y="164170"/>
                  </a:lnTo>
                  <a:lnTo>
                    <a:pt x="334121" y="158876"/>
                  </a:lnTo>
                  <a:lnTo>
                    <a:pt x="333774" y="153590"/>
                  </a:lnTo>
                  <a:lnTo>
                    <a:pt x="333261" y="148317"/>
                  </a:lnTo>
                  <a:lnTo>
                    <a:pt x="332580" y="143064"/>
                  </a:lnTo>
                  <a:lnTo>
                    <a:pt x="331733" y="137834"/>
                  </a:lnTo>
                  <a:lnTo>
                    <a:pt x="330721" y="132634"/>
                  </a:lnTo>
                  <a:lnTo>
                    <a:pt x="329545" y="127469"/>
                  </a:lnTo>
                  <a:lnTo>
                    <a:pt x="328205" y="122344"/>
                  </a:lnTo>
                  <a:lnTo>
                    <a:pt x="326704" y="117263"/>
                  </a:lnTo>
                  <a:lnTo>
                    <a:pt x="325043" y="112233"/>
                  </a:lnTo>
                  <a:lnTo>
                    <a:pt x="323223" y="107258"/>
                  </a:lnTo>
                  <a:lnTo>
                    <a:pt x="321246" y="102343"/>
                  </a:lnTo>
                  <a:lnTo>
                    <a:pt x="319115" y="97493"/>
                  </a:lnTo>
                  <a:lnTo>
                    <a:pt x="316831" y="92713"/>
                  </a:lnTo>
                  <a:lnTo>
                    <a:pt x="314397" y="88008"/>
                  </a:lnTo>
                  <a:lnTo>
                    <a:pt x="311814" y="83382"/>
                  </a:lnTo>
                  <a:lnTo>
                    <a:pt x="309087" y="78841"/>
                  </a:lnTo>
                  <a:lnTo>
                    <a:pt x="306217" y="74388"/>
                  </a:lnTo>
                  <a:lnTo>
                    <a:pt x="303207" y="70029"/>
                  </a:lnTo>
                  <a:lnTo>
                    <a:pt x="300061" y="65767"/>
                  </a:lnTo>
                  <a:lnTo>
                    <a:pt x="296781" y="61606"/>
                  </a:lnTo>
                  <a:lnTo>
                    <a:pt x="293372" y="57552"/>
                  </a:lnTo>
                  <a:lnTo>
                    <a:pt x="289835" y="53608"/>
                  </a:lnTo>
                  <a:lnTo>
                    <a:pt x="286175" y="49778"/>
                  </a:lnTo>
                  <a:lnTo>
                    <a:pt x="282396" y="46066"/>
                  </a:lnTo>
                  <a:lnTo>
                    <a:pt x="278501" y="42475"/>
                  </a:lnTo>
                  <a:lnTo>
                    <a:pt x="274494" y="39010"/>
                  </a:lnTo>
                  <a:lnTo>
                    <a:pt x="270379" y="35673"/>
                  </a:lnTo>
                  <a:lnTo>
                    <a:pt x="266161" y="32469"/>
                  </a:lnTo>
                  <a:lnTo>
                    <a:pt x="261843" y="29399"/>
                  </a:lnTo>
                  <a:lnTo>
                    <a:pt x="257430" y="26468"/>
                  </a:lnTo>
                  <a:lnTo>
                    <a:pt x="252927" y="23679"/>
                  </a:lnTo>
                  <a:lnTo>
                    <a:pt x="248337" y="21033"/>
                  </a:lnTo>
                  <a:lnTo>
                    <a:pt x="243666" y="18534"/>
                  </a:lnTo>
                  <a:lnTo>
                    <a:pt x="238918" y="16185"/>
                  </a:lnTo>
                  <a:lnTo>
                    <a:pt x="234098" y="13987"/>
                  </a:lnTo>
                  <a:lnTo>
                    <a:pt x="229211" y="11943"/>
                  </a:lnTo>
                  <a:lnTo>
                    <a:pt x="224261" y="10055"/>
                  </a:lnTo>
                  <a:lnTo>
                    <a:pt x="219254" y="8324"/>
                  </a:lnTo>
                  <a:lnTo>
                    <a:pt x="214195" y="6753"/>
                  </a:lnTo>
                  <a:lnTo>
                    <a:pt x="209089" y="5343"/>
                  </a:lnTo>
                  <a:lnTo>
                    <a:pt x="203940" y="4096"/>
                  </a:lnTo>
                  <a:lnTo>
                    <a:pt x="198754" y="3012"/>
                  </a:lnTo>
                  <a:lnTo>
                    <a:pt x="193537" y="2094"/>
                  </a:lnTo>
                  <a:lnTo>
                    <a:pt x="188293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3040" y="5399291"/>
              <a:ext cx="3175" cy="167167"/>
            </a:xfrm>
            <a:custGeom>
              <a:avLst/>
              <a:pathLst>
                <a:path w="3175" h="167167">
                  <a:moveTo>
                    <a:pt x="3175" y="0"/>
                  </a:moveTo>
                  <a:lnTo>
                    <a:pt x="0" y="30"/>
                  </a:lnTo>
                  <a:lnTo>
                    <a:pt x="317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3040" y="5399321"/>
              <a:ext cx="3175" cy="167137"/>
            </a:xfrm>
            <a:custGeom>
              <a:avLst/>
              <a:pathLst>
                <a:path w="3175" h="167137">
                  <a:moveTo>
                    <a:pt x="0" y="0"/>
                  </a:moveTo>
                  <a:lnTo>
                    <a:pt x="317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3040" y="5399321"/>
              <a:ext cx="3175" cy="167137"/>
            </a:xfrm>
            <a:custGeom>
              <a:avLst/>
              <a:pathLst>
                <a:path w="3175" h="167137">
                  <a:moveTo>
                    <a:pt x="0" y="0"/>
                  </a:moveTo>
                  <a:lnTo>
                    <a:pt x="317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3040" y="5399321"/>
              <a:ext cx="3175" cy="167137"/>
            </a:xfrm>
            <a:custGeom>
              <a:avLst/>
              <a:pathLst>
                <a:path w="3175" h="167137">
                  <a:moveTo>
                    <a:pt x="0" y="0"/>
                  </a:moveTo>
                  <a:lnTo>
                    <a:pt x="317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3040" y="5399321"/>
              <a:ext cx="3175" cy="167137"/>
            </a:xfrm>
            <a:custGeom>
              <a:avLst/>
              <a:pathLst>
                <a:path w="3175" h="167137">
                  <a:moveTo>
                    <a:pt x="0" y="0"/>
                  </a:moveTo>
                  <a:lnTo>
                    <a:pt x="3175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3040" y="5399321"/>
              <a:ext cx="3175" cy="167137"/>
            </a:xfrm>
            <a:custGeom>
              <a:avLst/>
              <a:pathLst>
                <a:path w="3175" h="167137">
                  <a:moveTo>
                    <a:pt x="0" y="0"/>
                  </a:moveTo>
                  <a:lnTo>
                    <a:pt x="3175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3040" y="5399321"/>
              <a:ext cx="3175" cy="167137"/>
            </a:xfrm>
            <a:custGeom>
              <a:avLst/>
              <a:pathLst>
                <a:path w="3175" h="167137">
                  <a:moveTo>
                    <a:pt x="0" y="0"/>
                  </a:moveTo>
                  <a:lnTo>
                    <a:pt x="3175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49" y="5399321"/>
              <a:ext cx="334314" cy="334300"/>
            </a:xfrm>
            <a:custGeom>
              <a:avLst/>
              <a:pathLst>
                <a:path w="334314" h="334300">
                  <a:moveTo>
                    <a:pt x="163990" y="0"/>
                  </a:moveTo>
                  <a:lnTo>
                    <a:pt x="158710" y="183"/>
                  </a:lnTo>
                  <a:lnTo>
                    <a:pt x="153438" y="534"/>
                  </a:lnTo>
                  <a:lnTo>
                    <a:pt x="148179" y="1051"/>
                  </a:lnTo>
                  <a:lnTo>
                    <a:pt x="142940" y="1734"/>
                  </a:lnTo>
                  <a:lnTo>
                    <a:pt x="137725" y="2582"/>
                  </a:lnTo>
                  <a:lnTo>
                    <a:pt x="132539" y="3595"/>
                  </a:lnTo>
                  <a:lnTo>
                    <a:pt x="127388" y="4771"/>
                  </a:lnTo>
                  <a:lnTo>
                    <a:pt x="122276" y="6109"/>
                  </a:lnTo>
                  <a:lnTo>
                    <a:pt x="117210" y="7608"/>
                  </a:lnTo>
                  <a:lnTo>
                    <a:pt x="112193" y="9267"/>
                  </a:lnTo>
                  <a:lnTo>
                    <a:pt x="107231" y="11083"/>
                  </a:lnTo>
                  <a:lnTo>
                    <a:pt x="102329" y="13055"/>
                  </a:lnTo>
                  <a:lnTo>
                    <a:pt x="97492" y="15181"/>
                  </a:lnTo>
                  <a:lnTo>
                    <a:pt x="92725" y="17459"/>
                  </a:lnTo>
                  <a:lnTo>
                    <a:pt x="88032" y="19886"/>
                  </a:lnTo>
                  <a:lnTo>
                    <a:pt x="83417" y="22461"/>
                  </a:lnTo>
                  <a:lnTo>
                    <a:pt x="78887" y="25180"/>
                  </a:lnTo>
                  <a:lnTo>
                    <a:pt x="74445" y="28041"/>
                  </a:lnTo>
                  <a:lnTo>
                    <a:pt x="70095" y="31041"/>
                  </a:lnTo>
                  <a:lnTo>
                    <a:pt x="65843" y="34176"/>
                  </a:lnTo>
                  <a:lnTo>
                    <a:pt x="61691" y="37445"/>
                  </a:lnTo>
                  <a:lnTo>
                    <a:pt x="57645" y="40843"/>
                  </a:lnTo>
                  <a:lnTo>
                    <a:pt x="53708" y="44367"/>
                  </a:lnTo>
                  <a:lnTo>
                    <a:pt x="49885" y="48014"/>
                  </a:lnTo>
                  <a:lnTo>
                    <a:pt x="46179" y="51780"/>
                  </a:lnTo>
                  <a:lnTo>
                    <a:pt x="42594" y="55662"/>
                  </a:lnTo>
                  <a:lnTo>
                    <a:pt x="39133" y="59654"/>
                  </a:lnTo>
                  <a:lnTo>
                    <a:pt x="35800" y="63754"/>
                  </a:lnTo>
                  <a:lnTo>
                    <a:pt x="32599" y="67958"/>
                  </a:lnTo>
                  <a:lnTo>
                    <a:pt x="29531" y="72260"/>
                  </a:lnTo>
                  <a:lnTo>
                    <a:pt x="26602" y="76657"/>
                  </a:lnTo>
                  <a:lnTo>
                    <a:pt x="23812" y="81145"/>
                  </a:lnTo>
                  <a:lnTo>
                    <a:pt x="21166" y="85718"/>
                  </a:lnTo>
                  <a:lnTo>
                    <a:pt x="18666" y="90373"/>
                  </a:lnTo>
                  <a:lnTo>
                    <a:pt x="16314" y="95104"/>
                  </a:lnTo>
                  <a:lnTo>
                    <a:pt x="14113" y="99908"/>
                  </a:lnTo>
                  <a:lnTo>
                    <a:pt x="12065" y="104778"/>
                  </a:lnTo>
                  <a:lnTo>
                    <a:pt x="10172" y="109711"/>
                  </a:lnTo>
                  <a:lnTo>
                    <a:pt x="8435" y="114701"/>
                  </a:lnTo>
                  <a:lnTo>
                    <a:pt x="6857" y="119744"/>
                  </a:lnTo>
                  <a:lnTo>
                    <a:pt x="5440" y="124834"/>
                  </a:lnTo>
                  <a:lnTo>
                    <a:pt x="4184" y="129966"/>
                  </a:lnTo>
                  <a:lnTo>
                    <a:pt x="3090" y="135136"/>
                  </a:lnTo>
                  <a:lnTo>
                    <a:pt x="2161" y="140337"/>
                  </a:lnTo>
                  <a:lnTo>
                    <a:pt x="1396" y="145565"/>
                  </a:lnTo>
                  <a:lnTo>
                    <a:pt x="797" y="150815"/>
                  </a:lnTo>
                  <a:lnTo>
                    <a:pt x="365" y="156081"/>
                  </a:lnTo>
                  <a:lnTo>
                    <a:pt x="99" y="161358"/>
                  </a:lnTo>
                  <a:lnTo>
                    <a:pt x="0" y="166641"/>
                  </a:lnTo>
                  <a:lnTo>
                    <a:pt x="67" y="171924"/>
                  </a:lnTo>
                  <a:lnTo>
                    <a:pt x="302" y="177203"/>
                  </a:lnTo>
                  <a:lnTo>
                    <a:pt x="704" y="182471"/>
                  </a:lnTo>
                  <a:lnTo>
                    <a:pt x="1271" y="187724"/>
                  </a:lnTo>
                  <a:lnTo>
                    <a:pt x="2005" y="192957"/>
                  </a:lnTo>
                  <a:lnTo>
                    <a:pt x="2903" y="198164"/>
                  </a:lnTo>
                  <a:lnTo>
                    <a:pt x="3966" y="203339"/>
                  </a:lnTo>
                  <a:lnTo>
                    <a:pt x="5192" y="208479"/>
                  </a:lnTo>
                  <a:lnTo>
                    <a:pt x="6579" y="213577"/>
                  </a:lnTo>
                  <a:lnTo>
                    <a:pt x="8127" y="218629"/>
                  </a:lnTo>
                  <a:lnTo>
                    <a:pt x="9834" y="223630"/>
                  </a:lnTo>
                  <a:lnTo>
                    <a:pt x="11698" y="228574"/>
                  </a:lnTo>
                  <a:lnTo>
                    <a:pt x="13717" y="233456"/>
                  </a:lnTo>
                  <a:lnTo>
                    <a:pt x="15890" y="238273"/>
                  </a:lnTo>
                  <a:lnTo>
                    <a:pt x="18213" y="243018"/>
                  </a:lnTo>
                  <a:lnTo>
                    <a:pt x="20686" y="247688"/>
                  </a:lnTo>
                  <a:lnTo>
                    <a:pt x="23305" y="252277"/>
                  </a:lnTo>
                  <a:lnTo>
                    <a:pt x="26067" y="256781"/>
                  </a:lnTo>
                  <a:lnTo>
                    <a:pt x="28971" y="261195"/>
                  </a:lnTo>
                  <a:lnTo>
                    <a:pt x="32012" y="265516"/>
                  </a:lnTo>
                  <a:lnTo>
                    <a:pt x="35189" y="269738"/>
                  </a:lnTo>
                  <a:lnTo>
                    <a:pt x="38498" y="273858"/>
                  </a:lnTo>
                  <a:lnTo>
                    <a:pt x="41935" y="277871"/>
                  </a:lnTo>
                  <a:lnTo>
                    <a:pt x="45497" y="281773"/>
                  </a:lnTo>
                  <a:lnTo>
                    <a:pt x="49180" y="285561"/>
                  </a:lnTo>
                  <a:lnTo>
                    <a:pt x="52982" y="289231"/>
                  </a:lnTo>
                  <a:lnTo>
                    <a:pt x="56898" y="292778"/>
                  </a:lnTo>
                  <a:lnTo>
                    <a:pt x="60923" y="296200"/>
                  </a:lnTo>
                  <a:lnTo>
                    <a:pt x="65055" y="299494"/>
                  </a:lnTo>
                  <a:lnTo>
                    <a:pt x="69289" y="302654"/>
                  </a:lnTo>
                  <a:lnTo>
                    <a:pt x="73621" y="305680"/>
                  </a:lnTo>
                  <a:lnTo>
                    <a:pt x="78046" y="308567"/>
                  </a:lnTo>
                  <a:lnTo>
                    <a:pt x="82560" y="311313"/>
                  </a:lnTo>
                  <a:lnTo>
                    <a:pt x="87159" y="313915"/>
                  </a:lnTo>
                  <a:lnTo>
                    <a:pt x="91838" y="316370"/>
                  </a:lnTo>
                  <a:lnTo>
                    <a:pt x="96592" y="318676"/>
                  </a:lnTo>
                  <a:lnTo>
                    <a:pt x="101416" y="320831"/>
                  </a:lnTo>
                  <a:lnTo>
                    <a:pt x="106306" y="322832"/>
                  </a:lnTo>
                  <a:lnTo>
                    <a:pt x="111257" y="324678"/>
                  </a:lnTo>
                  <a:lnTo>
                    <a:pt x="116264" y="326366"/>
                  </a:lnTo>
                  <a:lnTo>
                    <a:pt x="121322" y="327895"/>
                  </a:lnTo>
                  <a:lnTo>
                    <a:pt x="126425" y="329264"/>
                  </a:lnTo>
                  <a:lnTo>
                    <a:pt x="131569" y="330470"/>
                  </a:lnTo>
                  <a:lnTo>
                    <a:pt x="136749" y="331514"/>
                  </a:lnTo>
                  <a:lnTo>
                    <a:pt x="141959" y="332393"/>
                  </a:lnTo>
                  <a:lnTo>
                    <a:pt x="147194" y="333107"/>
                  </a:lnTo>
                  <a:lnTo>
                    <a:pt x="152449" y="333655"/>
                  </a:lnTo>
                  <a:lnTo>
                    <a:pt x="157719" y="334037"/>
                  </a:lnTo>
                  <a:lnTo>
                    <a:pt x="162999" y="334252"/>
                  </a:lnTo>
                  <a:lnTo>
                    <a:pt x="168282" y="334300"/>
                  </a:lnTo>
                  <a:lnTo>
                    <a:pt x="173565" y="334182"/>
                  </a:lnTo>
                  <a:lnTo>
                    <a:pt x="178841" y="333896"/>
                  </a:lnTo>
                  <a:lnTo>
                    <a:pt x="184105" y="333444"/>
                  </a:lnTo>
                  <a:lnTo>
                    <a:pt x="189352" y="332825"/>
                  </a:lnTo>
                  <a:lnTo>
                    <a:pt x="194578" y="332041"/>
                  </a:lnTo>
                  <a:lnTo>
                    <a:pt x="199775" y="331093"/>
                  </a:lnTo>
                  <a:lnTo>
                    <a:pt x="204941" y="329980"/>
                  </a:lnTo>
                  <a:lnTo>
                    <a:pt x="210068" y="328705"/>
                  </a:lnTo>
                  <a:lnTo>
                    <a:pt x="215153" y="327269"/>
                  </a:lnTo>
                  <a:lnTo>
                    <a:pt x="220190" y="325672"/>
                  </a:lnTo>
                  <a:lnTo>
                    <a:pt x="225174" y="323917"/>
                  </a:lnTo>
                  <a:lnTo>
                    <a:pt x="230099" y="322006"/>
                  </a:lnTo>
                  <a:lnTo>
                    <a:pt x="234962" y="319939"/>
                  </a:lnTo>
                  <a:lnTo>
                    <a:pt x="239758" y="317720"/>
                  </a:lnTo>
                  <a:lnTo>
                    <a:pt x="244480" y="315351"/>
                  </a:lnTo>
                  <a:lnTo>
                    <a:pt x="249126" y="312834"/>
                  </a:lnTo>
                  <a:lnTo>
                    <a:pt x="253689" y="310171"/>
                  </a:lnTo>
                  <a:lnTo>
                    <a:pt x="258167" y="307365"/>
                  </a:lnTo>
                  <a:lnTo>
                    <a:pt x="262553" y="304419"/>
                  </a:lnTo>
                  <a:lnTo>
                    <a:pt x="266844" y="301336"/>
                  </a:lnTo>
                  <a:lnTo>
                    <a:pt x="271035" y="298118"/>
                  </a:lnTo>
                  <a:lnTo>
                    <a:pt x="275123" y="294770"/>
                  </a:lnTo>
                  <a:lnTo>
                    <a:pt x="279102" y="291295"/>
                  </a:lnTo>
                  <a:lnTo>
                    <a:pt x="282970" y="287695"/>
                  </a:lnTo>
                  <a:lnTo>
                    <a:pt x="286723" y="283975"/>
                  </a:lnTo>
                  <a:lnTo>
                    <a:pt x="290355" y="280138"/>
                  </a:lnTo>
                  <a:lnTo>
                    <a:pt x="293865" y="276189"/>
                  </a:lnTo>
                  <a:lnTo>
                    <a:pt x="297248" y="272130"/>
                  </a:lnTo>
                  <a:lnTo>
                    <a:pt x="300501" y="267967"/>
                  </a:lnTo>
                  <a:lnTo>
                    <a:pt x="303621" y="263702"/>
                  </a:lnTo>
                  <a:lnTo>
                    <a:pt x="306605" y="259342"/>
                  </a:lnTo>
                  <a:lnTo>
                    <a:pt x="309449" y="254889"/>
                  </a:lnTo>
                  <a:lnTo>
                    <a:pt x="312152" y="250348"/>
                  </a:lnTo>
                  <a:lnTo>
                    <a:pt x="314709" y="245725"/>
                  </a:lnTo>
                  <a:lnTo>
                    <a:pt x="317119" y="241023"/>
                  </a:lnTo>
                  <a:lnTo>
                    <a:pt x="319379" y="236247"/>
                  </a:lnTo>
                  <a:lnTo>
                    <a:pt x="321487" y="231402"/>
                  </a:lnTo>
                  <a:lnTo>
                    <a:pt x="323441" y="226493"/>
                  </a:lnTo>
                  <a:lnTo>
                    <a:pt x="325239" y="221524"/>
                  </a:lnTo>
                  <a:lnTo>
                    <a:pt x="326879" y="216501"/>
                  </a:lnTo>
                  <a:lnTo>
                    <a:pt x="328359" y="211429"/>
                  </a:lnTo>
                  <a:lnTo>
                    <a:pt x="329678" y="206313"/>
                  </a:lnTo>
                  <a:lnTo>
                    <a:pt x="330835" y="201157"/>
                  </a:lnTo>
                  <a:lnTo>
                    <a:pt x="331829" y="195968"/>
                  </a:lnTo>
                  <a:lnTo>
                    <a:pt x="332658" y="190749"/>
                  </a:lnTo>
                  <a:lnTo>
                    <a:pt x="333321" y="185507"/>
                  </a:lnTo>
                  <a:lnTo>
                    <a:pt x="333819" y="180247"/>
                  </a:lnTo>
                  <a:lnTo>
                    <a:pt x="334150" y="174974"/>
                  </a:lnTo>
                  <a:lnTo>
                    <a:pt x="334314" y="169693"/>
                  </a:lnTo>
                  <a:lnTo>
                    <a:pt x="334311" y="164409"/>
                  </a:lnTo>
                  <a:lnTo>
                    <a:pt x="334142" y="159128"/>
                  </a:lnTo>
                  <a:lnTo>
                    <a:pt x="333805" y="153855"/>
                  </a:lnTo>
                  <a:lnTo>
                    <a:pt x="333302" y="148595"/>
                  </a:lnTo>
                  <a:lnTo>
                    <a:pt x="332633" y="143354"/>
                  </a:lnTo>
                  <a:lnTo>
                    <a:pt x="331799" y="138136"/>
                  </a:lnTo>
                  <a:lnTo>
                    <a:pt x="330800" y="132948"/>
                  </a:lnTo>
                  <a:lnTo>
                    <a:pt x="329638" y="127794"/>
                  </a:lnTo>
                  <a:lnTo>
                    <a:pt x="328313" y="122679"/>
                  </a:lnTo>
                  <a:lnTo>
                    <a:pt x="326828" y="117608"/>
                  </a:lnTo>
                  <a:lnTo>
                    <a:pt x="325183" y="112587"/>
                  </a:lnTo>
                  <a:lnTo>
                    <a:pt x="323380" y="107620"/>
                  </a:lnTo>
                  <a:lnTo>
                    <a:pt x="321421" y="102713"/>
                  </a:lnTo>
                  <a:lnTo>
                    <a:pt x="319308" y="97870"/>
                  </a:lnTo>
                  <a:lnTo>
                    <a:pt x="317043" y="93097"/>
                  </a:lnTo>
                  <a:lnTo>
                    <a:pt x="314628" y="88397"/>
                  </a:lnTo>
                  <a:lnTo>
                    <a:pt x="312066" y="83776"/>
                  </a:lnTo>
                  <a:lnTo>
                    <a:pt x="309359" y="79238"/>
                  </a:lnTo>
                  <a:lnTo>
                    <a:pt x="306510" y="74788"/>
                  </a:lnTo>
                  <a:lnTo>
                    <a:pt x="303522" y="70431"/>
                  </a:lnTo>
                  <a:lnTo>
                    <a:pt x="300398" y="66170"/>
                  </a:lnTo>
                  <a:lnTo>
                    <a:pt x="297140" y="62010"/>
                  </a:lnTo>
                  <a:lnTo>
                    <a:pt x="293753" y="57955"/>
                  </a:lnTo>
                  <a:lnTo>
                    <a:pt x="290239" y="54008"/>
                  </a:lnTo>
                  <a:lnTo>
                    <a:pt x="286602" y="50175"/>
                  </a:lnTo>
                  <a:lnTo>
                    <a:pt x="282846" y="46459"/>
                  </a:lnTo>
                  <a:lnTo>
                    <a:pt x="278975" y="42864"/>
                  </a:lnTo>
                  <a:lnTo>
                    <a:pt x="274991" y="39392"/>
                  </a:lnTo>
                  <a:lnTo>
                    <a:pt x="270900" y="36048"/>
                  </a:lnTo>
                  <a:lnTo>
                    <a:pt x="266706" y="32835"/>
                  </a:lnTo>
                  <a:lnTo>
                    <a:pt x="262412" y="29757"/>
                  </a:lnTo>
                  <a:lnTo>
                    <a:pt x="258022" y="26815"/>
                  </a:lnTo>
                  <a:lnTo>
                    <a:pt x="253542" y="24014"/>
                  </a:lnTo>
                  <a:lnTo>
                    <a:pt x="248976" y="21356"/>
                  </a:lnTo>
                  <a:lnTo>
                    <a:pt x="244328" y="18843"/>
                  </a:lnTo>
                  <a:lnTo>
                    <a:pt x="239603" y="16479"/>
                  </a:lnTo>
                  <a:lnTo>
                    <a:pt x="234805" y="14265"/>
                  </a:lnTo>
                  <a:lnTo>
                    <a:pt x="229940" y="12203"/>
                  </a:lnTo>
                  <a:lnTo>
                    <a:pt x="225012" y="10297"/>
                  </a:lnTo>
                  <a:lnTo>
                    <a:pt x="220027" y="8547"/>
                  </a:lnTo>
                  <a:lnTo>
                    <a:pt x="214988" y="6956"/>
                  </a:lnTo>
                  <a:lnTo>
                    <a:pt x="209902" y="5524"/>
                  </a:lnTo>
                  <a:lnTo>
                    <a:pt x="204773" y="4254"/>
                  </a:lnTo>
                  <a:lnTo>
                    <a:pt x="167166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37607" cy="167167"/>
            </a:xfrm>
            <a:custGeom>
              <a:avLst/>
              <a:pathLst>
                <a:path w="37607" h="167167">
                  <a:moveTo>
                    <a:pt x="37607" y="4285"/>
                  </a:moveTo>
                  <a:lnTo>
                    <a:pt x="31421" y="2979"/>
                  </a:lnTo>
                  <a:lnTo>
                    <a:pt x="25191" y="1909"/>
                  </a:lnTo>
                  <a:lnTo>
                    <a:pt x="18925" y="1074"/>
                  </a:lnTo>
                  <a:lnTo>
                    <a:pt x="12631" y="477"/>
                  </a:lnTo>
                  <a:lnTo>
                    <a:pt x="632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9054" y="5399291"/>
              <a:ext cx="44490" cy="167167"/>
            </a:xfrm>
            <a:custGeom>
              <a:avLst/>
              <a:pathLst>
                <a:path w="44490" h="167167">
                  <a:moveTo>
                    <a:pt x="44490" y="0"/>
                  </a:moveTo>
                  <a:lnTo>
                    <a:pt x="38058" y="123"/>
                  </a:lnTo>
                  <a:lnTo>
                    <a:pt x="31636" y="494"/>
                  </a:lnTo>
                  <a:lnTo>
                    <a:pt x="25233" y="1112"/>
                  </a:lnTo>
                  <a:lnTo>
                    <a:pt x="18858" y="1976"/>
                  </a:lnTo>
                  <a:lnTo>
                    <a:pt x="12521" y="3085"/>
                  </a:lnTo>
                  <a:lnTo>
                    <a:pt x="6232" y="4436"/>
                  </a:lnTo>
                  <a:lnTo>
                    <a:pt x="0" y="6029"/>
                  </a:lnTo>
                  <a:lnTo>
                    <a:pt x="4449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9054" y="5405320"/>
              <a:ext cx="44490" cy="161138"/>
            </a:xfrm>
            <a:custGeom>
              <a:avLst/>
              <a:pathLst>
                <a:path w="44490" h="161138">
                  <a:moveTo>
                    <a:pt x="0" y="0"/>
                  </a:moveTo>
                  <a:lnTo>
                    <a:pt x="44490" y="161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9054" y="5405320"/>
              <a:ext cx="44490" cy="161138"/>
            </a:xfrm>
            <a:custGeom>
              <a:avLst/>
              <a:pathLst>
                <a:path w="44490" h="161138">
                  <a:moveTo>
                    <a:pt x="0" y="0"/>
                  </a:moveTo>
                  <a:lnTo>
                    <a:pt x="44490" y="161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9054" y="5405320"/>
              <a:ext cx="44490" cy="161138"/>
            </a:xfrm>
            <a:custGeom>
              <a:avLst/>
              <a:pathLst>
                <a:path w="44490" h="161138">
                  <a:moveTo>
                    <a:pt x="0" y="0"/>
                  </a:moveTo>
                  <a:lnTo>
                    <a:pt x="44490" y="161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9054" y="5405320"/>
              <a:ext cx="44490" cy="161138"/>
            </a:xfrm>
            <a:custGeom>
              <a:avLst/>
              <a:pathLst>
                <a:path w="44490" h="161138">
                  <a:moveTo>
                    <a:pt x="0" y="0"/>
                  </a:moveTo>
                  <a:lnTo>
                    <a:pt x="44490" y="161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9054" y="5405320"/>
              <a:ext cx="44490" cy="161138"/>
            </a:xfrm>
            <a:custGeom>
              <a:avLst/>
              <a:pathLst>
                <a:path w="44490" h="161138">
                  <a:moveTo>
                    <a:pt x="0" y="0"/>
                  </a:moveTo>
                  <a:lnTo>
                    <a:pt x="44490" y="161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80" y="5405320"/>
              <a:ext cx="167164" cy="273642"/>
            </a:xfrm>
            <a:custGeom>
              <a:avLst/>
              <a:pathLst>
                <a:path w="167164" h="273642">
                  <a:moveTo>
                    <a:pt x="122674" y="0"/>
                  </a:moveTo>
                  <a:lnTo>
                    <a:pt x="117481" y="1524"/>
                  </a:lnTo>
                  <a:lnTo>
                    <a:pt x="112340" y="3216"/>
                  </a:lnTo>
                  <a:lnTo>
                    <a:pt x="107257" y="5073"/>
                  </a:lnTo>
                  <a:lnTo>
                    <a:pt x="102236" y="7094"/>
                  </a:lnTo>
                  <a:lnTo>
                    <a:pt x="97284" y="9277"/>
                  </a:lnTo>
                  <a:lnTo>
                    <a:pt x="92405" y="11618"/>
                  </a:lnTo>
                  <a:lnTo>
                    <a:pt x="87604" y="14117"/>
                  </a:lnTo>
                  <a:lnTo>
                    <a:pt x="82887" y="16769"/>
                  </a:lnTo>
                  <a:lnTo>
                    <a:pt x="78258" y="19573"/>
                  </a:lnTo>
                  <a:lnTo>
                    <a:pt x="73722" y="22525"/>
                  </a:lnTo>
                  <a:lnTo>
                    <a:pt x="69284" y="25622"/>
                  </a:lnTo>
                  <a:lnTo>
                    <a:pt x="64949" y="28862"/>
                  </a:lnTo>
                  <a:lnTo>
                    <a:pt x="60720" y="32240"/>
                  </a:lnTo>
                  <a:lnTo>
                    <a:pt x="56604" y="35753"/>
                  </a:lnTo>
                  <a:lnTo>
                    <a:pt x="52603" y="39397"/>
                  </a:lnTo>
                  <a:lnTo>
                    <a:pt x="48722" y="43169"/>
                  </a:lnTo>
                  <a:lnTo>
                    <a:pt x="44966" y="47065"/>
                  </a:lnTo>
                  <a:lnTo>
                    <a:pt x="41337" y="51080"/>
                  </a:lnTo>
                  <a:lnTo>
                    <a:pt x="37840" y="55211"/>
                  </a:lnTo>
                  <a:lnTo>
                    <a:pt x="34479" y="59453"/>
                  </a:lnTo>
                  <a:lnTo>
                    <a:pt x="31257" y="63801"/>
                  </a:lnTo>
                  <a:lnTo>
                    <a:pt x="28178" y="68251"/>
                  </a:lnTo>
                  <a:lnTo>
                    <a:pt x="25244" y="72799"/>
                  </a:lnTo>
                  <a:lnTo>
                    <a:pt x="22459" y="77439"/>
                  </a:lnTo>
                  <a:lnTo>
                    <a:pt x="19825" y="82167"/>
                  </a:lnTo>
                  <a:lnTo>
                    <a:pt x="17346" y="86978"/>
                  </a:lnTo>
                  <a:lnTo>
                    <a:pt x="15024" y="91866"/>
                  </a:lnTo>
                  <a:lnTo>
                    <a:pt x="12861" y="96828"/>
                  </a:lnTo>
                  <a:lnTo>
                    <a:pt x="10861" y="101856"/>
                  </a:lnTo>
                  <a:lnTo>
                    <a:pt x="9024" y="106947"/>
                  </a:lnTo>
                  <a:lnTo>
                    <a:pt x="7352" y="112094"/>
                  </a:lnTo>
                  <a:lnTo>
                    <a:pt x="5848" y="117293"/>
                  </a:lnTo>
                  <a:lnTo>
                    <a:pt x="4514" y="122538"/>
                  </a:lnTo>
                  <a:lnTo>
                    <a:pt x="3349" y="127823"/>
                  </a:lnTo>
                  <a:lnTo>
                    <a:pt x="2357" y="133143"/>
                  </a:lnTo>
                  <a:lnTo>
                    <a:pt x="1537" y="138492"/>
                  </a:lnTo>
                  <a:lnTo>
                    <a:pt x="891" y="143866"/>
                  </a:lnTo>
                  <a:lnTo>
                    <a:pt x="419" y="149257"/>
                  </a:lnTo>
                  <a:lnTo>
                    <a:pt x="122" y="154661"/>
                  </a:lnTo>
                  <a:lnTo>
                    <a:pt x="0" y="160071"/>
                  </a:lnTo>
                  <a:lnTo>
                    <a:pt x="53" y="165483"/>
                  </a:lnTo>
                  <a:lnTo>
                    <a:pt x="281" y="170890"/>
                  </a:lnTo>
                  <a:lnTo>
                    <a:pt x="684" y="176287"/>
                  </a:lnTo>
                  <a:lnTo>
                    <a:pt x="1262" y="181668"/>
                  </a:lnTo>
                  <a:lnTo>
                    <a:pt x="2013" y="187027"/>
                  </a:lnTo>
                  <a:lnTo>
                    <a:pt x="2938" y="192360"/>
                  </a:lnTo>
                  <a:lnTo>
                    <a:pt x="4034" y="197659"/>
                  </a:lnTo>
                  <a:lnTo>
                    <a:pt x="5302" y="202921"/>
                  </a:lnTo>
                  <a:lnTo>
                    <a:pt x="6739" y="208138"/>
                  </a:lnTo>
                  <a:lnTo>
                    <a:pt x="8345" y="213307"/>
                  </a:lnTo>
                  <a:lnTo>
                    <a:pt x="10117" y="218420"/>
                  </a:lnTo>
                  <a:lnTo>
                    <a:pt x="12053" y="223474"/>
                  </a:lnTo>
                  <a:lnTo>
                    <a:pt x="14152" y="228462"/>
                  </a:lnTo>
                  <a:lnTo>
                    <a:pt x="16412" y="233380"/>
                  </a:lnTo>
                  <a:lnTo>
                    <a:pt x="18829" y="238222"/>
                  </a:lnTo>
                  <a:lnTo>
                    <a:pt x="21402" y="242983"/>
                  </a:lnTo>
                  <a:lnTo>
                    <a:pt x="24128" y="247658"/>
                  </a:lnTo>
                  <a:lnTo>
                    <a:pt x="27004" y="252243"/>
                  </a:lnTo>
                  <a:lnTo>
                    <a:pt x="30026" y="256732"/>
                  </a:lnTo>
                  <a:lnTo>
                    <a:pt x="33192" y="261121"/>
                  </a:lnTo>
                  <a:lnTo>
                    <a:pt x="36499" y="265406"/>
                  </a:lnTo>
                  <a:lnTo>
                    <a:pt x="39943" y="269581"/>
                  </a:lnTo>
                  <a:lnTo>
                    <a:pt x="43520" y="273642"/>
                  </a:lnTo>
                  <a:lnTo>
                    <a:pt x="167164" y="161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99900" y="5399291"/>
              <a:ext cx="290797" cy="334331"/>
            </a:xfrm>
            <a:custGeom>
              <a:avLst/>
              <a:pathLst>
                <a:path w="290797" h="334331">
                  <a:moveTo>
                    <a:pt x="0" y="279671"/>
                  </a:moveTo>
                  <a:lnTo>
                    <a:pt x="3638" y="283544"/>
                  </a:lnTo>
                  <a:lnTo>
                    <a:pt x="7398" y="287300"/>
                  </a:lnTo>
                  <a:lnTo>
                    <a:pt x="11276" y="290935"/>
                  </a:lnTo>
                  <a:lnTo>
                    <a:pt x="15267" y="294444"/>
                  </a:lnTo>
                  <a:lnTo>
                    <a:pt x="19367" y="297825"/>
                  </a:lnTo>
                  <a:lnTo>
                    <a:pt x="23573" y="301074"/>
                  </a:lnTo>
                  <a:lnTo>
                    <a:pt x="27881" y="304187"/>
                  </a:lnTo>
                  <a:lnTo>
                    <a:pt x="32285" y="307162"/>
                  </a:lnTo>
                  <a:lnTo>
                    <a:pt x="36781" y="309995"/>
                  </a:lnTo>
                  <a:lnTo>
                    <a:pt x="41365" y="312684"/>
                  </a:lnTo>
                  <a:lnTo>
                    <a:pt x="46032" y="315226"/>
                  </a:lnTo>
                  <a:lnTo>
                    <a:pt x="50778" y="317618"/>
                  </a:lnTo>
                  <a:lnTo>
                    <a:pt x="55597" y="319858"/>
                  </a:lnTo>
                  <a:lnTo>
                    <a:pt x="60485" y="321944"/>
                  </a:lnTo>
                  <a:lnTo>
                    <a:pt x="65437" y="323874"/>
                  </a:lnTo>
                  <a:lnTo>
                    <a:pt x="70448" y="325645"/>
                  </a:lnTo>
                  <a:lnTo>
                    <a:pt x="75512" y="327256"/>
                  </a:lnTo>
                  <a:lnTo>
                    <a:pt x="80626" y="328705"/>
                  </a:lnTo>
                  <a:lnTo>
                    <a:pt x="85782" y="329990"/>
                  </a:lnTo>
                  <a:lnTo>
                    <a:pt x="90977" y="331112"/>
                  </a:lnTo>
                  <a:lnTo>
                    <a:pt x="96205" y="332067"/>
                  </a:lnTo>
                  <a:lnTo>
                    <a:pt x="101461" y="332856"/>
                  </a:lnTo>
                  <a:lnTo>
                    <a:pt x="106739" y="333477"/>
                  </a:lnTo>
                  <a:lnTo>
                    <a:pt x="112034" y="333931"/>
                  </a:lnTo>
                  <a:lnTo>
                    <a:pt x="117341" y="334216"/>
                  </a:lnTo>
                  <a:lnTo>
                    <a:pt x="122654" y="334331"/>
                  </a:lnTo>
                  <a:lnTo>
                    <a:pt x="127968" y="334278"/>
                  </a:lnTo>
                  <a:lnTo>
                    <a:pt x="133278" y="334056"/>
                  </a:lnTo>
                  <a:lnTo>
                    <a:pt x="138578" y="333666"/>
                  </a:lnTo>
                  <a:lnTo>
                    <a:pt x="143864" y="333107"/>
                  </a:lnTo>
                  <a:lnTo>
                    <a:pt x="149128" y="332380"/>
                  </a:lnTo>
                  <a:lnTo>
                    <a:pt x="154367" y="331487"/>
                  </a:lnTo>
                  <a:lnTo>
                    <a:pt x="159575" y="330427"/>
                  </a:lnTo>
                  <a:lnTo>
                    <a:pt x="164746" y="329202"/>
                  </a:lnTo>
                  <a:lnTo>
                    <a:pt x="169876" y="327814"/>
                  </a:lnTo>
                  <a:lnTo>
                    <a:pt x="174960" y="326263"/>
                  </a:lnTo>
                  <a:lnTo>
                    <a:pt x="179991" y="324552"/>
                  </a:lnTo>
                  <a:lnTo>
                    <a:pt x="184965" y="322681"/>
                  </a:lnTo>
                  <a:lnTo>
                    <a:pt x="189878" y="320653"/>
                  </a:lnTo>
                  <a:lnTo>
                    <a:pt x="194723" y="318470"/>
                  </a:lnTo>
                  <a:lnTo>
                    <a:pt x="199497" y="316134"/>
                  </a:lnTo>
                  <a:lnTo>
                    <a:pt x="204194" y="313648"/>
                  </a:lnTo>
                  <a:lnTo>
                    <a:pt x="208809" y="311013"/>
                  </a:lnTo>
                  <a:lnTo>
                    <a:pt x="213339" y="308233"/>
                  </a:lnTo>
                  <a:lnTo>
                    <a:pt x="217778" y="305311"/>
                  </a:lnTo>
                  <a:lnTo>
                    <a:pt x="222121" y="302248"/>
                  </a:lnTo>
                  <a:lnTo>
                    <a:pt x="226366" y="299050"/>
                  </a:lnTo>
                  <a:lnTo>
                    <a:pt x="230506" y="295718"/>
                  </a:lnTo>
                  <a:lnTo>
                    <a:pt x="234538" y="292256"/>
                  </a:lnTo>
                  <a:lnTo>
                    <a:pt x="238459" y="288668"/>
                  </a:lnTo>
                  <a:lnTo>
                    <a:pt x="242263" y="284957"/>
                  </a:lnTo>
                  <a:lnTo>
                    <a:pt x="245947" y="281126"/>
                  </a:lnTo>
                  <a:lnTo>
                    <a:pt x="249508" y="277181"/>
                  </a:lnTo>
                  <a:lnTo>
                    <a:pt x="252941" y="273124"/>
                  </a:lnTo>
                  <a:lnTo>
                    <a:pt x="256244" y="268961"/>
                  </a:lnTo>
                  <a:lnTo>
                    <a:pt x="259413" y="264694"/>
                  </a:lnTo>
                  <a:lnTo>
                    <a:pt x="262444" y="260329"/>
                  </a:lnTo>
                  <a:lnTo>
                    <a:pt x="265336" y="255870"/>
                  </a:lnTo>
                  <a:lnTo>
                    <a:pt x="268084" y="251321"/>
                  </a:lnTo>
                  <a:lnTo>
                    <a:pt x="270686" y="246687"/>
                  </a:lnTo>
                  <a:lnTo>
                    <a:pt x="273139" y="241973"/>
                  </a:lnTo>
                  <a:lnTo>
                    <a:pt x="275442" y="237183"/>
                  </a:lnTo>
                  <a:lnTo>
                    <a:pt x="277591" y="232322"/>
                  </a:lnTo>
                  <a:lnTo>
                    <a:pt x="279584" y="227396"/>
                  </a:lnTo>
                  <a:lnTo>
                    <a:pt x="281420" y="222408"/>
                  </a:lnTo>
                  <a:lnTo>
                    <a:pt x="283096" y="217365"/>
                  </a:lnTo>
                  <a:lnTo>
                    <a:pt x="284611" y="212271"/>
                  </a:lnTo>
                  <a:lnTo>
                    <a:pt x="285963" y="207131"/>
                  </a:lnTo>
                  <a:lnTo>
                    <a:pt x="287152" y="201951"/>
                  </a:lnTo>
                  <a:lnTo>
                    <a:pt x="288175" y="196736"/>
                  </a:lnTo>
                  <a:lnTo>
                    <a:pt x="289032" y="191491"/>
                  </a:lnTo>
                  <a:lnTo>
                    <a:pt x="289721" y="186222"/>
                  </a:lnTo>
                  <a:lnTo>
                    <a:pt x="290243" y="180933"/>
                  </a:lnTo>
                  <a:lnTo>
                    <a:pt x="290596" y="175630"/>
                  </a:lnTo>
                  <a:lnTo>
                    <a:pt x="290781" y="170319"/>
                  </a:lnTo>
                  <a:lnTo>
                    <a:pt x="290797" y="165004"/>
                  </a:lnTo>
                  <a:lnTo>
                    <a:pt x="290644" y="159692"/>
                  </a:lnTo>
                  <a:lnTo>
                    <a:pt x="290322" y="154387"/>
                  </a:lnTo>
                  <a:lnTo>
                    <a:pt x="289831" y="149095"/>
                  </a:lnTo>
                  <a:lnTo>
                    <a:pt x="289173" y="143822"/>
                  </a:lnTo>
                  <a:lnTo>
                    <a:pt x="288347" y="138572"/>
                  </a:lnTo>
                  <a:lnTo>
                    <a:pt x="287355" y="133351"/>
                  </a:lnTo>
                  <a:lnTo>
                    <a:pt x="286197" y="128164"/>
                  </a:lnTo>
                  <a:lnTo>
                    <a:pt x="284875" y="123016"/>
                  </a:lnTo>
                  <a:lnTo>
                    <a:pt x="283390" y="117913"/>
                  </a:lnTo>
                  <a:lnTo>
                    <a:pt x="281744" y="112860"/>
                  </a:lnTo>
                  <a:lnTo>
                    <a:pt x="279938" y="107862"/>
                  </a:lnTo>
                  <a:lnTo>
                    <a:pt x="277973" y="102924"/>
                  </a:lnTo>
                  <a:lnTo>
                    <a:pt x="275853" y="98050"/>
                  </a:lnTo>
                  <a:lnTo>
                    <a:pt x="273579" y="93247"/>
                  </a:lnTo>
                  <a:lnTo>
                    <a:pt x="271154" y="88518"/>
                  </a:lnTo>
                  <a:lnTo>
                    <a:pt x="268579" y="83869"/>
                  </a:lnTo>
                  <a:lnTo>
                    <a:pt x="265858" y="79304"/>
                  </a:lnTo>
                  <a:lnTo>
                    <a:pt x="262993" y="74828"/>
                  </a:lnTo>
                  <a:lnTo>
                    <a:pt x="259988" y="70445"/>
                  </a:lnTo>
                  <a:lnTo>
                    <a:pt x="256844" y="66159"/>
                  </a:lnTo>
                  <a:lnTo>
                    <a:pt x="253566" y="61976"/>
                  </a:lnTo>
                  <a:lnTo>
                    <a:pt x="250157" y="57900"/>
                  </a:lnTo>
                  <a:lnTo>
                    <a:pt x="246619" y="53933"/>
                  </a:lnTo>
                  <a:lnTo>
                    <a:pt x="242958" y="50081"/>
                  </a:lnTo>
                  <a:lnTo>
                    <a:pt x="239176" y="46348"/>
                  </a:lnTo>
                  <a:lnTo>
                    <a:pt x="235277" y="42736"/>
                  </a:lnTo>
                  <a:lnTo>
                    <a:pt x="231265" y="39251"/>
                  </a:lnTo>
                  <a:lnTo>
                    <a:pt x="227144" y="35894"/>
                  </a:lnTo>
                  <a:lnTo>
                    <a:pt x="222919" y="32671"/>
                  </a:lnTo>
                  <a:lnTo>
                    <a:pt x="218594" y="29583"/>
                  </a:lnTo>
                  <a:lnTo>
                    <a:pt x="214172" y="26634"/>
                  </a:lnTo>
                  <a:lnTo>
                    <a:pt x="209659" y="23827"/>
                  </a:lnTo>
                  <a:lnTo>
                    <a:pt x="205059" y="21166"/>
                  </a:lnTo>
                  <a:lnTo>
                    <a:pt x="200377" y="18651"/>
                  </a:lnTo>
                  <a:lnTo>
                    <a:pt x="195617" y="16287"/>
                  </a:lnTo>
                  <a:lnTo>
                    <a:pt x="190785" y="14076"/>
                  </a:lnTo>
                  <a:lnTo>
                    <a:pt x="185885" y="12019"/>
                  </a:lnTo>
                  <a:lnTo>
                    <a:pt x="180921" y="10119"/>
                  </a:lnTo>
                  <a:lnTo>
                    <a:pt x="175900" y="8377"/>
                  </a:lnTo>
                  <a:lnTo>
                    <a:pt x="170826" y="6796"/>
                  </a:lnTo>
                  <a:lnTo>
                    <a:pt x="165704" y="5378"/>
                  </a:lnTo>
                  <a:lnTo>
                    <a:pt x="160540" y="4122"/>
                  </a:lnTo>
                  <a:lnTo>
                    <a:pt x="155339" y="3032"/>
                  </a:lnTo>
                  <a:lnTo>
                    <a:pt x="150105" y="2107"/>
                  </a:lnTo>
                  <a:lnTo>
                    <a:pt x="144845" y="1349"/>
                  </a:lnTo>
                  <a:lnTo>
                    <a:pt x="139563" y="759"/>
                  </a:lnTo>
                  <a:lnTo>
                    <a:pt x="134266" y="337"/>
                  </a:lnTo>
                  <a:lnTo>
                    <a:pt x="128957" y="84"/>
                  </a:lnTo>
                  <a:lnTo>
                    <a:pt x="123643" y="0"/>
                  </a:lnTo>
                  <a:lnTo>
                    <a:pt x="1236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0452" y="5269756"/>
              <a:ext cx="24806" cy="167167"/>
            </a:xfrm>
            <a:custGeom>
              <a:avLst/>
              <a:pathLst>
                <a:path w="24806" h="167167">
                  <a:moveTo>
                    <a:pt x="24806" y="0"/>
                  </a:moveTo>
                  <a:lnTo>
                    <a:pt x="16510" y="205"/>
                  </a:lnTo>
                  <a:lnTo>
                    <a:pt x="8234" y="823"/>
                  </a:lnTo>
                  <a:lnTo>
                    <a:pt x="0" y="1850"/>
                  </a:lnTo>
                  <a:lnTo>
                    <a:pt x="2480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0452" y="5271607"/>
              <a:ext cx="24806" cy="165316"/>
            </a:xfrm>
            <a:custGeom>
              <a:avLst/>
              <a:pathLst>
                <a:path w="24806" h="165316">
                  <a:moveTo>
                    <a:pt x="0" y="0"/>
                  </a:moveTo>
                  <a:lnTo>
                    <a:pt x="24806" y="1653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0452" y="5271607"/>
              <a:ext cx="24806" cy="165316"/>
            </a:xfrm>
            <a:custGeom>
              <a:avLst/>
              <a:pathLst>
                <a:path w="24806" h="165316">
                  <a:moveTo>
                    <a:pt x="0" y="0"/>
                  </a:moveTo>
                  <a:lnTo>
                    <a:pt x="24806" y="1653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0452" y="5271607"/>
              <a:ext cx="24806" cy="165316"/>
            </a:xfrm>
            <a:custGeom>
              <a:avLst/>
              <a:pathLst>
                <a:path w="24806" h="165316">
                  <a:moveTo>
                    <a:pt x="0" y="0"/>
                  </a:moveTo>
                  <a:lnTo>
                    <a:pt x="24806" y="1653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0452" y="5271607"/>
              <a:ext cx="24806" cy="165316"/>
            </a:xfrm>
            <a:custGeom>
              <a:avLst/>
              <a:pathLst>
                <a:path w="24806" h="165316">
                  <a:moveTo>
                    <a:pt x="0" y="0"/>
                  </a:moveTo>
                  <a:lnTo>
                    <a:pt x="24806" y="1653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9906" y="5271607"/>
              <a:ext cx="165352" cy="165316"/>
            </a:xfrm>
            <a:custGeom>
              <a:avLst/>
              <a:pathLst>
                <a:path w="165352" h="165316">
                  <a:moveTo>
                    <a:pt x="140545" y="0"/>
                  </a:moveTo>
                  <a:lnTo>
                    <a:pt x="135158" y="898"/>
                  </a:lnTo>
                  <a:lnTo>
                    <a:pt x="129802" y="1972"/>
                  </a:lnTo>
                  <a:lnTo>
                    <a:pt x="124485" y="3221"/>
                  </a:lnTo>
                  <a:lnTo>
                    <a:pt x="119211" y="4643"/>
                  </a:lnTo>
                  <a:lnTo>
                    <a:pt x="113986" y="6236"/>
                  </a:lnTo>
                  <a:lnTo>
                    <a:pt x="108817" y="7999"/>
                  </a:lnTo>
                  <a:lnTo>
                    <a:pt x="103707" y="9930"/>
                  </a:lnTo>
                  <a:lnTo>
                    <a:pt x="98664" y="12027"/>
                  </a:lnTo>
                  <a:lnTo>
                    <a:pt x="93692" y="14287"/>
                  </a:lnTo>
                  <a:lnTo>
                    <a:pt x="88796" y="16709"/>
                  </a:lnTo>
                  <a:lnTo>
                    <a:pt x="83982" y="19289"/>
                  </a:lnTo>
                  <a:lnTo>
                    <a:pt x="79254" y="22025"/>
                  </a:lnTo>
                  <a:lnTo>
                    <a:pt x="74619" y="24915"/>
                  </a:lnTo>
                  <a:lnTo>
                    <a:pt x="70081" y="27954"/>
                  </a:lnTo>
                  <a:lnTo>
                    <a:pt x="65644" y="31140"/>
                  </a:lnTo>
                  <a:lnTo>
                    <a:pt x="61314" y="34469"/>
                  </a:lnTo>
                  <a:lnTo>
                    <a:pt x="57094" y="37937"/>
                  </a:lnTo>
                  <a:lnTo>
                    <a:pt x="52991" y="41542"/>
                  </a:lnTo>
                  <a:lnTo>
                    <a:pt x="49007" y="45279"/>
                  </a:lnTo>
                  <a:lnTo>
                    <a:pt x="45148" y="49144"/>
                  </a:lnTo>
                  <a:lnTo>
                    <a:pt x="41417" y="53133"/>
                  </a:lnTo>
                  <a:lnTo>
                    <a:pt x="37818" y="57242"/>
                  </a:lnTo>
                  <a:lnTo>
                    <a:pt x="34355" y="61466"/>
                  </a:lnTo>
                  <a:lnTo>
                    <a:pt x="31032" y="65801"/>
                  </a:lnTo>
                  <a:lnTo>
                    <a:pt x="27853" y="70242"/>
                  </a:lnTo>
                  <a:lnTo>
                    <a:pt x="24820" y="74785"/>
                  </a:lnTo>
                  <a:lnTo>
                    <a:pt x="21937" y="79425"/>
                  </a:lnTo>
                  <a:lnTo>
                    <a:pt x="19208" y="84156"/>
                  </a:lnTo>
                  <a:lnTo>
                    <a:pt x="16635" y="88974"/>
                  </a:lnTo>
                  <a:lnTo>
                    <a:pt x="14220" y="93873"/>
                  </a:lnTo>
                  <a:lnTo>
                    <a:pt x="11966" y="98848"/>
                  </a:lnTo>
                  <a:lnTo>
                    <a:pt x="9877" y="103895"/>
                  </a:lnTo>
                  <a:lnTo>
                    <a:pt x="7953" y="109007"/>
                  </a:lnTo>
                  <a:lnTo>
                    <a:pt x="6198" y="114179"/>
                  </a:lnTo>
                  <a:lnTo>
                    <a:pt x="4612" y="119406"/>
                  </a:lnTo>
                  <a:lnTo>
                    <a:pt x="3198" y="124682"/>
                  </a:lnTo>
                  <a:lnTo>
                    <a:pt x="1957" y="130001"/>
                  </a:lnTo>
                  <a:lnTo>
                    <a:pt x="890" y="135358"/>
                  </a:lnTo>
                  <a:lnTo>
                    <a:pt x="0" y="140747"/>
                  </a:lnTo>
                  <a:lnTo>
                    <a:pt x="165352" y="1653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101" y="5269756"/>
              <a:ext cx="334306" cy="334334"/>
            </a:xfrm>
            <a:custGeom>
              <a:avLst/>
              <a:pathLst>
                <a:path w="334306" h="334334">
                  <a:moveTo>
                    <a:pt x="1804" y="142598"/>
                  </a:moveTo>
                  <a:lnTo>
                    <a:pt x="1107" y="147861"/>
                  </a:lnTo>
                  <a:lnTo>
                    <a:pt x="578" y="153145"/>
                  </a:lnTo>
                  <a:lnTo>
                    <a:pt x="217" y="158442"/>
                  </a:lnTo>
                  <a:lnTo>
                    <a:pt x="24" y="163748"/>
                  </a:lnTo>
                  <a:lnTo>
                    <a:pt x="0" y="169058"/>
                  </a:lnTo>
                  <a:lnTo>
                    <a:pt x="144" y="174366"/>
                  </a:lnTo>
                  <a:lnTo>
                    <a:pt x="457" y="179666"/>
                  </a:lnTo>
                  <a:lnTo>
                    <a:pt x="938" y="184954"/>
                  </a:lnTo>
                  <a:lnTo>
                    <a:pt x="1587" y="190224"/>
                  </a:lnTo>
                  <a:lnTo>
                    <a:pt x="2402" y="195470"/>
                  </a:lnTo>
                  <a:lnTo>
                    <a:pt x="3384" y="200689"/>
                  </a:lnTo>
                  <a:lnTo>
                    <a:pt x="4531" y="205873"/>
                  </a:lnTo>
                  <a:lnTo>
                    <a:pt x="5843" y="211018"/>
                  </a:lnTo>
                  <a:lnTo>
                    <a:pt x="7317" y="216119"/>
                  </a:lnTo>
                  <a:lnTo>
                    <a:pt x="8952" y="221171"/>
                  </a:lnTo>
                  <a:lnTo>
                    <a:pt x="10747" y="226168"/>
                  </a:lnTo>
                  <a:lnTo>
                    <a:pt x="12700" y="231105"/>
                  </a:lnTo>
                  <a:lnTo>
                    <a:pt x="14808" y="235978"/>
                  </a:lnTo>
                  <a:lnTo>
                    <a:pt x="17070" y="240782"/>
                  </a:lnTo>
                  <a:lnTo>
                    <a:pt x="19484" y="245511"/>
                  </a:lnTo>
                  <a:lnTo>
                    <a:pt x="22047" y="250162"/>
                  </a:lnTo>
                  <a:lnTo>
                    <a:pt x="24756" y="254728"/>
                  </a:lnTo>
                  <a:lnTo>
                    <a:pt x="27608" y="259207"/>
                  </a:lnTo>
                  <a:lnTo>
                    <a:pt x="30602" y="263592"/>
                  </a:lnTo>
                  <a:lnTo>
                    <a:pt x="33733" y="267880"/>
                  </a:lnTo>
                  <a:lnTo>
                    <a:pt x="36999" y="272067"/>
                  </a:lnTo>
                  <a:lnTo>
                    <a:pt x="40396" y="276148"/>
                  </a:lnTo>
                  <a:lnTo>
                    <a:pt x="43921" y="280118"/>
                  </a:lnTo>
                  <a:lnTo>
                    <a:pt x="47570" y="283975"/>
                  </a:lnTo>
                  <a:lnTo>
                    <a:pt x="51340" y="287714"/>
                  </a:lnTo>
                  <a:lnTo>
                    <a:pt x="55227" y="291331"/>
                  </a:lnTo>
                  <a:lnTo>
                    <a:pt x="59227" y="294824"/>
                  </a:lnTo>
                  <a:lnTo>
                    <a:pt x="63336" y="298187"/>
                  </a:lnTo>
                  <a:lnTo>
                    <a:pt x="67549" y="301418"/>
                  </a:lnTo>
                  <a:lnTo>
                    <a:pt x="71863" y="304514"/>
                  </a:lnTo>
                  <a:lnTo>
                    <a:pt x="76273" y="307471"/>
                  </a:lnTo>
                  <a:lnTo>
                    <a:pt x="80775" y="310286"/>
                  </a:lnTo>
                  <a:lnTo>
                    <a:pt x="85363" y="312958"/>
                  </a:lnTo>
                  <a:lnTo>
                    <a:pt x="90035" y="315482"/>
                  </a:lnTo>
                  <a:lnTo>
                    <a:pt x="94784" y="317856"/>
                  </a:lnTo>
                  <a:lnTo>
                    <a:pt x="99606" y="320079"/>
                  </a:lnTo>
                  <a:lnTo>
                    <a:pt x="104497" y="322147"/>
                  </a:lnTo>
                  <a:lnTo>
                    <a:pt x="109450" y="324058"/>
                  </a:lnTo>
                  <a:lnTo>
                    <a:pt x="114462" y="325812"/>
                  </a:lnTo>
                  <a:lnTo>
                    <a:pt x="119527" y="327405"/>
                  </a:lnTo>
                  <a:lnTo>
                    <a:pt x="124640" y="328837"/>
                  </a:lnTo>
                  <a:lnTo>
                    <a:pt x="129796" y="330106"/>
                  </a:lnTo>
                  <a:lnTo>
                    <a:pt x="134989" y="331210"/>
                  </a:lnTo>
                  <a:lnTo>
                    <a:pt x="140215" y="332149"/>
                  </a:lnTo>
                  <a:lnTo>
                    <a:pt x="145469" y="332922"/>
                  </a:lnTo>
                  <a:lnTo>
                    <a:pt x="150744" y="333527"/>
                  </a:lnTo>
                  <a:lnTo>
                    <a:pt x="156035" y="333964"/>
                  </a:lnTo>
                  <a:lnTo>
                    <a:pt x="161338" y="334233"/>
                  </a:lnTo>
                  <a:lnTo>
                    <a:pt x="166647" y="334334"/>
                  </a:lnTo>
                  <a:lnTo>
                    <a:pt x="171956" y="334265"/>
                  </a:lnTo>
                  <a:lnTo>
                    <a:pt x="177261" y="334029"/>
                  </a:lnTo>
                  <a:lnTo>
                    <a:pt x="182555" y="333624"/>
                  </a:lnTo>
                  <a:lnTo>
                    <a:pt x="187833" y="333051"/>
                  </a:lnTo>
                  <a:lnTo>
                    <a:pt x="193091" y="332310"/>
                  </a:lnTo>
                  <a:lnTo>
                    <a:pt x="198323" y="331403"/>
                  </a:lnTo>
                  <a:lnTo>
                    <a:pt x="203523" y="330331"/>
                  </a:lnTo>
                  <a:lnTo>
                    <a:pt x="208687" y="329093"/>
                  </a:lnTo>
                  <a:lnTo>
                    <a:pt x="213808" y="327693"/>
                  </a:lnTo>
                  <a:lnTo>
                    <a:pt x="218883" y="326130"/>
                  </a:lnTo>
                  <a:lnTo>
                    <a:pt x="223905" y="324407"/>
                  </a:lnTo>
                  <a:lnTo>
                    <a:pt x="228870" y="322526"/>
                  </a:lnTo>
                  <a:lnTo>
                    <a:pt x="233773" y="320487"/>
                  </a:lnTo>
                  <a:lnTo>
                    <a:pt x="238609" y="318294"/>
                  </a:lnTo>
                  <a:lnTo>
                    <a:pt x="243372" y="315949"/>
                  </a:lnTo>
                  <a:lnTo>
                    <a:pt x="248059" y="313453"/>
                  </a:lnTo>
                  <a:lnTo>
                    <a:pt x="252664" y="310810"/>
                  </a:lnTo>
                  <a:lnTo>
                    <a:pt x="257183" y="308022"/>
                  </a:lnTo>
                  <a:lnTo>
                    <a:pt x="261611" y="305092"/>
                  </a:lnTo>
                  <a:lnTo>
                    <a:pt x="265944" y="302023"/>
                  </a:lnTo>
                  <a:lnTo>
                    <a:pt x="270177" y="298817"/>
                  </a:lnTo>
                  <a:lnTo>
                    <a:pt x="274306" y="295479"/>
                  </a:lnTo>
                  <a:lnTo>
                    <a:pt x="278327" y="292011"/>
                  </a:lnTo>
                  <a:lnTo>
                    <a:pt x="282235" y="288418"/>
                  </a:lnTo>
                  <a:lnTo>
                    <a:pt x="286028" y="284702"/>
                  </a:lnTo>
                  <a:lnTo>
                    <a:pt x="289701" y="280867"/>
                  </a:lnTo>
                  <a:lnTo>
                    <a:pt x="293250" y="276918"/>
                  </a:lnTo>
                  <a:lnTo>
                    <a:pt x="296672" y="272858"/>
                  </a:lnTo>
                  <a:lnTo>
                    <a:pt x="299963" y="268692"/>
                  </a:lnTo>
                  <a:lnTo>
                    <a:pt x="303121" y="264423"/>
                  </a:lnTo>
                  <a:lnTo>
                    <a:pt x="306141" y="260055"/>
                  </a:lnTo>
                  <a:lnTo>
                    <a:pt x="309021" y="255595"/>
                  </a:lnTo>
                  <a:lnTo>
                    <a:pt x="311757" y="251045"/>
                  </a:lnTo>
                  <a:lnTo>
                    <a:pt x="314348" y="246410"/>
                  </a:lnTo>
                  <a:lnTo>
                    <a:pt x="316791" y="241695"/>
                  </a:lnTo>
                  <a:lnTo>
                    <a:pt x="319082" y="236906"/>
                  </a:lnTo>
                  <a:lnTo>
                    <a:pt x="321220" y="232045"/>
                  </a:lnTo>
                  <a:lnTo>
                    <a:pt x="323203" y="227120"/>
                  </a:lnTo>
                  <a:lnTo>
                    <a:pt x="325028" y="222134"/>
                  </a:lnTo>
                  <a:lnTo>
                    <a:pt x="326694" y="217092"/>
                  </a:lnTo>
                  <a:lnTo>
                    <a:pt x="328200" y="212000"/>
                  </a:lnTo>
                  <a:lnTo>
                    <a:pt x="329542" y="206863"/>
                  </a:lnTo>
                  <a:lnTo>
                    <a:pt x="330721" y="201686"/>
                  </a:lnTo>
                  <a:lnTo>
                    <a:pt x="331735" y="196474"/>
                  </a:lnTo>
                  <a:lnTo>
                    <a:pt x="332582" y="191232"/>
                  </a:lnTo>
                  <a:lnTo>
                    <a:pt x="333263" y="185966"/>
                  </a:lnTo>
                  <a:lnTo>
                    <a:pt x="333776" y="180682"/>
                  </a:lnTo>
                  <a:lnTo>
                    <a:pt x="334122" y="175383"/>
                  </a:lnTo>
                  <a:lnTo>
                    <a:pt x="334298" y="170076"/>
                  </a:lnTo>
                  <a:lnTo>
                    <a:pt x="334306" y="164767"/>
                  </a:lnTo>
                  <a:lnTo>
                    <a:pt x="334146" y="159459"/>
                  </a:lnTo>
                  <a:lnTo>
                    <a:pt x="333817" y="154160"/>
                  </a:lnTo>
                  <a:lnTo>
                    <a:pt x="333320" y="148874"/>
                  </a:lnTo>
                  <a:lnTo>
                    <a:pt x="332655" y="143606"/>
                  </a:lnTo>
                  <a:lnTo>
                    <a:pt x="331823" y="138362"/>
                  </a:lnTo>
                  <a:lnTo>
                    <a:pt x="330825" y="133147"/>
                  </a:lnTo>
                  <a:lnTo>
                    <a:pt x="329662" y="127966"/>
                  </a:lnTo>
                  <a:lnTo>
                    <a:pt x="328335" y="122825"/>
                  </a:lnTo>
                  <a:lnTo>
                    <a:pt x="326846" y="117728"/>
                  </a:lnTo>
                  <a:lnTo>
                    <a:pt x="325195" y="112681"/>
                  </a:lnTo>
                  <a:lnTo>
                    <a:pt x="323385" y="107690"/>
                  </a:lnTo>
                  <a:lnTo>
                    <a:pt x="321417" y="102758"/>
                  </a:lnTo>
                  <a:lnTo>
                    <a:pt x="319294" y="97892"/>
                  </a:lnTo>
                  <a:lnTo>
                    <a:pt x="317017" y="93095"/>
                  </a:lnTo>
                  <a:lnTo>
                    <a:pt x="314589" y="88373"/>
                  </a:lnTo>
                  <a:lnTo>
                    <a:pt x="312012" y="83730"/>
                  </a:lnTo>
                  <a:lnTo>
                    <a:pt x="309289" y="79172"/>
                  </a:lnTo>
                  <a:lnTo>
                    <a:pt x="306423" y="74702"/>
                  </a:lnTo>
                  <a:lnTo>
                    <a:pt x="303416" y="70326"/>
                  </a:lnTo>
                  <a:lnTo>
                    <a:pt x="300272" y="66047"/>
                  </a:lnTo>
                  <a:lnTo>
                    <a:pt x="296993" y="61871"/>
                  </a:lnTo>
                  <a:lnTo>
                    <a:pt x="293584" y="57801"/>
                  </a:lnTo>
                  <a:lnTo>
                    <a:pt x="290047" y="53841"/>
                  </a:lnTo>
                  <a:lnTo>
                    <a:pt x="286386" y="49995"/>
                  </a:lnTo>
                  <a:lnTo>
                    <a:pt x="282604" y="46267"/>
                  </a:lnTo>
                  <a:lnTo>
                    <a:pt x="278706" y="42662"/>
                  </a:lnTo>
                  <a:lnTo>
                    <a:pt x="274696" y="39182"/>
                  </a:lnTo>
                  <a:lnTo>
                    <a:pt x="270577" y="35831"/>
                  </a:lnTo>
                  <a:lnTo>
                    <a:pt x="266354" y="32613"/>
                  </a:lnTo>
                  <a:lnTo>
                    <a:pt x="262031" y="29530"/>
                  </a:lnTo>
                  <a:lnTo>
                    <a:pt x="257612" y="26587"/>
                  </a:lnTo>
                  <a:lnTo>
                    <a:pt x="253101" y="23785"/>
                  </a:lnTo>
                  <a:lnTo>
                    <a:pt x="248504" y="21128"/>
                  </a:lnTo>
                  <a:lnTo>
                    <a:pt x="243825" y="18618"/>
                  </a:lnTo>
                  <a:lnTo>
                    <a:pt x="239069" y="16258"/>
                  </a:lnTo>
                  <a:lnTo>
                    <a:pt x="234240" y="14050"/>
                  </a:lnTo>
                  <a:lnTo>
                    <a:pt x="229343" y="11997"/>
                  </a:lnTo>
                  <a:lnTo>
                    <a:pt x="224384" y="10100"/>
                  </a:lnTo>
                  <a:lnTo>
                    <a:pt x="219367" y="8362"/>
                  </a:lnTo>
                  <a:lnTo>
                    <a:pt x="214297" y="6784"/>
                  </a:lnTo>
                  <a:lnTo>
                    <a:pt x="209180" y="5368"/>
                  </a:lnTo>
                  <a:lnTo>
                    <a:pt x="204020" y="4115"/>
                  </a:lnTo>
                  <a:lnTo>
                    <a:pt x="198823" y="3026"/>
                  </a:lnTo>
                  <a:lnTo>
                    <a:pt x="193594" y="2103"/>
                  </a:lnTo>
                  <a:lnTo>
                    <a:pt x="188339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02173" y="5018213"/>
              <a:ext cx="18865" cy="167167"/>
            </a:xfrm>
            <a:custGeom>
              <a:avLst/>
              <a:pathLst>
                <a:path w="18865" h="167167">
                  <a:moveTo>
                    <a:pt x="18865" y="0"/>
                  </a:moveTo>
                  <a:lnTo>
                    <a:pt x="9417" y="267"/>
                  </a:lnTo>
                  <a:lnTo>
                    <a:pt x="0" y="1067"/>
                  </a:lnTo>
                  <a:lnTo>
                    <a:pt x="188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02173" y="5019281"/>
              <a:ext cx="18865" cy="166099"/>
            </a:xfrm>
            <a:custGeom>
              <a:avLst/>
              <a:pathLst>
                <a:path w="18865" h="166099">
                  <a:moveTo>
                    <a:pt x="0" y="0"/>
                  </a:moveTo>
                  <a:lnTo>
                    <a:pt x="18865" y="166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2173" y="5019281"/>
              <a:ext cx="18865" cy="166099"/>
            </a:xfrm>
            <a:custGeom>
              <a:avLst/>
              <a:pathLst>
                <a:path w="18865" h="166099">
                  <a:moveTo>
                    <a:pt x="0" y="0"/>
                  </a:moveTo>
                  <a:lnTo>
                    <a:pt x="18865" y="166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2173" y="5019281"/>
              <a:ext cx="18865" cy="166099"/>
            </a:xfrm>
            <a:custGeom>
              <a:avLst/>
              <a:pathLst>
                <a:path w="18865" h="166099">
                  <a:moveTo>
                    <a:pt x="0" y="0"/>
                  </a:moveTo>
                  <a:lnTo>
                    <a:pt x="18865" y="166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85418" y="5019281"/>
              <a:ext cx="135620" cy="166099"/>
            </a:xfrm>
            <a:custGeom>
              <a:avLst/>
              <a:pathLst>
                <a:path w="135620" h="166099">
                  <a:moveTo>
                    <a:pt x="116755" y="0"/>
                  </a:moveTo>
                  <a:lnTo>
                    <a:pt x="111230" y="720"/>
                  </a:lnTo>
                  <a:lnTo>
                    <a:pt x="105732" y="1625"/>
                  </a:lnTo>
                  <a:lnTo>
                    <a:pt x="100268" y="2712"/>
                  </a:lnTo>
                  <a:lnTo>
                    <a:pt x="94843" y="3981"/>
                  </a:lnTo>
                  <a:lnTo>
                    <a:pt x="89463" y="5430"/>
                  </a:lnTo>
                  <a:lnTo>
                    <a:pt x="84135" y="7057"/>
                  </a:lnTo>
                  <a:lnTo>
                    <a:pt x="78863" y="8862"/>
                  </a:lnTo>
                  <a:lnTo>
                    <a:pt x="73655" y="10840"/>
                  </a:lnTo>
                  <a:lnTo>
                    <a:pt x="68516" y="12991"/>
                  </a:lnTo>
                  <a:lnTo>
                    <a:pt x="63451" y="15313"/>
                  </a:lnTo>
                  <a:lnTo>
                    <a:pt x="58466" y="17801"/>
                  </a:lnTo>
                  <a:lnTo>
                    <a:pt x="53567" y="20455"/>
                  </a:lnTo>
                  <a:lnTo>
                    <a:pt x="48759" y="23270"/>
                  </a:lnTo>
                  <a:lnTo>
                    <a:pt x="44048" y="26244"/>
                  </a:lnTo>
                  <a:lnTo>
                    <a:pt x="39438" y="29373"/>
                  </a:lnTo>
                  <a:lnTo>
                    <a:pt x="34935" y="32654"/>
                  </a:lnTo>
                  <a:lnTo>
                    <a:pt x="30544" y="36083"/>
                  </a:lnTo>
                  <a:lnTo>
                    <a:pt x="26270" y="39657"/>
                  </a:lnTo>
                  <a:lnTo>
                    <a:pt x="22117" y="43371"/>
                  </a:lnTo>
                  <a:lnTo>
                    <a:pt x="18091" y="47222"/>
                  </a:lnTo>
                  <a:lnTo>
                    <a:pt x="14194" y="51205"/>
                  </a:lnTo>
                  <a:lnTo>
                    <a:pt x="10433" y="55315"/>
                  </a:lnTo>
                  <a:lnTo>
                    <a:pt x="6811" y="59548"/>
                  </a:lnTo>
                  <a:lnTo>
                    <a:pt x="3332" y="63900"/>
                  </a:lnTo>
                  <a:lnTo>
                    <a:pt x="0" y="68365"/>
                  </a:lnTo>
                  <a:lnTo>
                    <a:pt x="135620" y="166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81" y="5018213"/>
              <a:ext cx="334308" cy="334333"/>
            </a:xfrm>
            <a:custGeom>
              <a:avLst/>
              <a:pathLst>
                <a:path w="334308" h="334333">
                  <a:moveTo>
                    <a:pt x="31536" y="69433"/>
                  </a:moveTo>
                  <a:lnTo>
                    <a:pt x="28501" y="73790"/>
                  </a:lnTo>
                  <a:lnTo>
                    <a:pt x="25605" y="78241"/>
                  </a:lnTo>
                  <a:lnTo>
                    <a:pt x="22852" y="82781"/>
                  </a:lnTo>
                  <a:lnTo>
                    <a:pt x="20244" y="87407"/>
                  </a:lnTo>
                  <a:lnTo>
                    <a:pt x="17785" y="92114"/>
                  </a:lnTo>
                  <a:lnTo>
                    <a:pt x="15477" y="96896"/>
                  </a:lnTo>
                  <a:lnTo>
                    <a:pt x="13321" y="101749"/>
                  </a:lnTo>
                  <a:lnTo>
                    <a:pt x="11321" y="106668"/>
                  </a:lnTo>
                  <a:lnTo>
                    <a:pt x="9478" y="111648"/>
                  </a:lnTo>
                  <a:lnTo>
                    <a:pt x="7794" y="116684"/>
                  </a:lnTo>
                  <a:lnTo>
                    <a:pt x="6271" y="121771"/>
                  </a:lnTo>
                  <a:lnTo>
                    <a:pt x="4911" y="126904"/>
                  </a:lnTo>
                  <a:lnTo>
                    <a:pt x="3714" y="132078"/>
                  </a:lnTo>
                  <a:lnTo>
                    <a:pt x="2682" y="137287"/>
                  </a:lnTo>
                  <a:lnTo>
                    <a:pt x="1816" y="142526"/>
                  </a:lnTo>
                  <a:lnTo>
                    <a:pt x="1116" y="147790"/>
                  </a:lnTo>
                  <a:lnTo>
                    <a:pt x="585" y="153073"/>
                  </a:lnTo>
                  <a:lnTo>
                    <a:pt x="221" y="158371"/>
                  </a:lnTo>
                  <a:lnTo>
                    <a:pt x="26" y="163677"/>
                  </a:lnTo>
                  <a:lnTo>
                    <a:pt x="0" y="168987"/>
                  </a:lnTo>
                  <a:lnTo>
                    <a:pt x="142" y="174296"/>
                  </a:lnTo>
                  <a:lnTo>
                    <a:pt x="452" y="179597"/>
                  </a:lnTo>
                  <a:lnTo>
                    <a:pt x="931" y="184885"/>
                  </a:lnTo>
                  <a:lnTo>
                    <a:pt x="1578" y="190156"/>
                  </a:lnTo>
                  <a:lnTo>
                    <a:pt x="2392" y="195403"/>
                  </a:lnTo>
                  <a:lnTo>
                    <a:pt x="3372" y="200622"/>
                  </a:lnTo>
                  <a:lnTo>
                    <a:pt x="4517" y="205808"/>
                  </a:lnTo>
                  <a:lnTo>
                    <a:pt x="5826" y="210954"/>
                  </a:lnTo>
                  <a:lnTo>
                    <a:pt x="7298" y="216056"/>
                  </a:lnTo>
                  <a:lnTo>
                    <a:pt x="8932" y="221108"/>
                  </a:lnTo>
                  <a:lnTo>
                    <a:pt x="10725" y="226107"/>
                  </a:lnTo>
                  <a:lnTo>
                    <a:pt x="12676" y="231046"/>
                  </a:lnTo>
                  <a:lnTo>
                    <a:pt x="14783" y="235920"/>
                  </a:lnTo>
                  <a:lnTo>
                    <a:pt x="17043" y="240725"/>
                  </a:lnTo>
                  <a:lnTo>
                    <a:pt x="19455" y="245456"/>
                  </a:lnTo>
                  <a:lnTo>
                    <a:pt x="22016" y="250107"/>
                  </a:lnTo>
                  <a:lnTo>
                    <a:pt x="24724" y="254675"/>
                  </a:lnTo>
                  <a:lnTo>
                    <a:pt x="27575" y="259155"/>
                  </a:lnTo>
                  <a:lnTo>
                    <a:pt x="30567" y="263542"/>
                  </a:lnTo>
                  <a:lnTo>
                    <a:pt x="33697" y="267832"/>
                  </a:lnTo>
                  <a:lnTo>
                    <a:pt x="36962" y="272020"/>
                  </a:lnTo>
                  <a:lnTo>
                    <a:pt x="40358" y="276102"/>
                  </a:lnTo>
                  <a:lnTo>
                    <a:pt x="43882" y="280075"/>
                  </a:lnTo>
                  <a:lnTo>
                    <a:pt x="47530" y="283933"/>
                  </a:lnTo>
                  <a:lnTo>
                    <a:pt x="51299" y="287674"/>
                  </a:lnTo>
                  <a:lnTo>
                    <a:pt x="55185" y="291293"/>
                  </a:lnTo>
                  <a:lnTo>
                    <a:pt x="59184" y="294786"/>
                  </a:lnTo>
                  <a:lnTo>
                    <a:pt x="63292" y="298151"/>
                  </a:lnTo>
                  <a:lnTo>
                    <a:pt x="67504" y="301384"/>
                  </a:lnTo>
                  <a:lnTo>
                    <a:pt x="71818" y="304482"/>
                  </a:lnTo>
                  <a:lnTo>
                    <a:pt x="76227" y="307441"/>
                  </a:lnTo>
                  <a:lnTo>
                    <a:pt x="80728" y="310258"/>
                  </a:lnTo>
                  <a:lnTo>
                    <a:pt x="85317" y="312931"/>
                  </a:lnTo>
                  <a:lnTo>
                    <a:pt x="89988" y="315457"/>
                  </a:lnTo>
                  <a:lnTo>
                    <a:pt x="94736" y="317833"/>
                  </a:lnTo>
                  <a:lnTo>
                    <a:pt x="99558" y="320057"/>
                  </a:lnTo>
                  <a:lnTo>
                    <a:pt x="104448" y="322127"/>
                  </a:lnTo>
                  <a:lnTo>
                    <a:pt x="109402" y="324040"/>
                  </a:lnTo>
                  <a:lnTo>
                    <a:pt x="114413" y="325796"/>
                  </a:lnTo>
                  <a:lnTo>
                    <a:pt x="119478" y="327391"/>
                  </a:lnTo>
                  <a:lnTo>
                    <a:pt x="124591" y="328824"/>
                  </a:lnTo>
                  <a:lnTo>
                    <a:pt x="129747" y="330095"/>
                  </a:lnTo>
                  <a:lnTo>
                    <a:pt x="134941" y="331201"/>
                  </a:lnTo>
                  <a:lnTo>
                    <a:pt x="140167" y="332141"/>
                  </a:lnTo>
                  <a:lnTo>
                    <a:pt x="145421" y="332915"/>
                  </a:lnTo>
                  <a:lnTo>
                    <a:pt x="150696" y="333522"/>
                  </a:lnTo>
                  <a:lnTo>
                    <a:pt x="155988" y="333961"/>
                  </a:lnTo>
                  <a:lnTo>
                    <a:pt x="161291" y="334231"/>
                  </a:lnTo>
                  <a:lnTo>
                    <a:pt x="166601" y="334333"/>
                  </a:lnTo>
                  <a:lnTo>
                    <a:pt x="171910" y="334267"/>
                  </a:lnTo>
                  <a:lnTo>
                    <a:pt x="177215" y="334032"/>
                  </a:lnTo>
                  <a:lnTo>
                    <a:pt x="182510" y="333628"/>
                  </a:lnTo>
                  <a:lnTo>
                    <a:pt x="187789" y="333056"/>
                  </a:lnTo>
                  <a:lnTo>
                    <a:pt x="193048" y="332317"/>
                  </a:lnTo>
                  <a:lnTo>
                    <a:pt x="198280" y="331412"/>
                  </a:lnTo>
                  <a:lnTo>
                    <a:pt x="203481" y="330340"/>
                  </a:lnTo>
                  <a:lnTo>
                    <a:pt x="208646" y="329104"/>
                  </a:lnTo>
                  <a:lnTo>
                    <a:pt x="213768" y="327705"/>
                  </a:lnTo>
                  <a:lnTo>
                    <a:pt x="218843" y="326143"/>
                  </a:lnTo>
                  <a:lnTo>
                    <a:pt x="223867" y="324421"/>
                  </a:lnTo>
                  <a:lnTo>
                    <a:pt x="228833" y="322541"/>
                  </a:lnTo>
                  <a:lnTo>
                    <a:pt x="233736" y="320504"/>
                  </a:lnTo>
                  <a:lnTo>
                    <a:pt x="238573" y="318312"/>
                  </a:lnTo>
                  <a:lnTo>
                    <a:pt x="243338" y="315967"/>
                  </a:lnTo>
                  <a:lnTo>
                    <a:pt x="248025" y="313472"/>
                  </a:lnTo>
                  <a:lnTo>
                    <a:pt x="252631" y="310830"/>
                  </a:lnTo>
                  <a:lnTo>
                    <a:pt x="257151" y="308043"/>
                  </a:lnTo>
                  <a:lnTo>
                    <a:pt x="261580" y="305113"/>
                  </a:lnTo>
                  <a:lnTo>
                    <a:pt x="265914" y="302045"/>
                  </a:lnTo>
                  <a:lnTo>
                    <a:pt x="270148" y="298840"/>
                  </a:lnTo>
                  <a:lnTo>
                    <a:pt x="274278" y="295502"/>
                  </a:lnTo>
                  <a:lnTo>
                    <a:pt x="278300" y="292035"/>
                  </a:lnTo>
                  <a:lnTo>
                    <a:pt x="282210" y="288442"/>
                  </a:lnTo>
                  <a:lnTo>
                    <a:pt x="286004" y="284727"/>
                  </a:lnTo>
                  <a:lnTo>
                    <a:pt x="289678" y="280893"/>
                  </a:lnTo>
                  <a:lnTo>
                    <a:pt x="293228" y="276944"/>
                  </a:lnTo>
                  <a:lnTo>
                    <a:pt x="296651" y="272884"/>
                  </a:lnTo>
                  <a:lnTo>
                    <a:pt x="299944" y="268718"/>
                  </a:lnTo>
                  <a:lnTo>
                    <a:pt x="303102" y="264449"/>
                  </a:lnTo>
                  <a:lnTo>
                    <a:pt x="306124" y="260082"/>
                  </a:lnTo>
                  <a:lnTo>
                    <a:pt x="309005" y="255622"/>
                  </a:lnTo>
                  <a:lnTo>
                    <a:pt x="311742" y="251072"/>
                  </a:lnTo>
                  <a:lnTo>
                    <a:pt x="314334" y="246437"/>
                  </a:lnTo>
                  <a:lnTo>
                    <a:pt x="316778" y="241723"/>
                  </a:lnTo>
                  <a:lnTo>
                    <a:pt x="319070" y="236933"/>
                  </a:lnTo>
                  <a:lnTo>
                    <a:pt x="321210" y="232073"/>
                  </a:lnTo>
                  <a:lnTo>
                    <a:pt x="323193" y="227147"/>
                  </a:lnTo>
                  <a:lnTo>
                    <a:pt x="325020" y="222161"/>
                  </a:lnTo>
                  <a:lnTo>
                    <a:pt x="326687" y="217119"/>
                  </a:lnTo>
                  <a:lnTo>
                    <a:pt x="328193" y="212027"/>
                  </a:lnTo>
                  <a:lnTo>
                    <a:pt x="329536" y="206889"/>
                  </a:lnTo>
                  <a:lnTo>
                    <a:pt x="330716" y="201712"/>
                  </a:lnTo>
                  <a:lnTo>
                    <a:pt x="331731" y="196500"/>
                  </a:lnTo>
                  <a:lnTo>
                    <a:pt x="332579" y="191258"/>
                  </a:lnTo>
                  <a:lnTo>
                    <a:pt x="333261" y="185992"/>
                  </a:lnTo>
                  <a:lnTo>
                    <a:pt x="333775" y="180706"/>
                  </a:lnTo>
                  <a:lnTo>
                    <a:pt x="334121" y="175407"/>
                  </a:lnTo>
                  <a:lnTo>
                    <a:pt x="334299" y="170100"/>
                  </a:lnTo>
                  <a:lnTo>
                    <a:pt x="334308" y="164790"/>
                  </a:lnTo>
                  <a:lnTo>
                    <a:pt x="334148" y="159482"/>
                  </a:lnTo>
                  <a:lnTo>
                    <a:pt x="333819" y="154182"/>
                  </a:lnTo>
                  <a:lnTo>
                    <a:pt x="333323" y="148895"/>
                  </a:lnTo>
                  <a:lnTo>
                    <a:pt x="332659" y="143627"/>
                  </a:lnTo>
                  <a:lnTo>
                    <a:pt x="331828" y="138382"/>
                  </a:lnTo>
                  <a:lnTo>
                    <a:pt x="330830" y="133167"/>
                  </a:lnTo>
                  <a:lnTo>
                    <a:pt x="329668" y="127985"/>
                  </a:lnTo>
                  <a:lnTo>
                    <a:pt x="328341" y="122843"/>
                  </a:lnTo>
                  <a:lnTo>
                    <a:pt x="326852" y="117746"/>
                  </a:lnTo>
                  <a:lnTo>
                    <a:pt x="325202" y="112699"/>
                  </a:lnTo>
                  <a:lnTo>
                    <a:pt x="323392" y="107707"/>
                  </a:lnTo>
                  <a:lnTo>
                    <a:pt x="321425" y="102774"/>
                  </a:lnTo>
                  <a:lnTo>
                    <a:pt x="319302" y="97907"/>
                  </a:lnTo>
                  <a:lnTo>
                    <a:pt x="317025" y="93110"/>
                  </a:lnTo>
                  <a:lnTo>
                    <a:pt x="314597" y="88387"/>
                  </a:lnTo>
                  <a:lnTo>
                    <a:pt x="312021" y="83744"/>
                  </a:lnTo>
                  <a:lnTo>
                    <a:pt x="309298" y="79185"/>
                  </a:lnTo>
                  <a:lnTo>
                    <a:pt x="306432" y="74715"/>
                  </a:lnTo>
                  <a:lnTo>
                    <a:pt x="303425" y="70338"/>
                  </a:lnTo>
                  <a:lnTo>
                    <a:pt x="300281" y="66058"/>
                  </a:lnTo>
                  <a:lnTo>
                    <a:pt x="297003" y="61881"/>
                  </a:lnTo>
                  <a:lnTo>
                    <a:pt x="293593" y="57810"/>
                  </a:lnTo>
                  <a:lnTo>
                    <a:pt x="290056" y="53850"/>
                  </a:lnTo>
                  <a:lnTo>
                    <a:pt x="286395" y="50003"/>
                  </a:lnTo>
                  <a:lnTo>
                    <a:pt x="282613" y="46275"/>
                  </a:lnTo>
                  <a:lnTo>
                    <a:pt x="278715" y="42669"/>
                  </a:lnTo>
                  <a:lnTo>
                    <a:pt x="274705" y="39189"/>
                  </a:lnTo>
                  <a:lnTo>
                    <a:pt x="270586" y="35837"/>
                  </a:lnTo>
                  <a:lnTo>
                    <a:pt x="266362" y="32619"/>
                  </a:lnTo>
                  <a:lnTo>
                    <a:pt x="262039" y="29536"/>
                  </a:lnTo>
                  <a:lnTo>
                    <a:pt x="257620" y="26591"/>
                  </a:lnTo>
                  <a:lnTo>
                    <a:pt x="253109" y="23789"/>
                  </a:lnTo>
                  <a:lnTo>
                    <a:pt x="248512" y="21132"/>
                  </a:lnTo>
                  <a:lnTo>
                    <a:pt x="243833" y="18621"/>
                  </a:lnTo>
                  <a:lnTo>
                    <a:pt x="239076" y="16261"/>
                  </a:lnTo>
                  <a:lnTo>
                    <a:pt x="234246" y="14053"/>
                  </a:lnTo>
                  <a:lnTo>
                    <a:pt x="229350" y="11999"/>
                  </a:lnTo>
                  <a:lnTo>
                    <a:pt x="224390" y="10102"/>
                  </a:lnTo>
                  <a:lnTo>
                    <a:pt x="219372" y="8364"/>
                  </a:lnTo>
                  <a:lnTo>
                    <a:pt x="214302" y="6785"/>
                  </a:lnTo>
                  <a:lnTo>
                    <a:pt x="209184" y="5369"/>
                  </a:lnTo>
                  <a:lnTo>
                    <a:pt x="204024" y="4116"/>
                  </a:lnTo>
                  <a:lnTo>
                    <a:pt x="198827" y="3027"/>
                  </a:lnTo>
                  <a:lnTo>
                    <a:pt x="193597" y="2104"/>
                  </a:lnTo>
                  <a:lnTo>
                    <a:pt x="188341" y="1347"/>
                  </a:lnTo>
                  <a:lnTo>
                    <a:pt x="183064" y="758"/>
                  </a:lnTo>
                  <a:lnTo>
                    <a:pt x="177771" y="337"/>
                  </a:lnTo>
                  <a:lnTo>
                    <a:pt x="172467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10775" y="4659281"/>
              <a:ext cx="112459" cy="167167"/>
            </a:xfrm>
            <a:custGeom>
              <a:avLst/>
              <a:pathLst>
                <a:path w="112459" h="167167">
                  <a:moveTo>
                    <a:pt x="112459" y="0"/>
                  </a:moveTo>
                  <a:lnTo>
                    <a:pt x="106853" y="94"/>
                  </a:lnTo>
                  <a:lnTo>
                    <a:pt x="101254" y="375"/>
                  </a:lnTo>
                  <a:lnTo>
                    <a:pt x="95667" y="845"/>
                  </a:lnTo>
                  <a:lnTo>
                    <a:pt x="90099" y="1502"/>
                  </a:lnTo>
                  <a:lnTo>
                    <a:pt x="84556" y="2345"/>
                  </a:lnTo>
                  <a:lnTo>
                    <a:pt x="79044" y="3373"/>
                  </a:lnTo>
                  <a:lnTo>
                    <a:pt x="73570" y="4586"/>
                  </a:lnTo>
                  <a:lnTo>
                    <a:pt x="68140" y="5981"/>
                  </a:lnTo>
                  <a:lnTo>
                    <a:pt x="62759" y="7558"/>
                  </a:lnTo>
                  <a:lnTo>
                    <a:pt x="57435" y="9315"/>
                  </a:lnTo>
                  <a:lnTo>
                    <a:pt x="52172" y="11249"/>
                  </a:lnTo>
                  <a:lnTo>
                    <a:pt x="46978" y="13358"/>
                  </a:lnTo>
                  <a:lnTo>
                    <a:pt x="41857" y="15641"/>
                  </a:lnTo>
                  <a:lnTo>
                    <a:pt x="36815" y="18093"/>
                  </a:lnTo>
                  <a:lnTo>
                    <a:pt x="31858" y="20714"/>
                  </a:lnTo>
                  <a:lnTo>
                    <a:pt x="26992" y="23499"/>
                  </a:lnTo>
                  <a:lnTo>
                    <a:pt x="22223" y="26446"/>
                  </a:lnTo>
                  <a:lnTo>
                    <a:pt x="17554" y="29551"/>
                  </a:lnTo>
                  <a:lnTo>
                    <a:pt x="12993" y="32811"/>
                  </a:lnTo>
                  <a:lnTo>
                    <a:pt x="8543" y="36223"/>
                  </a:lnTo>
                  <a:lnTo>
                    <a:pt x="4210" y="39781"/>
                  </a:lnTo>
                  <a:lnTo>
                    <a:pt x="0" y="43483"/>
                  </a:lnTo>
                  <a:lnTo>
                    <a:pt x="1124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10775" y="4702765"/>
              <a:ext cx="112459" cy="123684"/>
            </a:xfrm>
            <a:custGeom>
              <a:avLst/>
              <a:pathLst>
                <a:path w="112459" h="123684">
                  <a:moveTo>
                    <a:pt x="0" y="0"/>
                  </a:moveTo>
                  <a:lnTo>
                    <a:pt x="112459" y="1236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0775" y="4702765"/>
              <a:ext cx="112459" cy="123684"/>
            </a:xfrm>
            <a:custGeom>
              <a:avLst/>
              <a:pathLst>
                <a:path w="112459" h="123684">
                  <a:moveTo>
                    <a:pt x="0" y="0"/>
                  </a:moveTo>
                  <a:lnTo>
                    <a:pt x="112459" y="1236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76" y="4702765"/>
              <a:ext cx="334313" cy="290851"/>
            </a:xfrm>
            <a:custGeom>
              <a:avLst/>
              <a:pathLst>
                <a:path w="334313" h="290851">
                  <a:moveTo>
                    <a:pt x="54699" y="0"/>
                  </a:moveTo>
                  <a:lnTo>
                    <a:pt x="50842" y="3619"/>
                  </a:lnTo>
                  <a:lnTo>
                    <a:pt x="47102" y="7359"/>
                  </a:lnTo>
                  <a:lnTo>
                    <a:pt x="43482" y="11216"/>
                  </a:lnTo>
                  <a:lnTo>
                    <a:pt x="39985" y="15185"/>
                  </a:lnTo>
                  <a:lnTo>
                    <a:pt x="36616" y="19262"/>
                  </a:lnTo>
                  <a:lnTo>
                    <a:pt x="33378" y="23445"/>
                  </a:lnTo>
                  <a:lnTo>
                    <a:pt x="30274" y="27727"/>
                  </a:lnTo>
                  <a:lnTo>
                    <a:pt x="27307" y="32106"/>
                  </a:lnTo>
                  <a:lnTo>
                    <a:pt x="24479" y="36576"/>
                  </a:lnTo>
                  <a:lnTo>
                    <a:pt x="21795" y="41134"/>
                  </a:lnTo>
                  <a:lnTo>
                    <a:pt x="19256" y="45774"/>
                  </a:lnTo>
                  <a:lnTo>
                    <a:pt x="16865" y="50492"/>
                  </a:lnTo>
                  <a:lnTo>
                    <a:pt x="14625" y="55284"/>
                  </a:lnTo>
                  <a:lnTo>
                    <a:pt x="12537" y="60144"/>
                  </a:lnTo>
                  <a:lnTo>
                    <a:pt x="10605" y="65067"/>
                  </a:lnTo>
                  <a:lnTo>
                    <a:pt x="8829" y="70049"/>
                  </a:lnTo>
                  <a:lnTo>
                    <a:pt x="7211" y="75085"/>
                  </a:lnTo>
                  <a:lnTo>
                    <a:pt x="5753" y="80170"/>
                  </a:lnTo>
                  <a:lnTo>
                    <a:pt x="4458" y="85298"/>
                  </a:lnTo>
                  <a:lnTo>
                    <a:pt x="3325" y="90465"/>
                  </a:lnTo>
                  <a:lnTo>
                    <a:pt x="2356" y="95664"/>
                  </a:lnTo>
                  <a:lnTo>
                    <a:pt x="1552" y="100892"/>
                  </a:lnTo>
                  <a:lnTo>
                    <a:pt x="914" y="106143"/>
                  </a:lnTo>
                  <a:lnTo>
                    <a:pt x="442" y="111411"/>
                  </a:lnTo>
                  <a:lnTo>
                    <a:pt x="137" y="116692"/>
                  </a:lnTo>
                  <a:lnTo>
                    <a:pt x="0" y="121979"/>
                  </a:lnTo>
                  <a:lnTo>
                    <a:pt x="29" y="127269"/>
                  </a:lnTo>
                  <a:lnTo>
                    <a:pt x="226" y="132554"/>
                  </a:lnTo>
                  <a:lnTo>
                    <a:pt x="591" y="137831"/>
                  </a:lnTo>
                  <a:lnTo>
                    <a:pt x="1121" y="143094"/>
                  </a:lnTo>
                  <a:lnTo>
                    <a:pt x="1819" y="148337"/>
                  </a:lnTo>
                  <a:lnTo>
                    <a:pt x="2681" y="153555"/>
                  </a:lnTo>
                  <a:lnTo>
                    <a:pt x="3709" y="158744"/>
                  </a:lnTo>
                  <a:lnTo>
                    <a:pt x="4900" y="163897"/>
                  </a:lnTo>
                  <a:lnTo>
                    <a:pt x="6253" y="169011"/>
                  </a:lnTo>
                  <a:lnTo>
                    <a:pt x="7768" y="174079"/>
                  </a:lnTo>
                  <a:lnTo>
                    <a:pt x="9442" y="179096"/>
                  </a:lnTo>
                  <a:lnTo>
                    <a:pt x="11274" y="184058"/>
                  </a:lnTo>
                  <a:lnTo>
                    <a:pt x="13262" y="188959"/>
                  </a:lnTo>
                  <a:lnTo>
                    <a:pt x="15404" y="193795"/>
                  </a:lnTo>
                  <a:lnTo>
                    <a:pt x="17698" y="198561"/>
                  </a:lnTo>
                  <a:lnTo>
                    <a:pt x="20142" y="203252"/>
                  </a:lnTo>
                  <a:lnTo>
                    <a:pt x="22733" y="207864"/>
                  </a:lnTo>
                  <a:lnTo>
                    <a:pt x="25468" y="212391"/>
                  </a:lnTo>
                  <a:lnTo>
                    <a:pt x="28346" y="216829"/>
                  </a:lnTo>
                  <a:lnTo>
                    <a:pt x="31362" y="221174"/>
                  </a:lnTo>
                  <a:lnTo>
                    <a:pt x="34514" y="225421"/>
                  </a:lnTo>
                  <a:lnTo>
                    <a:pt x="37799" y="229567"/>
                  </a:lnTo>
                  <a:lnTo>
                    <a:pt x="41214" y="233606"/>
                  </a:lnTo>
                  <a:lnTo>
                    <a:pt x="44755" y="237536"/>
                  </a:lnTo>
                  <a:lnTo>
                    <a:pt x="48418" y="241351"/>
                  </a:lnTo>
                  <a:lnTo>
                    <a:pt x="52200" y="245049"/>
                  </a:lnTo>
                  <a:lnTo>
                    <a:pt x="56097" y="248625"/>
                  </a:lnTo>
                  <a:lnTo>
                    <a:pt x="60106" y="252076"/>
                  </a:lnTo>
                  <a:lnTo>
                    <a:pt x="64221" y="255399"/>
                  </a:lnTo>
                  <a:lnTo>
                    <a:pt x="68440" y="258590"/>
                  </a:lnTo>
                  <a:lnTo>
                    <a:pt x="72757" y="261645"/>
                  </a:lnTo>
                  <a:lnTo>
                    <a:pt x="77169" y="264563"/>
                  </a:lnTo>
                  <a:lnTo>
                    <a:pt x="81671" y="267339"/>
                  </a:lnTo>
                  <a:lnTo>
                    <a:pt x="86259" y="269972"/>
                  </a:lnTo>
                  <a:lnTo>
                    <a:pt x="90927" y="272458"/>
                  </a:lnTo>
                  <a:lnTo>
                    <a:pt x="95672" y="274795"/>
                  </a:lnTo>
                  <a:lnTo>
                    <a:pt x="100489" y="276981"/>
                  </a:lnTo>
                  <a:lnTo>
                    <a:pt x="105372" y="279014"/>
                  </a:lnTo>
                  <a:lnTo>
                    <a:pt x="110317" y="280891"/>
                  </a:lnTo>
                  <a:lnTo>
                    <a:pt x="115319" y="282610"/>
                  </a:lnTo>
                  <a:lnTo>
                    <a:pt x="120373" y="284171"/>
                  </a:lnTo>
                  <a:lnTo>
                    <a:pt x="125474" y="285571"/>
                  </a:lnTo>
                  <a:lnTo>
                    <a:pt x="130616" y="286808"/>
                  </a:lnTo>
                  <a:lnTo>
                    <a:pt x="135795" y="287883"/>
                  </a:lnTo>
                  <a:lnTo>
                    <a:pt x="141006" y="288793"/>
                  </a:lnTo>
                  <a:lnTo>
                    <a:pt x="146242" y="289537"/>
                  </a:lnTo>
                  <a:lnTo>
                    <a:pt x="151500" y="290116"/>
                  </a:lnTo>
                  <a:lnTo>
                    <a:pt x="156773" y="290528"/>
                  </a:lnTo>
                  <a:lnTo>
                    <a:pt x="162057" y="290773"/>
                  </a:lnTo>
                  <a:lnTo>
                    <a:pt x="167346" y="290851"/>
                  </a:lnTo>
                  <a:lnTo>
                    <a:pt x="172634" y="290761"/>
                  </a:lnTo>
                  <a:lnTo>
                    <a:pt x="177917" y="290505"/>
                  </a:lnTo>
                  <a:lnTo>
                    <a:pt x="183190" y="290081"/>
                  </a:lnTo>
                  <a:lnTo>
                    <a:pt x="188446" y="289490"/>
                  </a:lnTo>
                  <a:lnTo>
                    <a:pt x="193681" y="288734"/>
                  </a:lnTo>
                  <a:lnTo>
                    <a:pt x="198889" y="287812"/>
                  </a:lnTo>
                  <a:lnTo>
                    <a:pt x="204066" y="286726"/>
                  </a:lnTo>
                  <a:lnTo>
                    <a:pt x="209206" y="285477"/>
                  </a:lnTo>
                  <a:lnTo>
                    <a:pt x="214303" y="284065"/>
                  </a:lnTo>
                  <a:lnTo>
                    <a:pt x="219354" y="282494"/>
                  </a:lnTo>
                  <a:lnTo>
                    <a:pt x="224352" y="280763"/>
                  </a:lnTo>
                  <a:lnTo>
                    <a:pt x="229293" y="278875"/>
                  </a:lnTo>
                  <a:lnTo>
                    <a:pt x="234171" y="276831"/>
                  </a:lnTo>
                  <a:lnTo>
                    <a:pt x="238983" y="274635"/>
                  </a:lnTo>
                  <a:lnTo>
                    <a:pt x="243723" y="272287"/>
                  </a:lnTo>
                  <a:lnTo>
                    <a:pt x="248386" y="269790"/>
                  </a:lnTo>
                  <a:lnTo>
                    <a:pt x="252967" y="267147"/>
                  </a:lnTo>
                  <a:lnTo>
                    <a:pt x="257463" y="264361"/>
                  </a:lnTo>
                  <a:lnTo>
                    <a:pt x="261869" y="261433"/>
                  </a:lnTo>
                  <a:lnTo>
                    <a:pt x="266179" y="258368"/>
                  </a:lnTo>
                  <a:lnTo>
                    <a:pt x="270391" y="255168"/>
                  </a:lnTo>
                  <a:lnTo>
                    <a:pt x="274499" y="251836"/>
                  </a:lnTo>
                  <a:lnTo>
                    <a:pt x="278499" y="248376"/>
                  </a:lnTo>
                  <a:lnTo>
                    <a:pt x="282388" y="244791"/>
                  </a:lnTo>
                  <a:lnTo>
                    <a:pt x="286162" y="241085"/>
                  </a:lnTo>
                  <a:lnTo>
                    <a:pt x="289817" y="237261"/>
                  </a:lnTo>
                  <a:lnTo>
                    <a:pt x="293349" y="233324"/>
                  </a:lnTo>
                  <a:lnTo>
                    <a:pt x="296754" y="229276"/>
                  </a:lnTo>
                  <a:lnTo>
                    <a:pt x="300030" y="225124"/>
                  </a:lnTo>
                  <a:lnTo>
                    <a:pt x="303173" y="220869"/>
                  </a:lnTo>
                  <a:lnTo>
                    <a:pt x="306179" y="216517"/>
                  </a:lnTo>
                  <a:lnTo>
                    <a:pt x="309047" y="212073"/>
                  </a:lnTo>
                  <a:lnTo>
                    <a:pt x="311772" y="207540"/>
                  </a:lnTo>
                  <a:lnTo>
                    <a:pt x="314353" y="202922"/>
                  </a:lnTo>
                  <a:lnTo>
                    <a:pt x="316786" y="198226"/>
                  </a:lnTo>
                  <a:lnTo>
                    <a:pt x="319069" y="193455"/>
                  </a:lnTo>
                  <a:lnTo>
                    <a:pt x="321200" y="188614"/>
                  </a:lnTo>
                  <a:lnTo>
                    <a:pt x="323178" y="183708"/>
                  </a:lnTo>
                  <a:lnTo>
                    <a:pt x="324998" y="178742"/>
                  </a:lnTo>
                  <a:lnTo>
                    <a:pt x="326661" y="173721"/>
                  </a:lnTo>
                  <a:lnTo>
                    <a:pt x="328165" y="168650"/>
                  </a:lnTo>
                  <a:lnTo>
                    <a:pt x="329507" y="163533"/>
                  </a:lnTo>
                  <a:lnTo>
                    <a:pt x="330686" y="158377"/>
                  </a:lnTo>
                  <a:lnTo>
                    <a:pt x="331702" y="153186"/>
                  </a:lnTo>
                  <a:lnTo>
                    <a:pt x="332553" y="147966"/>
                  </a:lnTo>
                  <a:lnTo>
                    <a:pt x="333238" y="142721"/>
                  </a:lnTo>
                  <a:lnTo>
                    <a:pt x="333757" y="137457"/>
                  </a:lnTo>
                  <a:lnTo>
                    <a:pt x="334110" y="132180"/>
                  </a:lnTo>
                  <a:lnTo>
                    <a:pt x="334295" y="126894"/>
                  </a:lnTo>
                  <a:lnTo>
                    <a:pt x="334313" y="121604"/>
                  </a:lnTo>
                  <a:lnTo>
                    <a:pt x="334163" y="116317"/>
                  </a:lnTo>
                  <a:lnTo>
                    <a:pt x="333847" y="111037"/>
                  </a:lnTo>
                  <a:lnTo>
                    <a:pt x="333363" y="105770"/>
                  </a:lnTo>
                  <a:lnTo>
                    <a:pt x="332713" y="100521"/>
                  </a:lnTo>
                  <a:lnTo>
                    <a:pt x="331898" y="95295"/>
                  </a:lnTo>
                  <a:lnTo>
                    <a:pt x="330917" y="90097"/>
                  </a:lnTo>
                  <a:lnTo>
                    <a:pt x="329772" y="84933"/>
                  </a:lnTo>
                  <a:lnTo>
                    <a:pt x="328465" y="79808"/>
                  </a:lnTo>
                  <a:lnTo>
                    <a:pt x="326996" y="74727"/>
                  </a:lnTo>
                  <a:lnTo>
                    <a:pt x="325367" y="69694"/>
                  </a:lnTo>
                  <a:lnTo>
                    <a:pt x="323580" y="64716"/>
                  </a:lnTo>
                  <a:lnTo>
                    <a:pt x="321636" y="59797"/>
                  </a:lnTo>
                  <a:lnTo>
                    <a:pt x="319538" y="54942"/>
                  </a:lnTo>
                  <a:lnTo>
                    <a:pt x="317287" y="50155"/>
                  </a:lnTo>
                  <a:lnTo>
                    <a:pt x="167158" y="1236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50128" cy="167167"/>
            </a:xfrm>
            <a:custGeom>
              <a:avLst/>
              <a:pathLst>
                <a:path w="150128" h="167167">
                  <a:moveTo>
                    <a:pt x="150128" y="93639"/>
                  </a:moveTo>
                  <a:lnTo>
                    <a:pt x="147635" y="88754"/>
                  </a:lnTo>
                  <a:lnTo>
                    <a:pt x="144984" y="83954"/>
                  </a:lnTo>
                  <a:lnTo>
                    <a:pt x="142177" y="79243"/>
                  </a:lnTo>
                  <a:lnTo>
                    <a:pt x="139217" y="74627"/>
                  </a:lnTo>
                  <a:lnTo>
                    <a:pt x="136106" y="70111"/>
                  </a:lnTo>
                  <a:lnTo>
                    <a:pt x="132850" y="65699"/>
                  </a:lnTo>
                  <a:lnTo>
                    <a:pt x="129450" y="61396"/>
                  </a:lnTo>
                  <a:lnTo>
                    <a:pt x="125911" y="57207"/>
                  </a:lnTo>
                  <a:lnTo>
                    <a:pt x="122237" y="53137"/>
                  </a:lnTo>
                  <a:lnTo>
                    <a:pt x="118431" y="49189"/>
                  </a:lnTo>
                  <a:lnTo>
                    <a:pt x="114498" y="45368"/>
                  </a:lnTo>
                  <a:lnTo>
                    <a:pt x="110442" y="41678"/>
                  </a:lnTo>
                  <a:lnTo>
                    <a:pt x="106266" y="38123"/>
                  </a:lnTo>
                  <a:lnTo>
                    <a:pt x="101977" y="34707"/>
                  </a:lnTo>
                  <a:lnTo>
                    <a:pt x="97577" y="31434"/>
                  </a:lnTo>
                  <a:lnTo>
                    <a:pt x="93073" y="28306"/>
                  </a:lnTo>
                  <a:lnTo>
                    <a:pt x="88468" y="25328"/>
                  </a:lnTo>
                  <a:lnTo>
                    <a:pt x="83768" y="22503"/>
                  </a:lnTo>
                  <a:lnTo>
                    <a:pt x="78978" y="19833"/>
                  </a:lnTo>
                  <a:lnTo>
                    <a:pt x="74104" y="17322"/>
                  </a:lnTo>
                  <a:lnTo>
                    <a:pt x="69149" y="14972"/>
                  </a:lnTo>
                  <a:lnTo>
                    <a:pt x="64120" y="12786"/>
                  </a:lnTo>
                  <a:lnTo>
                    <a:pt x="59022" y="10766"/>
                  </a:lnTo>
                  <a:lnTo>
                    <a:pt x="53860" y="8914"/>
                  </a:lnTo>
                  <a:lnTo>
                    <a:pt x="48641" y="7233"/>
                  </a:lnTo>
                  <a:lnTo>
                    <a:pt x="43369" y="5723"/>
                  </a:lnTo>
                  <a:lnTo>
                    <a:pt x="38050" y="4388"/>
                  </a:lnTo>
                  <a:lnTo>
                    <a:pt x="32691" y="3227"/>
                  </a:lnTo>
                  <a:lnTo>
                    <a:pt x="27296" y="2243"/>
                  </a:lnTo>
                  <a:lnTo>
                    <a:pt x="21872" y="1437"/>
                  </a:lnTo>
                  <a:lnTo>
                    <a:pt x="16425" y="808"/>
                  </a:lnTo>
                  <a:lnTo>
                    <a:pt x="10959" y="359"/>
                  </a:lnTo>
                  <a:lnTo>
                    <a:pt x="548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61632" y="4213821"/>
              <a:ext cx="66839" cy="167167"/>
            </a:xfrm>
            <a:custGeom>
              <a:avLst/>
              <a:pathLst>
                <a:path w="66839" h="167167">
                  <a:moveTo>
                    <a:pt x="66839" y="0"/>
                  </a:moveTo>
                  <a:lnTo>
                    <a:pt x="61110" y="98"/>
                  </a:lnTo>
                  <a:lnTo>
                    <a:pt x="55388" y="392"/>
                  </a:lnTo>
                  <a:lnTo>
                    <a:pt x="49679" y="883"/>
                  </a:lnTo>
                  <a:lnTo>
                    <a:pt x="43990" y="1568"/>
                  </a:lnTo>
                  <a:lnTo>
                    <a:pt x="38328" y="2449"/>
                  </a:lnTo>
                  <a:lnTo>
                    <a:pt x="32700" y="3523"/>
                  </a:lnTo>
                  <a:lnTo>
                    <a:pt x="27112" y="4789"/>
                  </a:lnTo>
                  <a:lnTo>
                    <a:pt x="21570" y="6246"/>
                  </a:lnTo>
                  <a:lnTo>
                    <a:pt x="16082" y="7892"/>
                  </a:lnTo>
                  <a:lnTo>
                    <a:pt x="10653" y="9725"/>
                  </a:lnTo>
                  <a:lnTo>
                    <a:pt x="5290" y="11743"/>
                  </a:lnTo>
                  <a:lnTo>
                    <a:pt x="0" y="13944"/>
                  </a:lnTo>
                  <a:lnTo>
                    <a:pt x="6683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61632" y="4227765"/>
              <a:ext cx="66839" cy="153223"/>
            </a:xfrm>
            <a:custGeom>
              <a:avLst/>
              <a:pathLst>
                <a:path w="66839" h="153223">
                  <a:moveTo>
                    <a:pt x="0" y="0"/>
                  </a:moveTo>
                  <a:lnTo>
                    <a:pt x="66839" y="1532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04" y="4227765"/>
              <a:ext cx="167167" cy="317517"/>
            </a:xfrm>
            <a:custGeom>
              <a:avLst/>
              <a:pathLst>
                <a:path w="167167" h="317517">
                  <a:moveTo>
                    <a:pt x="100327" y="0"/>
                  </a:moveTo>
                  <a:lnTo>
                    <a:pt x="95427" y="2231"/>
                  </a:lnTo>
                  <a:lnTo>
                    <a:pt x="90602" y="4620"/>
                  </a:lnTo>
                  <a:lnTo>
                    <a:pt x="85856" y="7163"/>
                  </a:lnTo>
                  <a:lnTo>
                    <a:pt x="81195" y="9857"/>
                  </a:lnTo>
                  <a:lnTo>
                    <a:pt x="76622" y="12700"/>
                  </a:lnTo>
                  <a:lnTo>
                    <a:pt x="72144" y="15689"/>
                  </a:lnTo>
                  <a:lnTo>
                    <a:pt x="67764" y="18821"/>
                  </a:lnTo>
                  <a:lnTo>
                    <a:pt x="63487" y="22091"/>
                  </a:lnTo>
                  <a:lnTo>
                    <a:pt x="59318" y="25498"/>
                  </a:lnTo>
                  <a:lnTo>
                    <a:pt x="55261" y="29038"/>
                  </a:lnTo>
                  <a:lnTo>
                    <a:pt x="51319" y="32706"/>
                  </a:lnTo>
                  <a:lnTo>
                    <a:pt x="47498" y="36499"/>
                  </a:lnTo>
                  <a:lnTo>
                    <a:pt x="43801" y="40414"/>
                  </a:lnTo>
                  <a:lnTo>
                    <a:pt x="40232" y="44445"/>
                  </a:lnTo>
                  <a:lnTo>
                    <a:pt x="36795" y="48589"/>
                  </a:lnTo>
                  <a:lnTo>
                    <a:pt x="33493" y="52842"/>
                  </a:lnTo>
                  <a:lnTo>
                    <a:pt x="30330" y="57199"/>
                  </a:lnTo>
                  <a:lnTo>
                    <a:pt x="27308" y="61656"/>
                  </a:lnTo>
                  <a:lnTo>
                    <a:pt x="24432" y="66207"/>
                  </a:lnTo>
                  <a:lnTo>
                    <a:pt x="21704" y="70849"/>
                  </a:lnTo>
                  <a:lnTo>
                    <a:pt x="19127" y="75576"/>
                  </a:lnTo>
                  <a:lnTo>
                    <a:pt x="16703" y="80384"/>
                  </a:lnTo>
                  <a:lnTo>
                    <a:pt x="14435" y="85267"/>
                  </a:lnTo>
                  <a:lnTo>
                    <a:pt x="12326" y="90221"/>
                  </a:lnTo>
                  <a:lnTo>
                    <a:pt x="10377" y="95240"/>
                  </a:lnTo>
                  <a:lnTo>
                    <a:pt x="8591" y="100320"/>
                  </a:lnTo>
                  <a:lnTo>
                    <a:pt x="6970" y="105454"/>
                  </a:lnTo>
                  <a:lnTo>
                    <a:pt x="5515" y="110638"/>
                  </a:lnTo>
                  <a:lnTo>
                    <a:pt x="4227" y="115866"/>
                  </a:lnTo>
                  <a:lnTo>
                    <a:pt x="3109" y="121132"/>
                  </a:lnTo>
                  <a:lnTo>
                    <a:pt x="2160" y="126432"/>
                  </a:lnTo>
                  <a:lnTo>
                    <a:pt x="1383" y="131760"/>
                  </a:lnTo>
                  <a:lnTo>
                    <a:pt x="778" y="137110"/>
                  </a:lnTo>
                  <a:lnTo>
                    <a:pt x="345" y="142477"/>
                  </a:lnTo>
                  <a:lnTo>
                    <a:pt x="86" y="147855"/>
                  </a:lnTo>
                  <a:lnTo>
                    <a:pt x="0" y="153238"/>
                  </a:lnTo>
                  <a:lnTo>
                    <a:pt x="87" y="158622"/>
                  </a:lnTo>
                  <a:lnTo>
                    <a:pt x="347" y="164000"/>
                  </a:lnTo>
                  <a:lnTo>
                    <a:pt x="781" y="169366"/>
                  </a:lnTo>
                  <a:lnTo>
                    <a:pt x="1387" y="174716"/>
                  </a:lnTo>
                  <a:lnTo>
                    <a:pt x="2165" y="180044"/>
                  </a:lnTo>
                  <a:lnTo>
                    <a:pt x="3115" y="185344"/>
                  </a:lnTo>
                  <a:lnTo>
                    <a:pt x="4234" y="190610"/>
                  </a:lnTo>
                  <a:lnTo>
                    <a:pt x="5523" y="195838"/>
                  </a:lnTo>
                  <a:lnTo>
                    <a:pt x="6979" y="201022"/>
                  </a:lnTo>
                  <a:lnTo>
                    <a:pt x="8601" y="206156"/>
                  </a:lnTo>
                  <a:lnTo>
                    <a:pt x="10388" y="211235"/>
                  </a:lnTo>
                  <a:lnTo>
                    <a:pt x="12338" y="216253"/>
                  </a:lnTo>
                  <a:lnTo>
                    <a:pt x="14448" y="221207"/>
                  </a:lnTo>
                  <a:lnTo>
                    <a:pt x="16716" y="226090"/>
                  </a:lnTo>
                  <a:lnTo>
                    <a:pt x="19141" y="230897"/>
                  </a:lnTo>
                  <a:lnTo>
                    <a:pt x="21719" y="235624"/>
                  </a:lnTo>
                  <a:lnTo>
                    <a:pt x="24448" y="240265"/>
                  </a:lnTo>
                  <a:lnTo>
                    <a:pt x="27326" y="244816"/>
                  </a:lnTo>
                  <a:lnTo>
                    <a:pt x="30348" y="249272"/>
                  </a:lnTo>
                  <a:lnTo>
                    <a:pt x="33512" y="253628"/>
                  </a:lnTo>
                  <a:lnTo>
                    <a:pt x="36815" y="257881"/>
                  </a:lnTo>
                  <a:lnTo>
                    <a:pt x="40253" y="262024"/>
                  </a:lnTo>
                  <a:lnTo>
                    <a:pt x="43822" y="266055"/>
                  </a:lnTo>
                  <a:lnTo>
                    <a:pt x="47520" y="269969"/>
                  </a:lnTo>
                  <a:lnTo>
                    <a:pt x="51342" y="273761"/>
                  </a:lnTo>
                  <a:lnTo>
                    <a:pt x="55284" y="277429"/>
                  </a:lnTo>
                  <a:lnTo>
                    <a:pt x="59342" y="280967"/>
                  </a:lnTo>
                  <a:lnTo>
                    <a:pt x="63512" y="284374"/>
                  </a:lnTo>
                  <a:lnTo>
                    <a:pt x="67789" y="287644"/>
                  </a:lnTo>
                  <a:lnTo>
                    <a:pt x="72169" y="290774"/>
                  </a:lnTo>
                  <a:lnTo>
                    <a:pt x="76648" y="293762"/>
                  </a:lnTo>
                  <a:lnTo>
                    <a:pt x="81221" y="296605"/>
                  </a:lnTo>
                  <a:lnTo>
                    <a:pt x="85883" y="299298"/>
                  </a:lnTo>
                  <a:lnTo>
                    <a:pt x="90630" y="301840"/>
                  </a:lnTo>
                  <a:lnTo>
                    <a:pt x="95456" y="304228"/>
                  </a:lnTo>
                  <a:lnTo>
                    <a:pt x="100356" y="306459"/>
                  </a:lnTo>
                  <a:lnTo>
                    <a:pt x="105325" y="308531"/>
                  </a:lnTo>
                  <a:lnTo>
                    <a:pt x="110359" y="310442"/>
                  </a:lnTo>
                  <a:lnTo>
                    <a:pt x="115451" y="312190"/>
                  </a:lnTo>
                  <a:lnTo>
                    <a:pt x="120598" y="313773"/>
                  </a:lnTo>
                  <a:lnTo>
                    <a:pt x="125792" y="315189"/>
                  </a:lnTo>
                  <a:lnTo>
                    <a:pt x="131030" y="316438"/>
                  </a:lnTo>
                  <a:lnTo>
                    <a:pt x="136304" y="317517"/>
                  </a:lnTo>
                  <a:lnTo>
                    <a:pt x="167167" y="1532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97609" y="4213821"/>
              <a:ext cx="198029" cy="334331"/>
            </a:xfrm>
            <a:custGeom>
              <a:avLst/>
              <a:pathLst>
                <a:path w="198029" h="334331">
                  <a:moveTo>
                    <a:pt x="0" y="331461"/>
                  </a:moveTo>
                  <a:lnTo>
                    <a:pt x="5271" y="332364"/>
                  </a:lnTo>
                  <a:lnTo>
                    <a:pt x="10568" y="333098"/>
                  </a:lnTo>
                  <a:lnTo>
                    <a:pt x="15886" y="333662"/>
                  </a:lnTo>
                  <a:lnTo>
                    <a:pt x="21220" y="334056"/>
                  </a:lnTo>
                  <a:lnTo>
                    <a:pt x="26563" y="334279"/>
                  </a:lnTo>
                  <a:lnTo>
                    <a:pt x="31911" y="334331"/>
                  </a:lnTo>
                  <a:lnTo>
                    <a:pt x="37257" y="334212"/>
                  </a:lnTo>
                  <a:lnTo>
                    <a:pt x="42597" y="333922"/>
                  </a:lnTo>
                  <a:lnTo>
                    <a:pt x="47925" y="333461"/>
                  </a:lnTo>
                  <a:lnTo>
                    <a:pt x="53236" y="332830"/>
                  </a:lnTo>
                  <a:lnTo>
                    <a:pt x="58524" y="332030"/>
                  </a:lnTo>
                  <a:lnTo>
                    <a:pt x="63783" y="331061"/>
                  </a:lnTo>
                  <a:lnTo>
                    <a:pt x="69009" y="329924"/>
                  </a:lnTo>
                  <a:lnTo>
                    <a:pt x="74196" y="328620"/>
                  </a:lnTo>
                  <a:lnTo>
                    <a:pt x="79338" y="327151"/>
                  </a:lnTo>
                  <a:lnTo>
                    <a:pt x="84431" y="325519"/>
                  </a:lnTo>
                  <a:lnTo>
                    <a:pt x="89469" y="323724"/>
                  </a:lnTo>
                  <a:lnTo>
                    <a:pt x="94446" y="321770"/>
                  </a:lnTo>
                  <a:lnTo>
                    <a:pt x="99359" y="319657"/>
                  </a:lnTo>
                  <a:lnTo>
                    <a:pt x="104202" y="317387"/>
                  </a:lnTo>
                  <a:lnTo>
                    <a:pt x="108970" y="314965"/>
                  </a:lnTo>
                  <a:lnTo>
                    <a:pt x="113657" y="312390"/>
                  </a:lnTo>
                  <a:lnTo>
                    <a:pt x="118260" y="309668"/>
                  </a:lnTo>
                  <a:lnTo>
                    <a:pt x="122774" y="306799"/>
                  </a:lnTo>
                  <a:lnTo>
                    <a:pt x="127193" y="303788"/>
                  </a:lnTo>
                  <a:lnTo>
                    <a:pt x="131514" y="300636"/>
                  </a:lnTo>
                  <a:lnTo>
                    <a:pt x="135732" y="297348"/>
                  </a:lnTo>
                  <a:lnTo>
                    <a:pt x="139843" y="293927"/>
                  </a:lnTo>
                  <a:lnTo>
                    <a:pt x="143842" y="290376"/>
                  </a:lnTo>
                  <a:lnTo>
                    <a:pt x="147725" y="286699"/>
                  </a:lnTo>
                  <a:lnTo>
                    <a:pt x="151489" y="282900"/>
                  </a:lnTo>
                  <a:lnTo>
                    <a:pt x="155129" y="278982"/>
                  </a:lnTo>
                  <a:lnTo>
                    <a:pt x="158642" y="274950"/>
                  </a:lnTo>
                  <a:lnTo>
                    <a:pt x="162024" y="270807"/>
                  </a:lnTo>
                  <a:lnTo>
                    <a:pt x="165273" y="266559"/>
                  </a:lnTo>
                  <a:lnTo>
                    <a:pt x="168383" y="262209"/>
                  </a:lnTo>
                  <a:lnTo>
                    <a:pt x="171353" y="257761"/>
                  </a:lnTo>
                  <a:lnTo>
                    <a:pt x="174179" y="253221"/>
                  </a:lnTo>
                  <a:lnTo>
                    <a:pt x="176858" y="248592"/>
                  </a:lnTo>
                  <a:lnTo>
                    <a:pt x="179388" y="243880"/>
                  </a:lnTo>
                  <a:lnTo>
                    <a:pt x="181766" y="239090"/>
                  </a:lnTo>
                  <a:lnTo>
                    <a:pt x="183989" y="234226"/>
                  </a:lnTo>
                  <a:lnTo>
                    <a:pt x="186056" y="229294"/>
                  </a:lnTo>
                  <a:lnTo>
                    <a:pt x="187964" y="224298"/>
                  </a:lnTo>
                  <a:lnTo>
                    <a:pt x="189711" y="219243"/>
                  </a:lnTo>
                  <a:lnTo>
                    <a:pt x="191295" y="214135"/>
                  </a:lnTo>
                  <a:lnTo>
                    <a:pt x="192716" y="208979"/>
                  </a:lnTo>
                  <a:lnTo>
                    <a:pt x="193970" y="203781"/>
                  </a:lnTo>
                  <a:lnTo>
                    <a:pt x="195058" y="198545"/>
                  </a:lnTo>
                  <a:lnTo>
                    <a:pt x="195978" y="193276"/>
                  </a:lnTo>
                  <a:lnTo>
                    <a:pt x="196729" y="187981"/>
                  </a:lnTo>
                  <a:lnTo>
                    <a:pt x="197309" y="182665"/>
                  </a:lnTo>
                  <a:lnTo>
                    <a:pt x="197720" y="177333"/>
                  </a:lnTo>
                  <a:lnTo>
                    <a:pt x="197960" y="171990"/>
                  </a:lnTo>
                  <a:lnTo>
                    <a:pt x="198029" y="166643"/>
                  </a:lnTo>
                  <a:lnTo>
                    <a:pt x="197926" y="161296"/>
                  </a:lnTo>
                  <a:lnTo>
                    <a:pt x="197653" y="155955"/>
                  </a:lnTo>
                  <a:lnTo>
                    <a:pt x="197209" y="150625"/>
                  </a:lnTo>
                  <a:lnTo>
                    <a:pt x="196595" y="145313"/>
                  </a:lnTo>
                  <a:lnTo>
                    <a:pt x="195811" y="140022"/>
                  </a:lnTo>
                  <a:lnTo>
                    <a:pt x="194858" y="134760"/>
                  </a:lnTo>
                  <a:lnTo>
                    <a:pt x="193738" y="129531"/>
                  </a:lnTo>
                  <a:lnTo>
                    <a:pt x="192450" y="124340"/>
                  </a:lnTo>
                  <a:lnTo>
                    <a:pt x="190998" y="119193"/>
                  </a:lnTo>
                  <a:lnTo>
                    <a:pt x="189381" y="114095"/>
                  </a:lnTo>
                  <a:lnTo>
                    <a:pt x="187602" y="109052"/>
                  </a:lnTo>
                  <a:lnTo>
                    <a:pt x="185663" y="104068"/>
                  </a:lnTo>
                  <a:lnTo>
                    <a:pt x="183566" y="99148"/>
                  </a:lnTo>
                  <a:lnTo>
                    <a:pt x="181312" y="94298"/>
                  </a:lnTo>
                  <a:lnTo>
                    <a:pt x="178904" y="89523"/>
                  </a:lnTo>
                  <a:lnTo>
                    <a:pt x="176344" y="84827"/>
                  </a:lnTo>
                  <a:lnTo>
                    <a:pt x="173636" y="80216"/>
                  </a:lnTo>
                  <a:lnTo>
                    <a:pt x="170782" y="75693"/>
                  </a:lnTo>
                  <a:lnTo>
                    <a:pt x="167784" y="71265"/>
                  </a:lnTo>
                  <a:lnTo>
                    <a:pt x="164646" y="66934"/>
                  </a:lnTo>
                  <a:lnTo>
                    <a:pt x="161372" y="62706"/>
                  </a:lnTo>
                  <a:lnTo>
                    <a:pt x="157963" y="58584"/>
                  </a:lnTo>
                  <a:lnTo>
                    <a:pt x="154425" y="54574"/>
                  </a:lnTo>
                  <a:lnTo>
                    <a:pt x="150760" y="50679"/>
                  </a:lnTo>
                  <a:lnTo>
                    <a:pt x="146973" y="46904"/>
                  </a:lnTo>
                  <a:lnTo>
                    <a:pt x="143066" y="43251"/>
                  </a:lnTo>
                  <a:lnTo>
                    <a:pt x="139045" y="39725"/>
                  </a:lnTo>
                  <a:lnTo>
                    <a:pt x="134913" y="36330"/>
                  </a:lnTo>
                  <a:lnTo>
                    <a:pt x="130675" y="33069"/>
                  </a:lnTo>
                  <a:lnTo>
                    <a:pt x="126334" y="29945"/>
                  </a:lnTo>
                  <a:lnTo>
                    <a:pt x="121896" y="26961"/>
                  </a:lnTo>
                  <a:lnTo>
                    <a:pt x="117365" y="24121"/>
                  </a:lnTo>
                  <a:lnTo>
                    <a:pt x="112745" y="21427"/>
                  </a:lnTo>
                  <a:lnTo>
                    <a:pt x="108041" y="18882"/>
                  </a:lnTo>
                  <a:lnTo>
                    <a:pt x="103258" y="16489"/>
                  </a:lnTo>
                  <a:lnTo>
                    <a:pt x="98401" y="14251"/>
                  </a:lnTo>
                  <a:lnTo>
                    <a:pt x="93475" y="12168"/>
                  </a:lnTo>
                  <a:lnTo>
                    <a:pt x="88485" y="10245"/>
                  </a:lnTo>
                  <a:lnTo>
                    <a:pt x="83436" y="8482"/>
                  </a:lnTo>
                  <a:lnTo>
                    <a:pt x="78333" y="6882"/>
                  </a:lnTo>
                  <a:lnTo>
                    <a:pt x="73182" y="5445"/>
                  </a:lnTo>
                  <a:lnTo>
                    <a:pt x="67987" y="4174"/>
                  </a:lnTo>
                  <a:lnTo>
                    <a:pt x="62754" y="3070"/>
                  </a:lnTo>
                  <a:lnTo>
                    <a:pt x="57489" y="2134"/>
                  </a:lnTo>
                  <a:lnTo>
                    <a:pt x="52196" y="1366"/>
                  </a:lnTo>
                  <a:lnTo>
                    <a:pt x="46882" y="769"/>
                  </a:lnTo>
                  <a:lnTo>
                    <a:pt x="41551" y="342"/>
                  </a:lnTo>
                  <a:lnTo>
                    <a:pt x="36209" y="85"/>
                  </a:lnTo>
                  <a:lnTo>
                    <a:pt x="30862" y="0"/>
                  </a:lnTo>
                  <a:lnTo>
                    <a:pt x="308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8385" y="3707720"/>
              <a:ext cx="160625" cy="167167"/>
            </a:xfrm>
            <a:custGeom>
              <a:avLst/>
              <a:pathLst>
                <a:path w="160625" h="167167">
                  <a:moveTo>
                    <a:pt x="160625" y="0"/>
                  </a:moveTo>
                  <a:lnTo>
                    <a:pt x="155235" y="86"/>
                  </a:lnTo>
                  <a:lnTo>
                    <a:pt x="149849" y="347"/>
                  </a:lnTo>
                  <a:lnTo>
                    <a:pt x="144476" y="781"/>
                  </a:lnTo>
                  <a:lnTo>
                    <a:pt x="139119" y="1389"/>
                  </a:lnTo>
                  <a:lnTo>
                    <a:pt x="133784" y="2168"/>
                  </a:lnTo>
                  <a:lnTo>
                    <a:pt x="128477" y="3120"/>
                  </a:lnTo>
                  <a:lnTo>
                    <a:pt x="123204" y="4242"/>
                  </a:lnTo>
                  <a:lnTo>
                    <a:pt x="117969" y="5533"/>
                  </a:lnTo>
                  <a:lnTo>
                    <a:pt x="112779" y="6993"/>
                  </a:lnTo>
                  <a:lnTo>
                    <a:pt x="107639" y="8619"/>
                  </a:lnTo>
                  <a:lnTo>
                    <a:pt x="102554" y="10410"/>
                  </a:lnTo>
                  <a:lnTo>
                    <a:pt x="97529" y="12365"/>
                  </a:lnTo>
                  <a:lnTo>
                    <a:pt x="92570" y="14480"/>
                  </a:lnTo>
                  <a:lnTo>
                    <a:pt x="87681" y="16754"/>
                  </a:lnTo>
                  <a:lnTo>
                    <a:pt x="82869" y="19184"/>
                  </a:lnTo>
                  <a:lnTo>
                    <a:pt x="78137" y="21769"/>
                  </a:lnTo>
                  <a:lnTo>
                    <a:pt x="73491" y="24504"/>
                  </a:lnTo>
                  <a:lnTo>
                    <a:pt x="68936" y="27388"/>
                  </a:lnTo>
                  <a:lnTo>
                    <a:pt x="64476" y="30418"/>
                  </a:lnTo>
                  <a:lnTo>
                    <a:pt x="60117" y="33589"/>
                  </a:lnTo>
                  <a:lnTo>
                    <a:pt x="55861" y="36900"/>
                  </a:lnTo>
                  <a:lnTo>
                    <a:pt x="51715" y="40346"/>
                  </a:lnTo>
                  <a:lnTo>
                    <a:pt x="47682" y="43924"/>
                  </a:lnTo>
                  <a:lnTo>
                    <a:pt x="43767" y="47630"/>
                  </a:lnTo>
                  <a:lnTo>
                    <a:pt x="39973" y="51461"/>
                  </a:lnTo>
                  <a:lnTo>
                    <a:pt x="36304" y="55412"/>
                  </a:lnTo>
                  <a:lnTo>
                    <a:pt x="32765" y="59479"/>
                  </a:lnTo>
                  <a:lnTo>
                    <a:pt x="29359" y="63658"/>
                  </a:lnTo>
                  <a:lnTo>
                    <a:pt x="26089" y="67945"/>
                  </a:lnTo>
                  <a:lnTo>
                    <a:pt x="22960" y="72335"/>
                  </a:lnTo>
                  <a:lnTo>
                    <a:pt x="19973" y="76824"/>
                  </a:lnTo>
                  <a:lnTo>
                    <a:pt x="17133" y="81406"/>
                  </a:lnTo>
                  <a:lnTo>
                    <a:pt x="14442" y="86078"/>
                  </a:lnTo>
                  <a:lnTo>
                    <a:pt x="11903" y="90834"/>
                  </a:lnTo>
                  <a:lnTo>
                    <a:pt x="9519" y="95670"/>
                  </a:lnTo>
                  <a:lnTo>
                    <a:pt x="7292" y="100580"/>
                  </a:lnTo>
                  <a:lnTo>
                    <a:pt x="5224" y="105559"/>
                  </a:lnTo>
                  <a:lnTo>
                    <a:pt x="3319" y="110602"/>
                  </a:lnTo>
                  <a:lnTo>
                    <a:pt x="1576" y="115705"/>
                  </a:lnTo>
                  <a:lnTo>
                    <a:pt x="0" y="120860"/>
                  </a:lnTo>
                  <a:lnTo>
                    <a:pt x="16062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45" y="3707735"/>
              <a:ext cx="334332" cy="334308"/>
            </a:xfrm>
            <a:custGeom>
              <a:avLst/>
              <a:pathLst>
                <a:path w="334332" h="334308">
                  <a:moveTo>
                    <a:pt x="6539" y="120846"/>
                  </a:moveTo>
                  <a:lnTo>
                    <a:pt x="5151" y="125963"/>
                  </a:lnTo>
                  <a:lnTo>
                    <a:pt x="3927" y="131121"/>
                  </a:lnTo>
                  <a:lnTo>
                    <a:pt x="2866" y="136316"/>
                  </a:lnTo>
                  <a:lnTo>
                    <a:pt x="1971" y="141542"/>
                  </a:lnTo>
                  <a:lnTo>
                    <a:pt x="1242" y="146794"/>
                  </a:lnTo>
                  <a:lnTo>
                    <a:pt x="680" y="152066"/>
                  </a:lnTo>
                  <a:lnTo>
                    <a:pt x="285" y="157354"/>
                  </a:lnTo>
                  <a:lnTo>
                    <a:pt x="58" y="162651"/>
                  </a:lnTo>
                  <a:lnTo>
                    <a:pt x="0" y="167953"/>
                  </a:lnTo>
                  <a:lnTo>
                    <a:pt x="109" y="173254"/>
                  </a:lnTo>
                  <a:lnTo>
                    <a:pt x="386" y="178548"/>
                  </a:lnTo>
                  <a:lnTo>
                    <a:pt x="832" y="183832"/>
                  </a:lnTo>
                  <a:lnTo>
                    <a:pt x="1444" y="189098"/>
                  </a:lnTo>
                  <a:lnTo>
                    <a:pt x="2224" y="194343"/>
                  </a:lnTo>
                  <a:lnTo>
                    <a:pt x="3169" y="199560"/>
                  </a:lnTo>
                  <a:lnTo>
                    <a:pt x="4279" y="204744"/>
                  </a:lnTo>
                  <a:lnTo>
                    <a:pt x="5553" y="209891"/>
                  </a:lnTo>
                  <a:lnTo>
                    <a:pt x="6990" y="214995"/>
                  </a:lnTo>
                  <a:lnTo>
                    <a:pt x="8588" y="220050"/>
                  </a:lnTo>
                  <a:lnTo>
                    <a:pt x="10345" y="225053"/>
                  </a:lnTo>
                  <a:lnTo>
                    <a:pt x="12260" y="229997"/>
                  </a:lnTo>
                  <a:lnTo>
                    <a:pt x="14331" y="234878"/>
                  </a:lnTo>
                  <a:lnTo>
                    <a:pt x="16556" y="239691"/>
                  </a:lnTo>
                  <a:lnTo>
                    <a:pt x="18932" y="244431"/>
                  </a:lnTo>
                  <a:lnTo>
                    <a:pt x="21457" y="249093"/>
                  </a:lnTo>
                  <a:lnTo>
                    <a:pt x="24129" y="253672"/>
                  </a:lnTo>
                  <a:lnTo>
                    <a:pt x="26945" y="258165"/>
                  </a:lnTo>
                  <a:lnTo>
                    <a:pt x="29902" y="262566"/>
                  </a:lnTo>
                  <a:lnTo>
                    <a:pt x="32997" y="266871"/>
                  </a:lnTo>
                  <a:lnTo>
                    <a:pt x="36227" y="271076"/>
                  </a:lnTo>
                  <a:lnTo>
                    <a:pt x="39588" y="275176"/>
                  </a:lnTo>
                  <a:lnTo>
                    <a:pt x="43078" y="279167"/>
                  </a:lnTo>
                  <a:lnTo>
                    <a:pt x="46693" y="283046"/>
                  </a:lnTo>
                  <a:lnTo>
                    <a:pt x="50429" y="286809"/>
                  </a:lnTo>
                  <a:lnTo>
                    <a:pt x="54282" y="290450"/>
                  </a:lnTo>
                  <a:lnTo>
                    <a:pt x="58249" y="293968"/>
                  </a:lnTo>
                  <a:lnTo>
                    <a:pt x="62326" y="297359"/>
                  </a:lnTo>
                  <a:lnTo>
                    <a:pt x="66508" y="300618"/>
                  </a:lnTo>
                  <a:lnTo>
                    <a:pt x="70791" y="303743"/>
                  </a:lnTo>
                  <a:lnTo>
                    <a:pt x="75171" y="306730"/>
                  </a:lnTo>
                  <a:lnTo>
                    <a:pt x="79644" y="309578"/>
                  </a:lnTo>
                  <a:lnTo>
                    <a:pt x="84205" y="312282"/>
                  </a:lnTo>
                  <a:lnTo>
                    <a:pt x="88849" y="314840"/>
                  </a:lnTo>
                  <a:lnTo>
                    <a:pt x="93572" y="317249"/>
                  </a:lnTo>
                  <a:lnTo>
                    <a:pt x="98369" y="319507"/>
                  </a:lnTo>
                  <a:lnTo>
                    <a:pt x="103235" y="321612"/>
                  </a:lnTo>
                  <a:lnTo>
                    <a:pt x="108166" y="323562"/>
                  </a:lnTo>
                  <a:lnTo>
                    <a:pt x="113156" y="325355"/>
                  </a:lnTo>
                  <a:lnTo>
                    <a:pt x="118200" y="326988"/>
                  </a:lnTo>
                  <a:lnTo>
                    <a:pt x="123294" y="328460"/>
                  </a:lnTo>
                  <a:lnTo>
                    <a:pt x="128431" y="329770"/>
                  </a:lnTo>
                  <a:lnTo>
                    <a:pt x="133608" y="330917"/>
                  </a:lnTo>
                  <a:lnTo>
                    <a:pt x="138818" y="331899"/>
                  </a:lnTo>
                  <a:lnTo>
                    <a:pt x="144057" y="332715"/>
                  </a:lnTo>
                  <a:lnTo>
                    <a:pt x="149319" y="333364"/>
                  </a:lnTo>
                  <a:lnTo>
                    <a:pt x="154599" y="333847"/>
                  </a:lnTo>
                  <a:lnTo>
                    <a:pt x="159892" y="334161"/>
                  </a:lnTo>
                  <a:lnTo>
                    <a:pt x="165192" y="334308"/>
                  </a:lnTo>
                  <a:lnTo>
                    <a:pt x="170494" y="334287"/>
                  </a:lnTo>
                  <a:lnTo>
                    <a:pt x="175793" y="334097"/>
                  </a:lnTo>
                  <a:lnTo>
                    <a:pt x="181083" y="333739"/>
                  </a:lnTo>
                  <a:lnTo>
                    <a:pt x="186359" y="333214"/>
                  </a:lnTo>
                  <a:lnTo>
                    <a:pt x="191616" y="332522"/>
                  </a:lnTo>
                  <a:lnTo>
                    <a:pt x="196848" y="331663"/>
                  </a:lnTo>
                  <a:lnTo>
                    <a:pt x="202050" y="330639"/>
                  </a:lnTo>
                  <a:lnTo>
                    <a:pt x="207217" y="329451"/>
                  </a:lnTo>
                  <a:lnTo>
                    <a:pt x="212344" y="328099"/>
                  </a:lnTo>
                  <a:lnTo>
                    <a:pt x="217425" y="326585"/>
                  </a:lnTo>
                  <a:lnTo>
                    <a:pt x="222456" y="324911"/>
                  </a:lnTo>
                  <a:lnTo>
                    <a:pt x="227431" y="323078"/>
                  </a:lnTo>
                  <a:lnTo>
                    <a:pt x="232346" y="321089"/>
                  </a:lnTo>
                  <a:lnTo>
                    <a:pt x="237195" y="318944"/>
                  </a:lnTo>
                  <a:lnTo>
                    <a:pt x="241974" y="316647"/>
                  </a:lnTo>
                  <a:lnTo>
                    <a:pt x="246677" y="314199"/>
                  </a:lnTo>
                  <a:lnTo>
                    <a:pt x="251300" y="311604"/>
                  </a:lnTo>
                  <a:lnTo>
                    <a:pt x="255839" y="308863"/>
                  </a:lnTo>
                  <a:lnTo>
                    <a:pt x="260288" y="305979"/>
                  </a:lnTo>
                  <a:lnTo>
                    <a:pt x="264644" y="302956"/>
                  </a:lnTo>
                  <a:lnTo>
                    <a:pt x="268902" y="299797"/>
                  </a:lnTo>
                  <a:lnTo>
                    <a:pt x="273057" y="296504"/>
                  </a:lnTo>
                  <a:lnTo>
                    <a:pt x="277106" y="293080"/>
                  </a:lnTo>
                  <a:lnTo>
                    <a:pt x="281045" y="289530"/>
                  </a:lnTo>
                  <a:lnTo>
                    <a:pt x="284868" y="285857"/>
                  </a:lnTo>
                  <a:lnTo>
                    <a:pt x="288574" y="282065"/>
                  </a:lnTo>
                  <a:lnTo>
                    <a:pt x="292157" y="278157"/>
                  </a:lnTo>
                  <a:lnTo>
                    <a:pt x="295614" y="274137"/>
                  </a:lnTo>
                  <a:lnTo>
                    <a:pt x="298942" y="270010"/>
                  </a:lnTo>
                  <a:lnTo>
                    <a:pt x="302138" y="265779"/>
                  </a:lnTo>
                  <a:lnTo>
                    <a:pt x="305198" y="261449"/>
                  </a:lnTo>
                  <a:lnTo>
                    <a:pt x="308119" y="257024"/>
                  </a:lnTo>
                  <a:lnTo>
                    <a:pt x="310898" y="252509"/>
                  </a:lnTo>
                  <a:lnTo>
                    <a:pt x="313533" y="247908"/>
                  </a:lnTo>
                  <a:lnTo>
                    <a:pt x="316020" y="243225"/>
                  </a:lnTo>
                  <a:lnTo>
                    <a:pt x="318358" y="238466"/>
                  </a:lnTo>
                  <a:lnTo>
                    <a:pt x="320543" y="233636"/>
                  </a:lnTo>
                  <a:lnTo>
                    <a:pt x="322575" y="228738"/>
                  </a:lnTo>
                  <a:lnTo>
                    <a:pt x="324450" y="223778"/>
                  </a:lnTo>
                  <a:lnTo>
                    <a:pt x="326166" y="218762"/>
                  </a:lnTo>
                  <a:lnTo>
                    <a:pt x="327723" y="213694"/>
                  </a:lnTo>
                  <a:lnTo>
                    <a:pt x="329118" y="208578"/>
                  </a:lnTo>
                  <a:lnTo>
                    <a:pt x="330350" y="203421"/>
                  </a:lnTo>
                  <a:lnTo>
                    <a:pt x="331419" y="198228"/>
                  </a:lnTo>
                  <a:lnTo>
                    <a:pt x="332322" y="193003"/>
                  </a:lnTo>
                  <a:lnTo>
                    <a:pt x="333058" y="187753"/>
                  </a:lnTo>
                  <a:lnTo>
                    <a:pt x="333628" y="182481"/>
                  </a:lnTo>
                  <a:lnTo>
                    <a:pt x="334031" y="177195"/>
                  </a:lnTo>
                  <a:lnTo>
                    <a:pt x="334265" y="171898"/>
                  </a:lnTo>
                  <a:lnTo>
                    <a:pt x="334332" y="166596"/>
                  </a:lnTo>
                  <a:lnTo>
                    <a:pt x="334230" y="161295"/>
                  </a:lnTo>
                  <a:lnTo>
                    <a:pt x="333960" y="156000"/>
                  </a:lnTo>
                  <a:lnTo>
                    <a:pt x="333522" y="150716"/>
                  </a:lnTo>
                  <a:lnTo>
                    <a:pt x="332918" y="145448"/>
                  </a:lnTo>
                  <a:lnTo>
                    <a:pt x="332146" y="140203"/>
                  </a:lnTo>
                  <a:lnTo>
                    <a:pt x="331208" y="134984"/>
                  </a:lnTo>
                  <a:lnTo>
                    <a:pt x="330106" y="129798"/>
                  </a:lnTo>
                  <a:lnTo>
                    <a:pt x="328839" y="124650"/>
                  </a:lnTo>
                  <a:lnTo>
                    <a:pt x="327410" y="119544"/>
                  </a:lnTo>
                  <a:lnTo>
                    <a:pt x="325819" y="114486"/>
                  </a:lnTo>
                  <a:lnTo>
                    <a:pt x="324069" y="109481"/>
                  </a:lnTo>
                  <a:lnTo>
                    <a:pt x="322161" y="104534"/>
                  </a:lnTo>
                  <a:lnTo>
                    <a:pt x="320098" y="99650"/>
                  </a:lnTo>
                  <a:lnTo>
                    <a:pt x="317880" y="94834"/>
                  </a:lnTo>
                  <a:lnTo>
                    <a:pt x="315511" y="90091"/>
                  </a:lnTo>
                  <a:lnTo>
                    <a:pt x="312992" y="85425"/>
                  </a:lnTo>
                  <a:lnTo>
                    <a:pt x="310327" y="80841"/>
                  </a:lnTo>
                  <a:lnTo>
                    <a:pt x="307518" y="76345"/>
                  </a:lnTo>
                  <a:lnTo>
                    <a:pt x="304568" y="71939"/>
                  </a:lnTo>
                  <a:lnTo>
                    <a:pt x="301479" y="67630"/>
                  </a:lnTo>
                  <a:lnTo>
                    <a:pt x="298255" y="63420"/>
                  </a:lnTo>
                  <a:lnTo>
                    <a:pt x="294900" y="59315"/>
                  </a:lnTo>
                  <a:lnTo>
                    <a:pt x="291415" y="55319"/>
                  </a:lnTo>
                  <a:lnTo>
                    <a:pt x="287806" y="51434"/>
                  </a:lnTo>
                  <a:lnTo>
                    <a:pt x="284076" y="47667"/>
                  </a:lnTo>
                  <a:lnTo>
                    <a:pt x="280228" y="44019"/>
                  </a:lnTo>
                  <a:lnTo>
                    <a:pt x="276266" y="40496"/>
                  </a:lnTo>
                  <a:lnTo>
                    <a:pt x="272194" y="37099"/>
                  </a:lnTo>
                  <a:lnTo>
                    <a:pt x="268017" y="33834"/>
                  </a:lnTo>
                  <a:lnTo>
                    <a:pt x="263739" y="30703"/>
                  </a:lnTo>
                  <a:lnTo>
                    <a:pt x="259363" y="27709"/>
                  </a:lnTo>
                  <a:lnTo>
                    <a:pt x="254894" y="24855"/>
                  </a:lnTo>
                  <a:lnTo>
                    <a:pt x="250337" y="22144"/>
                  </a:lnTo>
                  <a:lnTo>
                    <a:pt x="245697" y="19580"/>
                  </a:lnTo>
                  <a:lnTo>
                    <a:pt x="240977" y="17163"/>
                  </a:lnTo>
                  <a:lnTo>
                    <a:pt x="236184" y="14898"/>
                  </a:lnTo>
                  <a:lnTo>
                    <a:pt x="231320" y="12786"/>
                  </a:lnTo>
                  <a:lnTo>
                    <a:pt x="226393" y="10829"/>
                  </a:lnTo>
                  <a:lnTo>
                    <a:pt x="221405" y="9029"/>
                  </a:lnTo>
                  <a:lnTo>
                    <a:pt x="216363" y="7388"/>
                  </a:lnTo>
                  <a:lnTo>
                    <a:pt x="211272" y="5909"/>
                  </a:lnTo>
                  <a:lnTo>
                    <a:pt x="206136" y="4591"/>
                  </a:lnTo>
                  <a:lnTo>
                    <a:pt x="200961" y="3437"/>
                  </a:lnTo>
                  <a:lnTo>
                    <a:pt x="195753" y="2447"/>
                  </a:lnTo>
                  <a:lnTo>
                    <a:pt x="190515" y="1624"/>
                  </a:lnTo>
                  <a:lnTo>
                    <a:pt x="185254" y="966"/>
                  </a:lnTo>
                  <a:lnTo>
                    <a:pt x="179974" y="476"/>
                  </a:lnTo>
                  <a:lnTo>
                    <a:pt x="174682" y="154"/>
                  </a:lnTo>
                  <a:lnTo>
                    <a:pt x="169382" y="0"/>
                  </a:lnTo>
                  <a:lnTo>
                    <a:pt x="167165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2217" cy="167167"/>
            </a:xfrm>
            <a:custGeom>
              <a:avLst/>
              <a:pathLst>
                <a:path w="2217" h="167167">
                  <a:moveTo>
                    <a:pt x="2217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2025-06-06T08:23:53Z</dcterms:modified>
  <cp:category/>
</cp:coreProperties>
</file>