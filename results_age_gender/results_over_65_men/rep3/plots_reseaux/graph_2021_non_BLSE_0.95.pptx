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386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4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00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6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25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6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9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12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86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70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33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5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3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4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6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3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3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2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58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93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1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3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271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8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0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5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46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9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71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79935" y="3170392"/>
              <a:ext cx="3843" cy="167167"/>
            </a:xfrm>
            <a:custGeom>
              <a:avLst/>
              <a:pathLst>
                <a:path w="3843" h="167167">
                  <a:moveTo>
                    <a:pt x="3843" y="0"/>
                  </a:moveTo>
                  <a:lnTo>
                    <a:pt x="0" y="44"/>
                  </a:lnTo>
                  <a:lnTo>
                    <a:pt x="384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3" y="3170422"/>
              <a:ext cx="334333" cy="334289"/>
            </a:xfrm>
            <a:custGeom>
              <a:avLst/>
              <a:pathLst>
                <a:path w="334333" h="334289">
                  <a:moveTo>
                    <a:pt x="163321" y="14"/>
                  </a:moveTo>
                  <a:lnTo>
                    <a:pt x="158030" y="220"/>
                  </a:lnTo>
                  <a:lnTo>
                    <a:pt x="152747" y="593"/>
                  </a:lnTo>
                  <a:lnTo>
                    <a:pt x="147478" y="1133"/>
                  </a:lnTo>
                  <a:lnTo>
                    <a:pt x="142230" y="1840"/>
                  </a:lnTo>
                  <a:lnTo>
                    <a:pt x="137006" y="2713"/>
                  </a:lnTo>
                  <a:lnTo>
                    <a:pt x="131813" y="3751"/>
                  </a:lnTo>
                  <a:lnTo>
                    <a:pt x="126655" y="4952"/>
                  </a:lnTo>
                  <a:lnTo>
                    <a:pt x="121538" y="6317"/>
                  </a:lnTo>
                  <a:lnTo>
                    <a:pt x="116467" y="7843"/>
                  </a:lnTo>
                  <a:lnTo>
                    <a:pt x="111446" y="9529"/>
                  </a:lnTo>
                  <a:lnTo>
                    <a:pt x="106482" y="11373"/>
                  </a:lnTo>
                  <a:lnTo>
                    <a:pt x="101578" y="13373"/>
                  </a:lnTo>
                  <a:lnTo>
                    <a:pt x="96740" y="15528"/>
                  </a:lnTo>
                  <a:lnTo>
                    <a:pt x="91973" y="17835"/>
                  </a:lnTo>
                  <a:lnTo>
                    <a:pt x="87282" y="20292"/>
                  </a:lnTo>
                  <a:lnTo>
                    <a:pt x="82670" y="22896"/>
                  </a:lnTo>
                  <a:lnTo>
                    <a:pt x="78144" y="25645"/>
                  </a:lnTo>
                  <a:lnTo>
                    <a:pt x="73706" y="28536"/>
                  </a:lnTo>
                  <a:lnTo>
                    <a:pt x="69363" y="31566"/>
                  </a:lnTo>
                  <a:lnTo>
                    <a:pt x="65117" y="34732"/>
                  </a:lnTo>
                  <a:lnTo>
                    <a:pt x="60974" y="38031"/>
                  </a:lnTo>
                  <a:lnTo>
                    <a:pt x="56938" y="41459"/>
                  </a:lnTo>
                  <a:lnTo>
                    <a:pt x="53012" y="45014"/>
                  </a:lnTo>
                  <a:lnTo>
                    <a:pt x="49201" y="48691"/>
                  </a:lnTo>
                  <a:lnTo>
                    <a:pt x="45508" y="52487"/>
                  </a:lnTo>
                  <a:lnTo>
                    <a:pt x="41938" y="56399"/>
                  </a:lnTo>
                  <a:lnTo>
                    <a:pt x="38493" y="60421"/>
                  </a:lnTo>
                  <a:lnTo>
                    <a:pt x="35177" y="64550"/>
                  </a:lnTo>
                  <a:lnTo>
                    <a:pt x="31994" y="68783"/>
                  </a:lnTo>
                  <a:lnTo>
                    <a:pt x="28946" y="73114"/>
                  </a:lnTo>
                  <a:lnTo>
                    <a:pt x="26037" y="77539"/>
                  </a:lnTo>
                  <a:lnTo>
                    <a:pt x="23270" y="82055"/>
                  </a:lnTo>
                  <a:lnTo>
                    <a:pt x="20647" y="86656"/>
                  </a:lnTo>
                  <a:lnTo>
                    <a:pt x="18171" y="91337"/>
                  </a:lnTo>
                  <a:lnTo>
                    <a:pt x="15845" y="96095"/>
                  </a:lnTo>
                  <a:lnTo>
                    <a:pt x="13670" y="100924"/>
                  </a:lnTo>
                  <a:lnTo>
                    <a:pt x="11650" y="105819"/>
                  </a:lnTo>
                  <a:lnTo>
                    <a:pt x="9785" y="110776"/>
                  </a:lnTo>
                  <a:lnTo>
                    <a:pt x="8079" y="115790"/>
                  </a:lnTo>
                  <a:lnTo>
                    <a:pt x="6532" y="120855"/>
                  </a:lnTo>
                  <a:lnTo>
                    <a:pt x="5147" y="125966"/>
                  </a:lnTo>
                  <a:lnTo>
                    <a:pt x="3924" y="131119"/>
                  </a:lnTo>
                  <a:lnTo>
                    <a:pt x="2865" y="136308"/>
                  </a:lnTo>
                  <a:lnTo>
                    <a:pt x="1971" y="141528"/>
                  </a:lnTo>
                  <a:lnTo>
                    <a:pt x="1243" y="146774"/>
                  </a:lnTo>
                  <a:lnTo>
                    <a:pt x="681" y="152040"/>
                  </a:lnTo>
                  <a:lnTo>
                    <a:pt x="286" y="157321"/>
                  </a:lnTo>
                  <a:lnTo>
                    <a:pt x="59" y="162612"/>
                  </a:lnTo>
                  <a:lnTo>
                    <a:pt x="0" y="167908"/>
                  </a:lnTo>
                  <a:lnTo>
                    <a:pt x="108" y="173202"/>
                  </a:lnTo>
                  <a:lnTo>
                    <a:pt x="384" y="178491"/>
                  </a:lnTo>
                  <a:lnTo>
                    <a:pt x="827" y="183769"/>
                  </a:lnTo>
                  <a:lnTo>
                    <a:pt x="1437" y="189029"/>
                  </a:lnTo>
                  <a:lnTo>
                    <a:pt x="2214" y="194268"/>
                  </a:lnTo>
                  <a:lnTo>
                    <a:pt x="3156" y="199479"/>
                  </a:lnTo>
                  <a:lnTo>
                    <a:pt x="4263" y="204658"/>
                  </a:lnTo>
                  <a:lnTo>
                    <a:pt x="5533" y="209800"/>
                  </a:lnTo>
                  <a:lnTo>
                    <a:pt x="6966" y="214898"/>
                  </a:lnTo>
                  <a:lnTo>
                    <a:pt x="8559" y="219949"/>
                  </a:lnTo>
                  <a:lnTo>
                    <a:pt x="10312" y="224947"/>
                  </a:lnTo>
                  <a:lnTo>
                    <a:pt x="12222" y="229886"/>
                  </a:lnTo>
                  <a:lnTo>
                    <a:pt x="14287" y="234763"/>
                  </a:lnTo>
                  <a:lnTo>
                    <a:pt x="16506" y="239571"/>
                  </a:lnTo>
                  <a:lnTo>
                    <a:pt x="18876" y="244307"/>
                  </a:lnTo>
                  <a:lnTo>
                    <a:pt x="21395" y="248966"/>
                  </a:lnTo>
                  <a:lnTo>
                    <a:pt x="24060" y="253542"/>
                  </a:lnTo>
                  <a:lnTo>
                    <a:pt x="26869" y="258032"/>
                  </a:lnTo>
                  <a:lnTo>
                    <a:pt x="29818" y="262431"/>
                  </a:lnTo>
                  <a:lnTo>
                    <a:pt x="32906" y="266733"/>
                  </a:lnTo>
                  <a:lnTo>
                    <a:pt x="36128" y="270936"/>
                  </a:lnTo>
                  <a:lnTo>
                    <a:pt x="39482" y="275035"/>
                  </a:lnTo>
                  <a:lnTo>
                    <a:pt x="42964" y="279025"/>
                  </a:lnTo>
                  <a:lnTo>
                    <a:pt x="46570" y="282904"/>
                  </a:lnTo>
                  <a:lnTo>
                    <a:pt x="50298" y="286666"/>
                  </a:lnTo>
                  <a:lnTo>
                    <a:pt x="54143" y="290307"/>
                  </a:lnTo>
                  <a:lnTo>
                    <a:pt x="58101" y="293826"/>
                  </a:lnTo>
                  <a:lnTo>
                    <a:pt x="62169" y="297217"/>
                  </a:lnTo>
                  <a:lnTo>
                    <a:pt x="66342" y="300478"/>
                  </a:lnTo>
                  <a:lnTo>
                    <a:pt x="70617" y="303604"/>
                  </a:lnTo>
                  <a:lnTo>
                    <a:pt x="74988" y="306594"/>
                  </a:lnTo>
                  <a:lnTo>
                    <a:pt x="79452" y="309444"/>
                  </a:lnTo>
                  <a:lnTo>
                    <a:pt x="84003" y="312151"/>
                  </a:lnTo>
                  <a:lnTo>
                    <a:pt x="88639" y="314713"/>
                  </a:lnTo>
                  <a:lnTo>
                    <a:pt x="93353" y="317126"/>
                  </a:lnTo>
                  <a:lnTo>
                    <a:pt x="98141" y="319389"/>
                  </a:lnTo>
                  <a:lnTo>
                    <a:pt x="102998" y="321499"/>
                  </a:lnTo>
                  <a:lnTo>
                    <a:pt x="107920" y="323454"/>
                  </a:lnTo>
                  <a:lnTo>
                    <a:pt x="112902" y="325252"/>
                  </a:lnTo>
                  <a:lnTo>
                    <a:pt x="117937" y="326892"/>
                  </a:lnTo>
                  <a:lnTo>
                    <a:pt x="123022" y="328371"/>
                  </a:lnTo>
                  <a:lnTo>
                    <a:pt x="128152" y="329688"/>
                  </a:lnTo>
                  <a:lnTo>
                    <a:pt x="133321" y="330843"/>
                  </a:lnTo>
                  <a:lnTo>
                    <a:pt x="138523" y="331833"/>
                  </a:lnTo>
                  <a:lnTo>
                    <a:pt x="143755" y="332657"/>
                  </a:lnTo>
                  <a:lnTo>
                    <a:pt x="149009" y="333316"/>
                  </a:lnTo>
                  <a:lnTo>
                    <a:pt x="154283" y="333807"/>
                  </a:lnTo>
                  <a:lnTo>
                    <a:pt x="159569" y="334132"/>
                  </a:lnTo>
                  <a:lnTo>
                    <a:pt x="164862" y="334289"/>
                  </a:lnTo>
                  <a:lnTo>
                    <a:pt x="170158" y="334278"/>
                  </a:lnTo>
                  <a:lnTo>
                    <a:pt x="175451" y="334099"/>
                  </a:lnTo>
                  <a:lnTo>
                    <a:pt x="180736" y="333753"/>
                  </a:lnTo>
                  <a:lnTo>
                    <a:pt x="186007" y="333239"/>
                  </a:lnTo>
                  <a:lnTo>
                    <a:pt x="191259" y="332559"/>
                  </a:lnTo>
                  <a:lnTo>
                    <a:pt x="196487" y="331713"/>
                  </a:lnTo>
                  <a:lnTo>
                    <a:pt x="201685" y="330702"/>
                  </a:lnTo>
                  <a:lnTo>
                    <a:pt x="206849" y="329526"/>
                  </a:lnTo>
                  <a:lnTo>
                    <a:pt x="211973" y="328188"/>
                  </a:lnTo>
                  <a:lnTo>
                    <a:pt x="217052" y="326687"/>
                  </a:lnTo>
                  <a:lnTo>
                    <a:pt x="222081" y="325027"/>
                  </a:lnTo>
                  <a:lnTo>
                    <a:pt x="227055" y="323208"/>
                  </a:lnTo>
                  <a:lnTo>
                    <a:pt x="231969" y="321233"/>
                  </a:lnTo>
                  <a:lnTo>
                    <a:pt x="236817" y="319103"/>
                  </a:lnTo>
                  <a:lnTo>
                    <a:pt x="241596" y="316820"/>
                  </a:lnTo>
                  <a:lnTo>
                    <a:pt x="246300" y="314387"/>
                  </a:lnTo>
                  <a:lnTo>
                    <a:pt x="250925" y="311807"/>
                  </a:lnTo>
                  <a:lnTo>
                    <a:pt x="255465" y="309081"/>
                  </a:lnTo>
                  <a:lnTo>
                    <a:pt x="259917" y="306213"/>
                  </a:lnTo>
                  <a:lnTo>
                    <a:pt x="264276" y="303205"/>
                  </a:lnTo>
                  <a:lnTo>
                    <a:pt x="268538" y="300060"/>
                  </a:lnTo>
                  <a:lnTo>
                    <a:pt x="272697" y="296783"/>
                  </a:lnTo>
                  <a:lnTo>
                    <a:pt x="276751" y="293375"/>
                  </a:lnTo>
                  <a:lnTo>
                    <a:pt x="280695" y="289840"/>
                  </a:lnTo>
                  <a:lnTo>
                    <a:pt x="284525" y="286182"/>
                  </a:lnTo>
                  <a:lnTo>
                    <a:pt x="288237" y="282405"/>
                  </a:lnTo>
                  <a:lnTo>
                    <a:pt x="291827" y="278512"/>
                  </a:lnTo>
                  <a:lnTo>
                    <a:pt x="295293" y="274507"/>
                  </a:lnTo>
                  <a:lnTo>
                    <a:pt x="298629" y="270395"/>
                  </a:lnTo>
                  <a:lnTo>
                    <a:pt x="301834" y="266178"/>
                  </a:lnTo>
                  <a:lnTo>
                    <a:pt x="304904" y="261863"/>
                  </a:lnTo>
                  <a:lnTo>
                    <a:pt x="307835" y="257452"/>
                  </a:lnTo>
                  <a:lnTo>
                    <a:pt x="310626" y="252951"/>
                  </a:lnTo>
                  <a:lnTo>
                    <a:pt x="313272" y="248364"/>
                  </a:lnTo>
                  <a:lnTo>
                    <a:pt x="315772" y="243695"/>
                  </a:lnTo>
                  <a:lnTo>
                    <a:pt x="318122" y="238949"/>
                  </a:lnTo>
                  <a:lnTo>
                    <a:pt x="320321" y="234131"/>
                  </a:lnTo>
                  <a:lnTo>
                    <a:pt x="322366" y="229246"/>
                  </a:lnTo>
                  <a:lnTo>
                    <a:pt x="324256" y="224299"/>
                  </a:lnTo>
                  <a:lnTo>
                    <a:pt x="325988" y="219294"/>
                  </a:lnTo>
                  <a:lnTo>
                    <a:pt x="327560" y="214237"/>
                  </a:lnTo>
                  <a:lnTo>
                    <a:pt x="328972" y="209132"/>
                  </a:lnTo>
                  <a:lnTo>
                    <a:pt x="330221" y="203986"/>
                  </a:lnTo>
                  <a:lnTo>
                    <a:pt x="331306" y="198802"/>
                  </a:lnTo>
                  <a:lnTo>
                    <a:pt x="332227" y="193587"/>
                  </a:lnTo>
                  <a:lnTo>
                    <a:pt x="332982" y="188345"/>
                  </a:lnTo>
                  <a:lnTo>
                    <a:pt x="333570" y="183082"/>
                  </a:lnTo>
                  <a:lnTo>
                    <a:pt x="333992" y="177803"/>
                  </a:lnTo>
                  <a:lnTo>
                    <a:pt x="334246" y="172513"/>
                  </a:lnTo>
                  <a:lnTo>
                    <a:pt x="334333" y="167218"/>
                  </a:lnTo>
                  <a:lnTo>
                    <a:pt x="334251" y="161922"/>
                  </a:lnTo>
                  <a:lnTo>
                    <a:pt x="334002" y="156632"/>
                  </a:lnTo>
                  <a:lnTo>
                    <a:pt x="333586" y="151353"/>
                  </a:lnTo>
                  <a:lnTo>
                    <a:pt x="333002" y="146089"/>
                  </a:lnTo>
                  <a:lnTo>
                    <a:pt x="332252" y="140846"/>
                  </a:lnTo>
                  <a:lnTo>
                    <a:pt x="331337" y="135630"/>
                  </a:lnTo>
                  <a:lnTo>
                    <a:pt x="330256" y="130446"/>
                  </a:lnTo>
                  <a:lnTo>
                    <a:pt x="329012" y="125298"/>
                  </a:lnTo>
                  <a:lnTo>
                    <a:pt x="327606" y="120192"/>
                  </a:lnTo>
                  <a:lnTo>
                    <a:pt x="326038" y="115134"/>
                  </a:lnTo>
                  <a:lnTo>
                    <a:pt x="324311" y="110127"/>
                  </a:lnTo>
                  <a:lnTo>
                    <a:pt x="322426" y="105178"/>
                  </a:lnTo>
                  <a:lnTo>
                    <a:pt x="320386" y="100291"/>
                  </a:lnTo>
                  <a:lnTo>
                    <a:pt x="318191" y="95471"/>
                  </a:lnTo>
                  <a:lnTo>
                    <a:pt x="315845" y="90723"/>
                  </a:lnTo>
                  <a:lnTo>
                    <a:pt x="313350" y="86052"/>
                  </a:lnTo>
                  <a:lnTo>
                    <a:pt x="310708" y="81462"/>
                  </a:lnTo>
                  <a:lnTo>
                    <a:pt x="307922" y="76958"/>
                  </a:lnTo>
                  <a:lnTo>
                    <a:pt x="304995" y="72544"/>
                  </a:lnTo>
                  <a:lnTo>
                    <a:pt x="301930" y="68226"/>
                  </a:lnTo>
                  <a:lnTo>
                    <a:pt x="298729" y="64006"/>
                  </a:lnTo>
                  <a:lnTo>
                    <a:pt x="295396" y="59891"/>
                  </a:lnTo>
                  <a:lnTo>
                    <a:pt x="291934" y="55883"/>
                  </a:lnTo>
                  <a:lnTo>
                    <a:pt x="288348" y="51986"/>
                  </a:lnTo>
                  <a:lnTo>
                    <a:pt x="284639" y="48205"/>
                  </a:lnTo>
                  <a:lnTo>
                    <a:pt x="280813" y="44544"/>
                  </a:lnTo>
                  <a:lnTo>
                    <a:pt x="276873" y="41005"/>
                  </a:lnTo>
                  <a:lnTo>
                    <a:pt x="272822" y="37594"/>
                  </a:lnTo>
                  <a:lnTo>
                    <a:pt x="268666" y="34312"/>
                  </a:lnTo>
                  <a:lnTo>
                    <a:pt x="264407" y="31163"/>
                  </a:lnTo>
                  <a:lnTo>
                    <a:pt x="260051" y="28151"/>
                  </a:lnTo>
                  <a:lnTo>
                    <a:pt x="255602" y="25279"/>
                  </a:lnTo>
                  <a:lnTo>
                    <a:pt x="251064" y="22548"/>
                  </a:lnTo>
                  <a:lnTo>
                    <a:pt x="246442" y="19963"/>
                  </a:lnTo>
                  <a:lnTo>
                    <a:pt x="241740" y="17526"/>
                  </a:lnTo>
                  <a:lnTo>
                    <a:pt x="236964" y="15239"/>
                  </a:lnTo>
                  <a:lnTo>
                    <a:pt x="232117" y="13104"/>
                  </a:lnTo>
                  <a:lnTo>
                    <a:pt x="227205" y="11124"/>
                  </a:lnTo>
                  <a:lnTo>
                    <a:pt x="222233" y="9300"/>
                  </a:lnTo>
                  <a:lnTo>
                    <a:pt x="217206" y="7635"/>
                  </a:lnTo>
                  <a:lnTo>
                    <a:pt x="212128" y="6130"/>
                  </a:lnTo>
                  <a:lnTo>
                    <a:pt x="207005" y="4787"/>
                  </a:lnTo>
                  <a:lnTo>
                    <a:pt x="201843" y="3606"/>
                  </a:lnTo>
                  <a:lnTo>
                    <a:pt x="196645" y="2590"/>
                  </a:lnTo>
                  <a:lnTo>
                    <a:pt x="191418" y="1738"/>
                  </a:lnTo>
                  <a:lnTo>
                    <a:pt x="186167" y="1053"/>
                  </a:lnTo>
                  <a:lnTo>
                    <a:pt x="180896" y="535"/>
                  </a:lnTo>
                  <a:lnTo>
                    <a:pt x="175612" y="183"/>
                  </a:lnTo>
                  <a:lnTo>
                    <a:pt x="170319" y="0"/>
                  </a:lnTo>
                  <a:lnTo>
                    <a:pt x="167165" y="167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3153" cy="167167"/>
            </a:xfrm>
            <a:custGeom>
              <a:avLst/>
              <a:pathLst>
                <a:path w="3153" h="167167">
                  <a:moveTo>
                    <a:pt x="3153" y="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2317" y="2633064"/>
              <a:ext cx="36693" cy="167167"/>
            </a:xfrm>
            <a:custGeom>
              <a:avLst/>
              <a:pathLst>
                <a:path w="36693" h="167167">
                  <a:moveTo>
                    <a:pt x="36693" y="0"/>
                  </a:moveTo>
                  <a:lnTo>
                    <a:pt x="30529" y="113"/>
                  </a:lnTo>
                  <a:lnTo>
                    <a:pt x="24373" y="454"/>
                  </a:lnTo>
                  <a:lnTo>
                    <a:pt x="18233" y="1022"/>
                  </a:lnTo>
                  <a:lnTo>
                    <a:pt x="12119" y="1816"/>
                  </a:lnTo>
                  <a:lnTo>
                    <a:pt x="6039" y="2834"/>
                  </a:lnTo>
                  <a:lnTo>
                    <a:pt x="0" y="4076"/>
                  </a:lnTo>
                  <a:lnTo>
                    <a:pt x="3669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317" y="2637141"/>
              <a:ext cx="36693" cy="163090"/>
            </a:xfrm>
            <a:custGeom>
              <a:avLst/>
              <a:pathLst>
                <a:path w="36693" h="163090">
                  <a:moveTo>
                    <a:pt x="0" y="0"/>
                  </a:moveTo>
                  <a:lnTo>
                    <a:pt x="36693" y="163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51" y="2637141"/>
              <a:ext cx="334326" cy="330243"/>
            </a:xfrm>
            <a:custGeom>
              <a:avLst/>
              <a:pathLst>
                <a:path w="334326" h="330243">
                  <a:moveTo>
                    <a:pt x="130466" y="0"/>
                  </a:moveTo>
                  <a:lnTo>
                    <a:pt x="125332" y="1240"/>
                  </a:lnTo>
                  <a:lnTo>
                    <a:pt x="120239" y="2643"/>
                  </a:lnTo>
                  <a:lnTo>
                    <a:pt x="115193" y="4205"/>
                  </a:lnTo>
                  <a:lnTo>
                    <a:pt x="110199" y="5926"/>
                  </a:lnTo>
                  <a:lnTo>
                    <a:pt x="105262" y="7804"/>
                  </a:lnTo>
                  <a:lnTo>
                    <a:pt x="100387" y="9838"/>
                  </a:lnTo>
                  <a:lnTo>
                    <a:pt x="95578" y="12024"/>
                  </a:lnTo>
                  <a:lnTo>
                    <a:pt x="90841" y="14361"/>
                  </a:lnTo>
                  <a:lnTo>
                    <a:pt x="86180" y="16846"/>
                  </a:lnTo>
                  <a:lnTo>
                    <a:pt x="81600" y="19478"/>
                  </a:lnTo>
                  <a:lnTo>
                    <a:pt x="77105" y="22253"/>
                  </a:lnTo>
                  <a:lnTo>
                    <a:pt x="72701" y="25168"/>
                  </a:lnTo>
                  <a:lnTo>
                    <a:pt x="68390" y="28222"/>
                  </a:lnTo>
                  <a:lnTo>
                    <a:pt x="64178" y="31409"/>
                  </a:lnTo>
                  <a:lnTo>
                    <a:pt x="60069" y="34729"/>
                  </a:lnTo>
                  <a:lnTo>
                    <a:pt x="56067" y="38176"/>
                  </a:lnTo>
                  <a:lnTo>
                    <a:pt x="52176" y="41749"/>
                  </a:lnTo>
                  <a:lnTo>
                    <a:pt x="48400" y="45442"/>
                  </a:lnTo>
                  <a:lnTo>
                    <a:pt x="44742" y="49253"/>
                  </a:lnTo>
                  <a:lnTo>
                    <a:pt x="41207" y="53178"/>
                  </a:lnTo>
                  <a:lnTo>
                    <a:pt x="37797" y="57212"/>
                  </a:lnTo>
                  <a:lnTo>
                    <a:pt x="34516" y="61352"/>
                  </a:lnTo>
                  <a:lnTo>
                    <a:pt x="31368" y="65594"/>
                  </a:lnTo>
                  <a:lnTo>
                    <a:pt x="28355" y="69933"/>
                  </a:lnTo>
                  <a:lnTo>
                    <a:pt x="25481" y="74364"/>
                  </a:lnTo>
                  <a:lnTo>
                    <a:pt x="22749" y="78885"/>
                  </a:lnTo>
                  <a:lnTo>
                    <a:pt x="20161" y="83490"/>
                  </a:lnTo>
                  <a:lnTo>
                    <a:pt x="17719" y="88174"/>
                  </a:lnTo>
                  <a:lnTo>
                    <a:pt x="15427" y="92933"/>
                  </a:lnTo>
                  <a:lnTo>
                    <a:pt x="13286" y="97762"/>
                  </a:lnTo>
                  <a:lnTo>
                    <a:pt x="11299" y="102656"/>
                  </a:lnTo>
                  <a:lnTo>
                    <a:pt x="9467" y="107610"/>
                  </a:lnTo>
                  <a:lnTo>
                    <a:pt x="7793" y="112620"/>
                  </a:lnTo>
                  <a:lnTo>
                    <a:pt x="6278" y="117681"/>
                  </a:lnTo>
                  <a:lnTo>
                    <a:pt x="4924" y="122786"/>
                  </a:lnTo>
                  <a:lnTo>
                    <a:pt x="3731" y="127932"/>
                  </a:lnTo>
                  <a:lnTo>
                    <a:pt x="2702" y="133113"/>
                  </a:lnTo>
                  <a:lnTo>
                    <a:pt x="1837" y="138324"/>
                  </a:lnTo>
                  <a:lnTo>
                    <a:pt x="1137" y="143560"/>
                  </a:lnTo>
                  <a:lnTo>
                    <a:pt x="603" y="148815"/>
                  </a:lnTo>
                  <a:lnTo>
                    <a:pt x="235" y="154084"/>
                  </a:lnTo>
                  <a:lnTo>
                    <a:pt x="34" y="159363"/>
                  </a:lnTo>
                  <a:lnTo>
                    <a:pt x="0" y="164645"/>
                  </a:lnTo>
                  <a:lnTo>
                    <a:pt x="132" y="169926"/>
                  </a:lnTo>
                  <a:lnTo>
                    <a:pt x="431" y="175199"/>
                  </a:lnTo>
                  <a:lnTo>
                    <a:pt x="897" y="180461"/>
                  </a:lnTo>
                  <a:lnTo>
                    <a:pt x="1529" y="185705"/>
                  </a:lnTo>
                  <a:lnTo>
                    <a:pt x="2326" y="190927"/>
                  </a:lnTo>
                  <a:lnTo>
                    <a:pt x="3288" y="196121"/>
                  </a:lnTo>
                  <a:lnTo>
                    <a:pt x="4414" y="201282"/>
                  </a:lnTo>
                  <a:lnTo>
                    <a:pt x="5701" y="206405"/>
                  </a:lnTo>
                  <a:lnTo>
                    <a:pt x="7151" y="211484"/>
                  </a:lnTo>
                  <a:lnTo>
                    <a:pt x="8759" y="216516"/>
                  </a:lnTo>
                  <a:lnTo>
                    <a:pt x="10526" y="221494"/>
                  </a:lnTo>
                  <a:lnTo>
                    <a:pt x="12450" y="226413"/>
                  </a:lnTo>
                  <a:lnTo>
                    <a:pt x="14528" y="231270"/>
                  </a:lnTo>
                  <a:lnTo>
                    <a:pt x="16758" y="236058"/>
                  </a:lnTo>
                  <a:lnTo>
                    <a:pt x="19139" y="240773"/>
                  </a:lnTo>
                  <a:lnTo>
                    <a:pt x="21667" y="245411"/>
                  </a:lnTo>
                  <a:lnTo>
                    <a:pt x="24340" y="249967"/>
                  </a:lnTo>
                  <a:lnTo>
                    <a:pt x="27157" y="254436"/>
                  </a:lnTo>
                  <a:lnTo>
                    <a:pt x="30112" y="258814"/>
                  </a:lnTo>
                  <a:lnTo>
                    <a:pt x="33205" y="263096"/>
                  </a:lnTo>
                  <a:lnTo>
                    <a:pt x="36432" y="267278"/>
                  </a:lnTo>
                  <a:lnTo>
                    <a:pt x="39789" y="271356"/>
                  </a:lnTo>
                  <a:lnTo>
                    <a:pt x="43273" y="275327"/>
                  </a:lnTo>
                  <a:lnTo>
                    <a:pt x="46881" y="279185"/>
                  </a:lnTo>
                  <a:lnTo>
                    <a:pt x="50609" y="282927"/>
                  </a:lnTo>
                  <a:lnTo>
                    <a:pt x="54453" y="286549"/>
                  </a:lnTo>
                  <a:lnTo>
                    <a:pt x="58410" y="290049"/>
                  </a:lnTo>
                  <a:lnTo>
                    <a:pt x="62476" y="293421"/>
                  </a:lnTo>
                  <a:lnTo>
                    <a:pt x="66646" y="296664"/>
                  </a:lnTo>
                  <a:lnTo>
                    <a:pt x="70916" y="299773"/>
                  </a:lnTo>
                  <a:lnTo>
                    <a:pt x="75283" y="302745"/>
                  </a:lnTo>
                  <a:lnTo>
                    <a:pt x="79741" y="305578"/>
                  </a:lnTo>
                  <a:lnTo>
                    <a:pt x="84286" y="308269"/>
                  </a:lnTo>
                  <a:lnTo>
                    <a:pt x="88915" y="310815"/>
                  </a:lnTo>
                  <a:lnTo>
                    <a:pt x="93621" y="313213"/>
                  </a:lnTo>
                  <a:lnTo>
                    <a:pt x="98401" y="315462"/>
                  </a:lnTo>
                  <a:lnTo>
                    <a:pt x="103249" y="317558"/>
                  </a:lnTo>
                  <a:lnTo>
                    <a:pt x="108162" y="319500"/>
                  </a:lnTo>
                  <a:lnTo>
                    <a:pt x="113133" y="321286"/>
                  </a:lnTo>
                  <a:lnTo>
                    <a:pt x="118158" y="322914"/>
                  </a:lnTo>
                  <a:lnTo>
                    <a:pt x="123232" y="324383"/>
                  </a:lnTo>
                  <a:lnTo>
                    <a:pt x="128350" y="325690"/>
                  </a:lnTo>
                  <a:lnTo>
                    <a:pt x="133506" y="326835"/>
                  </a:lnTo>
                  <a:lnTo>
                    <a:pt x="138697" y="327817"/>
                  </a:lnTo>
                  <a:lnTo>
                    <a:pt x="143915" y="328634"/>
                  </a:lnTo>
                  <a:lnTo>
                    <a:pt x="149157" y="329285"/>
                  </a:lnTo>
                  <a:lnTo>
                    <a:pt x="154417" y="329771"/>
                  </a:lnTo>
                  <a:lnTo>
                    <a:pt x="159690" y="330091"/>
                  </a:lnTo>
                  <a:lnTo>
                    <a:pt x="164970" y="330243"/>
                  </a:lnTo>
                  <a:lnTo>
                    <a:pt x="170252" y="330229"/>
                  </a:lnTo>
                  <a:lnTo>
                    <a:pt x="175531" y="330048"/>
                  </a:lnTo>
                  <a:lnTo>
                    <a:pt x="180802" y="329700"/>
                  </a:lnTo>
                  <a:lnTo>
                    <a:pt x="186059" y="329186"/>
                  </a:lnTo>
                  <a:lnTo>
                    <a:pt x="191297" y="328506"/>
                  </a:lnTo>
                  <a:lnTo>
                    <a:pt x="196512" y="327660"/>
                  </a:lnTo>
                  <a:lnTo>
                    <a:pt x="201696" y="326651"/>
                  </a:lnTo>
                  <a:lnTo>
                    <a:pt x="206847" y="325478"/>
                  </a:lnTo>
                  <a:lnTo>
                    <a:pt x="211958" y="324143"/>
                  </a:lnTo>
                  <a:lnTo>
                    <a:pt x="217024" y="322647"/>
                  </a:lnTo>
                  <a:lnTo>
                    <a:pt x="222040" y="320992"/>
                  </a:lnTo>
                  <a:lnTo>
                    <a:pt x="227001" y="319180"/>
                  </a:lnTo>
                  <a:lnTo>
                    <a:pt x="231903" y="317211"/>
                  </a:lnTo>
                  <a:lnTo>
                    <a:pt x="236740" y="315088"/>
                  </a:lnTo>
                  <a:lnTo>
                    <a:pt x="241508" y="312814"/>
                  </a:lnTo>
                  <a:lnTo>
                    <a:pt x="246201" y="310390"/>
                  </a:lnTo>
                  <a:lnTo>
                    <a:pt x="250816" y="307820"/>
                  </a:lnTo>
                  <a:lnTo>
                    <a:pt x="255346" y="305104"/>
                  </a:lnTo>
                  <a:lnTo>
                    <a:pt x="259789" y="302247"/>
                  </a:lnTo>
                  <a:lnTo>
                    <a:pt x="264140" y="299251"/>
                  </a:lnTo>
                  <a:lnTo>
                    <a:pt x="268393" y="296119"/>
                  </a:lnTo>
                  <a:lnTo>
                    <a:pt x="272546" y="292854"/>
                  </a:lnTo>
                  <a:lnTo>
                    <a:pt x="276593" y="289460"/>
                  </a:lnTo>
                  <a:lnTo>
                    <a:pt x="280531" y="285939"/>
                  </a:lnTo>
                  <a:lnTo>
                    <a:pt x="284356" y="282296"/>
                  </a:lnTo>
                  <a:lnTo>
                    <a:pt x="288063" y="278534"/>
                  </a:lnTo>
                  <a:lnTo>
                    <a:pt x="291650" y="274656"/>
                  </a:lnTo>
                  <a:lnTo>
                    <a:pt x="295113" y="270667"/>
                  </a:lnTo>
                  <a:lnTo>
                    <a:pt x="298448" y="266571"/>
                  </a:lnTo>
                  <a:lnTo>
                    <a:pt x="301652" y="262371"/>
                  </a:lnTo>
                  <a:lnTo>
                    <a:pt x="304722" y="258072"/>
                  </a:lnTo>
                  <a:lnTo>
                    <a:pt x="307654" y="253679"/>
                  </a:lnTo>
                  <a:lnTo>
                    <a:pt x="310446" y="249195"/>
                  </a:lnTo>
                  <a:lnTo>
                    <a:pt x="313095" y="244625"/>
                  </a:lnTo>
                  <a:lnTo>
                    <a:pt x="315598" y="239973"/>
                  </a:lnTo>
                  <a:lnTo>
                    <a:pt x="317953" y="235245"/>
                  </a:lnTo>
                  <a:lnTo>
                    <a:pt x="320157" y="230445"/>
                  </a:lnTo>
                  <a:lnTo>
                    <a:pt x="322209" y="225577"/>
                  </a:lnTo>
                  <a:lnTo>
                    <a:pt x="324106" y="220647"/>
                  </a:lnTo>
                  <a:lnTo>
                    <a:pt x="325846" y="215660"/>
                  </a:lnTo>
                  <a:lnTo>
                    <a:pt x="327428" y="210620"/>
                  </a:lnTo>
                  <a:lnTo>
                    <a:pt x="328849" y="205533"/>
                  </a:lnTo>
                  <a:lnTo>
                    <a:pt x="330110" y="200403"/>
                  </a:lnTo>
                  <a:lnTo>
                    <a:pt x="331207" y="195236"/>
                  </a:lnTo>
                  <a:lnTo>
                    <a:pt x="332141" y="190037"/>
                  </a:lnTo>
                  <a:lnTo>
                    <a:pt x="332910" y="184811"/>
                  </a:lnTo>
                  <a:lnTo>
                    <a:pt x="333514" y="179563"/>
                  </a:lnTo>
                  <a:lnTo>
                    <a:pt x="333951" y="174299"/>
                  </a:lnTo>
                  <a:lnTo>
                    <a:pt x="334222" y="169024"/>
                  </a:lnTo>
                  <a:lnTo>
                    <a:pt x="334326" y="163743"/>
                  </a:lnTo>
                  <a:lnTo>
                    <a:pt x="334263" y="158461"/>
                  </a:lnTo>
                  <a:lnTo>
                    <a:pt x="334033" y="153184"/>
                  </a:lnTo>
                  <a:lnTo>
                    <a:pt x="333637" y="147916"/>
                  </a:lnTo>
                  <a:lnTo>
                    <a:pt x="333075" y="142664"/>
                  </a:lnTo>
                  <a:lnTo>
                    <a:pt x="332346" y="137432"/>
                  </a:lnTo>
                  <a:lnTo>
                    <a:pt x="331453" y="132226"/>
                  </a:lnTo>
                  <a:lnTo>
                    <a:pt x="330396" y="127051"/>
                  </a:lnTo>
                  <a:lnTo>
                    <a:pt x="329176" y="121911"/>
                  </a:lnTo>
                  <a:lnTo>
                    <a:pt x="327794" y="116813"/>
                  </a:lnTo>
                  <a:lnTo>
                    <a:pt x="326252" y="111761"/>
                  </a:lnTo>
                  <a:lnTo>
                    <a:pt x="324551" y="106760"/>
                  </a:lnTo>
                  <a:lnTo>
                    <a:pt x="322692" y="101815"/>
                  </a:lnTo>
                  <a:lnTo>
                    <a:pt x="320679" y="96932"/>
                  </a:lnTo>
                  <a:lnTo>
                    <a:pt x="318512" y="92115"/>
                  </a:lnTo>
                  <a:lnTo>
                    <a:pt x="316194" y="87368"/>
                  </a:lnTo>
                  <a:lnTo>
                    <a:pt x="313727" y="82697"/>
                  </a:lnTo>
                  <a:lnTo>
                    <a:pt x="311114" y="78107"/>
                  </a:lnTo>
                  <a:lnTo>
                    <a:pt x="308357" y="73601"/>
                  </a:lnTo>
                  <a:lnTo>
                    <a:pt x="305459" y="69185"/>
                  </a:lnTo>
                  <a:lnTo>
                    <a:pt x="302423" y="64862"/>
                  </a:lnTo>
                  <a:lnTo>
                    <a:pt x="299252" y="60637"/>
                  </a:lnTo>
                  <a:lnTo>
                    <a:pt x="295949" y="56515"/>
                  </a:lnTo>
                  <a:lnTo>
                    <a:pt x="292518" y="52499"/>
                  </a:lnTo>
                  <a:lnTo>
                    <a:pt x="288961" y="48594"/>
                  </a:lnTo>
                  <a:lnTo>
                    <a:pt x="285283" y="44803"/>
                  </a:lnTo>
                  <a:lnTo>
                    <a:pt x="281487" y="41130"/>
                  </a:lnTo>
                  <a:lnTo>
                    <a:pt x="277576" y="37579"/>
                  </a:lnTo>
                  <a:lnTo>
                    <a:pt x="273556" y="34153"/>
                  </a:lnTo>
                  <a:lnTo>
                    <a:pt x="269429" y="30855"/>
                  </a:lnTo>
                  <a:lnTo>
                    <a:pt x="265200" y="27690"/>
                  </a:lnTo>
                  <a:lnTo>
                    <a:pt x="260873" y="24660"/>
                  </a:lnTo>
                  <a:lnTo>
                    <a:pt x="256453" y="21769"/>
                  </a:lnTo>
                  <a:lnTo>
                    <a:pt x="251943" y="19018"/>
                  </a:lnTo>
                  <a:lnTo>
                    <a:pt x="247349" y="16411"/>
                  </a:lnTo>
                  <a:lnTo>
                    <a:pt x="242674" y="13951"/>
                  </a:lnTo>
                  <a:lnTo>
                    <a:pt x="237925" y="11640"/>
                  </a:lnTo>
                  <a:lnTo>
                    <a:pt x="167160" y="163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70765" cy="167167"/>
            </a:xfrm>
            <a:custGeom>
              <a:avLst/>
              <a:pathLst>
                <a:path w="70765" h="167167">
                  <a:moveTo>
                    <a:pt x="70765" y="15716"/>
                  </a:moveTo>
                  <a:lnTo>
                    <a:pt x="65202" y="13240"/>
                  </a:lnTo>
                  <a:lnTo>
                    <a:pt x="59553" y="10967"/>
                  </a:lnTo>
                  <a:lnTo>
                    <a:pt x="53825" y="8902"/>
                  </a:lnTo>
                  <a:lnTo>
                    <a:pt x="48026" y="7047"/>
                  </a:lnTo>
                  <a:lnTo>
                    <a:pt x="42163" y="5404"/>
                  </a:lnTo>
                  <a:lnTo>
                    <a:pt x="36244" y="3976"/>
                  </a:lnTo>
                  <a:lnTo>
                    <a:pt x="30277" y="2764"/>
                  </a:lnTo>
                  <a:lnTo>
                    <a:pt x="24270" y="1771"/>
                  </a:lnTo>
                  <a:lnTo>
                    <a:pt x="18231" y="997"/>
                  </a:lnTo>
                  <a:lnTo>
                    <a:pt x="12167" y="443"/>
                  </a:lnTo>
                  <a:lnTo>
                    <a:pt x="6087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738" y="2126963"/>
              <a:ext cx="6733" cy="167167"/>
            </a:xfrm>
            <a:custGeom>
              <a:avLst/>
              <a:pathLst>
                <a:path w="6733" h="167167">
                  <a:moveTo>
                    <a:pt x="6733" y="0"/>
                  </a:moveTo>
                  <a:lnTo>
                    <a:pt x="0" y="135"/>
                  </a:lnTo>
                  <a:lnTo>
                    <a:pt x="67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738" y="2127099"/>
              <a:ext cx="6733" cy="167031"/>
            </a:xfrm>
            <a:custGeom>
              <a:avLst/>
              <a:pathLst>
                <a:path w="6733" h="167031">
                  <a:moveTo>
                    <a:pt x="0" y="0"/>
                  </a:moveTo>
                  <a:lnTo>
                    <a:pt x="6733" y="1670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8" y="2127099"/>
              <a:ext cx="329999" cy="334191"/>
            </a:xfrm>
            <a:custGeom>
              <a:avLst/>
              <a:pathLst>
                <a:path w="329999" h="334191">
                  <a:moveTo>
                    <a:pt x="160430" y="0"/>
                  </a:moveTo>
                  <a:lnTo>
                    <a:pt x="155132" y="297"/>
                  </a:lnTo>
                  <a:lnTo>
                    <a:pt x="149846" y="763"/>
                  </a:lnTo>
                  <a:lnTo>
                    <a:pt x="144578" y="1397"/>
                  </a:lnTo>
                  <a:lnTo>
                    <a:pt x="139333" y="2197"/>
                  </a:lnTo>
                  <a:lnTo>
                    <a:pt x="134115" y="3163"/>
                  </a:lnTo>
                  <a:lnTo>
                    <a:pt x="128931" y="4294"/>
                  </a:lnTo>
                  <a:lnTo>
                    <a:pt x="123786" y="5590"/>
                  </a:lnTo>
                  <a:lnTo>
                    <a:pt x="118684" y="7048"/>
                  </a:lnTo>
                  <a:lnTo>
                    <a:pt x="113631" y="8667"/>
                  </a:lnTo>
                  <a:lnTo>
                    <a:pt x="108632" y="10446"/>
                  </a:lnTo>
                  <a:lnTo>
                    <a:pt x="103691" y="12382"/>
                  </a:lnTo>
                  <a:lnTo>
                    <a:pt x="98815" y="14475"/>
                  </a:lnTo>
                  <a:lnTo>
                    <a:pt x="94008" y="16721"/>
                  </a:lnTo>
                  <a:lnTo>
                    <a:pt x="89274" y="19118"/>
                  </a:lnTo>
                  <a:lnTo>
                    <a:pt x="84619" y="21665"/>
                  </a:lnTo>
                  <a:lnTo>
                    <a:pt x="80047" y="24357"/>
                  </a:lnTo>
                  <a:lnTo>
                    <a:pt x="75563" y="27194"/>
                  </a:lnTo>
                  <a:lnTo>
                    <a:pt x="71171" y="30172"/>
                  </a:lnTo>
                  <a:lnTo>
                    <a:pt x="66876" y="33287"/>
                  </a:lnTo>
                  <a:lnTo>
                    <a:pt x="62682" y="36537"/>
                  </a:lnTo>
                  <a:lnTo>
                    <a:pt x="58593" y="39919"/>
                  </a:lnTo>
                  <a:lnTo>
                    <a:pt x="54614" y="43429"/>
                  </a:lnTo>
                  <a:lnTo>
                    <a:pt x="50747" y="47063"/>
                  </a:lnTo>
                  <a:lnTo>
                    <a:pt x="46999" y="50818"/>
                  </a:lnTo>
                  <a:lnTo>
                    <a:pt x="43371" y="54691"/>
                  </a:lnTo>
                  <a:lnTo>
                    <a:pt x="39868" y="58676"/>
                  </a:lnTo>
                  <a:lnTo>
                    <a:pt x="36493" y="62771"/>
                  </a:lnTo>
                  <a:lnTo>
                    <a:pt x="33250" y="66970"/>
                  </a:lnTo>
                  <a:lnTo>
                    <a:pt x="30142" y="71271"/>
                  </a:lnTo>
                  <a:lnTo>
                    <a:pt x="27172" y="75668"/>
                  </a:lnTo>
                  <a:lnTo>
                    <a:pt x="24342" y="80156"/>
                  </a:lnTo>
                  <a:lnTo>
                    <a:pt x="21657" y="84733"/>
                  </a:lnTo>
                  <a:lnTo>
                    <a:pt x="19119" y="89392"/>
                  </a:lnTo>
                  <a:lnTo>
                    <a:pt x="16729" y="94130"/>
                  </a:lnTo>
                  <a:lnTo>
                    <a:pt x="14491" y="98941"/>
                  </a:lnTo>
                  <a:lnTo>
                    <a:pt x="12407" y="103821"/>
                  </a:lnTo>
                  <a:lnTo>
                    <a:pt x="10479" y="108764"/>
                  </a:lnTo>
                  <a:lnTo>
                    <a:pt x="8709" y="113766"/>
                  </a:lnTo>
                  <a:lnTo>
                    <a:pt x="7098" y="118822"/>
                  </a:lnTo>
                  <a:lnTo>
                    <a:pt x="5649" y="123926"/>
                  </a:lnTo>
                  <a:lnTo>
                    <a:pt x="4362" y="129074"/>
                  </a:lnTo>
                  <a:lnTo>
                    <a:pt x="3239" y="134260"/>
                  </a:lnTo>
                  <a:lnTo>
                    <a:pt x="2282" y="139479"/>
                  </a:lnTo>
                  <a:lnTo>
                    <a:pt x="1490" y="144726"/>
                  </a:lnTo>
                  <a:lnTo>
                    <a:pt x="866" y="149995"/>
                  </a:lnTo>
                  <a:lnTo>
                    <a:pt x="409" y="155281"/>
                  </a:lnTo>
                  <a:lnTo>
                    <a:pt x="120" y="160580"/>
                  </a:lnTo>
                  <a:lnTo>
                    <a:pt x="0" y="165884"/>
                  </a:lnTo>
                  <a:lnTo>
                    <a:pt x="47" y="171190"/>
                  </a:lnTo>
                  <a:lnTo>
                    <a:pt x="263" y="176492"/>
                  </a:lnTo>
                  <a:lnTo>
                    <a:pt x="648" y="181784"/>
                  </a:lnTo>
                  <a:lnTo>
                    <a:pt x="1200" y="187061"/>
                  </a:lnTo>
                  <a:lnTo>
                    <a:pt x="1919" y="192319"/>
                  </a:lnTo>
                  <a:lnTo>
                    <a:pt x="2805" y="197550"/>
                  </a:lnTo>
                  <a:lnTo>
                    <a:pt x="3856" y="202751"/>
                  </a:lnTo>
                  <a:lnTo>
                    <a:pt x="5072" y="207916"/>
                  </a:lnTo>
                  <a:lnTo>
                    <a:pt x="6452" y="213040"/>
                  </a:lnTo>
                  <a:lnTo>
                    <a:pt x="7993" y="218117"/>
                  </a:lnTo>
                  <a:lnTo>
                    <a:pt x="9694" y="223143"/>
                  </a:lnTo>
                  <a:lnTo>
                    <a:pt x="11554" y="228112"/>
                  </a:lnTo>
                  <a:lnTo>
                    <a:pt x="13571" y="233020"/>
                  </a:lnTo>
                  <a:lnTo>
                    <a:pt x="15743" y="237862"/>
                  </a:lnTo>
                  <a:lnTo>
                    <a:pt x="18067" y="242632"/>
                  </a:lnTo>
                  <a:lnTo>
                    <a:pt x="20542" y="247325"/>
                  </a:lnTo>
                  <a:lnTo>
                    <a:pt x="23164" y="251938"/>
                  </a:lnTo>
                  <a:lnTo>
                    <a:pt x="25931" y="256466"/>
                  </a:lnTo>
                  <a:lnTo>
                    <a:pt x="28841" y="260903"/>
                  </a:lnTo>
                  <a:lnTo>
                    <a:pt x="31890" y="265246"/>
                  </a:lnTo>
                  <a:lnTo>
                    <a:pt x="35075" y="269489"/>
                  </a:lnTo>
                  <a:lnTo>
                    <a:pt x="38393" y="273630"/>
                  </a:lnTo>
                  <a:lnTo>
                    <a:pt x="41841" y="277663"/>
                  </a:lnTo>
                  <a:lnTo>
                    <a:pt x="45415" y="281585"/>
                  </a:lnTo>
                  <a:lnTo>
                    <a:pt x="49112" y="285391"/>
                  </a:lnTo>
                  <a:lnTo>
                    <a:pt x="52928" y="289078"/>
                  </a:lnTo>
                  <a:lnTo>
                    <a:pt x="56859" y="292642"/>
                  </a:lnTo>
                  <a:lnTo>
                    <a:pt x="60901" y="296079"/>
                  </a:lnTo>
                  <a:lnTo>
                    <a:pt x="65050" y="299387"/>
                  </a:lnTo>
                  <a:lnTo>
                    <a:pt x="69302" y="302561"/>
                  </a:lnTo>
                  <a:lnTo>
                    <a:pt x="73653" y="305598"/>
                  </a:lnTo>
                  <a:lnTo>
                    <a:pt x="78098" y="308496"/>
                  </a:lnTo>
                  <a:lnTo>
                    <a:pt x="82633" y="311252"/>
                  </a:lnTo>
                  <a:lnTo>
                    <a:pt x="87252" y="313862"/>
                  </a:lnTo>
                  <a:lnTo>
                    <a:pt x="91953" y="316324"/>
                  </a:lnTo>
                  <a:lnTo>
                    <a:pt x="96729" y="318636"/>
                  </a:lnTo>
                  <a:lnTo>
                    <a:pt x="101576" y="320795"/>
                  </a:lnTo>
                  <a:lnTo>
                    <a:pt x="106489" y="322799"/>
                  </a:lnTo>
                  <a:lnTo>
                    <a:pt x="111463" y="324646"/>
                  </a:lnTo>
                  <a:lnTo>
                    <a:pt x="116493" y="326335"/>
                  </a:lnTo>
                  <a:lnTo>
                    <a:pt x="121575" y="327862"/>
                  </a:lnTo>
                  <a:lnTo>
                    <a:pt x="126702" y="329228"/>
                  </a:lnTo>
                  <a:lnTo>
                    <a:pt x="131870" y="330431"/>
                  </a:lnTo>
                  <a:lnTo>
                    <a:pt x="137074" y="331468"/>
                  </a:lnTo>
                  <a:lnTo>
                    <a:pt x="142307" y="332341"/>
                  </a:lnTo>
                  <a:lnTo>
                    <a:pt x="147566" y="333046"/>
                  </a:lnTo>
                  <a:lnTo>
                    <a:pt x="152845" y="333584"/>
                  </a:lnTo>
                  <a:lnTo>
                    <a:pt x="158138" y="333955"/>
                  </a:lnTo>
                  <a:lnTo>
                    <a:pt x="163441" y="334157"/>
                  </a:lnTo>
                  <a:lnTo>
                    <a:pt x="168747" y="334191"/>
                  </a:lnTo>
                  <a:lnTo>
                    <a:pt x="174051" y="334057"/>
                  </a:lnTo>
                  <a:lnTo>
                    <a:pt x="179348" y="333754"/>
                  </a:lnTo>
                  <a:lnTo>
                    <a:pt x="184634" y="333283"/>
                  </a:lnTo>
                  <a:lnTo>
                    <a:pt x="189901" y="332645"/>
                  </a:lnTo>
                  <a:lnTo>
                    <a:pt x="195146" y="331840"/>
                  </a:lnTo>
                  <a:lnTo>
                    <a:pt x="200362" y="330869"/>
                  </a:lnTo>
                  <a:lnTo>
                    <a:pt x="205545" y="329733"/>
                  </a:lnTo>
                  <a:lnTo>
                    <a:pt x="210690" y="328433"/>
                  </a:lnTo>
                  <a:lnTo>
                    <a:pt x="215790" y="326970"/>
                  </a:lnTo>
                  <a:lnTo>
                    <a:pt x="220842" y="325346"/>
                  </a:lnTo>
                  <a:lnTo>
                    <a:pt x="225839" y="323563"/>
                  </a:lnTo>
                  <a:lnTo>
                    <a:pt x="230778" y="321622"/>
                  </a:lnTo>
                  <a:lnTo>
                    <a:pt x="235652" y="319525"/>
                  </a:lnTo>
                  <a:lnTo>
                    <a:pt x="240457" y="317274"/>
                  </a:lnTo>
                  <a:lnTo>
                    <a:pt x="245188" y="314872"/>
                  </a:lnTo>
                  <a:lnTo>
                    <a:pt x="249841" y="312322"/>
                  </a:lnTo>
                  <a:lnTo>
                    <a:pt x="254411" y="309624"/>
                  </a:lnTo>
                  <a:lnTo>
                    <a:pt x="258892" y="306784"/>
                  </a:lnTo>
                  <a:lnTo>
                    <a:pt x="263281" y="303802"/>
                  </a:lnTo>
                  <a:lnTo>
                    <a:pt x="267574" y="300683"/>
                  </a:lnTo>
                  <a:lnTo>
                    <a:pt x="271765" y="297428"/>
                  </a:lnTo>
                  <a:lnTo>
                    <a:pt x="275851" y="294043"/>
                  </a:lnTo>
                  <a:lnTo>
                    <a:pt x="279827" y="290530"/>
                  </a:lnTo>
                  <a:lnTo>
                    <a:pt x="283690" y="286892"/>
                  </a:lnTo>
                  <a:lnTo>
                    <a:pt x="287435" y="283133"/>
                  </a:lnTo>
                  <a:lnTo>
                    <a:pt x="291059" y="279257"/>
                  </a:lnTo>
                  <a:lnTo>
                    <a:pt x="294558" y="275269"/>
                  </a:lnTo>
                  <a:lnTo>
                    <a:pt x="297929" y="271171"/>
                  </a:lnTo>
                  <a:lnTo>
                    <a:pt x="301169" y="266968"/>
                  </a:lnTo>
                  <a:lnTo>
                    <a:pt x="304273" y="262665"/>
                  </a:lnTo>
                  <a:lnTo>
                    <a:pt x="307239" y="258265"/>
                  </a:lnTo>
                  <a:lnTo>
                    <a:pt x="310064" y="253774"/>
                  </a:lnTo>
                  <a:lnTo>
                    <a:pt x="312745" y="249195"/>
                  </a:lnTo>
                  <a:lnTo>
                    <a:pt x="315279" y="244533"/>
                  </a:lnTo>
                  <a:lnTo>
                    <a:pt x="317664" y="239793"/>
                  </a:lnTo>
                  <a:lnTo>
                    <a:pt x="319898" y="234980"/>
                  </a:lnTo>
                  <a:lnTo>
                    <a:pt x="321977" y="230099"/>
                  </a:lnTo>
                  <a:lnTo>
                    <a:pt x="323901" y="225153"/>
                  </a:lnTo>
                  <a:lnTo>
                    <a:pt x="325667" y="220150"/>
                  </a:lnTo>
                  <a:lnTo>
                    <a:pt x="327273" y="215092"/>
                  </a:lnTo>
                  <a:lnTo>
                    <a:pt x="328717" y="209987"/>
                  </a:lnTo>
                  <a:lnTo>
                    <a:pt x="329999" y="204838"/>
                  </a:lnTo>
                  <a:lnTo>
                    <a:pt x="167163" y="1670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6" cy="204974"/>
            </a:xfrm>
            <a:custGeom>
              <a:avLst/>
              <a:pathLst>
                <a:path w="167166" h="204974">
                  <a:moveTo>
                    <a:pt x="162836" y="204974"/>
                  </a:moveTo>
                  <a:lnTo>
                    <a:pt x="163966" y="199724"/>
                  </a:lnTo>
                  <a:lnTo>
                    <a:pt x="164927" y="194441"/>
                  </a:lnTo>
                  <a:lnTo>
                    <a:pt x="165718" y="189130"/>
                  </a:lnTo>
                  <a:lnTo>
                    <a:pt x="166338" y="183796"/>
                  </a:lnTo>
                  <a:lnTo>
                    <a:pt x="166786" y="178445"/>
                  </a:lnTo>
                  <a:lnTo>
                    <a:pt x="167062" y="173082"/>
                  </a:lnTo>
                  <a:lnTo>
                    <a:pt x="167166" y="167713"/>
                  </a:lnTo>
                  <a:lnTo>
                    <a:pt x="167097" y="162344"/>
                  </a:lnTo>
                  <a:lnTo>
                    <a:pt x="166856" y="156979"/>
                  </a:lnTo>
                  <a:lnTo>
                    <a:pt x="166443" y="151625"/>
                  </a:lnTo>
                  <a:lnTo>
                    <a:pt x="165858" y="146288"/>
                  </a:lnTo>
                  <a:lnTo>
                    <a:pt x="165102" y="140971"/>
                  </a:lnTo>
                  <a:lnTo>
                    <a:pt x="164175" y="135682"/>
                  </a:lnTo>
                  <a:lnTo>
                    <a:pt x="163079" y="130425"/>
                  </a:lnTo>
                  <a:lnTo>
                    <a:pt x="161815" y="125206"/>
                  </a:lnTo>
                  <a:lnTo>
                    <a:pt x="160384" y="120031"/>
                  </a:lnTo>
                  <a:lnTo>
                    <a:pt x="158787" y="114904"/>
                  </a:lnTo>
                  <a:lnTo>
                    <a:pt x="157027" y="109831"/>
                  </a:lnTo>
                  <a:lnTo>
                    <a:pt x="155104" y="104817"/>
                  </a:lnTo>
                  <a:lnTo>
                    <a:pt x="153022" y="99867"/>
                  </a:lnTo>
                  <a:lnTo>
                    <a:pt x="150781" y="94987"/>
                  </a:lnTo>
                  <a:lnTo>
                    <a:pt x="148385" y="90182"/>
                  </a:lnTo>
                  <a:lnTo>
                    <a:pt x="145836" y="85456"/>
                  </a:lnTo>
                  <a:lnTo>
                    <a:pt x="143136" y="80814"/>
                  </a:lnTo>
                  <a:lnTo>
                    <a:pt x="140289" y="76261"/>
                  </a:lnTo>
                  <a:lnTo>
                    <a:pt x="137297" y="71802"/>
                  </a:lnTo>
                  <a:lnTo>
                    <a:pt x="134163" y="67442"/>
                  </a:lnTo>
                  <a:lnTo>
                    <a:pt x="130891" y="63184"/>
                  </a:lnTo>
                  <a:lnTo>
                    <a:pt x="127483" y="59034"/>
                  </a:lnTo>
                  <a:lnTo>
                    <a:pt x="123945" y="54995"/>
                  </a:lnTo>
                  <a:lnTo>
                    <a:pt x="120278" y="51072"/>
                  </a:lnTo>
                  <a:lnTo>
                    <a:pt x="116487" y="47269"/>
                  </a:lnTo>
                  <a:lnTo>
                    <a:pt x="112576" y="43589"/>
                  </a:lnTo>
                  <a:lnTo>
                    <a:pt x="108549" y="40037"/>
                  </a:lnTo>
                  <a:lnTo>
                    <a:pt x="104410" y="36616"/>
                  </a:lnTo>
                  <a:lnTo>
                    <a:pt x="100163" y="33330"/>
                  </a:lnTo>
                  <a:lnTo>
                    <a:pt x="95812" y="30182"/>
                  </a:lnTo>
                  <a:lnTo>
                    <a:pt x="91363" y="27175"/>
                  </a:lnTo>
                  <a:lnTo>
                    <a:pt x="86820" y="24313"/>
                  </a:lnTo>
                  <a:lnTo>
                    <a:pt x="82187" y="21598"/>
                  </a:lnTo>
                  <a:lnTo>
                    <a:pt x="77469" y="19034"/>
                  </a:lnTo>
                  <a:lnTo>
                    <a:pt x="72671" y="16622"/>
                  </a:lnTo>
                  <a:lnTo>
                    <a:pt x="67799" y="14366"/>
                  </a:lnTo>
                  <a:lnTo>
                    <a:pt x="62856" y="12267"/>
                  </a:lnTo>
                  <a:lnTo>
                    <a:pt x="57848" y="10328"/>
                  </a:lnTo>
                  <a:lnTo>
                    <a:pt x="52781" y="8551"/>
                  </a:lnTo>
                  <a:lnTo>
                    <a:pt x="47659" y="6937"/>
                  </a:lnTo>
                  <a:lnTo>
                    <a:pt x="42489" y="5489"/>
                  </a:lnTo>
                  <a:lnTo>
                    <a:pt x="37274" y="4208"/>
                  </a:lnTo>
                  <a:lnTo>
                    <a:pt x="32021" y="3095"/>
                  </a:lnTo>
                  <a:lnTo>
                    <a:pt x="26734" y="2151"/>
                  </a:lnTo>
                  <a:lnTo>
                    <a:pt x="21421" y="1378"/>
                  </a:lnTo>
                  <a:lnTo>
                    <a:pt x="16085" y="775"/>
                  </a:lnTo>
                  <a:lnTo>
                    <a:pt x="10732" y="344"/>
                  </a:lnTo>
                  <a:lnTo>
                    <a:pt x="536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615" y="1681503"/>
              <a:ext cx="13619" cy="167167"/>
            </a:xfrm>
            <a:custGeom>
              <a:avLst/>
              <a:pathLst>
                <a:path w="13619" h="167167">
                  <a:moveTo>
                    <a:pt x="13619" y="0"/>
                  </a:moveTo>
                  <a:lnTo>
                    <a:pt x="0" y="555"/>
                  </a:lnTo>
                  <a:lnTo>
                    <a:pt x="1361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9615" y="1682059"/>
              <a:ext cx="13619" cy="166611"/>
            </a:xfrm>
            <a:custGeom>
              <a:avLst/>
              <a:pathLst>
                <a:path w="13619" h="166611">
                  <a:moveTo>
                    <a:pt x="0" y="0"/>
                  </a:moveTo>
                  <a:lnTo>
                    <a:pt x="13619" y="1666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7" y="1682059"/>
              <a:ext cx="334334" cy="333758"/>
            </a:xfrm>
            <a:custGeom>
              <a:avLst/>
              <a:pathLst>
                <a:path w="334334" h="333758">
                  <a:moveTo>
                    <a:pt x="153547" y="0"/>
                  </a:moveTo>
                  <a:lnTo>
                    <a:pt x="148272" y="515"/>
                  </a:lnTo>
                  <a:lnTo>
                    <a:pt x="143015" y="1198"/>
                  </a:lnTo>
                  <a:lnTo>
                    <a:pt x="137783" y="2047"/>
                  </a:lnTo>
                  <a:lnTo>
                    <a:pt x="132580" y="3061"/>
                  </a:lnTo>
                  <a:lnTo>
                    <a:pt x="127412" y="4240"/>
                  </a:lnTo>
                  <a:lnTo>
                    <a:pt x="122284" y="5582"/>
                  </a:lnTo>
                  <a:lnTo>
                    <a:pt x="117201" y="7086"/>
                  </a:lnTo>
                  <a:lnTo>
                    <a:pt x="112169" y="8750"/>
                  </a:lnTo>
                  <a:lnTo>
                    <a:pt x="107191" y="10573"/>
                  </a:lnTo>
                  <a:lnTo>
                    <a:pt x="102274" y="12553"/>
                  </a:lnTo>
                  <a:lnTo>
                    <a:pt x="97422" y="14688"/>
                  </a:lnTo>
                  <a:lnTo>
                    <a:pt x="92641" y="16976"/>
                  </a:lnTo>
                  <a:lnTo>
                    <a:pt x="87934" y="19414"/>
                  </a:lnTo>
                  <a:lnTo>
                    <a:pt x="83307" y="22000"/>
                  </a:lnTo>
                  <a:lnTo>
                    <a:pt x="78764" y="24731"/>
                  </a:lnTo>
                  <a:lnTo>
                    <a:pt x="74311" y="27605"/>
                  </a:lnTo>
                  <a:lnTo>
                    <a:pt x="69950" y="30619"/>
                  </a:lnTo>
                  <a:lnTo>
                    <a:pt x="65687" y="33770"/>
                  </a:lnTo>
                  <a:lnTo>
                    <a:pt x="61527" y="37054"/>
                  </a:lnTo>
                  <a:lnTo>
                    <a:pt x="57472" y="40468"/>
                  </a:lnTo>
                  <a:lnTo>
                    <a:pt x="53528" y="44010"/>
                  </a:lnTo>
                  <a:lnTo>
                    <a:pt x="49698" y="47674"/>
                  </a:lnTo>
                  <a:lnTo>
                    <a:pt x="45986" y="51458"/>
                  </a:lnTo>
                  <a:lnTo>
                    <a:pt x="42396" y="55358"/>
                  </a:lnTo>
                  <a:lnTo>
                    <a:pt x="38932" y="59370"/>
                  </a:lnTo>
                  <a:lnTo>
                    <a:pt x="35596" y="63490"/>
                  </a:lnTo>
                  <a:lnTo>
                    <a:pt x="32393" y="67713"/>
                  </a:lnTo>
                  <a:lnTo>
                    <a:pt x="29325" y="72036"/>
                  </a:lnTo>
                  <a:lnTo>
                    <a:pt x="26396" y="76453"/>
                  </a:lnTo>
                  <a:lnTo>
                    <a:pt x="23608" y="80962"/>
                  </a:lnTo>
                  <a:lnTo>
                    <a:pt x="20965" y="85556"/>
                  </a:lnTo>
                  <a:lnTo>
                    <a:pt x="18468" y="90232"/>
                  </a:lnTo>
                  <a:lnTo>
                    <a:pt x="16122" y="94985"/>
                  </a:lnTo>
                  <a:lnTo>
                    <a:pt x="13927" y="99810"/>
                  </a:lnTo>
                  <a:lnTo>
                    <a:pt x="11886" y="104702"/>
                  </a:lnTo>
                  <a:lnTo>
                    <a:pt x="10001" y="109656"/>
                  </a:lnTo>
                  <a:lnTo>
                    <a:pt x="8274" y="114668"/>
                  </a:lnTo>
                  <a:lnTo>
                    <a:pt x="6707" y="119732"/>
                  </a:lnTo>
                  <a:lnTo>
                    <a:pt x="5302" y="124843"/>
                  </a:lnTo>
                  <a:lnTo>
                    <a:pt x="4059" y="129996"/>
                  </a:lnTo>
                  <a:lnTo>
                    <a:pt x="2980" y="135185"/>
                  </a:lnTo>
                  <a:lnTo>
                    <a:pt x="2066" y="140407"/>
                  </a:lnTo>
                  <a:lnTo>
                    <a:pt x="1318" y="145654"/>
                  </a:lnTo>
                  <a:lnTo>
                    <a:pt x="737" y="150923"/>
                  </a:lnTo>
                  <a:lnTo>
                    <a:pt x="323" y="156208"/>
                  </a:lnTo>
                  <a:lnTo>
                    <a:pt x="77" y="161503"/>
                  </a:lnTo>
                  <a:lnTo>
                    <a:pt x="0" y="166803"/>
                  </a:lnTo>
                  <a:lnTo>
                    <a:pt x="90" y="172103"/>
                  </a:lnTo>
                  <a:lnTo>
                    <a:pt x="348" y="177397"/>
                  </a:lnTo>
                  <a:lnTo>
                    <a:pt x="774" y="182681"/>
                  </a:lnTo>
                  <a:lnTo>
                    <a:pt x="1367" y="187948"/>
                  </a:lnTo>
                  <a:lnTo>
                    <a:pt x="2126" y="193194"/>
                  </a:lnTo>
                  <a:lnTo>
                    <a:pt x="3052" y="198413"/>
                  </a:lnTo>
                  <a:lnTo>
                    <a:pt x="4143" y="203600"/>
                  </a:lnTo>
                  <a:lnTo>
                    <a:pt x="5398" y="208750"/>
                  </a:lnTo>
                  <a:lnTo>
                    <a:pt x="6815" y="213858"/>
                  </a:lnTo>
                  <a:lnTo>
                    <a:pt x="8394" y="218918"/>
                  </a:lnTo>
                  <a:lnTo>
                    <a:pt x="10132" y="223926"/>
                  </a:lnTo>
                  <a:lnTo>
                    <a:pt x="12028" y="228876"/>
                  </a:lnTo>
                  <a:lnTo>
                    <a:pt x="14080" y="233763"/>
                  </a:lnTo>
                  <a:lnTo>
                    <a:pt x="16286" y="238583"/>
                  </a:lnTo>
                  <a:lnTo>
                    <a:pt x="18644" y="243330"/>
                  </a:lnTo>
                  <a:lnTo>
                    <a:pt x="21151" y="248001"/>
                  </a:lnTo>
                  <a:lnTo>
                    <a:pt x="23805" y="252589"/>
                  </a:lnTo>
                  <a:lnTo>
                    <a:pt x="26603" y="257091"/>
                  </a:lnTo>
                  <a:lnTo>
                    <a:pt x="29542" y="261502"/>
                  </a:lnTo>
                  <a:lnTo>
                    <a:pt x="32620" y="265818"/>
                  </a:lnTo>
                  <a:lnTo>
                    <a:pt x="35833" y="270034"/>
                  </a:lnTo>
                  <a:lnTo>
                    <a:pt x="39178" y="274146"/>
                  </a:lnTo>
                  <a:lnTo>
                    <a:pt x="42651" y="278150"/>
                  </a:lnTo>
                  <a:lnTo>
                    <a:pt x="46250" y="282041"/>
                  </a:lnTo>
                  <a:lnTo>
                    <a:pt x="49971" y="285817"/>
                  </a:lnTo>
                  <a:lnTo>
                    <a:pt x="53809" y="289473"/>
                  </a:lnTo>
                  <a:lnTo>
                    <a:pt x="57761" y="293005"/>
                  </a:lnTo>
                  <a:lnTo>
                    <a:pt x="61824" y="296410"/>
                  </a:lnTo>
                  <a:lnTo>
                    <a:pt x="65992" y="299685"/>
                  </a:lnTo>
                  <a:lnTo>
                    <a:pt x="70262" y="302826"/>
                  </a:lnTo>
                  <a:lnTo>
                    <a:pt x="74629" y="305830"/>
                  </a:lnTo>
                  <a:lnTo>
                    <a:pt x="79090" y="308693"/>
                  </a:lnTo>
                  <a:lnTo>
                    <a:pt x="83639" y="311414"/>
                  </a:lnTo>
                  <a:lnTo>
                    <a:pt x="88272" y="313990"/>
                  </a:lnTo>
                  <a:lnTo>
                    <a:pt x="92984" y="316417"/>
                  </a:lnTo>
                  <a:lnTo>
                    <a:pt x="97771" y="318694"/>
                  </a:lnTo>
                  <a:lnTo>
                    <a:pt x="102627" y="320818"/>
                  </a:lnTo>
                  <a:lnTo>
                    <a:pt x="107549" y="322786"/>
                  </a:lnTo>
                  <a:lnTo>
                    <a:pt x="112530" y="324598"/>
                  </a:lnTo>
                  <a:lnTo>
                    <a:pt x="117567" y="326251"/>
                  </a:lnTo>
                  <a:lnTo>
                    <a:pt x="122653" y="327743"/>
                  </a:lnTo>
                  <a:lnTo>
                    <a:pt x="127784" y="329073"/>
                  </a:lnTo>
                  <a:lnTo>
                    <a:pt x="132955" y="330240"/>
                  </a:lnTo>
                  <a:lnTo>
                    <a:pt x="138160" y="331243"/>
                  </a:lnTo>
                  <a:lnTo>
                    <a:pt x="143394" y="332080"/>
                  </a:lnTo>
                  <a:lnTo>
                    <a:pt x="148652" y="332750"/>
                  </a:lnTo>
                  <a:lnTo>
                    <a:pt x="153929" y="333254"/>
                  </a:lnTo>
                  <a:lnTo>
                    <a:pt x="159219" y="333590"/>
                  </a:lnTo>
                  <a:lnTo>
                    <a:pt x="164517" y="333758"/>
                  </a:lnTo>
                  <a:lnTo>
                    <a:pt x="169818" y="333758"/>
                  </a:lnTo>
                  <a:lnTo>
                    <a:pt x="175116" y="333590"/>
                  </a:lnTo>
                  <a:lnTo>
                    <a:pt x="180406" y="333254"/>
                  </a:lnTo>
                  <a:lnTo>
                    <a:pt x="185682" y="332750"/>
                  </a:lnTo>
                  <a:lnTo>
                    <a:pt x="190940" y="332080"/>
                  </a:lnTo>
                  <a:lnTo>
                    <a:pt x="196175" y="331243"/>
                  </a:lnTo>
                  <a:lnTo>
                    <a:pt x="201380" y="330240"/>
                  </a:lnTo>
                  <a:lnTo>
                    <a:pt x="206550" y="329073"/>
                  </a:lnTo>
                  <a:lnTo>
                    <a:pt x="211681" y="327743"/>
                  </a:lnTo>
                  <a:lnTo>
                    <a:pt x="216768" y="326251"/>
                  </a:lnTo>
                  <a:lnTo>
                    <a:pt x="221804" y="324598"/>
                  </a:lnTo>
                  <a:lnTo>
                    <a:pt x="226786" y="322786"/>
                  </a:lnTo>
                  <a:lnTo>
                    <a:pt x="231707" y="320817"/>
                  </a:lnTo>
                  <a:lnTo>
                    <a:pt x="236564" y="318694"/>
                  </a:lnTo>
                  <a:lnTo>
                    <a:pt x="241351" y="316417"/>
                  </a:lnTo>
                  <a:lnTo>
                    <a:pt x="246063" y="313990"/>
                  </a:lnTo>
                  <a:lnTo>
                    <a:pt x="250696" y="311414"/>
                  </a:lnTo>
                  <a:lnTo>
                    <a:pt x="255245" y="308693"/>
                  </a:lnTo>
                  <a:lnTo>
                    <a:pt x="259705" y="305829"/>
                  </a:lnTo>
                  <a:lnTo>
                    <a:pt x="264072" y="302825"/>
                  </a:lnTo>
                  <a:lnTo>
                    <a:pt x="268342" y="299684"/>
                  </a:lnTo>
                  <a:lnTo>
                    <a:pt x="272511" y="296410"/>
                  </a:lnTo>
                  <a:lnTo>
                    <a:pt x="276573" y="293004"/>
                  </a:lnTo>
                  <a:lnTo>
                    <a:pt x="280525" y="289472"/>
                  </a:lnTo>
                  <a:lnTo>
                    <a:pt x="284363" y="285816"/>
                  </a:lnTo>
                  <a:lnTo>
                    <a:pt x="288084" y="282041"/>
                  </a:lnTo>
                  <a:lnTo>
                    <a:pt x="291683" y="278149"/>
                  </a:lnTo>
                  <a:lnTo>
                    <a:pt x="295157" y="274145"/>
                  </a:lnTo>
                  <a:lnTo>
                    <a:pt x="298502" y="270033"/>
                  </a:lnTo>
                  <a:lnTo>
                    <a:pt x="301715" y="265817"/>
                  </a:lnTo>
                  <a:lnTo>
                    <a:pt x="304792" y="261502"/>
                  </a:lnTo>
                  <a:lnTo>
                    <a:pt x="307731" y="257091"/>
                  </a:lnTo>
                  <a:lnTo>
                    <a:pt x="310529" y="252589"/>
                  </a:lnTo>
                  <a:lnTo>
                    <a:pt x="313183" y="248000"/>
                  </a:lnTo>
                  <a:lnTo>
                    <a:pt x="315690" y="243330"/>
                  </a:lnTo>
                  <a:lnTo>
                    <a:pt x="318048" y="238582"/>
                  </a:lnTo>
                  <a:lnTo>
                    <a:pt x="320254" y="233762"/>
                  </a:lnTo>
                  <a:lnTo>
                    <a:pt x="322306" y="228875"/>
                  </a:lnTo>
                  <a:lnTo>
                    <a:pt x="324202" y="223925"/>
                  </a:lnTo>
                  <a:lnTo>
                    <a:pt x="325940" y="218917"/>
                  </a:lnTo>
                  <a:lnTo>
                    <a:pt x="327519" y="213857"/>
                  </a:lnTo>
                  <a:lnTo>
                    <a:pt x="328936" y="208750"/>
                  </a:lnTo>
                  <a:lnTo>
                    <a:pt x="330191" y="203600"/>
                  </a:lnTo>
                  <a:lnTo>
                    <a:pt x="331282" y="198412"/>
                  </a:lnTo>
                  <a:lnTo>
                    <a:pt x="332207" y="193193"/>
                  </a:lnTo>
                  <a:lnTo>
                    <a:pt x="332967" y="187947"/>
                  </a:lnTo>
                  <a:lnTo>
                    <a:pt x="333560" y="182680"/>
                  </a:lnTo>
                  <a:lnTo>
                    <a:pt x="333986" y="177396"/>
                  </a:lnTo>
                  <a:lnTo>
                    <a:pt x="334244" y="172102"/>
                  </a:lnTo>
                  <a:lnTo>
                    <a:pt x="334334" y="166802"/>
                  </a:lnTo>
                  <a:lnTo>
                    <a:pt x="334256" y="161502"/>
                  </a:lnTo>
                  <a:lnTo>
                    <a:pt x="334010" y="156207"/>
                  </a:lnTo>
                  <a:lnTo>
                    <a:pt x="333596" y="150922"/>
                  </a:lnTo>
                  <a:lnTo>
                    <a:pt x="333015" y="145654"/>
                  </a:lnTo>
                  <a:lnTo>
                    <a:pt x="332268" y="140406"/>
                  </a:lnTo>
                  <a:lnTo>
                    <a:pt x="331354" y="135185"/>
                  </a:lnTo>
                  <a:lnTo>
                    <a:pt x="330275" y="129995"/>
                  </a:lnTo>
                  <a:lnTo>
                    <a:pt x="329032" y="124842"/>
                  </a:lnTo>
                  <a:lnTo>
                    <a:pt x="327626" y="119731"/>
                  </a:lnTo>
                  <a:lnTo>
                    <a:pt x="326059" y="114667"/>
                  </a:lnTo>
                  <a:lnTo>
                    <a:pt x="324332" y="109656"/>
                  </a:lnTo>
                  <a:lnTo>
                    <a:pt x="322448" y="104701"/>
                  </a:lnTo>
                  <a:lnTo>
                    <a:pt x="320407" y="99809"/>
                  </a:lnTo>
                  <a:lnTo>
                    <a:pt x="318212" y="94984"/>
                  </a:lnTo>
                  <a:lnTo>
                    <a:pt x="315865" y="90232"/>
                  </a:lnTo>
                  <a:lnTo>
                    <a:pt x="313369" y="85556"/>
                  </a:lnTo>
                  <a:lnTo>
                    <a:pt x="310725" y="80961"/>
                  </a:lnTo>
                  <a:lnTo>
                    <a:pt x="307937" y="76453"/>
                  </a:lnTo>
                  <a:lnTo>
                    <a:pt x="305008" y="72035"/>
                  </a:lnTo>
                  <a:lnTo>
                    <a:pt x="301940" y="67712"/>
                  </a:lnTo>
                  <a:lnTo>
                    <a:pt x="298737" y="63489"/>
                  </a:lnTo>
                  <a:lnTo>
                    <a:pt x="295401" y="59369"/>
                  </a:lnTo>
                  <a:lnTo>
                    <a:pt x="291937" y="55358"/>
                  </a:lnTo>
                  <a:lnTo>
                    <a:pt x="288347" y="51458"/>
                  </a:lnTo>
                  <a:lnTo>
                    <a:pt x="284635" y="47674"/>
                  </a:lnTo>
                  <a:lnTo>
                    <a:pt x="280805" y="44009"/>
                  </a:lnTo>
                  <a:lnTo>
                    <a:pt x="276861" y="40468"/>
                  </a:lnTo>
                  <a:lnTo>
                    <a:pt x="272806" y="37053"/>
                  </a:lnTo>
                  <a:lnTo>
                    <a:pt x="268646" y="33769"/>
                  </a:lnTo>
                  <a:lnTo>
                    <a:pt x="264383" y="30619"/>
                  </a:lnTo>
                  <a:lnTo>
                    <a:pt x="260022" y="27605"/>
                  </a:lnTo>
                  <a:lnTo>
                    <a:pt x="255569" y="24731"/>
                  </a:lnTo>
                  <a:lnTo>
                    <a:pt x="251026" y="21999"/>
                  </a:lnTo>
                  <a:lnTo>
                    <a:pt x="246399" y="19413"/>
                  </a:lnTo>
                  <a:lnTo>
                    <a:pt x="241692" y="16975"/>
                  </a:lnTo>
                  <a:lnTo>
                    <a:pt x="236910" y="14688"/>
                  </a:lnTo>
                  <a:lnTo>
                    <a:pt x="232059" y="12553"/>
                  </a:lnTo>
                  <a:lnTo>
                    <a:pt x="227142" y="10573"/>
                  </a:lnTo>
                  <a:lnTo>
                    <a:pt x="222164" y="8750"/>
                  </a:lnTo>
                  <a:lnTo>
                    <a:pt x="217132" y="7085"/>
                  </a:lnTo>
                  <a:lnTo>
                    <a:pt x="212049" y="5581"/>
                  </a:lnTo>
                  <a:lnTo>
                    <a:pt x="206921" y="4239"/>
                  </a:lnTo>
                  <a:lnTo>
                    <a:pt x="201753" y="3061"/>
                  </a:lnTo>
                  <a:lnTo>
                    <a:pt x="196550" y="2046"/>
                  </a:lnTo>
                  <a:lnTo>
                    <a:pt x="167167" y="1666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9383" cy="167167"/>
            </a:xfrm>
            <a:custGeom>
              <a:avLst/>
              <a:pathLst>
                <a:path w="29383" h="167167">
                  <a:moveTo>
                    <a:pt x="29383" y="2602"/>
                  </a:moveTo>
                  <a:lnTo>
                    <a:pt x="22087" y="1465"/>
                  </a:lnTo>
                  <a:lnTo>
                    <a:pt x="14749" y="651"/>
                  </a:lnTo>
                  <a:lnTo>
                    <a:pt x="7381" y="16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1" y="1322571"/>
              <a:ext cx="167167" cy="320105"/>
            </a:xfrm>
            <a:custGeom>
              <a:avLst/>
              <a:pathLst>
                <a:path w="167167" h="320105">
                  <a:moveTo>
                    <a:pt x="167167" y="0"/>
                  </a:moveTo>
                  <a:lnTo>
                    <a:pt x="161807" y="85"/>
                  </a:lnTo>
                  <a:lnTo>
                    <a:pt x="156452" y="343"/>
                  </a:lnTo>
                  <a:lnTo>
                    <a:pt x="151108" y="773"/>
                  </a:lnTo>
                  <a:lnTo>
                    <a:pt x="145781" y="1373"/>
                  </a:lnTo>
                  <a:lnTo>
                    <a:pt x="140476" y="2144"/>
                  </a:lnTo>
                  <a:lnTo>
                    <a:pt x="135198" y="3085"/>
                  </a:lnTo>
                  <a:lnTo>
                    <a:pt x="129953" y="4194"/>
                  </a:lnTo>
                  <a:lnTo>
                    <a:pt x="124746" y="5471"/>
                  </a:lnTo>
                  <a:lnTo>
                    <a:pt x="119584" y="6915"/>
                  </a:lnTo>
                  <a:lnTo>
                    <a:pt x="114469" y="8523"/>
                  </a:lnTo>
                  <a:lnTo>
                    <a:pt x="109410" y="10294"/>
                  </a:lnTo>
                  <a:lnTo>
                    <a:pt x="104409" y="12227"/>
                  </a:lnTo>
                  <a:lnTo>
                    <a:pt x="99473" y="14319"/>
                  </a:lnTo>
                  <a:lnTo>
                    <a:pt x="94607" y="16568"/>
                  </a:lnTo>
                  <a:lnTo>
                    <a:pt x="89815" y="18972"/>
                  </a:lnTo>
                  <a:lnTo>
                    <a:pt x="85103" y="21529"/>
                  </a:lnTo>
                  <a:lnTo>
                    <a:pt x="80475" y="24235"/>
                  </a:lnTo>
                  <a:lnTo>
                    <a:pt x="75937" y="27088"/>
                  </a:lnTo>
                  <a:lnTo>
                    <a:pt x="71492" y="30086"/>
                  </a:lnTo>
                  <a:lnTo>
                    <a:pt x="67146" y="33224"/>
                  </a:lnTo>
                  <a:lnTo>
                    <a:pt x="62902" y="36500"/>
                  </a:lnTo>
                  <a:lnTo>
                    <a:pt x="58766" y="39910"/>
                  </a:lnTo>
                  <a:lnTo>
                    <a:pt x="54741" y="43452"/>
                  </a:lnTo>
                  <a:lnTo>
                    <a:pt x="50832" y="47120"/>
                  </a:lnTo>
                  <a:lnTo>
                    <a:pt x="47043" y="50912"/>
                  </a:lnTo>
                  <a:lnTo>
                    <a:pt x="43377" y="54824"/>
                  </a:lnTo>
                  <a:lnTo>
                    <a:pt x="39838" y="58851"/>
                  </a:lnTo>
                  <a:lnTo>
                    <a:pt x="36430" y="62990"/>
                  </a:lnTo>
                  <a:lnTo>
                    <a:pt x="33157" y="67235"/>
                  </a:lnTo>
                  <a:lnTo>
                    <a:pt x="30022" y="71584"/>
                  </a:lnTo>
                  <a:lnTo>
                    <a:pt x="27027" y="76030"/>
                  </a:lnTo>
                  <a:lnTo>
                    <a:pt x="24177" y="80571"/>
                  </a:lnTo>
                  <a:lnTo>
                    <a:pt x="21474" y="85200"/>
                  </a:lnTo>
                  <a:lnTo>
                    <a:pt x="18921" y="89914"/>
                  </a:lnTo>
                  <a:lnTo>
                    <a:pt x="16520" y="94708"/>
                  </a:lnTo>
                  <a:lnTo>
                    <a:pt x="14274" y="99575"/>
                  </a:lnTo>
                  <a:lnTo>
                    <a:pt x="12185" y="104513"/>
                  </a:lnTo>
                  <a:lnTo>
                    <a:pt x="10256" y="109514"/>
                  </a:lnTo>
                  <a:lnTo>
                    <a:pt x="8488" y="114575"/>
                  </a:lnTo>
                  <a:lnTo>
                    <a:pt x="6883" y="119691"/>
                  </a:lnTo>
                  <a:lnTo>
                    <a:pt x="5443" y="124854"/>
                  </a:lnTo>
                  <a:lnTo>
                    <a:pt x="4169" y="130062"/>
                  </a:lnTo>
                  <a:lnTo>
                    <a:pt x="3063" y="135308"/>
                  </a:lnTo>
                  <a:lnTo>
                    <a:pt x="2126" y="140586"/>
                  </a:lnTo>
                  <a:lnTo>
                    <a:pt x="1359" y="145892"/>
                  </a:lnTo>
                  <a:lnTo>
                    <a:pt x="762" y="151219"/>
                  </a:lnTo>
                  <a:lnTo>
                    <a:pt x="336" y="156563"/>
                  </a:lnTo>
                  <a:lnTo>
                    <a:pt x="82" y="161918"/>
                  </a:lnTo>
                  <a:lnTo>
                    <a:pt x="0" y="167279"/>
                  </a:lnTo>
                  <a:lnTo>
                    <a:pt x="89" y="172639"/>
                  </a:lnTo>
                  <a:lnTo>
                    <a:pt x="350" y="177993"/>
                  </a:lnTo>
                  <a:lnTo>
                    <a:pt x="783" y="183337"/>
                  </a:lnTo>
                  <a:lnTo>
                    <a:pt x="1387" y="188664"/>
                  </a:lnTo>
                  <a:lnTo>
                    <a:pt x="2162" y="193968"/>
                  </a:lnTo>
                  <a:lnTo>
                    <a:pt x="3106" y="199245"/>
                  </a:lnTo>
                  <a:lnTo>
                    <a:pt x="4219" y="204490"/>
                  </a:lnTo>
                  <a:lnTo>
                    <a:pt x="5500" y="209695"/>
                  </a:lnTo>
                  <a:lnTo>
                    <a:pt x="6946" y="214857"/>
                  </a:lnTo>
                  <a:lnTo>
                    <a:pt x="8558" y="219970"/>
                  </a:lnTo>
                  <a:lnTo>
                    <a:pt x="10333" y="225029"/>
                  </a:lnTo>
                  <a:lnTo>
                    <a:pt x="12269" y="230028"/>
                  </a:lnTo>
                  <a:lnTo>
                    <a:pt x="14364" y="234963"/>
                  </a:lnTo>
                  <a:lnTo>
                    <a:pt x="16617" y="239827"/>
                  </a:lnTo>
                  <a:lnTo>
                    <a:pt x="19024" y="244618"/>
                  </a:lnTo>
                  <a:lnTo>
                    <a:pt x="21583" y="249328"/>
                  </a:lnTo>
                  <a:lnTo>
                    <a:pt x="24293" y="253954"/>
                  </a:lnTo>
                  <a:lnTo>
                    <a:pt x="27149" y="258490"/>
                  </a:lnTo>
                  <a:lnTo>
                    <a:pt x="30149" y="262933"/>
                  </a:lnTo>
                  <a:lnTo>
                    <a:pt x="33291" y="267277"/>
                  </a:lnTo>
                  <a:lnTo>
                    <a:pt x="36570" y="271519"/>
                  </a:lnTo>
                  <a:lnTo>
                    <a:pt x="39983" y="275653"/>
                  </a:lnTo>
                  <a:lnTo>
                    <a:pt x="43527" y="279675"/>
                  </a:lnTo>
                  <a:lnTo>
                    <a:pt x="47198" y="283582"/>
                  </a:lnTo>
                  <a:lnTo>
                    <a:pt x="50993" y="287369"/>
                  </a:lnTo>
                  <a:lnTo>
                    <a:pt x="54907" y="291032"/>
                  </a:lnTo>
                  <a:lnTo>
                    <a:pt x="58936" y="294568"/>
                  </a:lnTo>
                  <a:lnTo>
                    <a:pt x="63077" y="297973"/>
                  </a:lnTo>
                  <a:lnTo>
                    <a:pt x="67325" y="301243"/>
                  </a:lnTo>
                  <a:lnTo>
                    <a:pt x="71675" y="304376"/>
                  </a:lnTo>
                  <a:lnTo>
                    <a:pt x="76124" y="307367"/>
                  </a:lnTo>
                  <a:lnTo>
                    <a:pt x="80666" y="310215"/>
                  </a:lnTo>
                  <a:lnTo>
                    <a:pt x="85298" y="312915"/>
                  </a:lnTo>
                  <a:lnTo>
                    <a:pt x="90013" y="315465"/>
                  </a:lnTo>
                  <a:lnTo>
                    <a:pt x="94808" y="317863"/>
                  </a:lnTo>
                  <a:lnTo>
                    <a:pt x="99677" y="32010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3549" y="1489739"/>
              <a:ext cx="67489" cy="152938"/>
            </a:xfrm>
            <a:custGeom>
              <a:avLst/>
              <a:pathLst>
                <a:path w="67489" h="152938">
                  <a:moveTo>
                    <a:pt x="0" y="152938"/>
                  </a:moveTo>
                  <a:lnTo>
                    <a:pt x="6748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53549" y="1344835"/>
              <a:ext cx="234654" cy="312071"/>
            </a:xfrm>
            <a:custGeom>
              <a:avLst/>
              <a:pathLst>
                <a:path w="234654" h="312071">
                  <a:moveTo>
                    <a:pt x="0" y="297842"/>
                  </a:moveTo>
                  <a:lnTo>
                    <a:pt x="4919" y="299919"/>
                  </a:lnTo>
                  <a:lnTo>
                    <a:pt x="9903" y="301839"/>
                  </a:lnTo>
                  <a:lnTo>
                    <a:pt x="14946" y="303598"/>
                  </a:lnTo>
                  <a:lnTo>
                    <a:pt x="20042" y="305196"/>
                  </a:lnTo>
                  <a:lnTo>
                    <a:pt x="25186" y="306630"/>
                  </a:lnTo>
                  <a:lnTo>
                    <a:pt x="30374" y="307899"/>
                  </a:lnTo>
                  <a:lnTo>
                    <a:pt x="35600" y="309001"/>
                  </a:lnTo>
                  <a:lnTo>
                    <a:pt x="40858" y="309936"/>
                  </a:lnTo>
                  <a:lnTo>
                    <a:pt x="46143" y="310702"/>
                  </a:lnTo>
                  <a:lnTo>
                    <a:pt x="51450" y="311300"/>
                  </a:lnTo>
                  <a:lnTo>
                    <a:pt x="56774" y="311727"/>
                  </a:lnTo>
                  <a:lnTo>
                    <a:pt x="62108" y="311984"/>
                  </a:lnTo>
                  <a:lnTo>
                    <a:pt x="67448" y="312071"/>
                  </a:lnTo>
                  <a:lnTo>
                    <a:pt x="72788" y="311987"/>
                  </a:lnTo>
                  <a:lnTo>
                    <a:pt x="78123" y="311732"/>
                  </a:lnTo>
                  <a:lnTo>
                    <a:pt x="83446" y="311307"/>
                  </a:lnTo>
                  <a:lnTo>
                    <a:pt x="88754" y="310713"/>
                  </a:lnTo>
                  <a:lnTo>
                    <a:pt x="94039" y="309949"/>
                  </a:lnTo>
                  <a:lnTo>
                    <a:pt x="99298" y="309017"/>
                  </a:lnTo>
                  <a:lnTo>
                    <a:pt x="104524" y="307917"/>
                  </a:lnTo>
                  <a:lnTo>
                    <a:pt x="109712" y="306650"/>
                  </a:lnTo>
                  <a:lnTo>
                    <a:pt x="114858" y="305219"/>
                  </a:lnTo>
                  <a:lnTo>
                    <a:pt x="119955" y="303624"/>
                  </a:lnTo>
                  <a:lnTo>
                    <a:pt x="124998" y="301867"/>
                  </a:lnTo>
                  <a:lnTo>
                    <a:pt x="129983" y="299950"/>
                  </a:lnTo>
                  <a:lnTo>
                    <a:pt x="134904" y="297875"/>
                  </a:lnTo>
                  <a:lnTo>
                    <a:pt x="139756" y="295643"/>
                  </a:lnTo>
                  <a:lnTo>
                    <a:pt x="144534" y="293258"/>
                  </a:lnTo>
                  <a:lnTo>
                    <a:pt x="149234" y="290721"/>
                  </a:lnTo>
                  <a:lnTo>
                    <a:pt x="153850" y="288035"/>
                  </a:lnTo>
                  <a:lnTo>
                    <a:pt x="158378" y="285204"/>
                  </a:lnTo>
                  <a:lnTo>
                    <a:pt x="162813" y="282229"/>
                  </a:lnTo>
                  <a:lnTo>
                    <a:pt x="167151" y="279114"/>
                  </a:lnTo>
                  <a:lnTo>
                    <a:pt x="171388" y="275862"/>
                  </a:lnTo>
                  <a:lnTo>
                    <a:pt x="175518" y="272476"/>
                  </a:lnTo>
                  <a:lnTo>
                    <a:pt x="179538" y="268960"/>
                  </a:lnTo>
                  <a:lnTo>
                    <a:pt x="183443" y="265317"/>
                  </a:lnTo>
                  <a:lnTo>
                    <a:pt x="187231" y="261552"/>
                  </a:lnTo>
                  <a:lnTo>
                    <a:pt x="190896" y="257667"/>
                  </a:lnTo>
                  <a:lnTo>
                    <a:pt x="194435" y="253668"/>
                  </a:lnTo>
                  <a:lnTo>
                    <a:pt x="197844" y="249557"/>
                  </a:lnTo>
                  <a:lnTo>
                    <a:pt x="201121" y="245340"/>
                  </a:lnTo>
                  <a:lnTo>
                    <a:pt x="204261" y="241020"/>
                  </a:lnTo>
                  <a:lnTo>
                    <a:pt x="207262" y="236602"/>
                  </a:lnTo>
                  <a:lnTo>
                    <a:pt x="210119" y="232090"/>
                  </a:lnTo>
                  <a:lnTo>
                    <a:pt x="212832" y="227489"/>
                  </a:lnTo>
                  <a:lnTo>
                    <a:pt x="215396" y="222804"/>
                  </a:lnTo>
                  <a:lnTo>
                    <a:pt x="217809" y="218040"/>
                  </a:lnTo>
                  <a:lnTo>
                    <a:pt x="220068" y="213201"/>
                  </a:lnTo>
                  <a:lnTo>
                    <a:pt x="222172" y="208292"/>
                  </a:lnTo>
                  <a:lnTo>
                    <a:pt x="224118" y="203319"/>
                  </a:lnTo>
                  <a:lnTo>
                    <a:pt x="225904" y="198285"/>
                  </a:lnTo>
                  <a:lnTo>
                    <a:pt x="227528" y="193198"/>
                  </a:lnTo>
                  <a:lnTo>
                    <a:pt x="228989" y="188061"/>
                  </a:lnTo>
                  <a:lnTo>
                    <a:pt x="230286" y="182880"/>
                  </a:lnTo>
                  <a:lnTo>
                    <a:pt x="231416" y="177660"/>
                  </a:lnTo>
                  <a:lnTo>
                    <a:pt x="232378" y="172407"/>
                  </a:lnTo>
                  <a:lnTo>
                    <a:pt x="233173" y="167126"/>
                  </a:lnTo>
                  <a:lnTo>
                    <a:pt x="233798" y="161822"/>
                  </a:lnTo>
                  <a:lnTo>
                    <a:pt x="234254" y="156501"/>
                  </a:lnTo>
                  <a:lnTo>
                    <a:pt x="234539" y="151168"/>
                  </a:lnTo>
                  <a:lnTo>
                    <a:pt x="234654" y="145829"/>
                  </a:lnTo>
                  <a:lnTo>
                    <a:pt x="234598" y="140488"/>
                  </a:lnTo>
                  <a:lnTo>
                    <a:pt x="234372" y="135152"/>
                  </a:lnTo>
                  <a:lnTo>
                    <a:pt x="233975" y="129827"/>
                  </a:lnTo>
                  <a:lnTo>
                    <a:pt x="233409" y="124516"/>
                  </a:lnTo>
                  <a:lnTo>
                    <a:pt x="232673" y="119226"/>
                  </a:lnTo>
                  <a:lnTo>
                    <a:pt x="231768" y="113963"/>
                  </a:lnTo>
                  <a:lnTo>
                    <a:pt x="230696" y="108731"/>
                  </a:lnTo>
                  <a:lnTo>
                    <a:pt x="229457" y="103536"/>
                  </a:lnTo>
                  <a:lnTo>
                    <a:pt x="228053" y="98383"/>
                  </a:lnTo>
                  <a:lnTo>
                    <a:pt x="226485" y="93278"/>
                  </a:lnTo>
                  <a:lnTo>
                    <a:pt x="224755" y="88225"/>
                  </a:lnTo>
                  <a:lnTo>
                    <a:pt x="222864" y="83231"/>
                  </a:lnTo>
                  <a:lnTo>
                    <a:pt x="220815" y="78299"/>
                  </a:lnTo>
                  <a:lnTo>
                    <a:pt x="218609" y="73435"/>
                  </a:lnTo>
                  <a:lnTo>
                    <a:pt x="216249" y="68644"/>
                  </a:lnTo>
                  <a:lnTo>
                    <a:pt x="213737" y="63931"/>
                  </a:lnTo>
                  <a:lnTo>
                    <a:pt x="211076" y="59301"/>
                  </a:lnTo>
                  <a:lnTo>
                    <a:pt x="208268" y="54758"/>
                  </a:lnTo>
                  <a:lnTo>
                    <a:pt x="205317" y="50307"/>
                  </a:lnTo>
                  <a:lnTo>
                    <a:pt x="202225" y="45952"/>
                  </a:lnTo>
                  <a:lnTo>
                    <a:pt x="198995" y="41699"/>
                  </a:lnTo>
                  <a:lnTo>
                    <a:pt x="195631" y="37551"/>
                  </a:lnTo>
                  <a:lnTo>
                    <a:pt x="192136" y="33512"/>
                  </a:lnTo>
                  <a:lnTo>
                    <a:pt x="188515" y="29587"/>
                  </a:lnTo>
                  <a:lnTo>
                    <a:pt x="184769" y="25780"/>
                  </a:lnTo>
                  <a:lnTo>
                    <a:pt x="180904" y="22095"/>
                  </a:lnTo>
                  <a:lnTo>
                    <a:pt x="176923" y="18535"/>
                  </a:lnTo>
                  <a:lnTo>
                    <a:pt x="172831" y="15103"/>
                  </a:lnTo>
                  <a:lnTo>
                    <a:pt x="168631" y="11804"/>
                  </a:lnTo>
                  <a:lnTo>
                    <a:pt x="164327" y="8642"/>
                  </a:lnTo>
                  <a:lnTo>
                    <a:pt x="159925" y="5618"/>
                  </a:lnTo>
                  <a:lnTo>
                    <a:pt x="155429" y="2736"/>
                  </a:lnTo>
                  <a:lnTo>
                    <a:pt x="150843" y="0"/>
                  </a:lnTo>
                  <a:lnTo>
                    <a:pt x="67489" y="1449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83353" cy="167167"/>
            </a:xfrm>
            <a:custGeom>
              <a:avLst/>
              <a:pathLst>
                <a:path w="83353" h="167167">
                  <a:moveTo>
                    <a:pt x="83353" y="22263"/>
                  </a:moveTo>
                  <a:lnTo>
                    <a:pt x="78261" y="19451"/>
                  </a:lnTo>
                  <a:lnTo>
                    <a:pt x="73074" y="16817"/>
                  </a:lnTo>
                  <a:lnTo>
                    <a:pt x="67798" y="14366"/>
                  </a:lnTo>
                  <a:lnTo>
                    <a:pt x="62441" y="12099"/>
                  </a:lnTo>
                  <a:lnTo>
                    <a:pt x="57008" y="10020"/>
                  </a:lnTo>
                  <a:lnTo>
                    <a:pt x="51506" y="8132"/>
                  </a:lnTo>
                  <a:lnTo>
                    <a:pt x="45941" y="6436"/>
                  </a:lnTo>
                  <a:lnTo>
                    <a:pt x="40321" y="4935"/>
                  </a:lnTo>
                  <a:lnTo>
                    <a:pt x="34652" y="3630"/>
                  </a:lnTo>
                  <a:lnTo>
                    <a:pt x="28941" y="2524"/>
                  </a:lnTo>
                  <a:lnTo>
                    <a:pt x="23195" y="1617"/>
                  </a:lnTo>
                  <a:lnTo>
                    <a:pt x="17420" y="910"/>
                  </a:lnTo>
                  <a:lnTo>
                    <a:pt x="11625" y="404"/>
                  </a:lnTo>
                  <a:lnTo>
                    <a:pt x="5816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100" y="1071028"/>
              <a:ext cx="167157" cy="269157"/>
            </a:xfrm>
            <a:custGeom>
              <a:avLst/>
              <a:pathLst>
                <a:path w="167157" h="269157">
                  <a:moveTo>
                    <a:pt x="167157" y="0"/>
                  </a:moveTo>
                  <a:lnTo>
                    <a:pt x="161763" y="87"/>
                  </a:lnTo>
                  <a:lnTo>
                    <a:pt x="156374" y="348"/>
                  </a:lnTo>
                  <a:lnTo>
                    <a:pt x="150997" y="783"/>
                  </a:lnTo>
                  <a:lnTo>
                    <a:pt x="145636" y="1391"/>
                  </a:lnTo>
                  <a:lnTo>
                    <a:pt x="140297" y="2171"/>
                  </a:lnTo>
                  <a:lnTo>
                    <a:pt x="134987" y="3124"/>
                  </a:lnTo>
                  <a:lnTo>
                    <a:pt x="129710" y="4248"/>
                  </a:lnTo>
                  <a:lnTo>
                    <a:pt x="124472" y="5541"/>
                  </a:lnTo>
                  <a:lnTo>
                    <a:pt x="119279" y="7003"/>
                  </a:lnTo>
                  <a:lnTo>
                    <a:pt x="114135" y="8631"/>
                  </a:lnTo>
                  <a:lnTo>
                    <a:pt x="109047" y="10425"/>
                  </a:lnTo>
                  <a:lnTo>
                    <a:pt x="104019" y="12381"/>
                  </a:lnTo>
                  <a:lnTo>
                    <a:pt x="99057" y="14499"/>
                  </a:lnTo>
                  <a:lnTo>
                    <a:pt x="94166" y="16777"/>
                  </a:lnTo>
                  <a:lnTo>
                    <a:pt x="89351" y="19210"/>
                  </a:lnTo>
                  <a:lnTo>
                    <a:pt x="84617" y="21798"/>
                  </a:lnTo>
                  <a:lnTo>
                    <a:pt x="79969" y="24537"/>
                  </a:lnTo>
                  <a:lnTo>
                    <a:pt x="75412" y="27425"/>
                  </a:lnTo>
                  <a:lnTo>
                    <a:pt x="70950" y="30459"/>
                  </a:lnTo>
                  <a:lnTo>
                    <a:pt x="66589" y="33634"/>
                  </a:lnTo>
                  <a:lnTo>
                    <a:pt x="62332" y="36949"/>
                  </a:lnTo>
                  <a:lnTo>
                    <a:pt x="58185" y="40400"/>
                  </a:lnTo>
                  <a:lnTo>
                    <a:pt x="54151" y="43982"/>
                  </a:lnTo>
                  <a:lnTo>
                    <a:pt x="50235" y="47693"/>
                  </a:lnTo>
                  <a:lnTo>
                    <a:pt x="46440" y="51528"/>
                  </a:lnTo>
                  <a:lnTo>
                    <a:pt x="42771" y="55484"/>
                  </a:lnTo>
                  <a:lnTo>
                    <a:pt x="39232" y="59556"/>
                  </a:lnTo>
                  <a:lnTo>
                    <a:pt x="35826" y="63740"/>
                  </a:lnTo>
                  <a:lnTo>
                    <a:pt x="32557" y="68032"/>
                  </a:lnTo>
                  <a:lnTo>
                    <a:pt x="29428" y="72427"/>
                  </a:lnTo>
                  <a:lnTo>
                    <a:pt x="26443" y="76921"/>
                  </a:lnTo>
                  <a:lnTo>
                    <a:pt x="23604" y="81509"/>
                  </a:lnTo>
                  <a:lnTo>
                    <a:pt x="20914" y="86186"/>
                  </a:lnTo>
                  <a:lnTo>
                    <a:pt x="18377" y="90947"/>
                  </a:lnTo>
                  <a:lnTo>
                    <a:pt x="15995" y="95788"/>
                  </a:lnTo>
                  <a:lnTo>
                    <a:pt x="13771" y="100703"/>
                  </a:lnTo>
                  <a:lnTo>
                    <a:pt x="11706" y="105688"/>
                  </a:lnTo>
                  <a:lnTo>
                    <a:pt x="9803" y="110736"/>
                  </a:lnTo>
                  <a:lnTo>
                    <a:pt x="8064" y="115843"/>
                  </a:lnTo>
                  <a:lnTo>
                    <a:pt x="6490" y="121004"/>
                  </a:lnTo>
                  <a:lnTo>
                    <a:pt x="5084" y="126212"/>
                  </a:lnTo>
                  <a:lnTo>
                    <a:pt x="3847" y="131464"/>
                  </a:lnTo>
                  <a:lnTo>
                    <a:pt x="2780" y="136752"/>
                  </a:lnTo>
                  <a:lnTo>
                    <a:pt x="1884" y="142073"/>
                  </a:lnTo>
                  <a:lnTo>
                    <a:pt x="1160" y="147419"/>
                  </a:lnTo>
                  <a:lnTo>
                    <a:pt x="610" y="152786"/>
                  </a:lnTo>
                  <a:lnTo>
                    <a:pt x="232" y="158168"/>
                  </a:lnTo>
                  <a:lnTo>
                    <a:pt x="29" y="163559"/>
                  </a:lnTo>
                  <a:lnTo>
                    <a:pt x="0" y="168954"/>
                  </a:lnTo>
                  <a:lnTo>
                    <a:pt x="144" y="174347"/>
                  </a:lnTo>
                  <a:lnTo>
                    <a:pt x="463" y="179733"/>
                  </a:lnTo>
                  <a:lnTo>
                    <a:pt x="955" y="185106"/>
                  </a:lnTo>
                  <a:lnTo>
                    <a:pt x="1621" y="190460"/>
                  </a:lnTo>
                  <a:lnTo>
                    <a:pt x="2459" y="195789"/>
                  </a:lnTo>
                  <a:lnTo>
                    <a:pt x="3468" y="201089"/>
                  </a:lnTo>
                  <a:lnTo>
                    <a:pt x="4648" y="206354"/>
                  </a:lnTo>
                  <a:lnTo>
                    <a:pt x="5997" y="211578"/>
                  </a:lnTo>
                  <a:lnTo>
                    <a:pt x="7514" y="216755"/>
                  </a:lnTo>
                  <a:lnTo>
                    <a:pt x="9197" y="221881"/>
                  </a:lnTo>
                  <a:lnTo>
                    <a:pt x="11045" y="226950"/>
                  </a:lnTo>
                  <a:lnTo>
                    <a:pt x="13056" y="231956"/>
                  </a:lnTo>
                  <a:lnTo>
                    <a:pt x="15227" y="236895"/>
                  </a:lnTo>
                  <a:lnTo>
                    <a:pt x="17556" y="241762"/>
                  </a:lnTo>
                  <a:lnTo>
                    <a:pt x="20041" y="246550"/>
                  </a:lnTo>
                  <a:lnTo>
                    <a:pt x="22679" y="251257"/>
                  </a:lnTo>
                  <a:lnTo>
                    <a:pt x="25468" y="255875"/>
                  </a:lnTo>
                  <a:lnTo>
                    <a:pt x="28405" y="260401"/>
                  </a:lnTo>
                  <a:lnTo>
                    <a:pt x="31485" y="264830"/>
                  </a:lnTo>
                  <a:lnTo>
                    <a:pt x="34708" y="269157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2808" y="1238196"/>
              <a:ext cx="132449" cy="101990"/>
            </a:xfrm>
            <a:custGeom>
              <a:avLst/>
              <a:pathLst>
                <a:path w="132449" h="101990">
                  <a:moveTo>
                    <a:pt x="0" y="101990"/>
                  </a:moveTo>
                  <a:lnTo>
                    <a:pt x="1324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2808" y="1181108"/>
              <a:ext cx="299616" cy="224248"/>
            </a:xfrm>
            <a:custGeom>
              <a:avLst/>
              <a:pathLst>
                <a:path w="299616" h="224248">
                  <a:moveTo>
                    <a:pt x="0" y="159078"/>
                  </a:moveTo>
                  <a:lnTo>
                    <a:pt x="3314" y="163243"/>
                  </a:lnTo>
                  <a:lnTo>
                    <a:pt x="6759" y="167300"/>
                  </a:lnTo>
                  <a:lnTo>
                    <a:pt x="10331" y="171246"/>
                  </a:lnTo>
                  <a:lnTo>
                    <a:pt x="14027" y="175076"/>
                  </a:lnTo>
                  <a:lnTo>
                    <a:pt x="17844" y="178786"/>
                  </a:lnTo>
                  <a:lnTo>
                    <a:pt x="21776" y="182373"/>
                  </a:lnTo>
                  <a:lnTo>
                    <a:pt x="25821" y="185833"/>
                  </a:lnTo>
                  <a:lnTo>
                    <a:pt x="29974" y="189162"/>
                  </a:lnTo>
                  <a:lnTo>
                    <a:pt x="34231" y="192358"/>
                  </a:lnTo>
                  <a:lnTo>
                    <a:pt x="38587" y="195416"/>
                  </a:lnTo>
                  <a:lnTo>
                    <a:pt x="43038" y="198334"/>
                  </a:lnTo>
                  <a:lnTo>
                    <a:pt x="47580" y="201109"/>
                  </a:lnTo>
                  <a:lnTo>
                    <a:pt x="52209" y="203738"/>
                  </a:lnTo>
                  <a:lnTo>
                    <a:pt x="56918" y="206218"/>
                  </a:lnTo>
                  <a:lnTo>
                    <a:pt x="61704" y="208547"/>
                  </a:lnTo>
                  <a:lnTo>
                    <a:pt x="66562" y="210723"/>
                  </a:lnTo>
                  <a:lnTo>
                    <a:pt x="71486" y="212743"/>
                  </a:lnTo>
                  <a:lnTo>
                    <a:pt x="76473" y="214604"/>
                  </a:lnTo>
                  <a:lnTo>
                    <a:pt x="81516" y="216307"/>
                  </a:lnTo>
                  <a:lnTo>
                    <a:pt x="86611" y="217848"/>
                  </a:lnTo>
                  <a:lnTo>
                    <a:pt x="91752" y="219225"/>
                  </a:lnTo>
                  <a:lnTo>
                    <a:pt x="96934" y="220439"/>
                  </a:lnTo>
                  <a:lnTo>
                    <a:pt x="102153" y="221487"/>
                  </a:lnTo>
                  <a:lnTo>
                    <a:pt x="107402" y="222368"/>
                  </a:lnTo>
                  <a:lnTo>
                    <a:pt x="112677" y="223081"/>
                  </a:lnTo>
                  <a:lnTo>
                    <a:pt x="117971" y="223627"/>
                  </a:lnTo>
                  <a:lnTo>
                    <a:pt x="123281" y="224003"/>
                  </a:lnTo>
                  <a:lnTo>
                    <a:pt x="128599" y="224211"/>
                  </a:lnTo>
                  <a:lnTo>
                    <a:pt x="133922" y="224248"/>
                  </a:lnTo>
                  <a:lnTo>
                    <a:pt x="139243" y="224117"/>
                  </a:lnTo>
                  <a:lnTo>
                    <a:pt x="144557" y="223816"/>
                  </a:lnTo>
                  <a:lnTo>
                    <a:pt x="149859" y="223346"/>
                  </a:lnTo>
                  <a:lnTo>
                    <a:pt x="155143" y="222707"/>
                  </a:lnTo>
                  <a:lnTo>
                    <a:pt x="160404" y="221901"/>
                  </a:lnTo>
                  <a:lnTo>
                    <a:pt x="165637" y="220927"/>
                  </a:lnTo>
                  <a:lnTo>
                    <a:pt x="170837" y="219788"/>
                  </a:lnTo>
                  <a:lnTo>
                    <a:pt x="175997" y="218483"/>
                  </a:lnTo>
                  <a:lnTo>
                    <a:pt x="181113" y="217015"/>
                  </a:lnTo>
                  <a:lnTo>
                    <a:pt x="186180" y="215385"/>
                  </a:lnTo>
                  <a:lnTo>
                    <a:pt x="191192" y="213594"/>
                  </a:lnTo>
                  <a:lnTo>
                    <a:pt x="196145" y="211644"/>
                  </a:lnTo>
                  <a:lnTo>
                    <a:pt x="201033" y="209538"/>
                  </a:lnTo>
                  <a:lnTo>
                    <a:pt x="205852" y="207277"/>
                  </a:lnTo>
                  <a:lnTo>
                    <a:pt x="210596" y="204864"/>
                  </a:lnTo>
                  <a:lnTo>
                    <a:pt x="215261" y="202302"/>
                  </a:lnTo>
                  <a:lnTo>
                    <a:pt x="219842" y="199591"/>
                  </a:lnTo>
                  <a:lnTo>
                    <a:pt x="224335" y="196737"/>
                  </a:lnTo>
                  <a:lnTo>
                    <a:pt x="228734" y="193741"/>
                  </a:lnTo>
                  <a:lnTo>
                    <a:pt x="233036" y="190606"/>
                  </a:lnTo>
                  <a:lnTo>
                    <a:pt x="237236" y="187336"/>
                  </a:lnTo>
                  <a:lnTo>
                    <a:pt x="241329" y="183934"/>
                  </a:lnTo>
                  <a:lnTo>
                    <a:pt x="245312" y="180404"/>
                  </a:lnTo>
                  <a:lnTo>
                    <a:pt x="249181" y="176748"/>
                  </a:lnTo>
                  <a:lnTo>
                    <a:pt x="252932" y="172971"/>
                  </a:lnTo>
                  <a:lnTo>
                    <a:pt x="256560" y="169077"/>
                  </a:lnTo>
                  <a:lnTo>
                    <a:pt x="260062" y="165069"/>
                  </a:lnTo>
                  <a:lnTo>
                    <a:pt x="263435" y="160951"/>
                  </a:lnTo>
                  <a:lnTo>
                    <a:pt x="266675" y="156728"/>
                  </a:lnTo>
                  <a:lnTo>
                    <a:pt x="269780" y="152405"/>
                  </a:lnTo>
                  <a:lnTo>
                    <a:pt x="272744" y="147984"/>
                  </a:lnTo>
                  <a:lnTo>
                    <a:pt x="275567" y="143472"/>
                  </a:lnTo>
                  <a:lnTo>
                    <a:pt x="278245" y="138871"/>
                  </a:lnTo>
                  <a:lnTo>
                    <a:pt x="280775" y="134188"/>
                  </a:lnTo>
                  <a:lnTo>
                    <a:pt x="283154" y="129427"/>
                  </a:lnTo>
                  <a:lnTo>
                    <a:pt x="285381" y="124593"/>
                  </a:lnTo>
                  <a:lnTo>
                    <a:pt x="287452" y="119690"/>
                  </a:lnTo>
                  <a:lnTo>
                    <a:pt x="289367" y="114723"/>
                  </a:lnTo>
                  <a:lnTo>
                    <a:pt x="291122" y="109698"/>
                  </a:lnTo>
                  <a:lnTo>
                    <a:pt x="292717" y="104620"/>
                  </a:lnTo>
                  <a:lnTo>
                    <a:pt x="294149" y="99494"/>
                  </a:lnTo>
                  <a:lnTo>
                    <a:pt x="295417" y="94324"/>
                  </a:lnTo>
                  <a:lnTo>
                    <a:pt x="296520" y="89117"/>
                  </a:lnTo>
                  <a:lnTo>
                    <a:pt x="297456" y="83877"/>
                  </a:lnTo>
                  <a:lnTo>
                    <a:pt x="298225" y="78611"/>
                  </a:lnTo>
                  <a:lnTo>
                    <a:pt x="298826" y="73322"/>
                  </a:lnTo>
                  <a:lnTo>
                    <a:pt x="299259" y="68017"/>
                  </a:lnTo>
                  <a:lnTo>
                    <a:pt x="299522" y="62701"/>
                  </a:lnTo>
                  <a:lnTo>
                    <a:pt x="299616" y="57379"/>
                  </a:lnTo>
                  <a:lnTo>
                    <a:pt x="299541" y="52057"/>
                  </a:lnTo>
                  <a:lnTo>
                    <a:pt x="299296" y="46740"/>
                  </a:lnTo>
                  <a:lnTo>
                    <a:pt x="298882" y="41433"/>
                  </a:lnTo>
                  <a:lnTo>
                    <a:pt x="298299" y="36143"/>
                  </a:lnTo>
                  <a:lnTo>
                    <a:pt x="297548" y="30873"/>
                  </a:lnTo>
                  <a:lnTo>
                    <a:pt x="296630" y="25630"/>
                  </a:lnTo>
                  <a:lnTo>
                    <a:pt x="295546" y="20419"/>
                  </a:lnTo>
                  <a:lnTo>
                    <a:pt x="294295" y="15246"/>
                  </a:lnTo>
                  <a:lnTo>
                    <a:pt x="292881" y="10114"/>
                  </a:lnTo>
                  <a:lnTo>
                    <a:pt x="291305" y="5030"/>
                  </a:lnTo>
                  <a:lnTo>
                    <a:pt x="289567" y="0"/>
                  </a:lnTo>
                  <a:lnTo>
                    <a:pt x="132449" y="5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57117" cy="167167"/>
            </a:xfrm>
            <a:custGeom>
              <a:avLst/>
              <a:pathLst>
                <a:path w="157117" h="167167">
                  <a:moveTo>
                    <a:pt x="157117" y="110079"/>
                  </a:moveTo>
                  <a:lnTo>
                    <a:pt x="155146" y="104921"/>
                  </a:lnTo>
                  <a:lnTo>
                    <a:pt x="153005" y="99830"/>
                  </a:lnTo>
                  <a:lnTo>
                    <a:pt x="150698" y="94814"/>
                  </a:lnTo>
                  <a:lnTo>
                    <a:pt x="148226" y="89876"/>
                  </a:lnTo>
                  <a:lnTo>
                    <a:pt x="145592" y="85022"/>
                  </a:lnTo>
                  <a:lnTo>
                    <a:pt x="142799" y="80258"/>
                  </a:lnTo>
                  <a:lnTo>
                    <a:pt x="139851" y="75589"/>
                  </a:lnTo>
                  <a:lnTo>
                    <a:pt x="136750" y="71020"/>
                  </a:lnTo>
                  <a:lnTo>
                    <a:pt x="133500" y="66556"/>
                  </a:lnTo>
                  <a:lnTo>
                    <a:pt x="130104" y="62201"/>
                  </a:lnTo>
                  <a:lnTo>
                    <a:pt x="126566" y="57961"/>
                  </a:lnTo>
                  <a:lnTo>
                    <a:pt x="122890" y="53841"/>
                  </a:lnTo>
                  <a:lnTo>
                    <a:pt x="119080" y="49844"/>
                  </a:lnTo>
                  <a:lnTo>
                    <a:pt x="115140" y="45975"/>
                  </a:lnTo>
                  <a:lnTo>
                    <a:pt x="111074" y="42238"/>
                  </a:lnTo>
                  <a:lnTo>
                    <a:pt x="106888" y="38637"/>
                  </a:lnTo>
                  <a:lnTo>
                    <a:pt x="102584" y="35177"/>
                  </a:lnTo>
                  <a:lnTo>
                    <a:pt x="98169" y="31861"/>
                  </a:lnTo>
                  <a:lnTo>
                    <a:pt x="93646" y="28692"/>
                  </a:lnTo>
                  <a:lnTo>
                    <a:pt x="89021" y="25675"/>
                  </a:lnTo>
                  <a:lnTo>
                    <a:pt x="84300" y="22812"/>
                  </a:lnTo>
                  <a:lnTo>
                    <a:pt x="79486" y="20106"/>
                  </a:lnTo>
                  <a:lnTo>
                    <a:pt x="74585" y="17561"/>
                  </a:lnTo>
                  <a:lnTo>
                    <a:pt x="69603" y="15179"/>
                  </a:lnTo>
                  <a:lnTo>
                    <a:pt x="64545" y="12963"/>
                  </a:lnTo>
                  <a:lnTo>
                    <a:pt x="59417" y="10915"/>
                  </a:lnTo>
                  <a:lnTo>
                    <a:pt x="54224" y="9038"/>
                  </a:lnTo>
                  <a:lnTo>
                    <a:pt x="48971" y="7334"/>
                  </a:lnTo>
                  <a:lnTo>
                    <a:pt x="43666" y="5803"/>
                  </a:lnTo>
                  <a:lnTo>
                    <a:pt x="38312" y="4449"/>
                  </a:lnTo>
                  <a:lnTo>
                    <a:pt x="32917" y="3272"/>
                  </a:lnTo>
                  <a:lnTo>
                    <a:pt x="27486" y="2275"/>
                  </a:lnTo>
                  <a:lnTo>
                    <a:pt x="22025" y="1457"/>
                  </a:lnTo>
                  <a:lnTo>
                    <a:pt x="16539" y="820"/>
                  </a:lnTo>
                  <a:lnTo>
                    <a:pt x="11036" y="364"/>
                  </a:lnTo>
                  <a:lnTo>
                    <a:pt x="5521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4894" y="941493"/>
              <a:ext cx="88649" cy="167167"/>
            </a:xfrm>
            <a:custGeom>
              <a:avLst/>
              <a:pathLst>
                <a:path w="88649" h="167167">
                  <a:moveTo>
                    <a:pt x="88649" y="0"/>
                  </a:moveTo>
                  <a:lnTo>
                    <a:pt x="82810" y="101"/>
                  </a:lnTo>
                  <a:lnTo>
                    <a:pt x="76979" y="407"/>
                  </a:lnTo>
                  <a:lnTo>
                    <a:pt x="71161" y="917"/>
                  </a:lnTo>
                  <a:lnTo>
                    <a:pt x="65365" y="1629"/>
                  </a:lnTo>
                  <a:lnTo>
                    <a:pt x="59597" y="2543"/>
                  </a:lnTo>
                  <a:lnTo>
                    <a:pt x="53865" y="3658"/>
                  </a:lnTo>
                  <a:lnTo>
                    <a:pt x="48175" y="4973"/>
                  </a:lnTo>
                  <a:lnTo>
                    <a:pt x="42535" y="6486"/>
                  </a:lnTo>
                  <a:lnTo>
                    <a:pt x="36951" y="8194"/>
                  </a:lnTo>
                  <a:lnTo>
                    <a:pt x="31430" y="10097"/>
                  </a:lnTo>
                  <a:lnTo>
                    <a:pt x="25979" y="12192"/>
                  </a:lnTo>
                  <a:lnTo>
                    <a:pt x="20604" y="14475"/>
                  </a:lnTo>
                  <a:lnTo>
                    <a:pt x="15312" y="16945"/>
                  </a:lnTo>
                  <a:lnTo>
                    <a:pt x="10110" y="19598"/>
                  </a:lnTo>
                  <a:lnTo>
                    <a:pt x="5004" y="22431"/>
                  </a:lnTo>
                  <a:lnTo>
                    <a:pt x="0" y="25441"/>
                  </a:lnTo>
                  <a:lnTo>
                    <a:pt x="886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4894" y="966934"/>
              <a:ext cx="88649" cy="141725"/>
            </a:xfrm>
            <a:custGeom>
              <a:avLst/>
              <a:pathLst>
                <a:path w="88649" h="141725">
                  <a:moveTo>
                    <a:pt x="0" y="0"/>
                  </a:moveTo>
                  <a:lnTo>
                    <a:pt x="88649" y="1417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76" y="946755"/>
              <a:ext cx="334327" cy="329062"/>
            </a:xfrm>
            <a:custGeom>
              <a:avLst/>
              <a:pathLst>
                <a:path w="334327" h="329062">
                  <a:moveTo>
                    <a:pt x="78517" y="20179"/>
                  </a:moveTo>
                  <a:lnTo>
                    <a:pt x="74079" y="23054"/>
                  </a:lnTo>
                  <a:lnTo>
                    <a:pt x="69734" y="26068"/>
                  </a:lnTo>
                  <a:lnTo>
                    <a:pt x="65486" y="29217"/>
                  </a:lnTo>
                  <a:lnTo>
                    <a:pt x="61341" y="32500"/>
                  </a:lnTo>
                  <a:lnTo>
                    <a:pt x="57301" y="35912"/>
                  </a:lnTo>
                  <a:lnTo>
                    <a:pt x="53371" y="39449"/>
                  </a:lnTo>
                  <a:lnTo>
                    <a:pt x="49554" y="43110"/>
                  </a:lnTo>
                  <a:lnTo>
                    <a:pt x="45856" y="46889"/>
                  </a:lnTo>
                  <a:lnTo>
                    <a:pt x="42279" y="50784"/>
                  </a:lnTo>
                  <a:lnTo>
                    <a:pt x="38827" y="54789"/>
                  </a:lnTo>
                  <a:lnTo>
                    <a:pt x="35503" y="58902"/>
                  </a:lnTo>
                  <a:lnTo>
                    <a:pt x="32311" y="63118"/>
                  </a:lnTo>
                  <a:lnTo>
                    <a:pt x="29254" y="67433"/>
                  </a:lnTo>
                  <a:lnTo>
                    <a:pt x="26335" y="71842"/>
                  </a:lnTo>
                  <a:lnTo>
                    <a:pt x="23557" y="76341"/>
                  </a:lnTo>
                  <a:lnTo>
                    <a:pt x="20923" y="80926"/>
                  </a:lnTo>
                  <a:lnTo>
                    <a:pt x="18434" y="85592"/>
                  </a:lnTo>
                  <a:lnTo>
                    <a:pt x="16095" y="90335"/>
                  </a:lnTo>
                  <a:lnTo>
                    <a:pt x="13907" y="95149"/>
                  </a:lnTo>
                  <a:lnTo>
                    <a:pt x="11872" y="100030"/>
                  </a:lnTo>
                  <a:lnTo>
                    <a:pt x="9993" y="104972"/>
                  </a:lnTo>
                  <a:lnTo>
                    <a:pt x="8271" y="109972"/>
                  </a:lnTo>
                  <a:lnTo>
                    <a:pt x="6708" y="115024"/>
                  </a:lnTo>
                  <a:lnTo>
                    <a:pt x="5305" y="120122"/>
                  </a:lnTo>
                  <a:lnTo>
                    <a:pt x="4065" y="125262"/>
                  </a:lnTo>
                  <a:lnTo>
                    <a:pt x="2988" y="130439"/>
                  </a:lnTo>
                  <a:lnTo>
                    <a:pt x="2074" y="135648"/>
                  </a:lnTo>
                  <a:lnTo>
                    <a:pt x="1327" y="140883"/>
                  </a:lnTo>
                  <a:lnTo>
                    <a:pt x="745" y="146139"/>
                  </a:lnTo>
                  <a:lnTo>
                    <a:pt x="329" y="151410"/>
                  </a:lnTo>
                  <a:lnTo>
                    <a:pt x="81" y="156692"/>
                  </a:lnTo>
                  <a:lnTo>
                    <a:pt x="0" y="161980"/>
                  </a:lnTo>
                  <a:lnTo>
                    <a:pt x="85" y="167267"/>
                  </a:lnTo>
                  <a:lnTo>
                    <a:pt x="339" y="172549"/>
                  </a:lnTo>
                  <a:lnTo>
                    <a:pt x="759" y="177820"/>
                  </a:lnTo>
                  <a:lnTo>
                    <a:pt x="1345" y="183075"/>
                  </a:lnTo>
                  <a:lnTo>
                    <a:pt x="2098" y="188309"/>
                  </a:lnTo>
                  <a:lnTo>
                    <a:pt x="3016" y="193517"/>
                  </a:lnTo>
                  <a:lnTo>
                    <a:pt x="4098" y="198693"/>
                  </a:lnTo>
                  <a:lnTo>
                    <a:pt x="5343" y="203832"/>
                  </a:lnTo>
                  <a:lnTo>
                    <a:pt x="6750" y="208929"/>
                  </a:lnTo>
                  <a:lnTo>
                    <a:pt x="8317" y="213980"/>
                  </a:lnTo>
                  <a:lnTo>
                    <a:pt x="10044" y="218978"/>
                  </a:lnTo>
                  <a:lnTo>
                    <a:pt x="11928" y="223919"/>
                  </a:lnTo>
                  <a:lnTo>
                    <a:pt x="13967" y="228798"/>
                  </a:lnTo>
                  <a:lnTo>
                    <a:pt x="16159" y="233610"/>
                  </a:lnTo>
                  <a:lnTo>
                    <a:pt x="18503" y="238350"/>
                  </a:lnTo>
                  <a:lnTo>
                    <a:pt x="20995" y="243014"/>
                  </a:lnTo>
                  <a:lnTo>
                    <a:pt x="23633" y="247597"/>
                  </a:lnTo>
                  <a:lnTo>
                    <a:pt x="26415" y="252093"/>
                  </a:lnTo>
                  <a:lnTo>
                    <a:pt x="29338" y="256500"/>
                  </a:lnTo>
                  <a:lnTo>
                    <a:pt x="32399" y="260812"/>
                  </a:lnTo>
                  <a:lnTo>
                    <a:pt x="35595" y="265025"/>
                  </a:lnTo>
                  <a:lnTo>
                    <a:pt x="38922" y="269135"/>
                  </a:lnTo>
                  <a:lnTo>
                    <a:pt x="42378" y="273138"/>
                  </a:lnTo>
                  <a:lnTo>
                    <a:pt x="45959" y="277029"/>
                  </a:lnTo>
                  <a:lnTo>
                    <a:pt x="49660" y="280805"/>
                  </a:lnTo>
                  <a:lnTo>
                    <a:pt x="53480" y="284462"/>
                  </a:lnTo>
                  <a:lnTo>
                    <a:pt x="57413" y="287996"/>
                  </a:lnTo>
                  <a:lnTo>
                    <a:pt x="61456" y="291405"/>
                  </a:lnTo>
                  <a:lnTo>
                    <a:pt x="65605" y="294683"/>
                  </a:lnTo>
                  <a:lnTo>
                    <a:pt x="69855" y="297829"/>
                  </a:lnTo>
                  <a:lnTo>
                    <a:pt x="74203" y="300839"/>
                  </a:lnTo>
                  <a:lnTo>
                    <a:pt x="78644" y="303710"/>
                  </a:lnTo>
                  <a:lnTo>
                    <a:pt x="83173" y="306439"/>
                  </a:lnTo>
                  <a:lnTo>
                    <a:pt x="87787" y="309023"/>
                  </a:lnTo>
                  <a:lnTo>
                    <a:pt x="92479" y="311460"/>
                  </a:lnTo>
                  <a:lnTo>
                    <a:pt x="97247" y="313747"/>
                  </a:lnTo>
                  <a:lnTo>
                    <a:pt x="102085" y="315883"/>
                  </a:lnTo>
                  <a:lnTo>
                    <a:pt x="106987" y="317864"/>
                  </a:lnTo>
                  <a:lnTo>
                    <a:pt x="111950" y="319690"/>
                  </a:lnTo>
                  <a:lnTo>
                    <a:pt x="116968" y="321357"/>
                  </a:lnTo>
                  <a:lnTo>
                    <a:pt x="122037" y="322865"/>
                  </a:lnTo>
                  <a:lnTo>
                    <a:pt x="127150" y="324212"/>
                  </a:lnTo>
                  <a:lnTo>
                    <a:pt x="132304" y="325397"/>
                  </a:lnTo>
                  <a:lnTo>
                    <a:pt x="137492" y="326417"/>
                  </a:lnTo>
                  <a:lnTo>
                    <a:pt x="142710" y="327274"/>
                  </a:lnTo>
                  <a:lnTo>
                    <a:pt x="147953" y="327964"/>
                  </a:lnTo>
                  <a:lnTo>
                    <a:pt x="153215" y="328489"/>
                  </a:lnTo>
                  <a:lnTo>
                    <a:pt x="158491" y="328847"/>
                  </a:lnTo>
                  <a:lnTo>
                    <a:pt x="163775" y="329038"/>
                  </a:lnTo>
                  <a:lnTo>
                    <a:pt x="169063" y="329062"/>
                  </a:lnTo>
                  <a:lnTo>
                    <a:pt x="174349" y="328918"/>
                  </a:lnTo>
                  <a:lnTo>
                    <a:pt x="179628" y="328607"/>
                  </a:lnTo>
                  <a:lnTo>
                    <a:pt x="184894" y="328130"/>
                  </a:lnTo>
                  <a:lnTo>
                    <a:pt x="190143" y="327486"/>
                  </a:lnTo>
                  <a:lnTo>
                    <a:pt x="195368" y="326676"/>
                  </a:lnTo>
                  <a:lnTo>
                    <a:pt x="200566" y="325702"/>
                  </a:lnTo>
                  <a:lnTo>
                    <a:pt x="205729" y="324564"/>
                  </a:lnTo>
                  <a:lnTo>
                    <a:pt x="210855" y="323263"/>
                  </a:lnTo>
                  <a:lnTo>
                    <a:pt x="215937" y="321800"/>
                  </a:lnTo>
                  <a:lnTo>
                    <a:pt x="220969" y="320178"/>
                  </a:lnTo>
                  <a:lnTo>
                    <a:pt x="225948" y="318397"/>
                  </a:lnTo>
                  <a:lnTo>
                    <a:pt x="230869" y="316459"/>
                  </a:lnTo>
                  <a:lnTo>
                    <a:pt x="235725" y="314367"/>
                  </a:lnTo>
                  <a:lnTo>
                    <a:pt x="240513" y="312123"/>
                  </a:lnTo>
                  <a:lnTo>
                    <a:pt x="245227" y="309728"/>
                  </a:lnTo>
                  <a:lnTo>
                    <a:pt x="249864" y="307185"/>
                  </a:lnTo>
                  <a:lnTo>
                    <a:pt x="254417" y="304496"/>
                  </a:lnTo>
                  <a:lnTo>
                    <a:pt x="258884" y="301665"/>
                  </a:lnTo>
                  <a:lnTo>
                    <a:pt x="263258" y="298695"/>
                  </a:lnTo>
                  <a:lnTo>
                    <a:pt x="267537" y="295587"/>
                  </a:lnTo>
                  <a:lnTo>
                    <a:pt x="271715" y="292346"/>
                  </a:lnTo>
                  <a:lnTo>
                    <a:pt x="275788" y="288974"/>
                  </a:lnTo>
                  <a:lnTo>
                    <a:pt x="279753" y="285474"/>
                  </a:lnTo>
                  <a:lnTo>
                    <a:pt x="283605" y="281852"/>
                  </a:lnTo>
                  <a:lnTo>
                    <a:pt x="287340" y="278109"/>
                  </a:lnTo>
                  <a:lnTo>
                    <a:pt x="290955" y="274250"/>
                  </a:lnTo>
                  <a:lnTo>
                    <a:pt x="294447" y="270278"/>
                  </a:lnTo>
                  <a:lnTo>
                    <a:pt x="297811" y="266199"/>
                  </a:lnTo>
                  <a:lnTo>
                    <a:pt x="301044" y="262014"/>
                  </a:lnTo>
                  <a:lnTo>
                    <a:pt x="304143" y="257730"/>
                  </a:lnTo>
                  <a:lnTo>
                    <a:pt x="307106" y="253350"/>
                  </a:lnTo>
                  <a:lnTo>
                    <a:pt x="309928" y="248878"/>
                  </a:lnTo>
                  <a:lnTo>
                    <a:pt x="312607" y="244319"/>
                  </a:lnTo>
                  <a:lnTo>
                    <a:pt x="315141" y="239678"/>
                  </a:lnTo>
                  <a:lnTo>
                    <a:pt x="317527" y="234959"/>
                  </a:lnTo>
                  <a:lnTo>
                    <a:pt x="319762" y="230166"/>
                  </a:lnTo>
                  <a:lnTo>
                    <a:pt x="321845" y="225306"/>
                  </a:lnTo>
                  <a:lnTo>
                    <a:pt x="323773" y="220382"/>
                  </a:lnTo>
                  <a:lnTo>
                    <a:pt x="325544" y="215399"/>
                  </a:lnTo>
                  <a:lnTo>
                    <a:pt x="327157" y="210363"/>
                  </a:lnTo>
                  <a:lnTo>
                    <a:pt x="328609" y="205279"/>
                  </a:lnTo>
                  <a:lnTo>
                    <a:pt x="329900" y="200151"/>
                  </a:lnTo>
                  <a:lnTo>
                    <a:pt x="331029" y="194985"/>
                  </a:lnTo>
                  <a:lnTo>
                    <a:pt x="331993" y="189786"/>
                  </a:lnTo>
                  <a:lnTo>
                    <a:pt x="332792" y="184558"/>
                  </a:lnTo>
                  <a:lnTo>
                    <a:pt x="333426" y="179309"/>
                  </a:lnTo>
                  <a:lnTo>
                    <a:pt x="333893" y="174041"/>
                  </a:lnTo>
                  <a:lnTo>
                    <a:pt x="334194" y="168762"/>
                  </a:lnTo>
                  <a:lnTo>
                    <a:pt x="334327" y="163476"/>
                  </a:lnTo>
                  <a:lnTo>
                    <a:pt x="334293" y="158188"/>
                  </a:lnTo>
                  <a:lnTo>
                    <a:pt x="334092" y="152904"/>
                  </a:lnTo>
                  <a:lnTo>
                    <a:pt x="333724" y="147629"/>
                  </a:lnTo>
                  <a:lnTo>
                    <a:pt x="333189" y="142368"/>
                  </a:lnTo>
                  <a:lnTo>
                    <a:pt x="332488" y="137127"/>
                  </a:lnTo>
                  <a:lnTo>
                    <a:pt x="331621" y="131910"/>
                  </a:lnTo>
                  <a:lnTo>
                    <a:pt x="330590" y="126724"/>
                  </a:lnTo>
                  <a:lnTo>
                    <a:pt x="329396" y="121572"/>
                  </a:lnTo>
                  <a:lnTo>
                    <a:pt x="328039" y="116462"/>
                  </a:lnTo>
                  <a:lnTo>
                    <a:pt x="326521" y="111396"/>
                  </a:lnTo>
                  <a:lnTo>
                    <a:pt x="324844" y="106381"/>
                  </a:lnTo>
                  <a:lnTo>
                    <a:pt x="323009" y="101422"/>
                  </a:lnTo>
                  <a:lnTo>
                    <a:pt x="321018" y="96523"/>
                  </a:lnTo>
                  <a:lnTo>
                    <a:pt x="318873" y="91690"/>
                  </a:lnTo>
                  <a:lnTo>
                    <a:pt x="316576" y="86927"/>
                  </a:lnTo>
                  <a:lnTo>
                    <a:pt x="314130" y="82238"/>
                  </a:lnTo>
                  <a:lnTo>
                    <a:pt x="311537" y="77630"/>
                  </a:lnTo>
                  <a:lnTo>
                    <a:pt x="308799" y="73106"/>
                  </a:lnTo>
                  <a:lnTo>
                    <a:pt x="305920" y="68671"/>
                  </a:lnTo>
                  <a:lnTo>
                    <a:pt x="302902" y="64329"/>
                  </a:lnTo>
                  <a:lnTo>
                    <a:pt x="299747" y="60085"/>
                  </a:lnTo>
                  <a:lnTo>
                    <a:pt x="296461" y="55942"/>
                  </a:lnTo>
                  <a:lnTo>
                    <a:pt x="293045" y="51906"/>
                  </a:lnTo>
                  <a:lnTo>
                    <a:pt x="289502" y="47980"/>
                  </a:lnTo>
                  <a:lnTo>
                    <a:pt x="285838" y="44167"/>
                  </a:lnTo>
                  <a:lnTo>
                    <a:pt x="282055" y="40473"/>
                  </a:lnTo>
                  <a:lnTo>
                    <a:pt x="278156" y="36900"/>
                  </a:lnTo>
                  <a:lnTo>
                    <a:pt x="274147" y="33452"/>
                  </a:lnTo>
                  <a:lnTo>
                    <a:pt x="270031" y="30133"/>
                  </a:lnTo>
                  <a:lnTo>
                    <a:pt x="265812" y="26945"/>
                  </a:lnTo>
                  <a:lnTo>
                    <a:pt x="261494" y="23893"/>
                  </a:lnTo>
                  <a:lnTo>
                    <a:pt x="257081" y="20978"/>
                  </a:lnTo>
                  <a:lnTo>
                    <a:pt x="252579" y="18205"/>
                  </a:lnTo>
                  <a:lnTo>
                    <a:pt x="247991" y="15575"/>
                  </a:lnTo>
                  <a:lnTo>
                    <a:pt x="243323" y="13092"/>
                  </a:lnTo>
                  <a:lnTo>
                    <a:pt x="238578" y="10758"/>
                  </a:lnTo>
                  <a:lnTo>
                    <a:pt x="233762" y="8575"/>
                  </a:lnTo>
                  <a:lnTo>
                    <a:pt x="228879" y="6545"/>
                  </a:lnTo>
                  <a:lnTo>
                    <a:pt x="223934" y="4671"/>
                  </a:lnTo>
                  <a:lnTo>
                    <a:pt x="218933" y="2954"/>
                  </a:lnTo>
                  <a:lnTo>
                    <a:pt x="213879" y="1397"/>
                  </a:lnTo>
                  <a:lnTo>
                    <a:pt x="208779" y="0"/>
                  </a:lnTo>
                  <a:lnTo>
                    <a:pt x="167167" y="1619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1612" cy="167167"/>
            </a:xfrm>
            <a:custGeom>
              <a:avLst/>
              <a:pathLst>
                <a:path w="41612" h="167167">
                  <a:moveTo>
                    <a:pt x="41612" y="5262"/>
                  </a:moveTo>
                  <a:lnTo>
                    <a:pt x="35768" y="3871"/>
                  </a:lnTo>
                  <a:lnTo>
                    <a:pt x="29877" y="2691"/>
                  </a:lnTo>
                  <a:lnTo>
                    <a:pt x="23948" y="1724"/>
                  </a:lnTo>
                  <a:lnTo>
                    <a:pt x="17988" y="970"/>
                  </a:lnTo>
                  <a:lnTo>
                    <a:pt x="12005" y="431"/>
                  </a:lnTo>
                  <a:lnTo>
                    <a:pt x="6006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777" y="941493"/>
              <a:ext cx="47438" cy="167167"/>
            </a:xfrm>
            <a:custGeom>
              <a:avLst/>
              <a:pathLst>
                <a:path w="47438" h="167167">
                  <a:moveTo>
                    <a:pt x="47438" y="0"/>
                  </a:moveTo>
                  <a:lnTo>
                    <a:pt x="41427" y="108"/>
                  </a:lnTo>
                  <a:lnTo>
                    <a:pt x="35424" y="432"/>
                  </a:lnTo>
                  <a:lnTo>
                    <a:pt x="29436" y="972"/>
                  </a:lnTo>
                  <a:lnTo>
                    <a:pt x="23471" y="1727"/>
                  </a:lnTo>
                  <a:lnTo>
                    <a:pt x="17538" y="2695"/>
                  </a:lnTo>
                  <a:lnTo>
                    <a:pt x="11643" y="3877"/>
                  </a:lnTo>
                  <a:lnTo>
                    <a:pt x="5794" y="5270"/>
                  </a:lnTo>
                  <a:lnTo>
                    <a:pt x="0" y="6872"/>
                  </a:lnTo>
                  <a:lnTo>
                    <a:pt x="4743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8777" y="948365"/>
              <a:ext cx="47438" cy="160295"/>
            </a:xfrm>
            <a:custGeom>
              <a:avLst/>
              <a:pathLst>
                <a:path w="47438" h="160295">
                  <a:moveTo>
                    <a:pt x="0" y="0"/>
                  </a:moveTo>
                  <a:lnTo>
                    <a:pt x="47438" y="1602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8" y="948365"/>
              <a:ext cx="167167" cy="327378"/>
            </a:xfrm>
            <a:custGeom>
              <a:avLst/>
              <a:pathLst>
                <a:path w="167167" h="327378">
                  <a:moveTo>
                    <a:pt x="119728" y="0"/>
                  </a:moveTo>
                  <a:lnTo>
                    <a:pt x="114613" y="1603"/>
                  </a:lnTo>
                  <a:lnTo>
                    <a:pt x="109551" y="3370"/>
                  </a:lnTo>
                  <a:lnTo>
                    <a:pt x="104549" y="5298"/>
                  </a:lnTo>
                  <a:lnTo>
                    <a:pt x="99612" y="7385"/>
                  </a:lnTo>
                  <a:lnTo>
                    <a:pt x="94744" y="9630"/>
                  </a:lnTo>
                  <a:lnTo>
                    <a:pt x="89950" y="12030"/>
                  </a:lnTo>
                  <a:lnTo>
                    <a:pt x="85236" y="14582"/>
                  </a:lnTo>
                  <a:lnTo>
                    <a:pt x="80606" y="17284"/>
                  </a:lnTo>
                  <a:lnTo>
                    <a:pt x="76065" y="20133"/>
                  </a:lnTo>
                  <a:lnTo>
                    <a:pt x="71617" y="23126"/>
                  </a:lnTo>
                  <a:lnTo>
                    <a:pt x="67268" y="26260"/>
                  </a:lnTo>
                  <a:lnTo>
                    <a:pt x="63022" y="29532"/>
                  </a:lnTo>
                  <a:lnTo>
                    <a:pt x="58883" y="32939"/>
                  </a:lnTo>
                  <a:lnTo>
                    <a:pt x="54855" y="36476"/>
                  </a:lnTo>
                  <a:lnTo>
                    <a:pt x="50943" y="40141"/>
                  </a:lnTo>
                  <a:lnTo>
                    <a:pt x="47150" y="43929"/>
                  </a:lnTo>
                  <a:lnTo>
                    <a:pt x="43480" y="47838"/>
                  </a:lnTo>
                  <a:lnTo>
                    <a:pt x="39938" y="51861"/>
                  </a:lnTo>
                  <a:lnTo>
                    <a:pt x="36527" y="55996"/>
                  </a:lnTo>
                  <a:lnTo>
                    <a:pt x="33250" y="60239"/>
                  </a:lnTo>
                  <a:lnTo>
                    <a:pt x="30110" y="64584"/>
                  </a:lnTo>
                  <a:lnTo>
                    <a:pt x="27112" y="69028"/>
                  </a:lnTo>
                  <a:lnTo>
                    <a:pt x="24258" y="73566"/>
                  </a:lnTo>
                  <a:lnTo>
                    <a:pt x="21550" y="78193"/>
                  </a:lnTo>
                  <a:lnTo>
                    <a:pt x="18993" y="82904"/>
                  </a:lnTo>
                  <a:lnTo>
                    <a:pt x="16587" y="87695"/>
                  </a:lnTo>
                  <a:lnTo>
                    <a:pt x="14337" y="92560"/>
                  </a:lnTo>
                  <a:lnTo>
                    <a:pt x="12244" y="97495"/>
                  </a:lnTo>
                  <a:lnTo>
                    <a:pt x="10310" y="102495"/>
                  </a:lnTo>
                  <a:lnTo>
                    <a:pt x="8537" y="107554"/>
                  </a:lnTo>
                  <a:lnTo>
                    <a:pt x="6928" y="112668"/>
                  </a:lnTo>
                  <a:lnTo>
                    <a:pt x="5483" y="117830"/>
                  </a:lnTo>
                  <a:lnTo>
                    <a:pt x="4204" y="123036"/>
                  </a:lnTo>
                  <a:lnTo>
                    <a:pt x="3094" y="128281"/>
                  </a:lnTo>
                  <a:lnTo>
                    <a:pt x="2151" y="133558"/>
                  </a:lnTo>
                  <a:lnTo>
                    <a:pt x="1379" y="138863"/>
                  </a:lnTo>
                  <a:lnTo>
                    <a:pt x="777" y="144190"/>
                  </a:lnTo>
                  <a:lnTo>
                    <a:pt x="346" y="149533"/>
                  </a:lnTo>
                  <a:lnTo>
                    <a:pt x="87" y="154887"/>
                  </a:lnTo>
                  <a:lnTo>
                    <a:pt x="0" y="160248"/>
                  </a:lnTo>
                  <a:lnTo>
                    <a:pt x="84" y="165608"/>
                  </a:lnTo>
                  <a:lnTo>
                    <a:pt x="340" y="170962"/>
                  </a:lnTo>
                  <a:lnTo>
                    <a:pt x="768" y="176306"/>
                  </a:lnTo>
                  <a:lnTo>
                    <a:pt x="1367" y="181633"/>
                  </a:lnTo>
                  <a:lnTo>
                    <a:pt x="2136" y="186938"/>
                  </a:lnTo>
                  <a:lnTo>
                    <a:pt x="3076" y="192216"/>
                  </a:lnTo>
                  <a:lnTo>
                    <a:pt x="4184" y="197461"/>
                  </a:lnTo>
                  <a:lnTo>
                    <a:pt x="5459" y="202668"/>
                  </a:lnTo>
                  <a:lnTo>
                    <a:pt x="6901" y="207831"/>
                  </a:lnTo>
                  <a:lnTo>
                    <a:pt x="8507" y="212945"/>
                  </a:lnTo>
                  <a:lnTo>
                    <a:pt x="10277" y="218006"/>
                  </a:lnTo>
                  <a:lnTo>
                    <a:pt x="12208" y="223007"/>
                  </a:lnTo>
                  <a:lnTo>
                    <a:pt x="14299" y="227943"/>
                  </a:lnTo>
                  <a:lnTo>
                    <a:pt x="16546" y="232810"/>
                  </a:lnTo>
                  <a:lnTo>
                    <a:pt x="18949" y="237602"/>
                  </a:lnTo>
                  <a:lnTo>
                    <a:pt x="21504" y="242315"/>
                  </a:lnTo>
                  <a:lnTo>
                    <a:pt x="24209" y="246943"/>
                  </a:lnTo>
                  <a:lnTo>
                    <a:pt x="27061" y="251482"/>
                  </a:lnTo>
                  <a:lnTo>
                    <a:pt x="30057" y="255928"/>
                  </a:lnTo>
                  <a:lnTo>
                    <a:pt x="33193" y="260275"/>
                  </a:lnTo>
                  <a:lnTo>
                    <a:pt x="36468" y="264519"/>
                  </a:lnTo>
                  <a:lnTo>
                    <a:pt x="39877" y="268656"/>
                  </a:lnTo>
                  <a:lnTo>
                    <a:pt x="43417" y="272682"/>
                  </a:lnTo>
                  <a:lnTo>
                    <a:pt x="47084" y="276592"/>
                  </a:lnTo>
                  <a:lnTo>
                    <a:pt x="50875" y="280383"/>
                  </a:lnTo>
                  <a:lnTo>
                    <a:pt x="54785" y="284050"/>
                  </a:lnTo>
                  <a:lnTo>
                    <a:pt x="58811" y="287589"/>
                  </a:lnTo>
                  <a:lnTo>
                    <a:pt x="62948" y="290998"/>
                  </a:lnTo>
                  <a:lnTo>
                    <a:pt x="67193" y="294273"/>
                  </a:lnTo>
                  <a:lnTo>
                    <a:pt x="71540" y="297409"/>
                  </a:lnTo>
                  <a:lnTo>
                    <a:pt x="75986" y="300405"/>
                  </a:lnTo>
                  <a:lnTo>
                    <a:pt x="80525" y="303257"/>
                  </a:lnTo>
                  <a:lnTo>
                    <a:pt x="85154" y="305961"/>
                  </a:lnTo>
                  <a:lnTo>
                    <a:pt x="89867" y="308516"/>
                  </a:lnTo>
                  <a:lnTo>
                    <a:pt x="94659" y="310918"/>
                  </a:lnTo>
                  <a:lnTo>
                    <a:pt x="99526" y="313166"/>
                  </a:lnTo>
                  <a:lnTo>
                    <a:pt x="104462" y="315256"/>
                  </a:lnTo>
                  <a:lnTo>
                    <a:pt x="109463" y="317187"/>
                  </a:lnTo>
                  <a:lnTo>
                    <a:pt x="114523" y="318957"/>
                  </a:lnTo>
                  <a:lnTo>
                    <a:pt x="119638" y="320563"/>
                  </a:lnTo>
                  <a:lnTo>
                    <a:pt x="124801" y="322004"/>
                  </a:lnTo>
                  <a:lnTo>
                    <a:pt x="130008" y="323280"/>
                  </a:lnTo>
                  <a:lnTo>
                    <a:pt x="135253" y="324387"/>
                  </a:lnTo>
                  <a:lnTo>
                    <a:pt x="140531" y="325326"/>
                  </a:lnTo>
                  <a:lnTo>
                    <a:pt x="145836" y="326096"/>
                  </a:lnTo>
                  <a:lnTo>
                    <a:pt x="151163" y="326694"/>
                  </a:lnTo>
                  <a:lnTo>
                    <a:pt x="156507" y="327122"/>
                  </a:lnTo>
                  <a:lnTo>
                    <a:pt x="161862" y="327378"/>
                  </a:lnTo>
                  <a:lnTo>
                    <a:pt x="167167" y="1602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80910" y="941493"/>
              <a:ext cx="172451" cy="334334"/>
            </a:xfrm>
            <a:custGeom>
              <a:avLst/>
              <a:pathLst>
                <a:path w="172451" h="334334">
                  <a:moveTo>
                    <a:pt x="0" y="334250"/>
                  </a:moveTo>
                  <a:lnTo>
                    <a:pt x="5303" y="334334"/>
                  </a:lnTo>
                  <a:lnTo>
                    <a:pt x="10607" y="334250"/>
                  </a:lnTo>
                  <a:lnTo>
                    <a:pt x="15906" y="333998"/>
                  </a:lnTo>
                  <a:lnTo>
                    <a:pt x="21194" y="333578"/>
                  </a:lnTo>
                  <a:lnTo>
                    <a:pt x="26466" y="332990"/>
                  </a:lnTo>
                  <a:lnTo>
                    <a:pt x="31716" y="332235"/>
                  </a:lnTo>
                  <a:lnTo>
                    <a:pt x="36940" y="331314"/>
                  </a:lnTo>
                  <a:lnTo>
                    <a:pt x="42132" y="330227"/>
                  </a:lnTo>
                  <a:lnTo>
                    <a:pt x="47287" y="328977"/>
                  </a:lnTo>
                  <a:lnTo>
                    <a:pt x="52400" y="327563"/>
                  </a:lnTo>
                  <a:lnTo>
                    <a:pt x="57465" y="325988"/>
                  </a:lnTo>
                  <a:lnTo>
                    <a:pt x="62478" y="324253"/>
                  </a:lnTo>
                  <a:lnTo>
                    <a:pt x="67433" y="322360"/>
                  </a:lnTo>
                  <a:lnTo>
                    <a:pt x="72326" y="320311"/>
                  </a:lnTo>
                  <a:lnTo>
                    <a:pt x="77151" y="318107"/>
                  </a:lnTo>
                  <a:lnTo>
                    <a:pt x="81904" y="315752"/>
                  </a:lnTo>
                  <a:lnTo>
                    <a:pt x="86580" y="313247"/>
                  </a:lnTo>
                  <a:lnTo>
                    <a:pt x="91174" y="310594"/>
                  </a:lnTo>
                  <a:lnTo>
                    <a:pt x="95681" y="307798"/>
                  </a:lnTo>
                  <a:lnTo>
                    <a:pt x="100098" y="304859"/>
                  </a:lnTo>
                  <a:lnTo>
                    <a:pt x="104419" y="301783"/>
                  </a:lnTo>
                  <a:lnTo>
                    <a:pt x="108640" y="298570"/>
                  </a:lnTo>
                  <a:lnTo>
                    <a:pt x="112757" y="295225"/>
                  </a:lnTo>
                  <a:lnTo>
                    <a:pt x="116766" y="291752"/>
                  </a:lnTo>
                  <a:lnTo>
                    <a:pt x="120663" y="288152"/>
                  </a:lnTo>
                  <a:lnTo>
                    <a:pt x="124443" y="284431"/>
                  </a:lnTo>
                  <a:lnTo>
                    <a:pt x="128104" y="280592"/>
                  </a:lnTo>
                  <a:lnTo>
                    <a:pt x="131641" y="276639"/>
                  </a:lnTo>
                  <a:lnTo>
                    <a:pt x="135051" y="272576"/>
                  </a:lnTo>
                  <a:lnTo>
                    <a:pt x="138330" y="268406"/>
                  </a:lnTo>
                  <a:lnTo>
                    <a:pt x="141475" y="264134"/>
                  </a:lnTo>
                  <a:lnTo>
                    <a:pt x="144483" y="259765"/>
                  </a:lnTo>
                  <a:lnTo>
                    <a:pt x="147351" y="255303"/>
                  </a:lnTo>
                  <a:lnTo>
                    <a:pt x="150076" y="250751"/>
                  </a:lnTo>
                  <a:lnTo>
                    <a:pt x="152655" y="246116"/>
                  </a:lnTo>
                  <a:lnTo>
                    <a:pt x="155085" y="241401"/>
                  </a:lnTo>
                  <a:lnTo>
                    <a:pt x="157365" y="236612"/>
                  </a:lnTo>
                  <a:lnTo>
                    <a:pt x="159492" y="231752"/>
                  </a:lnTo>
                  <a:lnTo>
                    <a:pt x="161464" y="226827"/>
                  </a:lnTo>
                  <a:lnTo>
                    <a:pt x="163278" y="221843"/>
                  </a:lnTo>
                  <a:lnTo>
                    <a:pt x="164933" y="216803"/>
                  </a:lnTo>
                  <a:lnTo>
                    <a:pt x="166428" y="211713"/>
                  </a:lnTo>
                  <a:lnTo>
                    <a:pt x="167760" y="206579"/>
                  </a:lnTo>
                  <a:lnTo>
                    <a:pt x="168928" y="201405"/>
                  </a:lnTo>
                  <a:lnTo>
                    <a:pt x="169932" y="196196"/>
                  </a:lnTo>
                  <a:lnTo>
                    <a:pt x="170771" y="190958"/>
                  </a:lnTo>
                  <a:lnTo>
                    <a:pt x="171442" y="185696"/>
                  </a:lnTo>
                  <a:lnTo>
                    <a:pt x="171946" y="180416"/>
                  </a:lnTo>
                  <a:lnTo>
                    <a:pt x="172283" y="175122"/>
                  </a:lnTo>
                  <a:lnTo>
                    <a:pt x="172451" y="169820"/>
                  </a:lnTo>
                  <a:lnTo>
                    <a:pt x="172451" y="164515"/>
                  </a:lnTo>
                  <a:lnTo>
                    <a:pt x="172283" y="159213"/>
                  </a:lnTo>
                  <a:lnTo>
                    <a:pt x="171946" y="153920"/>
                  </a:lnTo>
                  <a:lnTo>
                    <a:pt x="171442" y="148639"/>
                  </a:lnTo>
                  <a:lnTo>
                    <a:pt x="170771" y="143377"/>
                  </a:lnTo>
                  <a:lnTo>
                    <a:pt x="169933" y="138139"/>
                  </a:lnTo>
                  <a:lnTo>
                    <a:pt x="168929" y="132930"/>
                  </a:lnTo>
                  <a:lnTo>
                    <a:pt x="167760" y="127756"/>
                  </a:lnTo>
                  <a:lnTo>
                    <a:pt x="166428" y="122622"/>
                  </a:lnTo>
                  <a:lnTo>
                    <a:pt x="164933" y="117532"/>
                  </a:lnTo>
                  <a:lnTo>
                    <a:pt x="163278" y="112492"/>
                  </a:lnTo>
                  <a:lnTo>
                    <a:pt x="161464" y="107508"/>
                  </a:lnTo>
                  <a:lnTo>
                    <a:pt x="159493" y="102583"/>
                  </a:lnTo>
                  <a:lnTo>
                    <a:pt x="157366" y="97724"/>
                  </a:lnTo>
                  <a:lnTo>
                    <a:pt x="155086" y="92934"/>
                  </a:lnTo>
                  <a:lnTo>
                    <a:pt x="152655" y="88219"/>
                  </a:lnTo>
                  <a:lnTo>
                    <a:pt x="150076" y="83584"/>
                  </a:lnTo>
                  <a:lnTo>
                    <a:pt x="147351" y="79032"/>
                  </a:lnTo>
                  <a:lnTo>
                    <a:pt x="144484" y="74570"/>
                  </a:lnTo>
                  <a:lnTo>
                    <a:pt x="141476" y="70201"/>
                  </a:lnTo>
                  <a:lnTo>
                    <a:pt x="138330" y="65929"/>
                  </a:lnTo>
                  <a:lnTo>
                    <a:pt x="135051" y="61759"/>
                  </a:lnTo>
                  <a:lnTo>
                    <a:pt x="131642" y="57696"/>
                  </a:lnTo>
                  <a:lnTo>
                    <a:pt x="128105" y="53743"/>
                  </a:lnTo>
                  <a:lnTo>
                    <a:pt x="124444" y="49903"/>
                  </a:lnTo>
                  <a:lnTo>
                    <a:pt x="120664" y="46182"/>
                  </a:lnTo>
                  <a:lnTo>
                    <a:pt x="116767" y="42583"/>
                  </a:lnTo>
                  <a:lnTo>
                    <a:pt x="112758" y="39109"/>
                  </a:lnTo>
                  <a:lnTo>
                    <a:pt x="108641" y="35765"/>
                  </a:lnTo>
                  <a:lnTo>
                    <a:pt x="104420" y="32552"/>
                  </a:lnTo>
                  <a:lnTo>
                    <a:pt x="100099" y="29475"/>
                  </a:lnTo>
                  <a:lnTo>
                    <a:pt x="95682" y="26537"/>
                  </a:lnTo>
                  <a:lnTo>
                    <a:pt x="91175" y="23740"/>
                  </a:lnTo>
                  <a:lnTo>
                    <a:pt x="86581" y="21088"/>
                  </a:lnTo>
                  <a:lnTo>
                    <a:pt x="81905" y="18583"/>
                  </a:lnTo>
                  <a:lnTo>
                    <a:pt x="77153" y="16227"/>
                  </a:lnTo>
                  <a:lnTo>
                    <a:pt x="72327" y="14024"/>
                  </a:lnTo>
                  <a:lnTo>
                    <a:pt x="67435" y="11974"/>
                  </a:lnTo>
                  <a:lnTo>
                    <a:pt x="62479" y="10081"/>
                  </a:lnTo>
                  <a:lnTo>
                    <a:pt x="57467" y="8346"/>
                  </a:lnTo>
                  <a:lnTo>
                    <a:pt x="52401" y="6771"/>
                  </a:lnTo>
                  <a:lnTo>
                    <a:pt x="47289" y="5357"/>
                  </a:lnTo>
                  <a:lnTo>
                    <a:pt x="42134" y="4107"/>
                  </a:lnTo>
                  <a:lnTo>
                    <a:pt x="36941" y="3020"/>
                  </a:lnTo>
                  <a:lnTo>
                    <a:pt x="31717" y="2099"/>
                  </a:lnTo>
                  <a:lnTo>
                    <a:pt x="26467" y="1344"/>
                  </a:lnTo>
                  <a:lnTo>
                    <a:pt x="21195" y="756"/>
                  </a:lnTo>
                  <a:lnTo>
                    <a:pt x="15907" y="336"/>
                  </a:lnTo>
                  <a:lnTo>
                    <a:pt x="10609" y="84"/>
                  </a:lnTo>
                  <a:lnTo>
                    <a:pt x="5305" y="0"/>
                  </a:lnTo>
                  <a:lnTo>
                    <a:pt x="530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41" y="1071028"/>
              <a:ext cx="167160" cy="168736"/>
            </a:xfrm>
            <a:custGeom>
              <a:avLst/>
              <a:pathLst>
                <a:path w="167160" h="168736">
                  <a:moveTo>
                    <a:pt x="167160" y="0"/>
                  </a:moveTo>
                  <a:lnTo>
                    <a:pt x="161770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6" y="1388"/>
                  </a:lnTo>
                  <a:lnTo>
                    <a:pt x="140322" y="2168"/>
                  </a:lnTo>
                  <a:lnTo>
                    <a:pt x="135016" y="3119"/>
                  </a:lnTo>
                  <a:lnTo>
                    <a:pt x="129743" y="4241"/>
                  </a:lnTo>
                  <a:lnTo>
                    <a:pt x="124509" y="5532"/>
                  </a:lnTo>
                  <a:lnTo>
                    <a:pt x="119320" y="6991"/>
                  </a:lnTo>
                  <a:lnTo>
                    <a:pt x="114180" y="8617"/>
                  </a:lnTo>
                  <a:lnTo>
                    <a:pt x="109095" y="10408"/>
                  </a:lnTo>
                  <a:lnTo>
                    <a:pt x="104071" y="12361"/>
                  </a:lnTo>
                  <a:lnTo>
                    <a:pt x="99113" y="14476"/>
                  </a:lnTo>
                  <a:lnTo>
                    <a:pt x="94225" y="16749"/>
                  </a:lnTo>
                  <a:lnTo>
                    <a:pt x="89413" y="19179"/>
                  </a:lnTo>
                  <a:lnTo>
                    <a:pt x="84682" y="21763"/>
                  </a:lnTo>
                  <a:lnTo>
                    <a:pt x="80036" y="24498"/>
                  </a:lnTo>
                  <a:lnTo>
                    <a:pt x="75481" y="27381"/>
                  </a:lnTo>
                  <a:lnTo>
                    <a:pt x="71022" y="30410"/>
                  </a:lnTo>
                  <a:lnTo>
                    <a:pt x="66663" y="33581"/>
                  </a:lnTo>
                  <a:lnTo>
                    <a:pt x="62408" y="36890"/>
                  </a:lnTo>
                  <a:lnTo>
                    <a:pt x="58262" y="40336"/>
                  </a:lnTo>
                  <a:lnTo>
                    <a:pt x="54229" y="43913"/>
                  </a:lnTo>
                  <a:lnTo>
                    <a:pt x="50313" y="47618"/>
                  </a:lnTo>
                  <a:lnTo>
                    <a:pt x="46519" y="51448"/>
                  </a:lnTo>
                  <a:lnTo>
                    <a:pt x="42851" y="55398"/>
                  </a:lnTo>
                  <a:lnTo>
                    <a:pt x="39312" y="59464"/>
                  </a:lnTo>
                  <a:lnTo>
                    <a:pt x="35906" y="63642"/>
                  </a:lnTo>
                  <a:lnTo>
                    <a:pt x="32636" y="67928"/>
                  </a:lnTo>
                  <a:lnTo>
                    <a:pt x="29506" y="72317"/>
                  </a:lnTo>
                  <a:lnTo>
                    <a:pt x="26520" y="76805"/>
                  </a:lnTo>
                  <a:lnTo>
                    <a:pt x="23679" y="81386"/>
                  </a:lnTo>
                  <a:lnTo>
                    <a:pt x="20988" y="86057"/>
                  </a:lnTo>
                  <a:lnTo>
                    <a:pt x="18449" y="90812"/>
                  </a:lnTo>
                  <a:lnTo>
                    <a:pt x="16064" y="95647"/>
                  </a:lnTo>
                  <a:lnTo>
                    <a:pt x="13837" y="100556"/>
                  </a:lnTo>
                  <a:lnTo>
                    <a:pt x="11769" y="105534"/>
                  </a:lnTo>
                  <a:lnTo>
                    <a:pt x="9862" y="110576"/>
                  </a:lnTo>
                  <a:lnTo>
                    <a:pt x="8119" y="115678"/>
                  </a:lnTo>
                  <a:lnTo>
                    <a:pt x="6542" y="120832"/>
                  </a:lnTo>
                  <a:lnTo>
                    <a:pt x="5131" y="126035"/>
                  </a:lnTo>
                  <a:lnTo>
                    <a:pt x="3889" y="131281"/>
                  </a:lnTo>
                  <a:lnTo>
                    <a:pt x="2817" y="136564"/>
                  </a:lnTo>
                  <a:lnTo>
                    <a:pt x="1916" y="141879"/>
                  </a:lnTo>
                  <a:lnTo>
                    <a:pt x="1187" y="147220"/>
                  </a:lnTo>
                  <a:lnTo>
                    <a:pt x="630" y="152582"/>
                  </a:lnTo>
                  <a:lnTo>
                    <a:pt x="246" y="157959"/>
                  </a:lnTo>
                  <a:lnTo>
                    <a:pt x="36" y="163345"/>
                  </a:lnTo>
                  <a:lnTo>
                    <a:pt x="0" y="16873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41" y="1238196"/>
              <a:ext cx="167160" cy="1568"/>
            </a:xfrm>
            <a:custGeom>
              <a:avLst/>
              <a:pathLst>
                <a:path w="167160" h="1568">
                  <a:moveTo>
                    <a:pt x="0" y="1568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41" y="1073754"/>
              <a:ext cx="334316" cy="331609"/>
            </a:xfrm>
            <a:custGeom>
              <a:avLst/>
              <a:pathLst>
                <a:path w="334316" h="331609">
                  <a:moveTo>
                    <a:pt x="0" y="166010"/>
                  </a:moveTo>
                  <a:lnTo>
                    <a:pt x="134" y="171332"/>
                  </a:lnTo>
                  <a:lnTo>
                    <a:pt x="438" y="176647"/>
                  </a:lnTo>
                  <a:lnTo>
                    <a:pt x="911" y="181949"/>
                  </a:lnTo>
                  <a:lnTo>
                    <a:pt x="1553" y="187234"/>
                  </a:lnTo>
                  <a:lnTo>
                    <a:pt x="2363" y="192495"/>
                  </a:lnTo>
                  <a:lnTo>
                    <a:pt x="3340" y="197729"/>
                  </a:lnTo>
                  <a:lnTo>
                    <a:pt x="4483" y="202928"/>
                  </a:lnTo>
                  <a:lnTo>
                    <a:pt x="5791" y="208088"/>
                  </a:lnTo>
                  <a:lnTo>
                    <a:pt x="7262" y="213204"/>
                  </a:lnTo>
                  <a:lnTo>
                    <a:pt x="8896" y="218271"/>
                  </a:lnTo>
                  <a:lnTo>
                    <a:pt x="10690" y="223283"/>
                  </a:lnTo>
                  <a:lnTo>
                    <a:pt x="12643" y="228235"/>
                  </a:lnTo>
                  <a:lnTo>
                    <a:pt x="14753" y="233123"/>
                  </a:lnTo>
                  <a:lnTo>
                    <a:pt x="17017" y="237941"/>
                  </a:lnTo>
                  <a:lnTo>
                    <a:pt x="19433" y="242684"/>
                  </a:lnTo>
                  <a:lnTo>
                    <a:pt x="21999" y="247348"/>
                  </a:lnTo>
                  <a:lnTo>
                    <a:pt x="24713" y="251928"/>
                  </a:lnTo>
                  <a:lnTo>
                    <a:pt x="27571" y="256419"/>
                  </a:lnTo>
                  <a:lnTo>
                    <a:pt x="30570" y="260817"/>
                  </a:lnTo>
                  <a:lnTo>
                    <a:pt x="33708" y="265118"/>
                  </a:lnTo>
                  <a:lnTo>
                    <a:pt x="36981" y="269316"/>
                  </a:lnTo>
                  <a:lnTo>
                    <a:pt x="40387" y="273408"/>
                  </a:lnTo>
                  <a:lnTo>
                    <a:pt x="43921" y="277389"/>
                  </a:lnTo>
                  <a:lnTo>
                    <a:pt x="47579" y="281256"/>
                  </a:lnTo>
                  <a:lnTo>
                    <a:pt x="51360" y="285004"/>
                  </a:lnTo>
                  <a:lnTo>
                    <a:pt x="55257" y="288630"/>
                  </a:lnTo>
                  <a:lnTo>
                    <a:pt x="59268" y="292130"/>
                  </a:lnTo>
                  <a:lnTo>
                    <a:pt x="63389" y="295501"/>
                  </a:lnTo>
                  <a:lnTo>
                    <a:pt x="67614" y="298739"/>
                  </a:lnTo>
                  <a:lnTo>
                    <a:pt x="71941" y="301840"/>
                  </a:lnTo>
                  <a:lnTo>
                    <a:pt x="76364" y="304802"/>
                  </a:lnTo>
                  <a:lnTo>
                    <a:pt x="80879" y="307622"/>
                  </a:lnTo>
                  <a:lnTo>
                    <a:pt x="85482" y="310297"/>
                  </a:lnTo>
                  <a:lnTo>
                    <a:pt x="90168" y="312824"/>
                  </a:lnTo>
                  <a:lnTo>
                    <a:pt x="94931" y="315200"/>
                  </a:lnTo>
                  <a:lnTo>
                    <a:pt x="99768" y="317423"/>
                  </a:lnTo>
                  <a:lnTo>
                    <a:pt x="104674" y="319491"/>
                  </a:lnTo>
                  <a:lnTo>
                    <a:pt x="109642" y="321402"/>
                  </a:lnTo>
                  <a:lnTo>
                    <a:pt x="114669" y="323154"/>
                  </a:lnTo>
                  <a:lnTo>
                    <a:pt x="119749" y="324745"/>
                  </a:lnTo>
                  <a:lnTo>
                    <a:pt x="124878" y="326173"/>
                  </a:lnTo>
                  <a:lnTo>
                    <a:pt x="130049" y="327438"/>
                  </a:lnTo>
                  <a:lnTo>
                    <a:pt x="135258" y="328537"/>
                  </a:lnTo>
                  <a:lnTo>
                    <a:pt x="140499" y="329469"/>
                  </a:lnTo>
                  <a:lnTo>
                    <a:pt x="145767" y="330235"/>
                  </a:lnTo>
                  <a:lnTo>
                    <a:pt x="151057" y="330832"/>
                  </a:lnTo>
                  <a:lnTo>
                    <a:pt x="156363" y="331260"/>
                  </a:lnTo>
                  <a:lnTo>
                    <a:pt x="161680" y="331519"/>
                  </a:lnTo>
                  <a:lnTo>
                    <a:pt x="167003" y="331609"/>
                  </a:lnTo>
                  <a:lnTo>
                    <a:pt x="172326" y="331529"/>
                  </a:lnTo>
                  <a:lnTo>
                    <a:pt x="177643" y="331280"/>
                  </a:lnTo>
                  <a:lnTo>
                    <a:pt x="182950" y="330862"/>
                  </a:lnTo>
                  <a:lnTo>
                    <a:pt x="188241" y="330274"/>
                  </a:lnTo>
                  <a:lnTo>
                    <a:pt x="193511" y="329519"/>
                  </a:lnTo>
                  <a:lnTo>
                    <a:pt x="198754" y="328596"/>
                  </a:lnTo>
                  <a:lnTo>
                    <a:pt x="203964" y="327507"/>
                  </a:lnTo>
                  <a:lnTo>
                    <a:pt x="209138" y="326253"/>
                  </a:lnTo>
                  <a:lnTo>
                    <a:pt x="214269" y="324834"/>
                  </a:lnTo>
                  <a:lnTo>
                    <a:pt x="219352" y="323253"/>
                  </a:lnTo>
                  <a:lnTo>
                    <a:pt x="224382" y="321510"/>
                  </a:lnTo>
                  <a:lnTo>
                    <a:pt x="229354" y="319608"/>
                  </a:lnTo>
                  <a:lnTo>
                    <a:pt x="234264" y="317549"/>
                  </a:lnTo>
                  <a:lnTo>
                    <a:pt x="239105" y="315335"/>
                  </a:lnTo>
                  <a:lnTo>
                    <a:pt x="243873" y="312968"/>
                  </a:lnTo>
                  <a:lnTo>
                    <a:pt x="248563" y="310450"/>
                  </a:lnTo>
                  <a:lnTo>
                    <a:pt x="253171" y="307784"/>
                  </a:lnTo>
                  <a:lnTo>
                    <a:pt x="257691" y="304973"/>
                  </a:lnTo>
                  <a:lnTo>
                    <a:pt x="262120" y="302019"/>
                  </a:lnTo>
                  <a:lnTo>
                    <a:pt x="266453" y="298925"/>
                  </a:lnTo>
                  <a:lnTo>
                    <a:pt x="270684" y="295695"/>
                  </a:lnTo>
                  <a:lnTo>
                    <a:pt x="274811" y="292333"/>
                  </a:lnTo>
                  <a:lnTo>
                    <a:pt x="278829" y="288840"/>
                  </a:lnTo>
                  <a:lnTo>
                    <a:pt x="282733" y="285221"/>
                  </a:lnTo>
                  <a:lnTo>
                    <a:pt x="286520" y="281480"/>
                  </a:lnTo>
                  <a:lnTo>
                    <a:pt x="290186" y="277620"/>
                  </a:lnTo>
                  <a:lnTo>
                    <a:pt x="293728" y="273645"/>
                  </a:lnTo>
                  <a:lnTo>
                    <a:pt x="297141" y="269560"/>
                  </a:lnTo>
                  <a:lnTo>
                    <a:pt x="300422" y="265368"/>
                  </a:lnTo>
                  <a:lnTo>
                    <a:pt x="303568" y="261074"/>
                  </a:lnTo>
                  <a:lnTo>
                    <a:pt x="306576" y="256681"/>
                  </a:lnTo>
                  <a:lnTo>
                    <a:pt x="309442" y="252195"/>
                  </a:lnTo>
                  <a:lnTo>
                    <a:pt x="312164" y="247620"/>
                  </a:lnTo>
                  <a:lnTo>
                    <a:pt x="314739" y="242961"/>
                  </a:lnTo>
                  <a:lnTo>
                    <a:pt x="317164" y="238222"/>
                  </a:lnTo>
                  <a:lnTo>
                    <a:pt x="319437" y="233409"/>
                  </a:lnTo>
                  <a:lnTo>
                    <a:pt x="321556" y="228525"/>
                  </a:lnTo>
                  <a:lnTo>
                    <a:pt x="323518" y="223576"/>
                  </a:lnTo>
                  <a:lnTo>
                    <a:pt x="325322" y="218568"/>
                  </a:lnTo>
                  <a:lnTo>
                    <a:pt x="326965" y="213504"/>
                  </a:lnTo>
                  <a:lnTo>
                    <a:pt x="328446" y="208391"/>
                  </a:lnTo>
                  <a:lnTo>
                    <a:pt x="329764" y="203233"/>
                  </a:lnTo>
                  <a:lnTo>
                    <a:pt x="330917" y="198036"/>
                  </a:lnTo>
                  <a:lnTo>
                    <a:pt x="331903" y="192805"/>
                  </a:lnTo>
                  <a:lnTo>
                    <a:pt x="332723" y="187545"/>
                  </a:lnTo>
                  <a:lnTo>
                    <a:pt x="333375" y="182261"/>
                  </a:lnTo>
                  <a:lnTo>
                    <a:pt x="333858" y="176960"/>
                  </a:lnTo>
                  <a:lnTo>
                    <a:pt x="334172" y="171646"/>
                  </a:lnTo>
                  <a:lnTo>
                    <a:pt x="334316" y="166324"/>
                  </a:lnTo>
                  <a:lnTo>
                    <a:pt x="334292" y="161001"/>
                  </a:lnTo>
                  <a:lnTo>
                    <a:pt x="334097" y="155681"/>
                  </a:lnTo>
                  <a:lnTo>
                    <a:pt x="333734" y="150370"/>
                  </a:lnTo>
                  <a:lnTo>
                    <a:pt x="333201" y="145073"/>
                  </a:lnTo>
                  <a:lnTo>
                    <a:pt x="332500" y="139796"/>
                  </a:lnTo>
                  <a:lnTo>
                    <a:pt x="331632" y="134544"/>
                  </a:lnTo>
                  <a:lnTo>
                    <a:pt x="330596" y="129322"/>
                  </a:lnTo>
                  <a:lnTo>
                    <a:pt x="329395" y="124136"/>
                  </a:lnTo>
                  <a:lnTo>
                    <a:pt x="328030" y="118991"/>
                  </a:lnTo>
                  <a:lnTo>
                    <a:pt x="326501" y="113891"/>
                  </a:lnTo>
                  <a:lnTo>
                    <a:pt x="324810" y="108843"/>
                  </a:lnTo>
                  <a:lnTo>
                    <a:pt x="322960" y="103852"/>
                  </a:lnTo>
                  <a:lnTo>
                    <a:pt x="320952" y="98922"/>
                  </a:lnTo>
                  <a:lnTo>
                    <a:pt x="318788" y="94058"/>
                  </a:lnTo>
                  <a:lnTo>
                    <a:pt x="316470" y="89266"/>
                  </a:lnTo>
                  <a:lnTo>
                    <a:pt x="314000" y="84550"/>
                  </a:lnTo>
                  <a:lnTo>
                    <a:pt x="311382" y="79915"/>
                  </a:lnTo>
                  <a:lnTo>
                    <a:pt x="308618" y="75365"/>
                  </a:lnTo>
                  <a:lnTo>
                    <a:pt x="305710" y="70906"/>
                  </a:lnTo>
                  <a:lnTo>
                    <a:pt x="302661" y="66542"/>
                  </a:lnTo>
                  <a:lnTo>
                    <a:pt x="299475" y="62277"/>
                  </a:lnTo>
                  <a:lnTo>
                    <a:pt x="296155" y="58116"/>
                  </a:lnTo>
                  <a:lnTo>
                    <a:pt x="292704" y="54063"/>
                  </a:lnTo>
                  <a:lnTo>
                    <a:pt x="289126" y="50121"/>
                  </a:lnTo>
                  <a:lnTo>
                    <a:pt x="285424" y="46296"/>
                  </a:lnTo>
                  <a:lnTo>
                    <a:pt x="281602" y="42590"/>
                  </a:lnTo>
                  <a:lnTo>
                    <a:pt x="277664" y="39008"/>
                  </a:lnTo>
                  <a:lnTo>
                    <a:pt x="273614" y="35553"/>
                  </a:lnTo>
                  <a:lnTo>
                    <a:pt x="269456" y="32228"/>
                  </a:lnTo>
                  <a:lnTo>
                    <a:pt x="265195" y="29038"/>
                  </a:lnTo>
                  <a:lnTo>
                    <a:pt x="260833" y="25985"/>
                  </a:lnTo>
                  <a:lnTo>
                    <a:pt x="256377" y="23073"/>
                  </a:lnTo>
                  <a:lnTo>
                    <a:pt x="251831" y="20304"/>
                  </a:lnTo>
                  <a:lnTo>
                    <a:pt x="247198" y="17681"/>
                  </a:lnTo>
                  <a:lnTo>
                    <a:pt x="242485" y="15207"/>
                  </a:lnTo>
                  <a:lnTo>
                    <a:pt x="237695" y="12884"/>
                  </a:lnTo>
                  <a:lnTo>
                    <a:pt x="232833" y="10715"/>
                  </a:lnTo>
                  <a:lnTo>
                    <a:pt x="227905" y="8702"/>
                  </a:lnTo>
                  <a:lnTo>
                    <a:pt x="222915" y="6846"/>
                  </a:lnTo>
                  <a:lnTo>
                    <a:pt x="217869" y="5151"/>
                  </a:lnTo>
                  <a:lnTo>
                    <a:pt x="212771" y="3617"/>
                  </a:lnTo>
                  <a:lnTo>
                    <a:pt x="207628" y="2246"/>
                  </a:lnTo>
                  <a:lnTo>
                    <a:pt x="202443" y="1040"/>
                  </a:lnTo>
                  <a:lnTo>
                    <a:pt x="197222" y="0"/>
                  </a:lnTo>
                  <a:lnTo>
                    <a:pt x="167160" y="164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0062" cy="167167"/>
            </a:xfrm>
            <a:custGeom>
              <a:avLst/>
              <a:pathLst>
                <a:path w="30062" h="167167">
                  <a:moveTo>
                    <a:pt x="30062" y="2725"/>
                  </a:moveTo>
                  <a:lnTo>
                    <a:pt x="22600" y="1534"/>
                  </a:lnTo>
                  <a:lnTo>
                    <a:pt x="15092" y="682"/>
                  </a:lnTo>
                  <a:lnTo>
                    <a:pt x="7554" y="17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5019" y="1322571"/>
              <a:ext cx="53701" cy="167167"/>
            </a:xfrm>
            <a:custGeom>
              <a:avLst/>
              <a:pathLst>
                <a:path w="53701" h="167167">
                  <a:moveTo>
                    <a:pt x="53701" y="0"/>
                  </a:moveTo>
                  <a:lnTo>
                    <a:pt x="47628" y="110"/>
                  </a:lnTo>
                  <a:lnTo>
                    <a:pt x="41563" y="441"/>
                  </a:lnTo>
                  <a:lnTo>
                    <a:pt x="35513" y="992"/>
                  </a:lnTo>
                  <a:lnTo>
                    <a:pt x="29488" y="1762"/>
                  </a:lnTo>
                  <a:lnTo>
                    <a:pt x="23495" y="2751"/>
                  </a:lnTo>
                  <a:lnTo>
                    <a:pt x="17542" y="3957"/>
                  </a:lnTo>
                  <a:lnTo>
                    <a:pt x="11636" y="5378"/>
                  </a:lnTo>
                  <a:lnTo>
                    <a:pt x="5786" y="7013"/>
                  </a:lnTo>
                  <a:lnTo>
                    <a:pt x="0" y="8860"/>
                  </a:lnTo>
                  <a:lnTo>
                    <a:pt x="5370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5019" y="1331432"/>
              <a:ext cx="53701" cy="158306"/>
            </a:xfrm>
            <a:custGeom>
              <a:avLst/>
              <a:pathLst>
                <a:path w="53701" h="158306">
                  <a:moveTo>
                    <a:pt x="0" y="0"/>
                  </a:moveTo>
                  <a:lnTo>
                    <a:pt x="53701" y="1583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5" y="1331432"/>
              <a:ext cx="334332" cy="325460"/>
            </a:xfrm>
            <a:custGeom>
              <a:avLst/>
              <a:pathLst>
                <a:path w="334332" h="325460">
                  <a:moveTo>
                    <a:pt x="113464" y="0"/>
                  </a:moveTo>
                  <a:lnTo>
                    <a:pt x="108462" y="1785"/>
                  </a:lnTo>
                  <a:lnTo>
                    <a:pt x="103520" y="3729"/>
                  </a:lnTo>
                  <a:lnTo>
                    <a:pt x="98643" y="5828"/>
                  </a:lnTo>
                  <a:lnTo>
                    <a:pt x="93834" y="8082"/>
                  </a:lnTo>
                  <a:lnTo>
                    <a:pt x="89100" y="10487"/>
                  </a:lnTo>
                  <a:lnTo>
                    <a:pt x="84444" y="13041"/>
                  </a:lnTo>
                  <a:lnTo>
                    <a:pt x="79871" y="15741"/>
                  </a:lnTo>
                  <a:lnTo>
                    <a:pt x="75387" y="18586"/>
                  </a:lnTo>
                  <a:lnTo>
                    <a:pt x="70996" y="21572"/>
                  </a:lnTo>
                  <a:lnTo>
                    <a:pt x="66701" y="24695"/>
                  </a:lnTo>
                  <a:lnTo>
                    <a:pt x="62508" y="27954"/>
                  </a:lnTo>
                  <a:lnTo>
                    <a:pt x="58420" y="31344"/>
                  </a:lnTo>
                  <a:lnTo>
                    <a:pt x="54442" y="34862"/>
                  </a:lnTo>
                  <a:lnTo>
                    <a:pt x="50578" y="38505"/>
                  </a:lnTo>
                  <a:lnTo>
                    <a:pt x="46832" y="42268"/>
                  </a:lnTo>
                  <a:lnTo>
                    <a:pt x="43207" y="46149"/>
                  </a:lnTo>
                  <a:lnTo>
                    <a:pt x="39707" y="50143"/>
                  </a:lnTo>
                  <a:lnTo>
                    <a:pt x="36336" y="54246"/>
                  </a:lnTo>
                  <a:lnTo>
                    <a:pt x="33096" y="58454"/>
                  </a:lnTo>
                  <a:lnTo>
                    <a:pt x="29993" y="62762"/>
                  </a:lnTo>
                  <a:lnTo>
                    <a:pt x="27027" y="67168"/>
                  </a:lnTo>
                  <a:lnTo>
                    <a:pt x="24203" y="71665"/>
                  </a:lnTo>
                  <a:lnTo>
                    <a:pt x="21523" y="76249"/>
                  </a:lnTo>
                  <a:lnTo>
                    <a:pt x="18990" y="80917"/>
                  </a:lnTo>
                  <a:lnTo>
                    <a:pt x="16607" y="85662"/>
                  </a:lnTo>
                  <a:lnTo>
                    <a:pt x="14375" y="90481"/>
                  </a:lnTo>
                  <a:lnTo>
                    <a:pt x="12298" y="95368"/>
                  </a:lnTo>
                  <a:lnTo>
                    <a:pt x="10377" y="100319"/>
                  </a:lnTo>
                  <a:lnTo>
                    <a:pt x="8614" y="105329"/>
                  </a:lnTo>
                  <a:lnTo>
                    <a:pt x="7012" y="110391"/>
                  </a:lnTo>
                  <a:lnTo>
                    <a:pt x="5571" y="115502"/>
                  </a:lnTo>
                  <a:lnTo>
                    <a:pt x="4293" y="120657"/>
                  </a:lnTo>
                  <a:lnTo>
                    <a:pt x="3179" y="125849"/>
                  </a:lnTo>
                  <a:lnTo>
                    <a:pt x="2231" y="131074"/>
                  </a:lnTo>
                  <a:lnTo>
                    <a:pt x="1449" y="136327"/>
                  </a:lnTo>
                  <a:lnTo>
                    <a:pt x="834" y="141601"/>
                  </a:lnTo>
                  <a:lnTo>
                    <a:pt x="388" y="146893"/>
                  </a:lnTo>
                  <a:lnTo>
                    <a:pt x="109" y="152196"/>
                  </a:lnTo>
                  <a:lnTo>
                    <a:pt x="0" y="157505"/>
                  </a:lnTo>
                  <a:lnTo>
                    <a:pt x="58" y="162815"/>
                  </a:lnTo>
                  <a:lnTo>
                    <a:pt x="286" y="168121"/>
                  </a:lnTo>
                  <a:lnTo>
                    <a:pt x="682" y="173416"/>
                  </a:lnTo>
                  <a:lnTo>
                    <a:pt x="1246" y="178697"/>
                  </a:lnTo>
                  <a:lnTo>
                    <a:pt x="1977" y="183956"/>
                  </a:lnTo>
                  <a:lnTo>
                    <a:pt x="2875" y="189190"/>
                  </a:lnTo>
                  <a:lnTo>
                    <a:pt x="3939" y="194393"/>
                  </a:lnTo>
                  <a:lnTo>
                    <a:pt x="5168" y="199559"/>
                  </a:lnTo>
                  <a:lnTo>
                    <a:pt x="6560" y="204684"/>
                  </a:lnTo>
                  <a:lnTo>
                    <a:pt x="8114" y="209762"/>
                  </a:lnTo>
                  <a:lnTo>
                    <a:pt x="9828" y="214788"/>
                  </a:lnTo>
                  <a:lnTo>
                    <a:pt x="11702" y="219757"/>
                  </a:lnTo>
                  <a:lnTo>
                    <a:pt x="13732" y="224664"/>
                  </a:lnTo>
                  <a:lnTo>
                    <a:pt x="15917" y="229504"/>
                  </a:lnTo>
                  <a:lnTo>
                    <a:pt x="18255" y="234272"/>
                  </a:lnTo>
                  <a:lnTo>
                    <a:pt x="20743" y="238963"/>
                  </a:lnTo>
                  <a:lnTo>
                    <a:pt x="23379" y="243574"/>
                  </a:lnTo>
                  <a:lnTo>
                    <a:pt x="26160" y="248098"/>
                  </a:lnTo>
                  <a:lnTo>
                    <a:pt x="29083" y="252531"/>
                  </a:lnTo>
                  <a:lnTo>
                    <a:pt x="32145" y="256869"/>
                  </a:lnTo>
                  <a:lnTo>
                    <a:pt x="35344" y="261108"/>
                  </a:lnTo>
                  <a:lnTo>
                    <a:pt x="38676" y="265243"/>
                  </a:lnTo>
                  <a:lnTo>
                    <a:pt x="42137" y="269271"/>
                  </a:lnTo>
                  <a:lnTo>
                    <a:pt x="45725" y="273186"/>
                  </a:lnTo>
                  <a:lnTo>
                    <a:pt x="49435" y="276985"/>
                  </a:lnTo>
                  <a:lnTo>
                    <a:pt x="53264" y="280665"/>
                  </a:lnTo>
                  <a:lnTo>
                    <a:pt x="57208" y="284221"/>
                  </a:lnTo>
                  <a:lnTo>
                    <a:pt x="61263" y="287650"/>
                  </a:lnTo>
                  <a:lnTo>
                    <a:pt x="65425" y="290948"/>
                  </a:lnTo>
                  <a:lnTo>
                    <a:pt x="69689" y="294113"/>
                  </a:lnTo>
                  <a:lnTo>
                    <a:pt x="74052" y="297141"/>
                  </a:lnTo>
                  <a:lnTo>
                    <a:pt x="78509" y="300028"/>
                  </a:lnTo>
                  <a:lnTo>
                    <a:pt x="83055" y="302773"/>
                  </a:lnTo>
                  <a:lnTo>
                    <a:pt x="87686" y="305371"/>
                  </a:lnTo>
                  <a:lnTo>
                    <a:pt x="92397" y="307821"/>
                  </a:lnTo>
                  <a:lnTo>
                    <a:pt x="97184" y="310121"/>
                  </a:lnTo>
                  <a:lnTo>
                    <a:pt x="102041" y="312267"/>
                  </a:lnTo>
                  <a:lnTo>
                    <a:pt x="106964" y="314258"/>
                  </a:lnTo>
                  <a:lnTo>
                    <a:pt x="111948" y="316091"/>
                  </a:lnTo>
                  <a:lnTo>
                    <a:pt x="116988" y="317766"/>
                  </a:lnTo>
                  <a:lnTo>
                    <a:pt x="122078" y="319279"/>
                  </a:lnTo>
                  <a:lnTo>
                    <a:pt x="127214" y="320630"/>
                  </a:lnTo>
                  <a:lnTo>
                    <a:pt x="132390" y="321817"/>
                  </a:lnTo>
                  <a:lnTo>
                    <a:pt x="137601" y="322839"/>
                  </a:lnTo>
                  <a:lnTo>
                    <a:pt x="142842" y="323695"/>
                  </a:lnTo>
                  <a:lnTo>
                    <a:pt x="148107" y="324384"/>
                  </a:lnTo>
                  <a:lnTo>
                    <a:pt x="153392" y="324906"/>
                  </a:lnTo>
                  <a:lnTo>
                    <a:pt x="158691" y="325259"/>
                  </a:lnTo>
                  <a:lnTo>
                    <a:pt x="163998" y="325444"/>
                  </a:lnTo>
                  <a:lnTo>
                    <a:pt x="169308" y="325460"/>
                  </a:lnTo>
                  <a:lnTo>
                    <a:pt x="174616" y="325308"/>
                  </a:lnTo>
                  <a:lnTo>
                    <a:pt x="179917" y="324987"/>
                  </a:lnTo>
                  <a:lnTo>
                    <a:pt x="185205" y="324498"/>
                  </a:lnTo>
                  <a:lnTo>
                    <a:pt x="190474" y="323841"/>
                  </a:lnTo>
                  <a:lnTo>
                    <a:pt x="195721" y="323017"/>
                  </a:lnTo>
                  <a:lnTo>
                    <a:pt x="200938" y="322027"/>
                  </a:lnTo>
                  <a:lnTo>
                    <a:pt x="206121" y="320872"/>
                  </a:lnTo>
                  <a:lnTo>
                    <a:pt x="211265" y="319552"/>
                  </a:lnTo>
                  <a:lnTo>
                    <a:pt x="216364" y="318070"/>
                  </a:lnTo>
                  <a:lnTo>
                    <a:pt x="221414" y="316427"/>
                  </a:lnTo>
                  <a:lnTo>
                    <a:pt x="226409" y="314624"/>
                  </a:lnTo>
                  <a:lnTo>
                    <a:pt x="231344" y="312663"/>
                  </a:lnTo>
                  <a:lnTo>
                    <a:pt x="236215" y="310547"/>
                  </a:lnTo>
                  <a:lnTo>
                    <a:pt x="241015" y="308277"/>
                  </a:lnTo>
                  <a:lnTo>
                    <a:pt x="245742" y="305855"/>
                  </a:lnTo>
                  <a:lnTo>
                    <a:pt x="250388" y="303285"/>
                  </a:lnTo>
                  <a:lnTo>
                    <a:pt x="254951" y="300569"/>
                  </a:lnTo>
                  <a:lnTo>
                    <a:pt x="259426" y="297708"/>
                  </a:lnTo>
                  <a:lnTo>
                    <a:pt x="263807" y="294708"/>
                  </a:lnTo>
                  <a:lnTo>
                    <a:pt x="268091" y="291569"/>
                  </a:lnTo>
                  <a:lnTo>
                    <a:pt x="272273" y="288296"/>
                  </a:lnTo>
                  <a:lnTo>
                    <a:pt x="276348" y="284892"/>
                  </a:lnTo>
                  <a:lnTo>
                    <a:pt x="280314" y="281360"/>
                  </a:lnTo>
                  <a:lnTo>
                    <a:pt x="284166" y="277704"/>
                  </a:lnTo>
                  <a:lnTo>
                    <a:pt x="287899" y="273928"/>
                  </a:lnTo>
                  <a:lnTo>
                    <a:pt x="291510" y="270035"/>
                  </a:lnTo>
                  <a:lnTo>
                    <a:pt x="294997" y="266029"/>
                  </a:lnTo>
                  <a:lnTo>
                    <a:pt x="298354" y="261914"/>
                  </a:lnTo>
                  <a:lnTo>
                    <a:pt x="301578" y="257695"/>
                  </a:lnTo>
                  <a:lnTo>
                    <a:pt x="304667" y="253375"/>
                  </a:lnTo>
                  <a:lnTo>
                    <a:pt x="307618" y="248960"/>
                  </a:lnTo>
                  <a:lnTo>
                    <a:pt x="310426" y="244453"/>
                  </a:lnTo>
                  <a:lnTo>
                    <a:pt x="313090" y="239859"/>
                  </a:lnTo>
                  <a:lnTo>
                    <a:pt x="315607" y="235183"/>
                  </a:lnTo>
                  <a:lnTo>
                    <a:pt x="317974" y="230429"/>
                  </a:lnTo>
                  <a:lnTo>
                    <a:pt x="320188" y="225603"/>
                  </a:lnTo>
                  <a:lnTo>
                    <a:pt x="322249" y="220708"/>
                  </a:lnTo>
                  <a:lnTo>
                    <a:pt x="324153" y="215751"/>
                  </a:lnTo>
                  <a:lnTo>
                    <a:pt x="325898" y="210736"/>
                  </a:lnTo>
                  <a:lnTo>
                    <a:pt x="327483" y="205667"/>
                  </a:lnTo>
                  <a:lnTo>
                    <a:pt x="328907" y="200551"/>
                  </a:lnTo>
                  <a:lnTo>
                    <a:pt x="330167" y="195393"/>
                  </a:lnTo>
                  <a:lnTo>
                    <a:pt x="331263" y="190196"/>
                  </a:lnTo>
                  <a:lnTo>
                    <a:pt x="332193" y="184968"/>
                  </a:lnTo>
                  <a:lnTo>
                    <a:pt x="332956" y="179713"/>
                  </a:lnTo>
                  <a:lnTo>
                    <a:pt x="333552" y="174436"/>
                  </a:lnTo>
                  <a:lnTo>
                    <a:pt x="333981" y="169143"/>
                  </a:lnTo>
                  <a:lnTo>
                    <a:pt x="334241" y="163839"/>
                  </a:lnTo>
                  <a:lnTo>
                    <a:pt x="334332" y="158529"/>
                  </a:lnTo>
                  <a:lnTo>
                    <a:pt x="334255" y="153220"/>
                  </a:lnTo>
                  <a:lnTo>
                    <a:pt x="334009" y="147915"/>
                  </a:lnTo>
                  <a:lnTo>
                    <a:pt x="333595" y="142621"/>
                  </a:lnTo>
                  <a:lnTo>
                    <a:pt x="333013" y="137342"/>
                  </a:lnTo>
                  <a:lnTo>
                    <a:pt x="332263" y="132085"/>
                  </a:lnTo>
                  <a:lnTo>
                    <a:pt x="331347" y="126854"/>
                  </a:lnTo>
                  <a:lnTo>
                    <a:pt x="330265" y="121655"/>
                  </a:lnTo>
                  <a:lnTo>
                    <a:pt x="329019" y="116493"/>
                  </a:lnTo>
                  <a:lnTo>
                    <a:pt x="327609" y="111373"/>
                  </a:lnTo>
                  <a:lnTo>
                    <a:pt x="326037" y="106301"/>
                  </a:lnTo>
                  <a:lnTo>
                    <a:pt x="324305" y="101281"/>
                  </a:lnTo>
                  <a:lnTo>
                    <a:pt x="322415" y="96319"/>
                  </a:lnTo>
                  <a:lnTo>
                    <a:pt x="320367" y="91419"/>
                  </a:lnTo>
                  <a:lnTo>
                    <a:pt x="318166" y="86586"/>
                  </a:lnTo>
                  <a:lnTo>
                    <a:pt x="315811" y="81826"/>
                  </a:lnTo>
                  <a:lnTo>
                    <a:pt x="313307" y="77143"/>
                  </a:lnTo>
                  <a:lnTo>
                    <a:pt x="310655" y="72542"/>
                  </a:lnTo>
                  <a:lnTo>
                    <a:pt x="307859" y="68028"/>
                  </a:lnTo>
                  <a:lnTo>
                    <a:pt x="304920" y="63605"/>
                  </a:lnTo>
                  <a:lnTo>
                    <a:pt x="301843" y="59277"/>
                  </a:lnTo>
                  <a:lnTo>
                    <a:pt x="298629" y="55049"/>
                  </a:lnTo>
                  <a:lnTo>
                    <a:pt x="295283" y="50926"/>
                  </a:lnTo>
                  <a:lnTo>
                    <a:pt x="291808" y="46910"/>
                  </a:lnTo>
                  <a:lnTo>
                    <a:pt x="288207" y="43008"/>
                  </a:lnTo>
                  <a:lnTo>
                    <a:pt x="284484" y="39221"/>
                  </a:lnTo>
                  <a:lnTo>
                    <a:pt x="280642" y="35555"/>
                  </a:lnTo>
                  <a:lnTo>
                    <a:pt x="276686" y="32012"/>
                  </a:lnTo>
                  <a:lnTo>
                    <a:pt x="272619" y="28597"/>
                  </a:lnTo>
                  <a:lnTo>
                    <a:pt x="268446" y="25313"/>
                  </a:lnTo>
                  <a:lnTo>
                    <a:pt x="264170" y="22164"/>
                  </a:lnTo>
                  <a:lnTo>
                    <a:pt x="259797" y="19151"/>
                  </a:lnTo>
                  <a:lnTo>
                    <a:pt x="255331" y="16279"/>
                  </a:lnTo>
                  <a:lnTo>
                    <a:pt x="250775" y="13550"/>
                  </a:lnTo>
                  <a:lnTo>
                    <a:pt x="167165" y="1583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83609" cy="167167"/>
            </a:xfrm>
            <a:custGeom>
              <a:avLst/>
              <a:pathLst>
                <a:path w="83609" h="167167">
                  <a:moveTo>
                    <a:pt x="83609" y="22411"/>
                  </a:moveTo>
                  <a:lnTo>
                    <a:pt x="78505" y="19580"/>
                  </a:lnTo>
                  <a:lnTo>
                    <a:pt x="73304" y="16929"/>
                  </a:lnTo>
                  <a:lnTo>
                    <a:pt x="68015" y="14462"/>
                  </a:lnTo>
                  <a:lnTo>
                    <a:pt x="62642" y="12180"/>
                  </a:lnTo>
                  <a:lnTo>
                    <a:pt x="57193" y="10088"/>
                  </a:lnTo>
                  <a:lnTo>
                    <a:pt x="51674" y="8187"/>
                  </a:lnTo>
                  <a:lnTo>
                    <a:pt x="46093" y="6480"/>
                  </a:lnTo>
                  <a:lnTo>
                    <a:pt x="40455" y="4968"/>
                  </a:lnTo>
                  <a:lnTo>
                    <a:pt x="34767" y="3655"/>
                  </a:lnTo>
                  <a:lnTo>
                    <a:pt x="29038" y="2541"/>
                  </a:lnTo>
                  <a:lnTo>
                    <a:pt x="23273" y="1627"/>
                  </a:lnTo>
                  <a:lnTo>
                    <a:pt x="17479" y="916"/>
                  </a:lnTo>
                  <a:lnTo>
                    <a:pt x="11665" y="407"/>
                  </a:lnTo>
                  <a:lnTo>
                    <a:pt x="5836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67053" y="1681503"/>
              <a:ext cx="19471" cy="167167"/>
            </a:xfrm>
            <a:custGeom>
              <a:avLst/>
              <a:pathLst>
                <a:path w="19471" h="167167">
                  <a:moveTo>
                    <a:pt x="19471" y="0"/>
                  </a:moveTo>
                  <a:lnTo>
                    <a:pt x="9719" y="284"/>
                  </a:lnTo>
                  <a:lnTo>
                    <a:pt x="0" y="1137"/>
                  </a:lnTo>
                  <a:lnTo>
                    <a:pt x="1947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82021" y="1682641"/>
              <a:ext cx="104503" cy="166029"/>
            </a:xfrm>
            <a:custGeom>
              <a:avLst/>
              <a:pathLst>
                <a:path w="104503" h="166029">
                  <a:moveTo>
                    <a:pt x="85031" y="0"/>
                  </a:moveTo>
                  <a:lnTo>
                    <a:pt x="79248" y="780"/>
                  </a:lnTo>
                  <a:lnTo>
                    <a:pt x="73496" y="1762"/>
                  </a:lnTo>
                  <a:lnTo>
                    <a:pt x="67781" y="2945"/>
                  </a:lnTo>
                  <a:lnTo>
                    <a:pt x="62111" y="4326"/>
                  </a:lnTo>
                  <a:lnTo>
                    <a:pt x="56493" y="5904"/>
                  </a:lnTo>
                  <a:lnTo>
                    <a:pt x="50933" y="7677"/>
                  </a:lnTo>
                  <a:lnTo>
                    <a:pt x="45439" y="9643"/>
                  </a:lnTo>
                  <a:lnTo>
                    <a:pt x="40017" y="11800"/>
                  </a:lnTo>
                  <a:lnTo>
                    <a:pt x="34673" y="14145"/>
                  </a:lnTo>
                  <a:lnTo>
                    <a:pt x="29414" y="16675"/>
                  </a:lnTo>
                  <a:lnTo>
                    <a:pt x="24247" y="19387"/>
                  </a:lnTo>
                  <a:lnTo>
                    <a:pt x="19178" y="22277"/>
                  </a:lnTo>
                  <a:lnTo>
                    <a:pt x="14212" y="25343"/>
                  </a:lnTo>
                  <a:lnTo>
                    <a:pt x="9357" y="28580"/>
                  </a:lnTo>
                  <a:lnTo>
                    <a:pt x="4617" y="31985"/>
                  </a:lnTo>
                  <a:lnTo>
                    <a:pt x="0" y="35553"/>
                  </a:lnTo>
                  <a:lnTo>
                    <a:pt x="104503" y="166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8" y="36691"/>
                  </a:moveTo>
                  <a:lnTo>
                    <a:pt x="58577" y="40067"/>
                  </a:lnTo>
                  <a:lnTo>
                    <a:pt x="54606" y="43570"/>
                  </a:lnTo>
                  <a:lnTo>
                    <a:pt x="50747" y="47198"/>
                  </a:lnTo>
                  <a:lnTo>
                    <a:pt x="47005" y="50945"/>
                  </a:lnTo>
                  <a:lnTo>
                    <a:pt x="43384" y="54810"/>
                  </a:lnTo>
                  <a:lnTo>
                    <a:pt x="39886" y="58787"/>
                  </a:lnTo>
                  <a:lnTo>
                    <a:pt x="36517" y="62874"/>
                  </a:lnTo>
                  <a:lnTo>
                    <a:pt x="33279" y="67064"/>
                  </a:lnTo>
                  <a:lnTo>
                    <a:pt x="30175" y="71356"/>
                  </a:lnTo>
                  <a:lnTo>
                    <a:pt x="27209" y="75743"/>
                  </a:lnTo>
                  <a:lnTo>
                    <a:pt x="24383" y="80222"/>
                  </a:lnTo>
                  <a:lnTo>
                    <a:pt x="21700" y="84789"/>
                  </a:lnTo>
                  <a:lnTo>
                    <a:pt x="19164" y="89438"/>
                  </a:lnTo>
                  <a:lnTo>
                    <a:pt x="16776" y="94165"/>
                  </a:lnTo>
                  <a:lnTo>
                    <a:pt x="14539" y="98966"/>
                  </a:lnTo>
                  <a:lnTo>
                    <a:pt x="12455" y="103835"/>
                  </a:lnTo>
                  <a:lnTo>
                    <a:pt x="10526" y="108767"/>
                  </a:lnTo>
                  <a:lnTo>
                    <a:pt x="8755" y="113758"/>
                  </a:lnTo>
                  <a:lnTo>
                    <a:pt x="7143" y="118803"/>
                  </a:lnTo>
                  <a:lnTo>
                    <a:pt x="5691" y="123896"/>
                  </a:lnTo>
                  <a:lnTo>
                    <a:pt x="4401" y="129033"/>
                  </a:lnTo>
                  <a:lnTo>
                    <a:pt x="3275" y="134208"/>
                  </a:lnTo>
                  <a:lnTo>
                    <a:pt x="2313" y="139416"/>
                  </a:lnTo>
                  <a:lnTo>
                    <a:pt x="1517" y="144652"/>
                  </a:lnTo>
                  <a:lnTo>
                    <a:pt x="887" y="149911"/>
                  </a:lnTo>
                  <a:lnTo>
                    <a:pt x="424" y="155186"/>
                  </a:lnTo>
                  <a:lnTo>
                    <a:pt x="128" y="160474"/>
                  </a:lnTo>
                  <a:lnTo>
                    <a:pt x="0" y="165769"/>
                  </a:lnTo>
                  <a:lnTo>
                    <a:pt x="39" y="171065"/>
                  </a:lnTo>
                  <a:lnTo>
                    <a:pt x="246" y="176357"/>
                  </a:lnTo>
                  <a:lnTo>
                    <a:pt x="621" y="181640"/>
                  </a:lnTo>
                  <a:lnTo>
                    <a:pt x="1163" y="186908"/>
                  </a:lnTo>
                  <a:lnTo>
                    <a:pt x="1872" y="192157"/>
                  </a:lnTo>
                  <a:lnTo>
                    <a:pt x="2747" y="197380"/>
                  </a:lnTo>
                  <a:lnTo>
                    <a:pt x="3786" y="202573"/>
                  </a:lnTo>
                  <a:lnTo>
                    <a:pt x="4990" y="207731"/>
                  </a:lnTo>
                  <a:lnTo>
                    <a:pt x="6356" y="212847"/>
                  </a:lnTo>
                  <a:lnTo>
                    <a:pt x="7884" y="217918"/>
                  </a:lnTo>
                  <a:lnTo>
                    <a:pt x="9571" y="222938"/>
                  </a:lnTo>
                  <a:lnTo>
                    <a:pt x="11417" y="227903"/>
                  </a:lnTo>
                  <a:lnTo>
                    <a:pt x="13419" y="232806"/>
                  </a:lnTo>
                  <a:lnTo>
                    <a:pt x="15576" y="237643"/>
                  </a:lnTo>
                  <a:lnTo>
                    <a:pt x="17884" y="242409"/>
                  </a:lnTo>
                  <a:lnTo>
                    <a:pt x="20343" y="247100"/>
                  </a:lnTo>
                  <a:lnTo>
                    <a:pt x="22949" y="251711"/>
                  </a:lnTo>
                  <a:lnTo>
                    <a:pt x="25699" y="256237"/>
                  </a:lnTo>
                  <a:lnTo>
                    <a:pt x="28592" y="260673"/>
                  </a:lnTo>
                  <a:lnTo>
                    <a:pt x="31623" y="265016"/>
                  </a:lnTo>
                  <a:lnTo>
                    <a:pt x="34791" y="269260"/>
                  </a:lnTo>
                  <a:lnTo>
                    <a:pt x="38091" y="273402"/>
                  </a:lnTo>
                  <a:lnTo>
                    <a:pt x="41521" y="277438"/>
                  </a:lnTo>
                  <a:lnTo>
                    <a:pt x="45078" y="281362"/>
                  </a:lnTo>
                  <a:lnTo>
                    <a:pt x="48756" y="285172"/>
                  </a:lnTo>
                  <a:lnTo>
                    <a:pt x="52554" y="288864"/>
                  </a:lnTo>
                  <a:lnTo>
                    <a:pt x="56466" y="292433"/>
                  </a:lnTo>
                  <a:lnTo>
                    <a:pt x="60490" y="295877"/>
                  </a:lnTo>
                  <a:lnTo>
                    <a:pt x="64621" y="299191"/>
                  </a:lnTo>
                  <a:lnTo>
                    <a:pt x="68855" y="302373"/>
                  </a:lnTo>
                  <a:lnTo>
                    <a:pt x="73187" y="305420"/>
                  </a:lnTo>
                  <a:lnTo>
                    <a:pt x="77614" y="308327"/>
                  </a:lnTo>
                  <a:lnTo>
                    <a:pt x="82130" y="311093"/>
                  </a:lnTo>
                  <a:lnTo>
                    <a:pt x="86732" y="313714"/>
                  </a:lnTo>
                  <a:lnTo>
                    <a:pt x="91415" y="316189"/>
                  </a:lnTo>
                  <a:lnTo>
                    <a:pt x="96173" y="318513"/>
                  </a:lnTo>
                  <a:lnTo>
                    <a:pt x="101003" y="320686"/>
                  </a:lnTo>
                  <a:lnTo>
                    <a:pt x="105900" y="322705"/>
                  </a:lnTo>
                  <a:lnTo>
                    <a:pt x="110857" y="324567"/>
                  </a:lnTo>
                  <a:lnTo>
                    <a:pt x="115872" y="326272"/>
                  </a:lnTo>
                  <a:lnTo>
                    <a:pt x="120938" y="327817"/>
                  </a:lnTo>
                  <a:lnTo>
                    <a:pt x="126050" y="329200"/>
                  </a:lnTo>
                  <a:lnTo>
                    <a:pt x="131203" y="330421"/>
                  </a:lnTo>
                  <a:lnTo>
                    <a:pt x="136393" y="331478"/>
                  </a:lnTo>
                  <a:lnTo>
                    <a:pt x="141613" y="332371"/>
                  </a:lnTo>
                  <a:lnTo>
                    <a:pt x="146859" y="333097"/>
                  </a:lnTo>
                  <a:lnTo>
                    <a:pt x="152126" y="333657"/>
                  </a:lnTo>
                  <a:lnTo>
                    <a:pt x="157407" y="334050"/>
                  </a:lnTo>
                  <a:lnTo>
                    <a:pt x="162699" y="334275"/>
                  </a:lnTo>
                  <a:lnTo>
                    <a:pt x="167994" y="334332"/>
                  </a:lnTo>
                  <a:lnTo>
                    <a:pt x="173289" y="334222"/>
                  </a:lnTo>
                  <a:lnTo>
                    <a:pt x="178578" y="333944"/>
                  </a:lnTo>
                  <a:lnTo>
                    <a:pt x="183856" y="333499"/>
                  </a:lnTo>
                  <a:lnTo>
                    <a:pt x="189116" y="332886"/>
                  </a:lnTo>
                  <a:lnTo>
                    <a:pt x="194355" y="332108"/>
                  </a:lnTo>
                  <a:lnTo>
                    <a:pt x="199566" y="331163"/>
                  </a:lnTo>
                  <a:lnTo>
                    <a:pt x="204745" y="330055"/>
                  </a:lnTo>
                  <a:lnTo>
                    <a:pt x="209886" y="328782"/>
                  </a:lnTo>
                  <a:lnTo>
                    <a:pt x="214984" y="327348"/>
                  </a:lnTo>
                  <a:lnTo>
                    <a:pt x="220034" y="325753"/>
                  </a:lnTo>
                  <a:lnTo>
                    <a:pt x="225031" y="323998"/>
                  </a:lnTo>
                  <a:lnTo>
                    <a:pt x="229970" y="322086"/>
                  </a:lnTo>
                  <a:lnTo>
                    <a:pt x="234846" y="320019"/>
                  </a:lnTo>
                  <a:lnTo>
                    <a:pt x="239654" y="317798"/>
                  </a:lnTo>
                  <a:lnTo>
                    <a:pt x="244389" y="315426"/>
                  </a:lnTo>
                  <a:lnTo>
                    <a:pt x="249047" y="312905"/>
                  </a:lnTo>
                  <a:lnTo>
                    <a:pt x="253623" y="310238"/>
                  </a:lnTo>
                  <a:lnTo>
                    <a:pt x="258111" y="307427"/>
                  </a:lnTo>
                  <a:lnTo>
                    <a:pt x="262509" y="304476"/>
                  </a:lnTo>
                  <a:lnTo>
                    <a:pt x="266811" y="301387"/>
                  </a:lnTo>
                  <a:lnTo>
                    <a:pt x="271012" y="298163"/>
                  </a:lnTo>
                  <a:lnTo>
                    <a:pt x="275110" y="294807"/>
                  </a:lnTo>
                  <a:lnTo>
                    <a:pt x="279099" y="291323"/>
                  </a:lnTo>
                  <a:lnTo>
                    <a:pt x="282976" y="287715"/>
                  </a:lnTo>
                  <a:lnTo>
                    <a:pt x="286736" y="283986"/>
                  </a:lnTo>
                  <a:lnTo>
                    <a:pt x="290377" y="280139"/>
                  </a:lnTo>
                  <a:lnTo>
                    <a:pt x="293894" y="276180"/>
                  </a:lnTo>
                  <a:lnTo>
                    <a:pt x="297284" y="272110"/>
                  </a:lnTo>
                  <a:lnTo>
                    <a:pt x="300543" y="267936"/>
                  </a:lnTo>
                  <a:lnTo>
                    <a:pt x="303668" y="263660"/>
                  </a:lnTo>
                  <a:lnTo>
                    <a:pt x="306656" y="259287"/>
                  </a:lnTo>
                  <a:lnTo>
                    <a:pt x="309504" y="254822"/>
                  </a:lnTo>
                  <a:lnTo>
                    <a:pt x="312209" y="250269"/>
                  </a:lnTo>
                  <a:lnTo>
                    <a:pt x="314769" y="245633"/>
                  </a:lnTo>
                  <a:lnTo>
                    <a:pt x="317181" y="240917"/>
                  </a:lnTo>
                  <a:lnTo>
                    <a:pt x="319441" y="236128"/>
                  </a:lnTo>
                  <a:lnTo>
                    <a:pt x="321550" y="231270"/>
                  </a:lnTo>
                  <a:lnTo>
                    <a:pt x="323503" y="226347"/>
                  </a:lnTo>
                  <a:lnTo>
                    <a:pt x="325299" y="221365"/>
                  </a:lnTo>
                  <a:lnTo>
                    <a:pt x="326936" y="216328"/>
                  </a:lnTo>
                  <a:lnTo>
                    <a:pt x="328414" y="211242"/>
                  </a:lnTo>
                  <a:lnTo>
                    <a:pt x="329729" y="206112"/>
                  </a:lnTo>
                  <a:lnTo>
                    <a:pt x="330881" y="200942"/>
                  </a:lnTo>
                  <a:lnTo>
                    <a:pt x="331869" y="195739"/>
                  </a:lnTo>
                  <a:lnTo>
                    <a:pt x="332691" y="190507"/>
                  </a:lnTo>
                  <a:lnTo>
                    <a:pt x="333347" y="185252"/>
                  </a:lnTo>
                  <a:lnTo>
                    <a:pt x="333837" y="179979"/>
                  </a:lnTo>
                  <a:lnTo>
                    <a:pt x="334159" y="174692"/>
                  </a:lnTo>
                  <a:lnTo>
                    <a:pt x="334314" y="169398"/>
                  </a:lnTo>
                  <a:lnTo>
                    <a:pt x="334300" y="164102"/>
                  </a:lnTo>
                  <a:lnTo>
                    <a:pt x="334119" y="158809"/>
                  </a:lnTo>
                  <a:lnTo>
                    <a:pt x="333771" y="153525"/>
                  </a:lnTo>
                  <a:lnTo>
                    <a:pt x="333255" y="148254"/>
                  </a:lnTo>
                  <a:lnTo>
                    <a:pt x="332573" y="143002"/>
                  </a:lnTo>
                  <a:lnTo>
                    <a:pt x="331724" y="137774"/>
                  </a:lnTo>
                  <a:lnTo>
                    <a:pt x="330710" y="132576"/>
                  </a:lnTo>
                  <a:lnTo>
                    <a:pt x="329533" y="127412"/>
                  </a:lnTo>
                  <a:lnTo>
                    <a:pt x="328192" y="122289"/>
                  </a:lnTo>
                  <a:lnTo>
                    <a:pt x="326689" y="117210"/>
                  </a:lnTo>
                  <a:lnTo>
                    <a:pt x="325027" y="112182"/>
                  </a:lnTo>
                  <a:lnTo>
                    <a:pt x="323206" y="107208"/>
                  </a:lnTo>
                  <a:lnTo>
                    <a:pt x="321228" y="102295"/>
                  </a:lnTo>
                  <a:lnTo>
                    <a:pt x="319096" y="97448"/>
                  </a:lnTo>
                  <a:lnTo>
                    <a:pt x="316811" y="92670"/>
                  </a:lnTo>
                  <a:lnTo>
                    <a:pt x="314376" y="87966"/>
                  </a:lnTo>
                  <a:lnTo>
                    <a:pt x="311793" y="83343"/>
                  </a:lnTo>
                  <a:lnTo>
                    <a:pt x="309065" y="78803"/>
                  </a:lnTo>
                  <a:lnTo>
                    <a:pt x="306195" y="74352"/>
                  </a:lnTo>
                  <a:lnTo>
                    <a:pt x="303185" y="69995"/>
                  </a:lnTo>
                  <a:lnTo>
                    <a:pt x="300039" y="65735"/>
                  </a:lnTo>
                  <a:lnTo>
                    <a:pt x="296759" y="61576"/>
                  </a:lnTo>
                  <a:lnTo>
                    <a:pt x="293349" y="57524"/>
                  </a:lnTo>
                  <a:lnTo>
                    <a:pt x="289812" y="53582"/>
                  </a:lnTo>
                  <a:lnTo>
                    <a:pt x="286153" y="49753"/>
                  </a:lnTo>
                  <a:lnTo>
                    <a:pt x="282374" y="46043"/>
                  </a:lnTo>
                  <a:lnTo>
                    <a:pt x="278479" y="42454"/>
                  </a:lnTo>
                  <a:lnTo>
                    <a:pt x="274472" y="38990"/>
                  </a:lnTo>
                  <a:lnTo>
                    <a:pt x="270358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1" y="26455"/>
                  </a:lnTo>
                  <a:lnTo>
                    <a:pt x="252908" y="23667"/>
                  </a:lnTo>
                  <a:lnTo>
                    <a:pt x="248320" y="21022"/>
                  </a:lnTo>
                  <a:lnTo>
                    <a:pt x="243649" y="18525"/>
                  </a:lnTo>
                  <a:lnTo>
                    <a:pt x="238902" y="16176"/>
                  </a:lnTo>
                  <a:lnTo>
                    <a:pt x="234083" y="13980"/>
                  </a:lnTo>
                  <a:lnTo>
                    <a:pt x="229197" y="11937"/>
                  </a:lnTo>
                  <a:lnTo>
                    <a:pt x="224249" y="10049"/>
                  </a:lnTo>
                  <a:lnTo>
                    <a:pt x="219243" y="8320"/>
                  </a:lnTo>
                  <a:lnTo>
                    <a:pt x="214185" y="6750"/>
                  </a:lnTo>
                  <a:lnTo>
                    <a:pt x="209080" y="5341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804" y="2126963"/>
              <a:ext cx="31483" cy="167167"/>
            </a:xfrm>
            <a:custGeom>
              <a:avLst/>
              <a:pathLst>
                <a:path w="31483" h="167167">
                  <a:moveTo>
                    <a:pt x="31483" y="0"/>
                  </a:moveTo>
                  <a:lnTo>
                    <a:pt x="25150" y="120"/>
                  </a:lnTo>
                  <a:lnTo>
                    <a:pt x="18826" y="479"/>
                  </a:lnTo>
                  <a:lnTo>
                    <a:pt x="12520" y="1078"/>
                  </a:lnTo>
                  <a:lnTo>
                    <a:pt x="6242" y="1916"/>
                  </a:lnTo>
                  <a:lnTo>
                    <a:pt x="0" y="2991"/>
                  </a:lnTo>
                  <a:lnTo>
                    <a:pt x="3148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804" y="2129955"/>
              <a:ext cx="31483" cy="164176"/>
            </a:xfrm>
            <a:custGeom>
              <a:avLst/>
              <a:pathLst>
                <a:path w="31483" h="164176">
                  <a:moveTo>
                    <a:pt x="0" y="0"/>
                  </a:moveTo>
                  <a:lnTo>
                    <a:pt x="31483" y="164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34" y="2127866"/>
              <a:ext cx="334313" cy="333430"/>
            </a:xfrm>
            <a:custGeom>
              <a:avLst/>
              <a:pathLst>
                <a:path w="334313" h="333430">
                  <a:moveTo>
                    <a:pt x="135669" y="2088"/>
                  </a:moveTo>
                  <a:lnTo>
                    <a:pt x="130483" y="3168"/>
                  </a:lnTo>
                  <a:lnTo>
                    <a:pt x="125334" y="4412"/>
                  </a:lnTo>
                  <a:lnTo>
                    <a:pt x="120226" y="5818"/>
                  </a:lnTo>
                  <a:lnTo>
                    <a:pt x="115166" y="7386"/>
                  </a:lnTo>
                  <a:lnTo>
                    <a:pt x="110157" y="9113"/>
                  </a:lnTo>
                  <a:lnTo>
                    <a:pt x="105206" y="10998"/>
                  </a:lnTo>
                  <a:lnTo>
                    <a:pt x="100318" y="13039"/>
                  </a:lnTo>
                  <a:lnTo>
                    <a:pt x="95496" y="15233"/>
                  </a:lnTo>
                  <a:lnTo>
                    <a:pt x="90746" y="17580"/>
                  </a:lnTo>
                  <a:lnTo>
                    <a:pt x="86074" y="20076"/>
                  </a:lnTo>
                  <a:lnTo>
                    <a:pt x="81482" y="22718"/>
                  </a:lnTo>
                  <a:lnTo>
                    <a:pt x="76977" y="25505"/>
                  </a:lnTo>
                  <a:lnTo>
                    <a:pt x="72562" y="28433"/>
                  </a:lnTo>
                  <a:lnTo>
                    <a:pt x="68242" y="31499"/>
                  </a:lnTo>
                  <a:lnTo>
                    <a:pt x="64021" y="34701"/>
                  </a:lnTo>
                  <a:lnTo>
                    <a:pt x="59904" y="38035"/>
                  </a:lnTo>
                  <a:lnTo>
                    <a:pt x="55895" y="41498"/>
                  </a:lnTo>
                  <a:lnTo>
                    <a:pt x="51997" y="45086"/>
                  </a:lnTo>
                  <a:lnTo>
                    <a:pt x="48216" y="48795"/>
                  </a:lnTo>
                  <a:lnTo>
                    <a:pt x="44553" y="52623"/>
                  </a:lnTo>
                  <a:lnTo>
                    <a:pt x="41014" y="56565"/>
                  </a:lnTo>
                  <a:lnTo>
                    <a:pt x="37601" y="60617"/>
                  </a:lnTo>
                  <a:lnTo>
                    <a:pt x="34319" y="64775"/>
                  </a:lnTo>
                  <a:lnTo>
                    <a:pt x="31169" y="69035"/>
                  </a:lnTo>
                  <a:lnTo>
                    <a:pt x="28157" y="73393"/>
                  </a:lnTo>
                  <a:lnTo>
                    <a:pt x="25284" y="77844"/>
                  </a:lnTo>
                  <a:lnTo>
                    <a:pt x="22553" y="82383"/>
                  </a:lnTo>
                  <a:lnTo>
                    <a:pt x="19968" y="87007"/>
                  </a:lnTo>
                  <a:lnTo>
                    <a:pt x="17531" y="91711"/>
                  </a:lnTo>
                  <a:lnTo>
                    <a:pt x="15243" y="96489"/>
                  </a:lnTo>
                  <a:lnTo>
                    <a:pt x="13109" y="101338"/>
                  </a:lnTo>
                  <a:lnTo>
                    <a:pt x="11129" y="106251"/>
                  </a:lnTo>
                  <a:lnTo>
                    <a:pt x="9306" y="111225"/>
                  </a:lnTo>
                  <a:lnTo>
                    <a:pt x="7641" y="116255"/>
                  </a:lnTo>
                  <a:lnTo>
                    <a:pt x="6136" y="121334"/>
                  </a:lnTo>
                  <a:lnTo>
                    <a:pt x="4793" y="126459"/>
                  </a:lnTo>
                  <a:lnTo>
                    <a:pt x="3614" y="131623"/>
                  </a:lnTo>
                  <a:lnTo>
                    <a:pt x="2598" y="136823"/>
                  </a:lnTo>
                  <a:lnTo>
                    <a:pt x="1748" y="142052"/>
                  </a:lnTo>
                  <a:lnTo>
                    <a:pt x="1064" y="147305"/>
                  </a:lnTo>
                  <a:lnTo>
                    <a:pt x="546" y="152577"/>
                  </a:lnTo>
                  <a:lnTo>
                    <a:pt x="196" y="157863"/>
                  </a:lnTo>
                  <a:lnTo>
                    <a:pt x="14" y="163158"/>
                  </a:lnTo>
                  <a:lnTo>
                    <a:pt x="0" y="168455"/>
                  </a:lnTo>
                  <a:lnTo>
                    <a:pt x="153" y="173751"/>
                  </a:lnTo>
                  <a:lnTo>
                    <a:pt x="474" y="179039"/>
                  </a:lnTo>
                  <a:lnTo>
                    <a:pt x="962" y="184314"/>
                  </a:lnTo>
                  <a:lnTo>
                    <a:pt x="1618" y="189571"/>
                  </a:lnTo>
                  <a:lnTo>
                    <a:pt x="2439" y="194804"/>
                  </a:lnTo>
                  <a:lnTo>
                    <a:pt x="3426" y="200009"/>
                  </a:lnTo>
                  <a:lnTo>
                    <a:pt x="4578" y="205180"/>
                  </a:lnTo>
                  <a:lnTo>
                    <a:pt x="5893" y="210312"/>
                  </a:lnTo>
                  <a:lnTo>
                    <a:pt x="7369" y="215399"/>
                  </a:lnTo>
                  <a:lnTo>
                    <a:pt x="9006" y="220438"/>
                  </a:lnTo>
                  <a:lnTo>
                    <a:pt x="10802" y="225422"/>
                  </a:lnTo>
                  <a:lnTo>
                    <a:pt x="12755" y="230346"/>
                  </a:lnTo>
                  <a:lnTo>
                    <a:pt x="14864" y="235206"/>
                  </a:lnTo>
                  <a:lnTo>
                    <a:pt x="17125" y="239997"/>
                  </a:lnTo>
                  <a:lnTo>
                    <a:pt x="19536" y="244714"/>
                  </a:lnTo>
                  <a:lnTo>
                    <a:pt x="22096" y="249352"/>
                  </a:lnTo>
                  <a:lnTo>
                    <a:pt x="24802" y="253907"/>
                  </a:lnTo>
                  <a:lnTo>
                    <a:pt x="27650" y="258373"/>
                  </a:lnTo>
                  <a:lnTo>
                    <a:pt x="30639" y="262747"/>
                  </a:lnTo>
                  <a:lnTo>
                    <a:pt x="33765" y="267025"/>
                  </a:lnTo>
                  <a:lnTo>
                    <a:pt x="37024" y="271201"/>
                  </a:lnTo>
                  <a:lnTo>
                    <a:pt x="40415" y="275271"/>
                  </a:lnTo>
                  <a:lnTo>
                    <a:pt x="43933" y="279232"/>
                  </a:lnTo>
                  <a:lnTo>
                    <a:pt x="47574" y="283080"/>
                  </a:lnTo>
                  <a:lnTo>
                    <a:pt x="51335" y="286810"/>
                  </a:lnTo>
                  <a:lnTo>
                    <a:pt x="55213" y="290420"/>
                  </a:lnTo>
                  <a:lnTo>
                    <a:pt x="59204" y="293904"/>
                  </a:lnTo>
                  <a:lnTo>
                    <a:pt x="63302" y="297261"/>
                  </a:lnTo>
                  <a:lnTo>
                    <a:pt x="67505" y="300486"/>
                  </a:lnTo>
                  <a:lnTo>
                    <a:pt x="71808" y="303576"/>
                  </a:lnTo>
                  <a:lnTo>
                    <a:pt x="76207" y="306528"/>
                  </a:lnTo>
                  <a:lnTo>
                    <a:pt x="80697" y="309339"/>
                  </a:lnTo>
                  <a:lnTo>
                    <a:pt x="85274" y="312007"/>
                  </a:lnTo>
                  <a:lnTo>
                    <a:pt x="89933" y="314528"/>
                  </a:lnTo>
                  <a:lnTo>
                    <a:pt x="94670" y="316900"/>
                  </a:lnTo>
                  <a:lnTo>
                    <a:pt x="99480" y="319121"/>
                  </a:lnTo>
                  <a:lnTo>
                    <a:pt x="104357" y="321189"/>
                  </a:lnTo>
                  <a:lnTo>
                    <a:pt x="109298" y="323101"/>
                  </a:lnTo>
                  <a:lnTo>
                    <a:pt x="114296" y="324855"/>
                  </a:lnTo>
                  <a:lnTo>
                    <a:pt x="119348" y="326451"/>
                  </a:lnTo>
                  <a:lnTo>
                    <a:pt x="124448" y="327885"/>
                  </a:lnTo>
                  <a:lnTo>
                    <a:pt x="129590" y="329157"/>
                  </a:lnTo>
                  <a:lnTo>
                    <a:pt x="134771" y="330265"/>
                  </a:lnTo>
                  <a:lnTo>
                    <a:pt x="139984" y="331209"/>
                  </a:lnTo>
                  <a:lnTo>
                    <a:pt x="145224" y="331987"/>
                  </a:lnTo>
                  <a:lnTo>
                    <a:pt x="150486" y="332599"/>
                  </a:lnTo>
                  <a:lnTo>
                    <a:pt x="155765" y="333043"/>
                  </a:lnTo>
                  <a:lnTo>
                    <a:pt x="161055" y="333320"/>
                  </a:lnTo>
                  <a:lnTo>
                    <a:pt x="166352" y="333430"/>
                  </a:lnTo>
                  <a:lnTo>
                    <a:pt x="171649" y="333371"/>
                  </a:lnTo>
                  <a:lnTo>
                    <a:pt x="176942" y="333145"/>
                  </a:lnTo>
                  <a:lnTo>
                    <a:pt x="182225" y="332751"/>
                  </a:lnTo>
                  <a:lnTo>
                    <a:pt x="187493" y="332190"/>
                  </a:lnTo>
                  <a:lnTo>
                    <a:pt x="192740" y="331462"/>
                  </a:lnTo>
                  <a:lnTo>
                    <a:pt x="197962" y="330568"/>
                  </a:lnTo>
                  <a:lnTo>
                    <a:pt x="203152" y="329509"/>
                  </a:lnTo>
                  <a:lnTo>
                    <a:pt x="208307" y="328287"/>
                  </a:lnTo>
                  <a:lnTo>
                    <a:pt x="213420" y="326901"/>
                  </a:lnTo>
                  <a:lnTo>
                    <a:pt x="218487" y="325355"/>
                  </a:lnTo>
                  <a:lnTo>
                    <a:pt x="223502" y="323648"/>
                  </a:lnTo>
                  <a:lnTo>
                    <a:pt x="228461" y="321783"/>
                  </a:lnTo>
                  <a:lnTo>
                    <a:pt x="233358" y="319763"/>
                  </a:lnTo>
                  <a:lnTo>
                    <a:pt x="238189" y="317588"/>
                  </a:lnTo>
                  <a:lnTo>
                    <a:pt x="242948" y="315261"/>
                  </a:lnTo>
                  <a:lnTo>
                    <a:pt x="247631" y="312784"/>
                  </a:lnTo>
                  <a:lnTo>
                    <a:pt x="252233" y="310161"/>
                  </a:lnTo>
                  <a:lnTo>
                    <a:pt x="256750" y="307393"/>
                  </a:lnTo>
                  <a:lnTo>
                    <a:pt x="261177" y="304483"/>
                  </a:lnTo>
                  <a:lnTo>
                    <a:pt x="265509" y="301434"/>
                  </a:lnTo>
                  <a:lnTo>
                    <a:pt x="269743" y="298250"/>
                  </a:lnTo>
                  <a:lnTo>
                    <a:pt x="273874" y="294933"/>
                  </a:lnTo>
                  <a:lnTo>
                    <a:pt x="277897" y="291486"/>
                  </a:lnTo>
                  <a:lnTo>
                    <a:pt x="281809" y="287914"/>
                  </a:lnTo>
                  <a:lnTo>
                    <a:pt x="285607" y="284220"/>
                  </a:lnTo>
                  <a:lnTo>
                    <a:pt x="289285" y="280408"/>
                  </a:lnTo>
                  <a:lnTo>
                    <a:pt x="292840" y="276480"/>
                  </a:lnTo>
                  <a:lnTo>
                    <a:pt x="296269" y="272442"/>
                  </a:lnTo>
                  <a:lnTo>
                    <a:pt x="299569" y="268298"/>
                  </a:lnTo>
                  <a:lnTo>
                    <a:pt x="302736" y="264051"/>
                  </a:lnTo>
                  <a:lnTo>
                    <a:pt x="305766" y="259705"/>
                  </a:lnTo>
                  <a:lnTo>
                    <a:pt x="308657" y="255266"/>
                  </a:lnTo>
                  <a:lnTo>
                    <a:pt x="311406" y="250738"/>
                  </a:lnTo>
                  <a:lnTo>
                    <a:pt x="314011" y="246125"/>
                  </a:lnTo>
                  <a:lnTo>
                    <a:pt x="316467" y="241431"/>
                  </a:lnTo>
                  <a:lnTo>
                    <a:pt x="318774" y="236662"/>
                  </a:lnTo>
                  <a:lnTo>
                    <a:pt x="320929" y="231822"/>
                  </a:lnTo>
                  <a:lnTo>
                    <a:pt x="322929" y="226917"/>
                  </a:lnTo>
                  <a:lnTo>
                    <a:pt x="324772" y="221950"/>
                  </a:lnTo>
                  <a:lnTo>
                    <a:pt x="326458" y="216928"/>
                  </a:lnTo>
                  <a:lnTo>
                    <a:pt x="327983" y="211855"/>
                  </a:lnTo>
                  <a:lnTo>
                    <a:pt x="329347" y="206736"/>
                  </a:lnTo>
                  <a:lnTo>
                    <a:pt x="330548" y="201576"/>
                  </a:lnTo>
                  <a:lnTo>
                    <a:pt x="331585" y="196381"/>
                  </a:lnTo>
                  <a:lnTo>
                    <a:pt x="332456" y="191155"/>
                  </a:lnTo>
                  <a:lnTo>
                    <a:pt x="333162" y="185905"/>
                  </a:lnTo>
                  <a:lnTo>
                    <a:pt x="333701" y="180635"/>
                  </a:lnTo>
                  <a:lnTo>
                    <a:pt x="334073" y="175350"/>
                  </a:lnTo>
                  <a:lnTo>
                    <a:pt x="334277" y="170057"/>
                  </a:lnTo>
                  <a:lnTo>
                    <a:pt x="334313" y="164759"/>
                  </a:lnTo>
                  <a:lnTo>
                    <a:pt x="334182" y="159463"/>
                  </a:lnTo>
                  <a:lnTo>
                    <a:pt x="333882" y="154174"/>
                  </a:lnTo>
                  <a:lnTo>
                    <a:pt x="333415" y="148897"/>
                  </a:lnTo>
                  <a:lnTo>
                    <a:pt x="332782" y="143637"/>
                  </a:lnTo>
                  <a:lnTo>
                    <a:pt x="331981" y="138401"/>
                  </a:lnTo>
                  <a:lnTo>
                    <a:pt x="331016" y="133192"/>
                  </a:lnTo>
                  <a:lnTo>
                    <a:pt x="329886" y="128016"/>
                  </a:lnTo>
                  <a:lnTo>
                    <a:pt x="328592" y="122879"/>
                  </a:lnTo>
                  <a:lnTo>
                    <a:pt x="327136" y="117785"/>
                  </a:lnTo>
                  <a:lnTo>
                    <a:pt x="325520" y="112740"/>
                  </a:lnTo>
                  <a:lnTo>
                    <a:pt x="323744" y="107749"/>
                  </a:lnTo>
                  <a:lnTo>
                    <a:pt x="321811" y="102817"/>
                  </a:lnTo>
                  <a:lnTo>
                    <a:pt x="319723" y="97948"/>
                  </a:lnTo>
                  <a:lnTo>
                    <a:pt x="317482" y="93148"/>
                  </a:lnTo>
                  <a:lnTo>
                    <a:pt x="315090" y="88421"/>
                  </a:lnTo>
                  <a:lnTo>
                    <a:pt x="312549" y="83772"/>
                  </a:lnTo>
                  <a:lnTo>
                    <a:pt x="309862" y="79207"/>
                  </a:lnTo>
                  <a:lnTo>
                    <a:pt x="307032" y="74729"/>
                  </a:lnTo>
                  <a:lnTo>
                    <a:pt x="304061" y="70342"/>
                  </a:lnTo>
                  <a:lnTo>
                    <a:pt x="300953" y="66052"/>
                  </a:lnTo>
                  <a:lnTo>
                    <a:pt x="297710" y="61863"/>
                  </a:lnTo>
                  <a:lnTo>
                    <a:pt x="294337" y="57778"/>
                  </a:lnTo>
                  <a:lnTo>
                    <a:pt x="290835" y="53803"/>
                  </a:lnTo>
                  <a:lnTo>
                    <a:pt x="287210" y="49940"/>
                  </a:lnTo>
                  <a:lnTo>
                    <a:pt x="283463" y="46194"/>
                  </a:lnTo>
                  <a:lnTo>
                    <a:pt x="279600" y="42569"/>
                  </a:lnTo>
                  <a:lnTo>
                    <a:pt x="275624" y="39068"/>
                  </a:lnTo>
                  <a:lnTo>
                    <a:pt x="271540" y="35695"/>
                  </a:lnTo>
                  <a:lnTo>
                    <a:pt x="267350" y="32453"/>
                  </a:lnTo>
                  <a:lnTo>
                    <a:pt x="263060" y="29345"/>
                  </a:lnTo>
                  <a:lnTo>
                    <a:pt x="258673" y="26375"/>
                  </a:lnTo>
                  <a:lnTo>
                    <a:pt x="254194" y="23545"/>
                  </a:lnTo>
                  <a:lnTo>
                    <a:pt x="249628" y="20859"/>
                  </a:lnTo>
                  <a:lnTo>
                    <a:pt x="244980" y="18319"/>
                  </a:lnTo>
                  <a:lnTo>
                    <a:pt x="240253" y="15927"/>
                  </a:lnTo>
                  <a:lnTo>
                    <a:pt x="235452" y="13686"/>
                  </a:lnTo>
                  <a:lnTo>
                    <a:pt x="230583" y="11599"/>
                  </a:lnTo>
                  <a:lnTo>
                    <a:pt x="225651" y="9666"/>
                  </a:lnTo>
                  <a:lnTo>
                    <a:pt x="220659" y="7891"/>
                  </a:lnTo>
                  <a:lnTo>
                    <a:pt x="215614" y="6275"/>
                  </a:lnTo>
                  <a:lnTo>
                    <a:pt x="210520" y="4820"/>
                  </a:lnTo>
                  <a:lnTo>
                    <a:pt x="205383" y="3527"/>
                  </a:lnTo>
                  <a:lnTo>
                    <a:pt x="200207" y="2397"/>
                  </a:lnTo>
                  <a:lnTo>
                    <a:pt x="194998" y="1432"/>
                  </a:lnTo>
                  <a:lnTo>
                    <a:pt x="189761" y="633"/>
                  </a:lnTo>
                  <a:lnTo>
                    <a:pt x="184502" y="0"/>
                  </a:lnTo>
                  <a:lnTo>
                    <a:pt x="167153" y="1662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7349" cy="167167"/>
            </a:xfrm>
            <a:custGeom>
              <a:avLst/>
              <a:pathLst>
                <a:path w="17349" h="167167">
                  <a:moveTo>
                    <a:pt x="17349" y="902"/>
                  </a:moveTo>
                  <a:lnTo>
                    <a:pt x="8686" y="2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3227" y="2633064"/>
              <a:ext cx="7521" cy="167167"/>
            </a:xfrm>
            <a:custGeom>
              <a:avLst/>
              <a:pathLst>
                <a:path w="7521" h="167167">
                  <a:moveTo>
                    <a:pt x="7521" y="0"/>
                  </a:moveTo>
                  <a:lnTo>
                    <a:pt x="0" y="169"/>
                  </a:lnTo>
                  <a:lnTo>
                    <a:pt x="75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3227" y="2633233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3" y="2633233"/>
              <a:ext cx="334325" cy="334159"/>
            </a:xfrm>
            <a:custGeom>
              <a:avLst/>
              <a:pathLst>
                <a:path w="334325" h="334159">
                  <a:moveTo>
                    <a:pt x="159644" y="0"/>
                  </a:moveTo>
                  <a:lnTo>
                    <a:pt x="154357" y="322"/>
                  </a:lnTo>
                  <a:lnTo>
                    <a:pt x="149083" y="811"/>
                  </a:lnTo>
                  <a:lnTo>
                    <a:pt x="143827" y="1467"/>
                  </a:lnTo>
                  <a:lnTo>
                    <a:pt x="138595" y="2290"/>
                  </a:lnTo>
                  <a:lnTo>
                    <a:pt x="133392" y="3277"/>
                  </a:lnTo>
                  <a:lnTo>
                    <a:pt x="128222" y="4430"/>
                  </a:lnTo>
                  <a:lnTo>
                    <a:pt x="123091" y="5745"/>
                  </a:lnTo>
                  <a:lnTo>
                    <a:pt x="118005" y="7222"/>
                  </a:lnTo>
                  <a:lnTo>
                    <a:pt x="112968" y="8860"/>
                  </a:lnTo>
                  <a:lnTo>
                    <a:pt x="107985" y="10656"/>
                  </a:lnTo>
                  <a:lnTo>
                    <a:pt x="103062" y="12609"/>
                  </a:lnTo>
                  <a:lnTo>
                    <a:pt x="98203" y="14717"/>
                  </a:lnTo>
                  <a:lnTo>
                    <a:pt x="93414" y="16979"/>
                  </a:lnTo>
                  <a:lnTo>
                    <a:pt x="88698" y="19390"/>
                  </a:lnTo>
                  <a:lnTo>
                    <a:pt x="84061" y="21950"/>
                  </a:lnTo>
                  <a:lnTo>
                    <a:pt x="79508" y="24656"/>
                  </a:lnTo>
                  <a:lnTo>
                    <a:pt x="75043" y="27504"/>
                  </a:lnTo>
                  <a:lnTo>
                    <a:pt x="70670" y="30493"/>
                  </a:lnTo>
                  <a:lnTo>
                    <a:pt x="66394" y="33618"/>
                  </a:lnTo>
                  <a:lnTo>
                    <a:pt x="62219" y="36877"/>
                  </a:lnTo>
                  <a:lnTo>
                    <a:pt x="58149" y="40267"/>
                  </a:lnTo>
                  <a:lnTo>
                    <a:pt x="54189" y="43785"/>
                  </a:lnTo>
                  <a:lnTo>
                    <a:pt x="50343" y="47426"/>
                  </a:lnTo>
                  <a:lnTo>
                    <a:pt x="46613" y="51187"/>
                  </a:lnTo>
                  <a:lnTo>
                    <a:pt x="43005" y="55064"/>
                  </a:lnTo>
                  <a:lnTo>
                    <a:pt x="39521" y="59053"/>
                  </a:lnTo>
                  <a:lnTo>
                    <a:pt x="36165" y="63151"/>
                  </a:lnTo>
                  <a:lnTo>
                    <a:pt x="32941" y="67353"/>
                  </a:lnTo>
                  <a:lnTo>
                    <a:pt x="29852" y="71656"/>
                  </a:lnTo>
                  <a:lnTo>
                    <a:pt x="26900" y="76054"/>
                  </a:lnTo>
                  <a:lnTo>
                    <a:pt x="24090" y="80543"/>
                  </a:lnTo>
                  <a:lnTo>
                    <a:pt x="21423" y="85119"/>
                  </a:lnTo>
                  <a:lnTo>
                    <a:pt x="18902" y="89777"/>
                  </a:lnTo>
                  <a:lnTo>
                    <a:pt x="16530" y="94513"/>
                  </a:lnTo>
                  <a:lnTo>
                    <a:pt x="14309" y="99321"/>
                  </a:lnTo>
                  <a:lnTo>
                    <a:pt x="12242" y="104198"/>
                  </a:lnTo>
                  <a:lnTo>
                    <a:pt x="10330" y="109137"/>
                  </a:lnTo>
                  <a:lnTo>
                    <a:pt x="8576" y="114135"/>
                  </a:lnTo>
                  <a:lnTo>
                    <a:pt x="6981" y="119185"/>
                  </a:lnTo>
                  <a:lnTo>
                    <a:pt x="5547" y="124284"/>
                  </a:lnTo>
                  <a:lnTo>
                    <a:pt x="4275" y="129425"/>
                  </a:lnTo>
                  <a:lnTo>
                    <a:pt x="3166" y="134604"/>
                  </a:lnTo>
                  <a:lnTo>
                    <a:pt x="2222" y="139816"/>
                  </a:lnTo>
                  <a:lnTo>
                    <a:pt x="1444" y="145055"/>
                  </a:lnTo>
                  <a:lnTo>
                    <a:pt x="832" y="150316"/>
                  </a:lnTo>
                  <a:lnTo>
                    <a:pt x="387" y="155594"/>
                  </a:lnTo>
                  <a:lnTo>
                    <a:pt x="109" y="160883"/>
                  </a:lnTo>
                  <a:lnTo>
                    <a:pt x="0" y="166179"/>
                  </a:lnTo>
                  <a:lnTo>
                    <a:pt x="57" y="171475"/>
                  </a:lnTo>
                  <a:lnTo>
                    <a:pt x="283" y="176767"/>
                  </a:lnTo>
                  <a:lnTo>
                    <a:pt x="676" y="182048"/>
                  </a:lnTo>
                  <a:lnTo>
                    <a:pt x="1237" y="187315"/>
                  </a:lnTo>
                  <a:lnTo>
                    <a:pt x="1964" y="192562"/>
                  </a:lnTo>
                  <a:lnTo>
                    <a:pt x="2857" y="197782"/>
                  </a:lnTo>
                  <a:lnTo>
                    <a:pt x="3914" y="202972"/>
                  </a:lnTo>
                  <a:lnTo>
                    <a:pt x="5136" y="208126"/>
                  </a:lnTo>
                  <a:lnTo>
                    <a:pt x="6520" y="213238"/>
                  </a:lnTo>
                  <a:lnTo>
                    <a:pt x="8066" y="218304"/>
                  </a:lnTo>
                  <a:lnTo>
                    <a:pt x="9771" y="223319"/>
                  </a:lnTo>
                  <a:lnTo>
                    <a:pt x="11634" y="228277"/>
                  </a:lnTo>
                  <a:lnTo>
                    <a:pt x="13654" y="233173"/>
                  </a:lnTo>
                  <a:lnTo>
                    <a:pt x="15827" y="238003"/>
                  </a:lnTo>
                  <a:lnTo>
                    <a:pt x="18152" y="242762"/>
                  </a:lnTo>
                  <a:lnTo>
                    <a:pt x="20627" y="247445"/>
                  </a:lnTo>
                  <a:lnTo>
                    <a:pt x="23250" y="252047"/>
                  </a:lnTo>
                  <a:lnTo>
                    <a:pt x="26016" y="256563"/>
                  </a:lnTo>
                  <a:lnTo>
                    <a:pt x="28924" y="260990"/>
                  </a:lnTo>
                  <a:lnTo>
                    <a:pt x="31971" y="265322"/>
                  </a:lnTo>
                  <a:lnTo>
                    <a:pt x="35154" y="269556"/>
                  </a:lnTo>
                  <a:lnTo>
                    <a:pt x="38469" y="273686"/>
                  </a:lnTo>
                  <a:lnTo>
                    <a:pt x="41914" y="277710"/>
                  </a:lnTo>
                  <a:lnTo>
                    <a:pt x="45484" y="281622"/>
                  </a:lnTo>
                  <a:lnTo>
                    <a:pt x="49177" y="285419"/>
                  </a:lnTo>
                  <a:lnTo>
                    <a:pt x="52987" y="289098"/>
                  </a:lnTo>
                  <a:lnTo>
                    <a:pt x="56913" y="292654"/>
                  </a:lnTo>
                  <a:lnTo>
                    <a:pt x="60949" y="296083"/>
                  </a:lnTo>
                  <a:lnTo>
                    <a:pt x="65092" y="299383"/>
                  </a:lnTo>
                  <a:lnTo>
                    <a:pt x="69337" y="302551"/>
                  </a:lnTo>
                  <a:lnTo>
                    <a:pt x="73680" y="305582"/>
                  </a:lnTo>
                  <a:lnTo>
                    <a:pt x="78117" y="308474"/>
                  </a:lnTo>
                  <a:lnTo>
                    <a:pt x="82644" y="311224"/>
                  </a:lnTo>
                  <a:lnTo>
                    <a:pt x="87256" y="313829"/>
                  </a:lnTo>
                  <a:lnTo>
                    <a:pt x="91947" y="316287"/>
                  </a:lnTo>
                  <a:lnTo>
                    <a:pt x="96715" y="318595"/>
                  </a:lnTo>
                  <a:lnTo>
                    <a:pt x="101552" y="320751"/>
                  </a:lnTo>
                  <a:lnTo>
                    <a:pt x="106456" y="322752"/>
                  </a:lnTo>
                  <a:lnTo>
                    <a:pt x="111421" y="324597"/>
                  </a:lnTo>
                  <a:lnTo>
                    <a:pt x="116442" y="326284"/>
                  </a:lnTo>
                  <a:lnTo>
                    <a:pt x="121513" y="327811"/>
                  </a:lnTo>
                  <a:lnTo>
                    <a:pt x="126631" y="329176"/>
                  </a:lnTo>
                  <a:lnTo>
                    <a:pt x="131789" y="330379"/>
                  </a:lnTo>
                  <a:lnTo>
                    <a:pt x="136983" y="331418"/>
                  </a:lnTo>
                  <a:lnTo>
                    <a:pt x="142207" y="332291"/>
                  </a:lnTo>
                  <a:lnTo>
                    <a:pt x="147456" y="332999"/>
                  </a:lnTo>
                  <a:lnTo>
                    <a:pt x="152724" y="333540"/>
                  </a:lnTo>
                  <a:lnTo>
                    <a:pt x="158008" y="333914"/>
                  </a:lnTo>
                  <a:lnTo>
                    <a:pt x="163300" y="334120"/>
                  </a:lnTo>
                  <a:lnTo>
                    <a:pt x="168597" y="334159"/>
                  </a:lnTo>
                  <a:lnTo>
                    <a:pt x="173892" y="334030"/>
                  </a:lnTo>
                  <a:lnTo>
                    <a:pt x="179180" y="333733"/>
                  </a:lnTo>
                  <a:lnTo>
                    <a:pt x="184456" y="333268"/>
                  </a:lnTo>
                  <a:lnTo>
                    <a:pt x="189715" y="332637"/>
                  </a:lnTo>
                  <a:lnTo>
                    <a:pt x="194951" y="331840"/>
                  </a:lnTo>
                  <a:lnTo>
                    <a:pt x="200159" y="330877"/>
                  </a:lnTo>
                  <a:lnTo>
                    <a:pt x="205334" y="329749"/>
                  </a:lnTo>
                  <a:lnTo>
                    <a:pt x="210471" y="328458"/>
                  </a:lnTo>
                  <a:lnTo>
                    <a:pt x="215564" y="327005"/>
                  </a:lnTo>
                  <a:lnTo>
                    <a:pt x="220609" y="325392"/>
                  </a:lnTo>
                  <a:lnTo>
                    <a:pt x="225600" y="323619"/>
                  </a:lnTo>
                  <a:lnTo>
                    <a:pt x="230532" y="321689"/>
                  </a:lnTo>
                  <a:lnTo>
                    <a:pt x="235401" y="319604"/>
                  </a:lnTo>
                  <a:lnTo>
                    <a:pt x="240202" y="317366"/>
                  </a:lnTo>
                  <a:lnTo>
                    <a:pt x="244929" y="314977"/>
                  </a:lnTo>
                  <a:lnTo>
                    <a:pt x="249577" y="312439"/>
                  </a:lnTo>
                  <a:lnTo>
                    <a:pt x="254144" y="309755"/>
                  </a:lnTo>
                  <a:lnTo>
                    <a:pt x="258623" y="306928"/>
                  </a:lnTo>
                  <a:lnTo>
                    <a:pt x="263010" y="303960"/>
                  </a:lnTo>
                  <a:lnTo>
                    <a:pt x="267300" y="300855"/>
                  </a:lnTo>
                  <a:lnTo>
                    <a:pt x="271491" y="297616"/>
                  </a:lnTo>
                  <a:lnTo>
                    <a:pt x="275576" y="294245"/>
                  </a:lnTo>
                  <a:lnTo>
                    <a:pt x="279553" y="290747"/>
                  </a:lnTo>
                  <a:lnTo>
                    <a:pt x="283417" y="287124"/>
                  </a:lnTo>
                  <a:lnTo>
                    <a:pt x="287164" y="283381"/>
                  </a:lnTo>
                  <a:lnTo>
                    <a:pt x="290791" y="279521"/>
                  </a:lnTo>
                  <a:lnTo>
                    <a:pt x="294294" y="275548"/>
                  </a:lnTo>
                  <a:lnTo>
                    <a:pt x="297669" y="271466"/>
                  </a:lnTo>
                  <a:lnTo>
                    <a:pt x="300913" y="267279"/>
                  </a:lnTo>
                  <a:lnTo>
                    <a:pt x="304023" y="262992"/>
                  </a:lnTo>
                  <a:lnTo>
                    <a:pt x="306995" y="258608"/>
                  </a:lnTo>
                  <a:lnTo>
                    <a:pt x="309827" y="254132"/>
                  </a:lnTo>
                  <a:lnTo>
                    <a:pt x="312516" y="249569"/>
                  </a:lnTo>
                  <a:lnTo>
                    <a:pt x="315059" y="244923"/>
                  </a:lnTo>
                  <a:lnTo>
                    <a:pt x="317453" y="240199"/>
                  </a:lnTo>
                  <a:lnTo>
                    <a:pt x="319697" y="235401"/>
                  </a:lnTo>
                  <a:lnTo>
                    <a:pt x="321787" y="230534"/>
                  </a:lnTo>
                  <a:lnTo>
                    <a:pt x="323722" y="225604"/>
                  </a:lnTo>
                  <a:lnTo>
                    <a:pt x="325501" y="220615"/>
                  </a:lnTo>
                  <a:lnTo>
                    <a:pt x="327120" y="215572"/>
                  </a:lnTo>
                  <a:lnTo>
                    <a:pt x="328578" y="210480"/>
                  </a:lnTo>
                  <a:lnTo>
                    <a:pt x="329875" y="205345"/>
                  </a:lnTo>
                  <a:lnTo>
                    <a:pt x="331008" y="200171"/>
                  </a:lnTo>
                  <a:lnTo>
                    <a:pt x="331977" y="194964"/>
                  </a:lnTo>
                  <a:lnTo>
                    <a:pt x="332780" y="189728"/>
                  </a:lnTo>
                  <a:lnTo>
                    <a:pt x="333417" y="184470"/>
                  </a:lnTo>
                  <a:lnTo>
                    <a:pt x="333887" y="179195"/>
                  </a:lnTo>
                  <a:lnTo>
                    <a:pt x="334190" y="173907"/>
                  </a:lnTo>
                  <a:lnTo>
                    <a:pt x="334325" y="168612"/>
                  </a:lnTo>
                  <a:lnTo>
                    <a:pt x="334292" y="163316"/>
                  </a:lnTo>
                  <a:lnTo>
                    <a:pt x="334091" y="158023"/>
                  </a:lnTo>
                  <a:lnTo>
                    <a:pt x="333723" y="152739"/>
                  </a:lnTo>
                  <a:lnTo>
                    <a:pt x="333188" y="147470"/>
                  </a:lnTo>
                  <a:lnTo>
                    <a:pt x="332486" y="142220"/>
                  </a:lnTo>
                  <a:lnTo>
                    <a:pt x="331618" y="136995"/>
                  </a:lnTo>
                  <a:lnTo>
                    <a:pt x="330585" y="131800"/>
                  </a:lnTo>
                  <a:lnTo>
                    <a:pt x="329388" y="126641"/>
                  </a:lnTo>
                  <a:lnTo>
                    <a:pt x="328028" y="121522"/>
                  </a:lnTo>
                  <a:lnTo>
                    <a:pt x="326507" y="116449"/>
                  </a:lnTo>
                  <a:lnTo>
                    <a:pt x="324825" y="111426"/>
                  </a:lnTo>
                  <a:lnTo>
                    <a:pt x="322986" y="106459"/>
                  </a:lnTo>
                  <a:lnTo>
                    <a:pt x="320989" y="101553"/>
                  </a:lnTo>
                  <a:lnTo>
                    <a:pt x="318839" y="96713"/>
                  </a:lnTo>
                  <a:lnTo>
                    <a:pt x="316536" y="91943"/>
                  </a:lnTo>
                  <a:lnTo>
                    <a:pt x="314084" y="87249"/>
                  </a:lnTo>
                  <a:lnTo>
                    <a:pt x="311483" y="82635"/>
                  </a:lnTo>
                  <a:lnTo>
                    <a:pt x="308738" y="78105"/>
                  </a:lnTo>
                  <a:lnTo>
                    <a:pt x="305851" y="73664"/>
                  </a:lnTo>
                  <a:lnTo>
                    <a:pt x="302825" y="69318"/>
                  </a:lnTo>
                  <a:lnTo>
                    <a:pt x="299662" y="65069"/>
                  </a:lnTo>
                  <a:lnTo>
                    <a:pt x="296367" y="60923"/>
                  </a:lnTo>
                  <a:lnTo>
                    <a:pt x="292941" y="56883"/>
                  </a:lnTo>
                  <a:lnTo>
                    <a:pt x="289390" y="52954"/>
                  </a:lnTo>
                  <a:lnTo>
                    <a:pt x="285715" y="49139"/>
                  </a:lnTo>
                  <a:lnTo>
                    <a:pt x="281922" y="45442"/>
                  </a:lnTo>
                  <a:lnTo>
                    <a:pt x="278014" y="41868"/>
                  </a:lnTo>
                  <a:lnTo>
                    <a:pt x="273994" y="38419"/>
                  </a:lnTo>
                  <a:lnTo>
                    <a:pt x="269867" y="35099"/>
                  </a:lnTo>
                  <a:lnTo>
                    <a:pt x="265637" y="31912"/>
                  </a:lnTo>
                  <a:lnTo>
                    <a:pt x="261308" y="28860"/>
                  </a:lnTo>
                  <a:lnTo>
                    <a:pt x="256885" y="25947"/>
                  </a:lnTo>
                  <a:lnTo>
                    <a:pt x="252371" y="23175"/>
                  </a:lnTo>
                  <a:lnTo>
                    <a:pt x="247772" y="20548"/>
                  </a:lnTo>
                  <a:lnTo>
                    <a:pt x="243092" y="18068"/>
                  </a:lnTo>
                  <a:lnTo>
                    <a:pt x="238336" y="15737"/>
                  </a:lnTo>
                  <a:lnTo>
                    <a:pt x="233508" y="13559"/>
                  </a:lnTo>
                  <a:lnTo>
                    <a:pt x="228614" y="11534"/>
                  </a:lnTo>
                  <a:lnTo>
                    <a:pt x="223658" y="9665"/>
                  </a:lnTo>
                  <a:lnTo>
                    <a:pt x="167165" y="166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6493" cy="167167"/>
            </a:xfrm>
            <a:custGeom>
              <a:avLst/>
              <a:pathLst>
                <a:path w="56493" h="167167">
                  <a:moveTo>
                    <a:pt x="56493" y="9835"/>
                  </a:moveTo>
                  <a:lnTo>
                    <a:pt x="50426" y="7787"/>
                  </a:lnTo>
                  <a:lnTo>
                    <a:pt x="44286" y="5972"/>
                  </a:lnTo>
                  <a:lnTo>
                    <a:pt x="38081" y="4395"/>
                  </a:lnTo>
                  <a:lnTo>
                    <a:pt x="31820" y="3056"/>
                  </a:lnTo>
                  <a:lnTo>
                    <a:pt x="25512" y="1958"/>
                  </a:lnTo>
                  <a:lnTo>
                    <a:pt x="19167" y="1102"/>
                  </a:lnTo>
                  <a:lnTo>
                    <a:pt x="12793" y="490"/>
                  </a:lnTo>
                  <a:lnTo>
                    <a:pt x="6401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318" y="3170392"/>
              <a:ext cx="26662" cy="167167"/>
            </a:xfrm>
            <a:custGeom>
              <a:avLst/>
              <a:pathLst>
                <a:path w="26662" h="167167">
                  <a:moveTo>
                    <a:pt x="26662" y="0"/>
                  </a:moveTo>
                  <a:lnTo>
                    <a:pt x="19970" y="134"/>
                  </a:lnTo>
                  <a:lnTo>
                    <a:pt x="13288" y="535"/>
                  </a:lnTo>
                  <a:lnTo>
                    <a:pt x="6628" y="1204"/>
                  </a:lnTo>
                  <a:lnTo>
                    <a:pt x="0" y="2139"/>
                  </a:lnTo>
                  <a:lnTo>
                    <a:pt x="266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23" y="3172532"/>
              <a:ext cx="334324" cy="332182"/>
            </a:xfrm>
            <a:custGeom>
              <a:avLst/>
              <a:pathLst>
                <a:path w="334324" h="332182">
                  <a:moveTo>
                    <a:pt x="140494" y="0"/>
                  </a:moveTo>
                  <a:lnTo>
                    <a:pt x="135296" y="924"/>
                  </a:lnTo>
                  <a:lnTo>
                    <a:pt x="130128" y="2012"/>
                  </a:lnTo>
                  <a:lnTo>
                    <a:pt x="124998" y="3263"/>
                  </a:lnTo>
                  <a:lnTo>
                    <a:pt x="119910" y="4675"/>
                  </a:lnTo>
                  <a:lnTo>
                    <a:pt x="114869" y="6247"/>
                  </a:lnTo>
                  <a:lnTo>
                    <a:pt x="109880" y="7978"/>
                  </a:lnTo>
                  <a:lnTo>
                    <a:pt x="104949" y="9865"/>
                  </a:lnTo>
                  <a:lnTo>
                    <a:pt x="100079" y="11908"/>
                  </a:lnTo>
                  <a:lnTo>
                    <a:pt x="95276" y="14103"/>
                  </a:lnTo>
                  <a:lnTo>
                    <a:pt x="90546" y="16448"/>
                  </a:lnTo>
                  <a:lnTo>
                    <a:pt x="85891" y="18942"/>
                  </a:lnTo>
                  <a:lnTo>
                    <a:pt x="81318" y="21582"/>
                  </a:lnTo>
                  <a:lnTo>
                    <a:pt x="76830" y="24364"/>
                  </a:lnTo>
                  <a:lnTo>
                    <a:pt x="72432" y="27287"/>
                  </a:lnTo>
                  <a:lnTo>
                    <a:pt x="68129" y="30348"/>
                  </a:lnTo>
                  <a:lnTo>
                    <a:pt x="63925" y="33543"/>
                  </a:lnTo>
                  <a:lnTo>
                    <a:pt x="59824" y="36869"/>
                  </a:lnTo>
                  <a:lnTo>
                    <a:pt x="55829" y="40323"/>
                  </a:lnTo>
                  <a:lnTo>
                    <a:pt x="51946" y="43901"/>
                  </a:lnTo>
                  <a:lnTo>
                    <a:pt x="48178" y="47600"/>
                  </a:lnTo>
                  <a:lnTo>
                    <a:pt x="44529" y="51417"/>
                  </a:lnTo>
                  <a:lnTo>
                    <a:pt x="41002" y="55347"/>
                  </a:lnTo>
                  <a:lnTo>
                    <a:pt x="37600" y="59386"/>
                  </a:lnTo>
                  <a:lnTo>
                    <a:pt x="34328" y="63530"/>
                  </a:lnTo>
                  <a:lnTo>
                    <a:pt x="31189" y="67776"/>
                  </a:lnTo>
                  <a:lnTo>
                    <a:pt x="28185" y="72119"/>
                  </a:lnTo>
                  <a:lnTo>
                    <a:pt x="25320" y="76555"/>
                  </a:lnTo>
                  <a:lnTo>
                    <a:pt x="22597" y="81079"/>
                  </a:lnTo>
                  <a:lnTo>
                    <a:pt x="20017" y="85686"/>
                  </a:lnTo>
                  <a:lnTo>
                    <a:pt x="17585" y="90373"/>
                  </a:lnTo>
                  <a:lnTo>
                    <a:pt x="15302" y="95135"/>
                  </a:lnTo>
                  <a:lnTo>
                    <a:pt x="13170" y="99966"/>
                  </a:lnTo>
                  <a:lnTo>
                    <a:pt x="11192" y="104862"/>
                  </a:lnTo>
                  <a:lnTo>
                    <a:pt x="9370" y="109818"/>
                  </a:lnTo>
                  <a:lnTo>
                    <a:pt x="7705" y="114829"/>
                  </a:lnTo>
                  <a:lnTo>
                    <a:pt x="6199" y="119890"/>
                  </a:lnTo>
                  <a:lnTo>
                    <a:pt x="4853" y="124996"/>
                  </a:lnTo>
                  <a:lnTo>
                    <a:pt x="3670" y="130142"/>
                  </a:lnTo>
                  <a:lnTo>
                    <a:pt x="2650" y="135323"/>
                  </a:lnTo>
                  <a:lnTo>
                    <a:pt x="1794" y="140534"/>
                  </a:lnTo>
                  <a:lnTo>
                    <a:pt x="1103" y="145769"/>
                  </a:lnTo>
                  <a:lnTo>
                    <a:pt x="577" y="151023"/>
                  </a:lnTo>
                  <a:lnTo>
                    <a:pt x="218" y="156292"/>
                  </a:lnTo>
                  <a:lnTo>
                    <a:pt x="25" y="161568"/>
                  </a:lnTo>
                  <a:lnTo>
                    <a:pt x="0" y="166849"/>
                  </a:lnTo>
                  <a:lnTo>
                    <a:pt x="140" y="172127"/>
                  </a:lnTo>
                  <a:lnTo>
                    <a:pt x="448" y="177399"/>
                  </a:lnTo>
                  <a:lnTo>
                    <a:pt x="922" y="182658"/>
                  </a:lnTo>
                  <a:lnTo>
                    <a:pt x="1562" y="187900"/>
                  </a:lnTo>
                  <a:lnTo>
                    <a:pt x="2367" y="193118"/>
                  </a:lnTo>
                  <a:lnTo>
                    <a:pt x="3336" y="198309"/>
                  </a:lnTo>
                  <a:lnTo>
                    <a:pt x="4469" y="203467"/>
                  </a:lnTo>
                  <a:lnTo>
                    <a:pt x="5764" y="208586"/>
                  </a:lnTo>
                  <a:lnTo>
                    <a:pt x="7221" y="213662"/>
                  </a:lnTo>
                  <a:lnTo>
                    <a:pt x="8837" y="218689"/>
                  </a:lnTo>
                  <a:lnTo>
                    <a:pt x="10610" y="223662"/>
                  </a:lnTo>
                  <a:lnTo>
                    <a:pt x="12540" y="228577"/>
                  </a:lnTo>
                  <a:lnTo>
                    <a:pt x="14625" y="233429"/>
                  </a:lnTo>
                  <a:lnTo>
                    <a:pt x="16861" y="238213"/>
                  </a:lnTo>
                  <a:lnTo>
                    <a:pt x="19248" y="242923"/>
                  </a:lnTo>
                  <a:lnTo>
                    <a:pt x="21782" y="247556"/>
                  </a:lnTo>
                  <a:lnTo>
                    <a:pt x="24461" y="252106"/>
                  </a:lnTo>
                  <a:lnTo>
                    <a:pt x="27282" y="256570"/>
                  </a:lnTo>
                  <a:lnTo>
                    <a:pt x="30243" y="260942"/>
                  </a:lnTo>
                  <a:lnTo>
                    <a:pt x="33341" y="265218"/>
                  </a:lnTo>
                  <a:lnTo>
                    <a:pt x="36572" y="269395"/>
                  </a:lnTo>
                  <a:lnTo>
                    <a:pt x="39934" y="273467"/>
                  </a:lnTo>
                  <a:lnTo>
                    <a:pt x="43422" y="277431"/>
                  </a:lnTo>
                  <a:lnTo>
                    <a:pt x="47034" y="281283"/>
                  </a:lnTo>
                  <a:lnTo>
                    <a:pt x="50766" y="285019"/>
                  </a:lnTo>
                  <a:lnTo>
                    <a:pt x="54614" y="288635"/>
                  </a:lnTo>
                  <a:lnTo>
                    <a:pt x="58574" y="292128"/>
                  </a:lnTo>
                  <a:lnTo>
                    <a:pt x="62642" y="295494"/>
                  </a:lnTo>
                  <a:lnTo>
                    <a:pt x="66815" y="298730"/>
                  </a:lnTo>
                  <a:lnTo>
                    <a:pt x="71088" y="301832"/>
                  </a:lnTo>
                  <a:lnTo>
                    <a:pt x="75457" y="304798"/>
                  </a:lnTo>
                  <a:lnTo>
                    <a:pt x="79917" y="307625"/>
                  </a:lnTo>
                  <a:lnTo>
                    <a:pt x="84465" y="310309"/>
                  </a:lnTo>
                  <a:lnTo>
                    <a:pt x="89094" y="312848"/>
                  </a:lnTo>
                  <a:lnTo>
                    <a:pt x="93802" y="315240"/>
                  </a:lnTo>
                  <a:lnTo>
                    <a:pt x="98583" y="317482"/>
                  </a:lnTo>
                  <a:lnTo>
                    <a:pt x="103433" y="319572"/>
                  </a:lnTo>
                  <a:lnTo>
                    <a:pt x="108345" y="321507"/>
                  </a:lnTo>
                  <a:lnTo>
                    <a:pt x="113317" y="323287"/>
                  </a:lnTo>
                  <a:lnTo>
                    <a:pt x="118342" y="324908"/>
                  </a:lnTo>
                  <a:lnTo>
                    <a:pt x="123416" y="326370"/>
                  </a:lnTo>
                  <a:lnTo>
                    <a:pt x="128534" y="327671"/>
                  </a:lnTo>
                  <a:lnTo>
                    <a:pt x="133690" y="328810"/>
                  </a:lnTo>
                  <a:lnTo>
                    <a:pt x="138880" y="329785"/>
                  </a:lnTo>
                  <a:lnTo>
                    <a:pt x="144098" y="330596"/>
                  </a:lnTo>
                  <a:lnTo>
                    <a:pt x="149339" y="331242"/>
                  </a:lnTo>
                  <a:lnTo>
                    <a:pt x="154597" y="331722"/>
                  </a:lnTo>
                  <a:lnTo>
                    <a:pt x="159868" y="332035"/>
                  </a:lnTo>
                  <a:lnTo>
                    <a:pt x="165147" y="332182"/>
                  </a:lnTo>
                  <a:lnTo>
                    <a:pt x="170427" y="332162"/>
                  </a:lnTo>
                  <a:lnTo>
                    <a:pt x="175704" y="331976"/>
                  </a:lnTo>
                  <a:lnTo>
                    <a:pt x="180973" y="331622"/>
                  </a:lnTo>
                  <a:lnTo>
                    <a:pt x="186228" y="331103"/>
                  </a:lnTo>
                  <a:lnTo>
                    <a:pt x="191464" y="330418"/>
                  </a:lnTo>
                  <a:lnTo>
                    <a:pt x="196675" y="329568"/>
                  </a:lnTo>
                  <a:lnTo>
                    <a:pt x="201858" y="328553"/>
                  </a:lnTo>
                  <a:lnTo>
                    <a:pt x="207005" y="327376"/>
                  </a:lnTo>
                  <a:lnTo>
                    <a:pt x="212113" y="326036"/>
                  </a:lnTo>
                  <a:lnTo>
                    <a:pt x="217176" y="324536"/>
                  </a:lnTo>
                  <a:lnTo>
                    <a:pt x="222189" y="322877"/>
                  </a:lnTo>
                  <a:lnTo>
                    <a:pt x="227147" y="321060"/>
                  </a:lnTo>
                  <a:lnTo>
                    <a:pt x="232045" y="319087"/>
                  </a:lnTo>
                  <a:lnTo>
                    <a:pt x="236878" y="316961"/>
                  </a:lnTo>
                  <a:lnTo>
                    <a:pt x="241642" y="314683"/>
                  </a:lnTo>
                  <a:lnTo>
                    <a:pt x="246332" y="312256"/>
                  </a:lnTo>
                  <a:lnTo>
                    <a:pt x="250942" y="309682"/>
                  </a:lnTo>
                  <a:lnTo>
                    <a:pt x="255469" y="306963"/>
                  </a:lnTo>
                  <a:lnTo>
                    <a:pt x="259908" y="304103"/>
                  </a:lnTo>
                  <a:lnTo>
                    <a:pt x="264254" y="301104"/>
                  </a:lnTo>
                  <a:lnTo>
                    <a:pt x="268504" y="297970"/>
                  </a:lnTo>
                  <a:lnTo>
                    <a:pt x="272652" y="294702"/>
                  </a:lnTo>
                  <a:lnTo>
                    <a:pt x="276695" y="291306"/>
                  </a:lnTo>
                  <a:lnTo>
                    <a:pt x="280629" y="287783"/>
                  </a:lnTo>
                  <a:lnTo>
                    <a:pt x="284449" y="284138"/>
                  </a:lnTo>
                  <a:lnTo>
                    <a:pt x="288153" y="280374"/>
                  </a:lnTo>
                  <a:lnTo>
                    <a:pt x="291736" y="276495"/>
                  </a:lnTo>
                  <a:lnTo>
                    <a:pt x="295194" y="272505"/>
                  </a:lnTo>
                  <a:lnTo>
                    <a:pt x="298525" y="268407"/>
                  </a:lnTo>
                  <a:lnTo>
                    <a:pt x="301724" y="264206"/>
                  </a:lnTo>
                  <a:lnTo>
                    <a:pt x="304790" y="259907"/>
                  </a:lnTo>
                  <a:lnTo>
                    <a:pt x="307718" y="255512"/>
                  </a:lnTo>
                  <a:lnTo>
                    <a:pt x="310506" y="251028"/>
                  </a:lnTo>
                  <a:lnTo>
                    <a:pt x="313150" y="246457"/>
                  </a:lnTo>
                  <a:lnTo>
                    <a:pt x="315649" y="241806"/>
                  </a:lnTo>
                  <a:lnTo>
                    <a:pt x="318000" y="237077"/>
                  </a:lnTo>
                  <a:lnTo>
                    <a:pt x="320201" y="232277"/>
                  </a:lnTo>
                  <a:lnTo>
                    <a:pt x="322248" y="227410"/>
                  </a:lnTo>
                  <a:lnTo>
                    <a:pt x="324141" y="222480"/>
                  </a:lnTo>
                  <a:lnTo>
                    <a:pt x="325878" y="217494"/>
                  </a:lnTo>
                  <a:lnTo>
                    <a:pt x="327455" y="212454"/>
                  </a:lnTo>
                  <a:lnTo>
                    <a:pt x="328873" y="207368"/>
                  </a:lnTo>
                  <a:lnTo>
                    <a:pt x="330130" y="202239"/>
                  </a:lnTo>
                  <a:lnTo>
                    <a:pt x="331224" y="197073"/>
                  </a:lnTo>
                  <a:lnTo>
                    <a:pt x="332154" y="191875"/>
                  </a:lnTo>
                  <a:lnTo>
                    <a:pt x="332920" y="186651"/>
                  </a:lnTo>
                  <a:lnTo>
                    <a:pt x="333520" y="181404"/>
                  </a:lnTo>
                  <a:lnTo>
                    <a:pt x="333955" y="176142"/>
                  </a:lnTo>
                  <a:lnTo>
                    <a:pt x="334222" y="170868"/>
                  </a:lnTo>
                  <a:lnTo>
                    <a:pt x="334324" y="165589"/>
                  </a:lnTo>
                  <a:lnTo>
                    <a:pt x="334258" y="160309"/>
                  </a:lnTo>
                  <a:lnTo>
                    <a:pt x="334025" y="155033"/>
                  </a:lnTo>
                  <a:lnTo>
                    <a:pt x="333627" y="149768"/>
                  </a:lnTo>
                  <a:lnTo>
                    <a:pt x="333062" y="144518"/>
                  </a:lnTo>
                  <a:lnTo>
                    <a:pt x="332331" y="139288"/>
                  </a:lnTo>
                  <a:lnTo>
                    <a:pt x="331436" y="134084"/>
                  </a:lnTo>
                  <a:lnTo>
                    <a:pt x="330376" y="128911"/>
                  </a:lnTo>
                  <a:lnTo>
                    <a:pt x="329154" y="123774"/>
                  </a:lnTo>
                  <a:lnTo>
                    <a:pt x="327771" y="118678"/>
                  </a:lnTo>
                  <a:lnTo>
                    <a:pt x="326227" y="113628"/>
                  </a:lnTo>
                  <a:lnTo>
                    <a:pt x="324524" y="108630"/>
                  </a:lnTo>
                  <a:lnTo>
                    <a:pt x="322664" y="103688"/>
                  </a:lnTo>
                  <a:lnTo>
                    <a:pt x="320649" y="98807"/>
                  </a:lnTo>
                  <a:lnTo>
                    <a:pt x="318481" y="93992"/>
                  </a:lnTo>
                  <a:lnTo>
                    <a:pt x="316162" y="89248"/>
                  </a:lnTo>
                  <a:lnTo>
                    <a:pt x="313694" y="84579"/>
                  </a:lnTo>
                  <a:lnTo>
                    <a:pt x="311080" y="79991"/>
                  </a:lnTo>
                  <a:lnTo>
                    <a:pt x="308323" y="75488"/>
                  </a:lnTo>
                  <a:lnTo>
                    <a:pt x="305424" y="71074"/>
                  </a:lnTo>
                  <a:lnTo>
                    <a:pt x="302388" y="66754"/>
                  </a:lnTo>
                  <a:lnTo>
                    <a:pt x="299217" y="62532"/>
                  </a:lnTo>
                  <a:lnTo>
                    <a:pt x="295913" y="58412"/>
                  </a:lnTo>
                  <a:lnTo>
                    <a:pt x="292482" y="54399"/>
                  </a:lnTo>
                  <a:lnTo>
                    <a:pt x="288925" y="50496"/>
                  </a:lnTo>
                  <a:lnTo>
                    <a:pt x="285247" y="46707"/>
                  </a:lnTo>
                  <a:lnTo>
                    <a:pt x="281451" y="43036"/>
                  </a:lnTo>
                  <a:lnTo>
                    <a:pt x="277541" y="39487"/>
                  </a:lnTo>
                  <a:lnTo>
                    <a:pt x="273521" y="36063"/>
                  </a:lnTo>
                  <a:lnTo>
                    <a:pt x="269395" y="32768"/>
                  </a:lnTo>
                  <a:lnTo>
                    <a:pt x="265167" y="29605"/>
                  </a:lnTo>
                  <a:lnTo>
                    <a:pt x="260841" y="26577"/>
                  </a:lnTo>
                  <a:lnTo>
                    <a:pt x="256421" y="23687"/>
                  </a:lnTo>
                  <a:lnTo>
                    <a:pt x="251912" y="20939"/>
                  </a:lnTo>
                  <a:lnTo>
                    <a:pt x="247319" y="18334"/>
                  </a:lnTo>
                  <a:lnTo>
                    <a:pt x="242646" y="15875"/>
                  </a:lnTo>
                  <a:lnTo>
                    <a:pt x="237898" y="13565"/>
                  </a:lnTo>
                  <a:lnTo>
                    <a:pt x="233079" y="11406"/>
                  </a:lnTo>
                  <a:lnTo>
                    <a:pt x="228194" y="9401"/>
                  </a:lnTo>
                  <a:lnTo>
                    <a:pt x="223248" y="7551"/>
                  </a:lnTo>
                  <a:lnTo>
                    <a:pt x="167157" y="165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56090" cy="167167"/>
            </a:xfrm>
            <a:custGeom>
              <a:avLst/>
              <a:pathLst>
                <a:path w="56090" h="167167">
                  <a:moveTo>
                    <a:pt x="56090" y="9691"/>
                  </a:moveTo>
                  <a:lnTo>
                    <a:pt x="50064" y="7672"/>
                  </a:lnTo>
                  <a:lnTo>
                    <a:pt x="43966" y="5885"/>
                  </a:lnTo>
                  <a:lnTo>
                    <a:pt x="37803" y="4330"/>
                  </a:lnTo>
                  <a:lnTo>
                    <a:pt x="31587" y="3011"/>
                  </a:lnTo>
                  <a:lnTo>
                    <a:pt x="25324" y="1929"/>
                  </a:lnTo>
                  <a:lnTo>
                    <a:pt x="19025" y="1086"/>
                  </a:lnTo>
                  <a:lnTo>
                    <a:pt x="12699" y="483"/>
                  </a:lnTo>
                  <a:lnTo>
                    <a:pt x="6354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2734" y="3707720"/>
              <a:ext cx="8013" cy="167167"/>
            </a:xfrm>
            <a:custGeom>
              <a:avLst/>
              <a:pathLst>
                <a:path w="8013" h="167167">
                  <a:moveTo>
                    <a:pt x="8013" y="0"/>
                  </a:moveTo>
                  <a:lnTo>
                    <a:pt x="0" y="192"/>
                  </a:lnTo>
                  <a:lnTo>
                    <a:pt x="801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2734" y="3707912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2" y="3707720"/>
              <a:ext cx="334322" cy="334329"/>
            </a:xfrm>
            <a:custGeom>
              <a:avLst/>
              <a:pathLst>
                <a:path w="334322" h="334329">
                  <a:moveTo>
                    <a:pt x="159152" y="192"/>
                  </a:moveTo>
                  <a:lnTo>
                    <a:pt x="153872" y="529"/>
                  </a:lnTo>
                  <a:lnTo>
                    <a:pt x="148606" y="1033"/>
                  </a:lnTo>
                  <a:lnTo>
                    <a:pt x="143357" y="1704"/>
                  </a:lnTo>
                  <a:lnTo>
                    <a:pt x="138133" y="2540"/>
                  </a:lnTo>
                  <a:lnTo>
                    <a:pt x="132938" y="3541"/>
                  </a:lnTo>
                  <a:lnTo>
                    <a:pt x="127777" y="4706"/>
                  </a:lnTo>
                  <a:lnTo>
                    <a:pt x="122656" y="6034"/>
                  </a:lnTo>
                  <a:lnTo>
                    <a:pt x="117579" y="7523"/>
                  </a:lnTo>
                  <a:lnTo>
                    <a:pt x="112552" y="9173"/>
                  </a:lnTo>
                  <a:lnTo>
                    <a:pt x="107579" y="10980"/>
                  </a:lnTo>
                  <a:lnTo>
                    <a:pt x="102666" y="12944"/>
                  </a:lnTo>
                  <a:lnTo>
                    <a:pt x="97818" y="15062"/>
                  </a:lnTo>
                  <a:lnTo>
                    <a:pt x="93039" y="17333"/>
                  </a:lnTo>
                  <a:lnTo>
                    <a:pt x="88335" y="19754"/>
                  </a:lnTo>
                  <a:lnTo>
                    <a:pt x="83709" y="22322"/>
                  </a:lnTo>
                  <a:lnTo>
                    <a:pt x="79168" y="25036"/>
                  </a:lnTo>
                  <a:lnTo>
                    <a:pt x="74714" y="27892"/>
                  </a:lnTo>
                  <a:lnTo>
                    <a:pt x="70353" y="30887"/>
                  </a:lnTo>
                  <a:lnTo>
                    <a:pt x="66089" y="34019"/>
                  </a:lnTo>
                  <a:lnTo>
                    <a:pt x="61926" y="37285"/>
                  </a:lnTo>
                  <a:lnTo>
                    <a:pt x="57868" y="40680"/>
                  </a:lnTo>
                  <a:lnTo>
                    <a:pt x="53920" y="44202"/>
                  </a:lnTo>
                  <a:lnTo>
                    <a:pt x="50085" y="47847"/>
                  </a:lnTo>
                  <a:lnTo>
                    <a:pt x="46368" y="51612"/>
                  </a:lnTo>
                  <a:lnTo>
                    <a:pt x="42772" y="55493"/>
                  </a:lnTo>
                  <a:lnTo>
                    <a:pt x="39300" y="59485"/>
                  </a:lnTo>
                  <a:lnTo>
                    <a:pt x="35957" y="63586"/>
                  </a:lnTo>
                  <a:lnTo>
                    <a:pt x="32744" y="67790"/>
                  </a:lnTo>
                  <a:lnTo>
                    <a:pt x="29667" y="72093"/>
                  </a:lnTo>
                  <a:lnTo>
                    <a:pt x="26727" y="76492"/>
                  </a:lnTo>
                  <a:lnTo>
                    <a:pt x="23928" y="80982"/>
                  </a:lnTo>
                  <a:lnTo>
                    <a:pt x="21272" y="85558"/>
                  </a:lnTo>
                  <a:lnTo>
                    <a:pt x="18763" y="90216"/>
                  </a:lnTo>
                  <a:lnTo>
                    <a:pt x="16402" y="94951"/>
                  </a:lnTo>
                  <a:lnTo>
                    <a:pt x="14192" y="99758"/>
                  </a:lnTo>
                  <a:lnTo>
                    <a:pt x="12136" y="104632"/>
                  </a:lnTo>
                  <a:lnTo>
                    <a:pt x="10234" y="109570"/>
                  </a:lnTo>
                  <a:lnTo>
                    <a:pt x="8490" y="114565"/>
                  </a:lnTo>
                  <a:lnTo>
                    <a:pt x="6905" y="119613"/>
                  </a:lnTo>
                  <a:lnTo>
                    <a:pt x="5480" y="124708"/>
                  </a:lnTo>
                  <a:lnTo>
                    <a:pt x="4218" y="129846"/>
                  </a:lnTo>
                  <a:lnTo>
                    <a:pt x="3118" y="135021"/>
                  </a:lnTo>
                  <a:lnTo>
                    <a:pt x="2183" y="140229"/>
                  </a:lnTo>
                  <a:lnTo>
                    <a:pt x="1413" y="145463"/>
                  </a:lnTo>
                  <a:lnTo>
                    <a:pt x="810" y="150719"/>
                  </a:lnTo>
                  <a:lnTo>
                    <a:pt x="372" y="155992"/>
                  </a:lnTo>
                  <a:lnTo>
                    <a:pt x="102" y="161276"/>
                  </a:lnTo>
                  <a:lnTo>
                    <a:pt x="0" y="166566"/>
                  </a:lnTo>
                  <a:lnTo>
                    <a:pt x="64" y="171856"/>
                  </a:lnTo>
                  <a:lnTo>
                    <a:pt x="296" y="177142"/>
                  </a:lnTo>
                  <a:lnTo>
                    <a:pt x="696" y="182417"/>
                  </a:lnTo>
                  <a:lnTo>
                    <a:pt x="1262" y="187678"/>
                  </a:lnTo>
                  <a:lnTo>
                    <a:pt x="1994" y="192918"/>
                  </a:lnTo>
                  <a:lnTo>
                    <a:pt x="2891" y="198132"/>
                  </a:lnTo>
                  <a:lnTo>
                    <a:pt x="3953" y="203315"/>
                  </a:lnTo>
                  <a:lnTo>
                    <a:pt x="5179" y="208462"/>
                  </a:lnTo>
                  <a:lnTo>
                    <a:pt x="6567" y="213567"/>
                  </a:lnTo>
                  <a:lnTo>
                    <a:pt x="8116" y="218626"/>
                  </a:lnTo>
                  <a:lnTo>
                    <a:pt x="9824" y="223634"/>
                  </a:lnTo>
                  <a:lnTo>
                    <a:pt x="11690" y="228585"/>
                  </a:lnTo>
                  <a:lnTo>
                    <a:pt x="13711" y="233474"/>
                  </a:lnTo>
                  <a:lnTo>
                    <a:pt x="15886" y="238297"/>
                  </a:lnTo>
                  <a:lnTo>
                    <a:pt x="18213" y="243049"/>
                  </a:lnTo>
                  <a:lnTo>
                    <a:pt x="20689" y="247724"/>
                  </a:lnTo>
                  <a:lnTo>
                    <a:pt x="23312" y="252319"/>
                  </a:lnTo>
                  <a:lnTo>
                    <a:pt x="26078" y="256829"/>
                  </a:lnTo>
                  <a:lnTo>
                    <a:pt x="28987" y="261249"/>
                  </a:lnTo>
                  <a:lnTo>
                    <a:pt x="32033" y="265575"/>
                  </a:lnTo>
                  <a:lnTo>
                    <a:pt x="35215" y="269802"/>
                  </a:lnTo>
                  <a:lnTo>
                    <a:pt x="38529" y="273926"/>
                  </a:lnTo>
                  <a:lnTo>
                    <a:pt x="41972" y="277943"/>
                  </a:lnTo>
                  <a:lnTo>
                    <a:pt x="45540" y="281850"/>
                  </a:lnTo>
                  <a:lnTo>
                    <a:pt x="49230" y="285641"/>
                  </a:lnTo>
                  <a:lnTo>
                    <a:pt x="53038" y="289314"/>
                  </a:lnTo>
                  <a:lnTo>
                    <a:pt x="56961" y="292864"/>
                  </a:lnTo>
                  <a:lnTo>
                    <a:pt x="60994" y="296289"/>
                  </a:lnTo>
                  <a:lnTo>
                    <a:pt x="65133" y="299584"/>
                  </a:lnTo>
                  <a:lnTo>
                    <a:pt x="69375" y="302747"/>
                  </a:lnTo>
                  <a:lnTo>
                    <a:pt x="73714" y="305773"/>
                  </a:lnTo>
                  <a:lnTo>
                    <a:pt x="78147" y="308661"/>
                  </a:lnTo>
                  <a:lnTo>
                    <a:pt x="82670" y="311408"/>
                  </a:lnTo>
                  <a:lnTo>
                    <a:pt x="87277" y="314009"/>
                  </a:lnTo>
                  <a:lnTo>
                    <a:pt x="91964" y="316464"/>
                  </a:lnTo>
                  <a:lnTo>
                    <a:pt x="96726" y="318769"/>
                  </a:lnTo>
                  <a:lnTo>
                    <a:pt x="101559" y="320922"/>
                  </a:lnTo>
                  <a:lnTo>
                    <a:pt x="106457" y="322921"/>
                  </a:lnTo>
                  <a:lnTo>
                    <a:pt x="111416" y="324764"/>
                  </a:lnTo>
                  <a:lnTo>
                    <a:pt x="116432" y="326450"/>
                  </a:lnTo>
                  <a:lnTo>
                    <a:pt x="121498" y="327975"/>
                  </a:lnTo>
                  <a:lnTo>
                    <a:pt x="126609" y="329340"/>
                  </a:lnTo>
                  <a:lnTo>
                    <a:pt x="131762" y="330542"/>
                  </a:lnTo>
                  <a:lnTo>
                    <a:pt x="136950" y="331581"/>
                  </a:lnTo>
                  <a:lnTo>
                    <a:pt x="142168" y="332455"/>
                  </a:lnTo>
                  <a:lnTo>
                    <a:pt x="147411" y="333163"/>
                  </a:lnTo>
                  <a:lnTo>
                    <a:pt x="152674" y="333705"/>
                  </a:lnTo>
                  <a:lnTo>
                    <a:pt x="157951" y="334080"/>
                  </a:lnTo>
                  <a:lnTo>
                    <a:pt x="163238" y="334288"/>
                  </a:lnTo>
                  <a:lnTo>
                    <a:pt x="168529" y="334329"/>
                  </a:lnTo>
                  <a:lnTo>
                    <a:pt x="173818" y="334202"/>
                  </a:lnTo>
                  <a:lnTo>
                    <a:pt x="179101" y="333908"/>
                  </a:lnTo>
                  <a:lnTo>
                    <a:pt x="184371" y="333447"/>
                  </a:lnTo>
                  <a:lnTo>
                    <a:pt x="189625" y="332819"/>
                  </a:lnTo>
                  <a:lnTo>
                    <a:pt x="194855" y="332025"/>
                  </a:lnTo>
                  <a:lnTo>
                    <a:pt x="200059" y="331066"/>
                  </a:lnTo>
                  <a:lnTo>
                    <a:pt x="205229" y="329943"/>
                  </a:lnTo>
                  <a:lnTo>
                    <a:pt x="210361" y="328657"/>
                  </a:lnTo>
                  <a:lnTo>
                    <a:pt x="215450" y="327209"/>
                  </a:lnTo>
                  <a:lnTo>
                    <a:pt x="220490" y="325601"/>
                  </a:lnTo>
                  <a:lnTo>
                    <a:pt x="225477" y="323835"/>
                  </a:lnTo>
                  <a:lnTo>
                    <a:pt x="230406" y="321911"/>
                  </a:lnTo>
                  <a:lnTo>
                    <a:pt x="235271" y="319832"/>
                  </a:lnTo>
                  <a:lnTo>
                    <a:pt x="240068" y="317600"/>
                  </a:lnTo>
                  <a:lnTo>
                    <a:pt x="244792" y="315218"/>
                  </a:lnTo>
                  <a:lnTo>
                    <a:pt x="249439" y="312687"/>
                  </a:lnTo>
                  <a:lnTo>
                    <a:pt x="254003" y="310011"/>
                  </a:lnTo>
                  <a:lnTo>
                    <a:pt x="258479" y="307191"/>
                  </a:lnTo>
                  <a:lnTo>
                    <a:pt x="262865" y="304231"/>
                  </a:lnTo>
                  <a:lnTo>
                    <a:pt x="267154" y="301134"/>
                  </a:lnTo>
                  <a:lnTo>
                    <a:pt x="271344" y="297903"/>
                  </a:lnTo>
                  <a:lnTo>
                    <a:pt x="275429" y="294541"/>
                  </a:lnTo>
                  <a:lnTo>
                    <a:pt x="279405" y="291051"/>
                  </a:lnTo>
                  <a:lnTo>
                    <a:pt x="283270" y="287437"/>
                  </a:lnTo>
                  <a:lnTo>
                    <a:pt x="287017" y="283703"/>
                  </a:lnTo>
                  <a:lnTo>
                    <a:pt x="290645" y="279851"/>
                  </a:lnTo>
                  <a:lnTo>
                    <a:pt x="294149" y="275887"/>
                  </a:lnTo>
                  <a:lnTo>
                    <a:pt x="297526" y="271814"/>
                  </a:lnTo>
                  <a:lnTo>
                    <a:pt x="300773" y="267637"/>
                  </a:lnTo>
                  <a:lnTo>
                    <a:pt x="303885" y="263358"/>
                  </a:lnTo>
                  <a:lnTo>
                    <a:pt x="306861" y="258984"/>
                  </a:lnTo>
                  <a:lnTo>
                    <a:pt x="309696" y="254517"/>
                  </a:lnTo>
                  <a:lnTo>
                    <a:pt x="312389" y="249963"/>
                  </a:lnTo>
                  <a:lnTo>
                    <a:pt x="314937" y="245325"/>
                  </a:lnTo>
                  <a:lnTo>
                    <a:pt x="317336" y="240610"/>
                  </a:lnTo>
                  <a:lnTo>
                    <a:pt x="319585" y="235821"/>
                  </a:lnTo>
                  <a:lnTo>
                    <a:pt x="321681" y="230963"/>
                  </a:lnTo>
                  <a:lnTo>
                    <a:pt x="323623" y="226042"/>
                  </a:lnTo>
                  <a:lnTo>
                    <a:pt x="325407" y="221061"/>
                  </a:lnTo>
                  <a:lnTo>
                    <a:pt x="327034" y="216026"/>
                  </a:lnTo>
                  <a:lnTo>
                    <a:pt x="328500" y="210943"/>
                  </a:lnTo>
                  <a:lnTo>
                    <a:pt x="329804" y="205815"/>
                  </a:lnTo>
                  <a:lnTo>
                    <a:pt x="330946" y="200649"/>
                  </a:lnTo>
                  <a:lnTo>
                    <a:pt x="331923" y="195449"/>
                  </a:lnTo>
                  <a:lnTo>
                    <a:pt x="332736" y="190221"/>
                  </a:lnTo>
                  <a:lnTo>
                    <a:pt x="333383" y="184970"/>
                  </a:lnTo>
                  <a:lnTo>
                    <a:pt x="333863" y="179701"/>
                  </a:lnTo>
                  <a:lnTo>
                    <a:pt x="334176" y="174420"/>
                  </a:lnTo>
                  <a:lnTo>
                    <a:pt x="334322" y="169131"/>
                  </a:lnTo>
                  <a:lnTo>
                    <a:pt x="334300" y="163840"/>
                  </a:lnTo>
                  <a:lnTo>
                    <a:pt x="334111" y="158553"/>
                  </a:lnTo>
                  <a:lnTo>
                    <a:pt x="333755" y="153274"/>
                  </a:lnTo>
                  <a:lnTo>
                    <a:pt x="333232" y="148009"/>
                  </a:lnTo>
                  <a:lnTo>
                    <a:pt x="332542" y="142764"/>
                  </a:lnTo>
                  <a:lnTo>
                    <a:pt x="331687" y="137542"/>
                  </a:lnTo>
                  <a:lnTo>
                    <a:pt x="330668" y="132351"/>
                  </a:lnTo>
                  <a:lnTo>
                    <a:pt x="329484" y="127194"/>
                  </a:lnTo>
                  <a:lnTo>
                    <a:pt x="328138" y="122077"/>
                  </a:lnTo>
                  <a:lnTo>
                    <a:pt x="326630" y="117006"/>
                  </a:lnTo>
                  <a:lnTo>
                    <a:pt x="324963" y="111985"/>
                  </a:lnTo>
                  <a:lnTo>
                    <a:pt x="323138" y="107019"/>
                  </a:lnTo>
                  <a:lnTo>
                    <a:pt x="321156" y="102113"/>
                  </a:lnTo>
                  <a:lnTo>
                    <a:pt x="319020" y="97273"/>
                  </a:lnTo>
                  <a:lnTo>
                    <a:pt x="316732" y="92502"/>
                  </a:lnTo>
                  <a:lnTo>
                    <a:pt x="314295" y="87806"/>
                  </a:lnTo>
                  <a:lnTo>
                    <a:pt x="311709" y="83190"/>
                  </a:lnTo>
                  <a:lnTo>
                    <a:pt x="308980" y="78658"/>
                  </a:lnTo>
                  <a:lnTo>
                    <a:pt x="306108" y="74215"/>
                  </a:lnTo>
                  <a:lnTo>
                    <a:pt x="303096" y="69864"/>
                  </a:lnTo>
                  <a:lnTo>
                    <a:pt x="299949" y="65611"/>
                  </a:lnTo>
                  <a:lnTo>
                    <a:pt x="296669" y="61460"/>
                  </a:lnTo>
                  <a:lnTo>
                    <a:pt x="293259" y="57415"/>
                  </a:lnTo>
                  <a:lnTo>
                    <a:pt x="289723" y="53480"/>
                  </a:lnTo>
                  <a:lnTo>
                    <a:pt x="286063" y="49658"/>
                  </a:lnTo>
                  <a:lnTo>
                    <a:pt x="282285" y="45954"/>
                  </a:lnTo>
                  <a:lnTo>
                    <a:pt x="278392" y="42372"/>
                  </a:lnTo>
                  <a:lnTo>
                    <a:pt x="274387" y="38915"/>
                  </a:lnTo>
                  <a:lnTo>
                    <a:pt x="270275" y="35586"/>
                  </a:lnTo>
                  <a:lnTo>
                    <a:pt x="266059" y="32389"/>
                  </a:lnTo>
                  <a:lnTo>
                    <a:pt x="261744" y="29327"/>
                  </a:lnTo>
                  <a:lnTo>
                    <a:pt x="257335" y="26403"/>
                  </a:lnTo>
                  <a:lnTo>
                    <a:pt x="252835" y="23620"/>
                  </a:lnTo>
                  <a:lnTo>
                    <a:pt x="248250" y="20981"/>
                  </a:lnTo>
                  <a:lnTo>
                    <a:pt x="243583" y="18488"/>
                  </a:lnTo>
                  <a:lnTo>
                    <a:pt x="238840" y="16144"/>
                  </a:lnTo>
                  <a:lnTo>
                    <a:pt x="234024" y="13952"/>
                  </a:lnTo>
                  <a:lnTo>
                    <a:pt x="229142" y="11913"/>
                  </a:lnTo>
                  <a:lnTo>
                    <a:pt x="224198" y="10029"/>
                  </a:lnTo>
                  <a:lnTo>
                    <a:pt x="219197" y="8303"/>
                  </a:lnTo>
                  <a:lnTo>
                    <a:pt x="214143" y="6736"/>
                  </a:lnTo>
                  <a:lnTo>
                    <a:pt x="209043" y="5330"/>
                  </a:lnTo>
                  <a:lnTo>
                    <a:pt x="203901" y="4086"/>
                  </a:lnTo>
                  <a:lnTo>
                    <a:pt x="198721" y="3005"/>
                  </a:lnTo>
                  <a:lnTo>
                    <a:pt x="193511" y="2088"/>
                  </a:lnTo>
                  <a:lnTo>
                    <a:pt x="188273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3274" y="4213821"/>
              <a:ext cx="8013" cy="167167"/>
            </a:xfrm>
            <a:custGeom>
              <a:avLst/>
              <a:pathLst>
                <a:path w="8013" h="167167">
                  <a:moveTo>
                    <a:pt x="8013" y="0"/>
                  </a:moveTo>
                  <a:lnTo>
                    <a:pt x="0" y="192"/>
                  </a:lnTo>
                  <a:lnTo>
                    <a:pt x="801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3274" y="4214013"/>
              <a:ext cx="8013" cy="166975"/>
            </a:xfrm>
            <a:custGeom>
              <a:avLst/>
              <a:pathLst>
                <a:path w="8013" h="166975">
                  <a:moveTo>
                    <a:pt x="0" y="0"/>
                  </a:moveTo>
                  <a:lnTo>
                    <a:pt x="8013" y="166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1" y="4213821"/>
              <a:ext cx="334318" cy="334330"/>
            </a:xfrm>
            <a:custGeom>
              <a:avLst/>
              <a:pathLst>
                <a:path w="334318" h="334330">
                  <a:moveTo>
                    <a:pt x="159152" y="191"/>
                  </a:moveTo>
                  <a:lnTo>
                    <a:pt x="153874" y="528"/>
                  </a:lnTo>
                  <a:lnTo>
                    <a:pt x="148609" y="1032"/>
                  </a:lnTo>
                  <a:lnTo>
                    <a:pt x="143362" y="1703"/>
                  </a:lnTo>
                  <a:lnTo>
                    <a:pt x="138139" y="2538"/>
                  </a:lnTo>
                  <a:lnTo>
                    <a:pt x="132946" y="3539"/>
                  </a:lnTo>
                  <a:lnTo>
                    <a:pt x="127787" y="4704"/>
                  </a:lnTo>
                  <a:lnTo>
                    <a:pt x="122667" y="6031"/>
                  </a:lnTo>
                  <a:lnTo>
                    <a:pt x="117591" y="7519"/>
                  </a:lnTo>
                  <a:lnTo>
                    <a:pt x="112565" y="9167"/>
                  </a:lnTo>
                  <a:lnTo>
                    <a:pt x="107594" y="10974"/>
                  </a:lnTo>
                  <a:lnTo>
                    <a:pt x="102683" y="12936"/>
                  </a:lnTo>
                  <a:lnTo>
                    <a:pt x="97836" y="15054"/>
                  </a:lnTo>
                  <a:lnTo>
                    <a:pt x="93059" y="17323"/>
                  </a:lnTo>
                  <a:lnTo>
                    <a:pt x="88355" y="19742"/>
                  </a:lnTo>
                  <a:lnTo>
                    <a:pt x="83731" y="22309"/>
                  </a:lnTo>
                  <a:lnTo>
                    <a:pt x="79190" y="25021"/>
                  </a:lnTo>
                  <a:lnTo>
                    <a:pt x="74737" y="27876"/>
                  </a:lnTo>
                  <a:lnTo>
                    <a:pt x="70377" y="30870"/>
                  </a:lnTo>
                  <a:lnTo>
                    <a:pt x="66113" y="34000"/>
                  </a:lnTo>
                  <a:lnTo>
                    <a:pt x="61951" y="37263"/>
                  </a:lnTo>
                  <a:lnTo>
                    <a:pt x="57894" y="40657"/>
                  </a:lnTo>
                  <a:lnTo>
                    <a:pt x="53947" y="44177"/>
                  </a:lnTo>
                  <a:lnTo>
                    <a:pt x="50113" y="47820"/>
                  </a:lnTo>
                  <a:lnTo>
                    <a:pt x="46396" y="51583"/>
                  </a:lnTo>
                  <a:lnTo>
                    <a:pt x="42799" y="55462"/>
                  </a:lnTo>
                  <a:lnTo>
                    <a:pt x="39328" y="59452"/>
                  </a:lnTo>
                  <a:lnTo>
                    <a:pt x="35984" y="63550"/>
                  </a:lnTo>
                  <a:lnTo>
                    <a:pt x="32772" y="67752"/>
                  </a:lnTo>
                  <a:lnTo>
                    <a:pt x="29694" y="72053"/>
                  </a:lnTo>
                  <a:lnTo>
                    <a:pt x="26754" y="76450"/>
                  </a:lnTo>
                  <a:lnTo>
                    <a:pt x="23954" y="80937"/>
                  </a:lnTo>
                  <a:lnTo>
                    <a:pt x="21298" y="85511"/>
                  </a:lnTo>
                  <a:lnTo>
                    <a:pt x="18788" y="90167"/>
                  </a:lnTo>
                  <a:lnTo>
                    <a:pt x="16426" y="94899"/>
                  </a:lnTo>
                  <a:lnTo>
                    <a:pt x="14215" y="99704"/>
                  </a:lnTo>
                  <a:lnTo>
                    <a:pt x="12158" y="104576"/>
                  </a:lnTo>
                  <a:lnTo>
                    <a:pt x="10255" y="109512"/>
                  </a:lnTo>
                  <a:lnTo>
                    <a:pt x="8510" y="114504"/>
                  </a:lnTo>
                  <a:lnTo>
                    <a:pt x="6923" y="119550"/>
                  </a:lnTo>
                  <a:lnTo>
                    <a:pt x="5497" y="124643"/>
                  </a:lnTo>
                  <a:lnTo>
                    <a:pt x="4233" y="129779"/>
                  </a:lnTo>
                  <a:lnTo>
                    <a:pt x="3131" y="134952"/>
                  </a:lnTo>
                  <a:lnTo>
                    <a:pt x="2194" y="140158"/>
                  </a:lnTo>
                  <a:lnTo>
                    <a:pt x="1423" y="145390"/>
                  </a:lnTo>
                  <a:lnTo>
                    <a:pt x="817" y="150644"/>
                  </a:lnTo>
                  <a:lnTo>
                    <a:pt x="377" y="155915"/>
                  </a:lnTo>
                  <a:lnTo>
                    <a:pt x="105" y="161197"/>
                  </a:lnTo>
                  <a:lnTo>
                    <a:pt x="0" y="166485"/>
                  </a:lnTo>
                  <a:lnTo>
                    <a:pt x="62" y="171774"/>
                  </a:lnTo>
                  <a:lnTo>
                    <a:pt x="291" y="177058"/>
                  </a:lnTo>
                  <a:lnTo>
                    <a:pt x="687" y="182332"/>
                  </a:lnTo>
                  <a:lnTo>
                    <a:pt x="1251" y="187591"/>
                  </a:lnTo>
                  <a:lnTo>
                    <a:pt x="1980" y="192830"/>
                  </a:lnTo>
                  <a:lnTo>
                    <a:pt x="2874" y="198043"/>
                  </a:lnTo>
                  <a:lnTo>
                    <a:pt x="3933" y="203225"/>
                  </a:lnTo>
                  <a:lnTo>
                    <a:pt x="5156" y="208371"/>
                  </a:lnTo>
                  <a:lnTo>
                    <a:pt x="6540" y="213476"/>
                  </a:lnTo>
                  <a:lnTo>
                    <a:pt x="8086" y="218534"/>
                  </a:lnTo>
                  <a:lnTo>
                    <a:pt x="9790" y="223541"/>
                  </a:lnTo>
                  <a:lnTo>
                    <a:pt x="11653" y="228491"/>
                  </a:lnTo>
                  <a:lnTo>
                    <a:pt x="13671" y="233380"/>
                  </a:lnTo>
                  <a:lnTo>
                    <a:pt x="15842" y="238203"/>
                  </a:lnTo>
                  <a:lnTo>
                    <a:pt x="18165" y="242955"/>
                  </a:lnTo>
                  <a:lnTo>
                    <a:pt x="20637" y="247630"/>
                  </a:lnTo>
                  <a:lnTo>
                    <a:pt x="23256" y="252226"/>
                  </a:lnTo>
                  <a:lnTo>
                    <a:pt x="26019" y="256736"/>
                  </a:lnTo>
                  <a:lnTo>
                    <a:pt x="28923" y="261156"/>
                  </a:lnTo>
                  <a:lnTo>
                    <a:pt x="31966" y="265483"/>
                  </a:lnTo>
                  <a:lnTo>
                    <a:pt x="35144" y="269710"/>
                  </a:lnTo>
                  <a:lnTo>
                    <a:pt x="38454" y="273836"/>
                  </a:lnTo>
                  <a:lnTo>
                    <a:pt x="41893" y="277854"/>
                  </a:lnTo>
                  <a:lnTo>
                    <a:pt x="45457" y="281762"/>
                  </a:lnTo>
                  <a:lnTo>
                    <a:pt x="49144" y="285555"/>
                  </a:lnTo>
                  <a:lnTo>
                    <a:pt x="52948" y="289229"/>
                  </a:lnTo>
                  <a:lnTo>
                    <a:pt x="56867" y="292782"/>
                  </a:lnTo>
                  <a:lnTo>
                    <a:pt x="60896" y="296208"/>
                  </a:lnTo>
                  <a:lnTo>
                    <a:pt x="65031" y="299505"/>
                  </a:lnTo>
                  <a:lnTo>
                    <a:pt x="69269" y="302670"/>
                  </a:lnTo>
                  <a:lnTo>
                    <a:pt x="73605" y="305699"/>
                  </a:lnTo>
                  <a:lnTo>
                    <a:pt x="78034" y="308590"/>
                  </a:lnTo>
                  <a:lnTo>
                    <a:pt x="82553" y="311339"/>
                  </a:lnTo>
                  <a:lnTo>
                    <a:pt x="87156" y="313944"/>
                  </a:lnTo>
                  <a:lnTo>
                    <a:pt x="91840" y="316401"/>
                  </a:lnTo>
                  <a:lnTo>
                    <a:pt x="96598" y="318709"/>
                  </a:lnTo>
                  <a:lnTo>
                    <a:pt x="101428" y="320866"/>
                  </a:lnTo>
                  <a:lnTo>
                    <a:pt x="106323" y="322869"/>
                  </a:lnTo>
                  <a:lnTo>
                    <a:pt x="111279" y="324716"/>
                  </a:lnTo>
                  <a:lnTo>
                    <a:pt x="116292" y="326405"/>
                  </a:lnTo>
                  <a:lnTo>
                    <a:pt x="121355" y="327934"/>
                  </a:lnTo>
                  <a:lnTo>
                    <a:pt x="126464" y="329303"/>
                  </a:lnTo>
                  <a:lnTo>
                    <a:pt x="131613" y="330510"/>
                  </a:lnTo>
                  <a:lnTo>
                    <a:pt x="136798" y="331553"/>
                  </a:lnTo>
                  <a:lnTo>
                    <a:pt x="142014" y="332431"/>
                  </a:lnTo>
                  <a:lnTo>
                    <a:pt x="147255" y="333144"/>
                  </a:lnTo>
                  <a:lnTo>
                    <a:pt x="152516" y="333691"/>
                  </a:lnTo>
                  <a:lnTo>
                    <a:pt x="157791" y="334071"/>
                  </a:lnTo>
                  <a:lnTo>
                    <a:pt x="163076" y="334284"/>
                  </a:lnTo>
                  <a:lnTo>
                    <a:pt x="168365" y="334330"/>
                  </a:lnTo>
                  <a:lnTo>
                    <a:pt x="173653" y="334208"/>
                  </a:lnTo>
                  <a:lnTo>
                    <a:pt x="178934" y="333919"/>
                  </a:lnTo>
                  <a:lnTo>
                    <a:pt x="184203" y="333464"/>
                  </a:lnTo>
                  <a:lnTo>
                    <a:pt x="189456" y="332841"/>
                  </a:lnTo>
                  <a:lnTo>
                    <a:pt x="194686" y="332053"/>
                  </a:lnTo>
                  <a:lnTo>
                    <a:pt x="199888" y="331100"/>
                  </a:lnTo>
                  <a:lnTo>
                    <a:pt x="205058" y="329983"/>
                  </a:lnTo>
                  <a:lnTo>
                    <a:pt x="210190" y="328703"/>
                  </a:lnTo>
                  <a:lnTo>
                    <a:pt x="215279" y="327261"/>
                  </a:lnTo>
                  <a:lnTo>
                    <a:pt x="220319" y="325658"/>
                  </a:lnTo>
                  <a:lnTo>
                    <a:pt x="225307" y="323898"/>
                  </a:lnTo>
                  <a:lnTo>
                    <a:pt x="230236" y="321980"/>
                  </a:lnTo>
                  <a:lnTo>
                    <a:pt x="235102" y="319907"/>
                  </a:lnTo>
                  <a:lnTo>
                    <a:pt x="239900" y="317681"/>
                  </a:lnTo>
                  <a:lnTo>
                    <a:pt x="244625" y="315305"/>
                  </a:lnTo>
                  <a:lnTo>
                    <a:pt x="249273" y="312780"/>
                  </a:lnTo>
                  <a:lnTo>
                    <a:pt x="253838" y="310110"/>
                  </a:lnTo>
                  <a:lnTo>
                    <a:pt x="258317" y="307296"/>
                  </a:lnTo>
                  <a:lnTo>
                    <a:pt x="262704" y="304343"/>
                  </a:lnTo>
                  <a:lnTo>
                    <a:pt x="266996" y="301252"/>
                  </a:lnTo>
                  <a:lnTo>
                    <a:pt x="271188" y="298026"/>
                  </a:lnTo>
                  <a:lnTo>
                    <a:pt x="275276" y="294670"/>
                  </a:lnTo>
                  <a:lnTo>
                    <a:pt x="279256" y="291186"/>
                  </a:lnTo>
                  <a:lnTo>
                    <a:pt x="283123" y="287578"/>
                  </a:lnTo>
                  <a:lnTo>
                    <a:pt x="286874" y="283849"/>
                  </a:lnTo>
                  <a:lnTo>
                    <a:pt x="290505" y="280004"/>
                  </a:lnTo>
                  <a:lnTo>
                    <a:pt x="294013" y="276045"/>
                  </a:lnTo>
                  <a:lnTo>
                    <a:pt x="297394" y="271978"/>
                  </a:lnTo>
                  <a:lnTo>
                    <a:pt x="300645" y="267806"/>
                  </a:lnTo>
                  <a:lnTo>
                    <a:pt x="303762" y="263532"/>
                  </a:lnTo>
                  <a:lnTo>
                    <a:pt x="306742" y="259163"/>
                  </a:lnTo>
                  <a:lnTo>
                    <a:pt x="309583" y="254701"/>
                  </a:lnTo>
                  <a:lnTo>
                    <a:pt x="312281" y="250152"/>
                  </a:lnTo>
                  <a:lnTo>
                    <a:pt x="314833" y="245520"/>
                  </a:lnTo>
                  <a:lnTo>
                    <a:pt x="317238" y="240809"/>
                  </a:lnTo>
                  <a:lnTo>
                    <a:pt x="319493" y="236024"/>
                  </a:lnTo>
                  <a:lnTo>
                    <a:pt x="321595" y="231171"/>
                  </a:lnTo>
                  <a:lnTo>
                    <a:pt x="323542" y="226253"/>
                  </a:lnTo>
                  <a:lnTo>
                    <a:pt x="325333" y="221277"/>
                  </a:lnTo>
                  <a:lnTo>
                    <a:pt x="326966" y="216246"/>
                  </a:lnTo>
                  <a:lnTo>
                    <a:pt x="328439" y="211166"/>
                  </a:lnTo>
                  <a:lnTo>
                    <a:pt x="329750" y="206042"/>
                  </a:lnTo>
                  <a:lnTo>
                    <a:pt x="330898" y="200879"/>
                  </a:lnTo>
                  <a:lnTo>
                    <a:pt x="331883" y="195682"/>
                  </a:lnTo>
                  <a:lnTo>
                    <a:pt x="332703" y="190457"/>
                  </a:lnTo>
                  <a:lnTo>
                    <a:pt x="333357" y="185209"/>
                  </a:lnTo>
                  <a:lnTo>
                    <a:pt x="333844" y="179942"/>
                  </a:lnTo>
                  <a:lnTo>
                    <a:pt x="334165" y="174663"/>
                  </a:lnTo>
                  <a:lnTo>
                    <a:pt x="334318" y="169376"/>
                  </a:lnTo>
                  <a:lnTo>
                    <a:pt x="334305" y="164087"/>
                  </a:lnTo>
                  <a:lnTo>
                    <a:pt x="334124" y="158801"/>
                  </a:lnTo>
                  <a:lnTo>
                    <a:pt x="333775" y="153523"/>
                  </a:lnTo>
                  <a:lnTo>
                    <a:pt x="333260" y="148259"/>
                  </a:lnTo>
                  <a:lnTo>
                    <a:pt x="332579" y="143014"/>
                  </a:lnTo>
                  <a:lnTo>
                    <a:pt x="331732" y="137793"/>
                  </a:lnTo>
                  <a:lnTo>
                    <a:pt x="330720" y="132602"/>
                  </a:lnTo>
                  <a:lnTo>
                    <a:pt x="329545" y="127445"/>
                  </a:lnTo>
                  <a:lnTo>
                    <a:pt x="328207" y="122328"/>
                  </a:lnTo>
                  <a:lnTo>
                    <a:pt x="326708" y="117256"/>
                  </a:lnTo>
                  <a:lnTo>
                    <a:pt x="325049" y="112233"/>
                  </a:lnTo>
                  <a:lnTo>
                    <a:pt x="323232" y="107266"/>
                  </a:lnTo>
                  <a:lnTo>
                    <a:pt x="321259" y="102359"/>
                  </a:lnTo>
                  <a:lnTo>
                    <a:pt x="319132" y="97516"/>
                  </a:lnTo>
                  <a:lnTo>
                    <a:pt x="316852" y="92744"/>
                  </a:lnTo>
                  <a:lnTo>
                    <a:pt x="314423" y="88045"/>
                  </a:lnTo>
                  <a:lnTo>
                    <a:pt x="311846" y="83426"/>
                  </a:lnTo>
                  <a:lnTo>
                    <a:pt x="309125" y="78891"/>
                  </a:lnTo>
                  <a:lnTo>
                    <a:pt x="306261" y="74444"/>
                  </a:lnTo>
                  <a:lnTo>
                    <a:pt x="303258" y="70090"/>
                  </a:lnTo>
                  <a:lnTo>
                    <a:pt x="300119" y="65834"/>
                  </a:lnTo>
                  <a:lnTo>
                    <a:pt x="296847" y="61678"/>
                  </a:lnTo>
                  <a:lnTo>
                    <a:pt x="293445" y="57629"/>
                  </a:lnTo>
                  <a:lnTo>
                    <a:pt x="289916" y="53689"/>
                  </a:lnTo>
                  <a:lnTo>
                    <a:pt x="286265" y="49862"/>
                  </a:lnTo>
                  <a:lnTo>
                    <a:pt x="282494" y="46153"/>
                  </a:lnTo>
                  <a:lnTo>
                    <a:pt x="278608" y="42565"/>
                  </a:lnTo>
                  <a:lnTo>
                    <a:pt x="274610" y="39102"/>
                  </a:lnTo>
                  <a:lnTo>
                    <a:pt x="270505" y="35767"/>
                  </a:lnTo>
                  <a:lnTo>
                    <a:pt x="266296" y="32563"/>
                  </a:lnTo>
                  <a:lnTo>
                    <a:pt x="261989" y="29495"/>
                  </a:lnTo>
                  <a:lnTo>
                    <a:pt x="257586" y="26564"/>
                  </a:lnTo>
                  <a:lnTo>
                    <a:pt x="253092" y="23774"/>
                  </a:lnTo>
                  <a:lnTo>
                    <a:pt x="248513" y="21127"/>
                  </a:lnTo>
                  <a:lnTo>
                    <a:pt x="243852" y="18627"/>
                  </a:lnTo>
                  <a:lnTo>
                    <a:pt x="239115" y="16275"/>
                  </a:lnTo>
                  <a:lnTo>
                    <a:pt x="234305" y="14074"/>
                  </a:lnTo>
                  <a:lnTo>
                    <a:pt x="229428" y="12027"/>
                  </a:lnTo>
                  <a:lnTo>
                    <a:pt x="224489" y="10135"/>
                  </a:lnTo>
                  <a:lnTo>
                    <a:pt x="219493" y="8400"/>
                  </a:lnTo>
                  <a:lnTo>
                    <a:pt x="214444" y="6824"/>
                  </a:lnTo>
                  <a:lnTo>
                    <a:pt x="209348" y="5409"/>
                  </a:lnTo>
                  <a:lnTo>
                    <a:pt x="204209" y="4155"/>
                  </a:lnTo>
                  <a:lnTo>
                    <a:pt x="199034" y="3065"/>
                  </a:lnTo>
                  <a:lnTo>
                    <a:pt x="193826" y="2139"/>
                  </a:lnTo>
                  <a:lnTo>
                    <a:pt x="188592" y="1378"/>
                  </a:lnTo>
                  <a:lnTo>
                    <a:pt x="183337" y="783"/>
                  </a:lnTo>
                  <a:lnTo>
                    <a:pt x="178065" y="355"/>
                  </a:lnTo>
                  <a:lnTo>
                    <a:pt x="172782" y="94"/>
                  </a:lnTo>
                  <a:lnTo>
                    <a:pt x="167494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328" cy="167167"/>
            </a:xfrm>
            <a:custGeom>
              <a:avLst/>
              <a:pathLst>
                <a:path w="328" h="167167">
                  <a:moveTo>
                    <a:pt x="328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882" y="4659281"/>
              <a:ext cx="1642" cy="167167"/>
            </a:xfrm>
            <a:custGeom>
              <a:avLst/>
              <a:pathLst>
                <a:path w="1642" h="167167">
                  <a:moveTo>
                    <a:pt x="1642" y="0"/>
                  </a:moveTo>
                  <a:lnTo>
                    <a:pt x="0" y="8"/>
                  </a:lnTo>
                  <a:lnTo>
                    <a:pt x="164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42584" y="4659289"/>
              <a:ext cx="143940" cy="167159"/>
            </a:xfrm>
            <a:custGeom>
              <a:avLst/>
              <a:pathLst>
                <a:path w="143940" h="167159">
                  <a:moveTo>
                    <a:pt x="142297" y="0"/>
                  </a:moveTo>
                  <a:lnTo>
                    <a:pt x="136758" y="146"/>
                  </a:lnTo>
                  <a:lnTo>
                    <a:pt x="131227" y="475"/>
                  </a:lnTo>
                  <a:lnTo>
                    <a:pt x="125711" y="988"/>
                  </a:lnTo>
                  <a:lnTo>
                    <a:pt x="120214" y="1684"/>
                  </a:lnTo>
                  <a:lnTo>
                    <a:pt x="114743" y="2561"/>
                  </a:lnTo>
                  <a:lnTo>
                    <a:pt x="109304" y="3619"/>
                  </a:lnTo>
                  <a:lnTo>
                    <a:pt x="103904" y="4856"/>
                  </a:lnTo>
                  <a:lnTo>
                    <a:pt x="98547" y="6272"/>
                  </a:lnTo>
                  <a:lnTo>
                    <a:pt x="93240" y="7865"/>
                  </a:lnTo>
                  <a:lnTo>
                    <a:pt x="87989" y="9633"/>
                  </a:lnTo>
                  <a:lnTo>
                    <a:pt x="82800" y="11573"/>
                  </a:lnTo>
                  <a:lnTo>
                    <a:pt x="77677" y="13685"/>
                  </a:lnTo>
                  <a:lnTo>
                    <a:pt x="72628" y="15965"/>
                  </a:lnTo>
                  <a:lnTo>
                    <a:pt x="67656" y="18411"/>
                  </a:lnTo>
                  <a:lnTo>
                    <a:pt x="62769" y="21021"/>
                  </a:lnTo>
                  <a:lnTo>
                    <a:pt x="57971" y="23791"/>
                  </a:lnTo>
                  <a:lnTo>
                    <a:pt x="53267" y="26719"/>
                  </a:lnTo>
                  <a:lnTo>
                    <a:pt x="48662" y="29801"/>
                  </a:lnTo>
                  <a:lnTo>
                    <a:pt x="44163" y="33034"/>
                  </a:lnTo>
                  <a:lnTo>
                    <a:pt x="39773" y="36414"/>
                  </a:lnTo>
                  <a:lnTo>
                    <a:pt x="35497" y="39938"/>
                  </a:lnTo>
                  <a:lnTo>
                    <a:pt x="31341" y="43601"/>
                  </a:lnTo>
                  <a:lnTo>
                    <a:pt x="27308" y="47401"/>
                  </a:lnTo>
                  <a:lnTo>
                    <a:pt x="23403" y="51332"/>
                  </a:lnTo>
                  <a:lnTo>
                    <a:pt x="19631" y="55390"/>
                  </a:lnTo>
                  <a:lnTo>
                    <a:pt x="15995" y="59571"/>
                  </a:lnTo>
                  <a:lnTo>
                    <a:pt x="12500" y="63870"/>
                  </a:lnTo>
                  <a:lnTo>
                    <a:pt x="9149" y="68282"/>
                  </a:lnTo>
                  <a:lnTo>
                    <a:pt x="5947" y="72804"/>
                  </a:lnTo>
                  <a:lnTo>
                    <a:pt x="2896" y="77428"/>
                  </a:lnTo>
                  <a:lnTo>
                    <a:pt x="0" y="82152"/>
                  </a:lnTo>
                  <a:lnTo>
                    <a:pt x="143940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1" y="4659281"/>
              <a:ext cx="334316" cy="334331"/>
            </a:xfrm>
            <a:custGeom>
              <a:avLst/>
              <a:pathLst>
                <a:path w="334316" h="334331">
                  <a:moveTo>
                    <a:pt x="23223" y="82160"/>
                  </a:moveTo>
                  <a:lnTo>
                    <a:pt x="20593" y="86778"/>
                  </a:lnTo>
                  <a:lnTo>
                    <a:pt x="18112" y="91478"/>
                  </a:lnTo>
                  <a:lnTo>
                    <a:pt x="15781" y="96254"/>
                  </a:lnTo>
                  <a:lnTo>
                    <a:pt x="13604" y="101102"/>
                  </a:lnTo>
                  <a:lnTo>
                    <a:pt x="11581" y="106017"/>
                  </a:lnTo>
                  <a:lnTo>
                    <a:pt x="9716" y="110993"/>
                  </a:lnTo>
                  <a:lnTo>
                    <a:pt x="8010" y="116027"/>
                  </a:lnTo>
                  <a:lnTo>
                    <a:pt x="6465" y="121112"/>
                  </a:lnTo>
                  <a:lnTo>
                    <a:pt x="5082" y="126243"/>
                  </a:lnTo>
                  <a:lnTo>
                    <a:pt x="3863" y="131416"/>
                  </a:lnTo>
                  <a:lnTo>
                    <a:pt x="2809" y="136625"/>
                  </a:lnTo>
                  <a:lnTo>
                    <a:pt x="1921" y="141865"/>
                  </a:lnTo>
                  <a:lnTo>
                    <a:pt x="1201" y="147130"/>
                  </a:lnTo>
                  <a:lnTo>
                    <a:pt x="647" y="152416"/>
                  </a:lnTo>
                  <a:lnTo>
                    <a:pt x="263" y="157716"/>
                  </a:lnTo>
                  <a:lnTo>
                    <a:pt x="47" y="163027"/>
                  </a:lnTo>
                  <a:lnTo>
                    <a:pt x="0" y="168341"/>
                  </a:lnTo>
                  <a:lnTo>
                    <a:pt x="121" y="173654"/>
                  </a:lnTo>
                  <a:lnTo>
                    <a:pt x="412" y="178961"/>
                  </a:lnTo>
                  <a:lnTo>
                    <a:pt x="871" y="184255"/>
                  </a:lnTo>
                  <a:lnTo>
                    <a:pt x="1498" y="189533"/>
                  </a:lnTo>
                  <a:lnTo>
                    <a:pt x="2293" y="194787"/>
                  </a:lnTo>
                  <a:lnTo>
                    <a:pt x="3254" y="200014"/>
                  </a:lnTo>
                  <a:lnTo>
                    <a:pt x="4381" y="205208"/>
                  </a:lnTo>
                  <a:lnTo>
                    <a:pt x="5673" y="210363"/>
                  </a:lnTo>
                  <a:lnTo>
                    <a:pt x="7127" y="215475"/>
                  </a:lnTo>
                  <a:lnTo>
                    <a:pt x="8744" y="220538"/>
                  </a:lnTo>
                  <a:lnTo>
                    <a:pt x="10521" y="225546"/>
                  </a:lnTo>
                  <a:lnTo>
                    <a:pt x="12455" y="230496"/>
                  </a:lnTo>
                  <a:lnTo>
                    <a:pt x="14547" y="235382"/>
                  </a:lnTo>
                  <a:lnTo>
                    <a:pt x="16792" y="240199"/>
                  </a:lnTo>
                  <a:lnTo>
                    <a:pt x="19190" y="244942"/>
                  </a:lnTo>
                  <a:lnTo>
                    <a:pt x="21737" y="249606"/>
                  </a:lnTo>
                  <a:lnTo>
                    <a:pt x="24431" y="254187"/>
                  </a:lnTo>
                  <a:lnTo>
                    <a:pt x="27269" y="258680"/>
                  </a:lnTo>
                  <a:lnTo>
                    <a:pt x="30249" y="263081"/>
                  </a:lnTo>
                  <a:lnTo>
                    <a:pt x="33367" y="267385"/>
                  </a:lnTo>
                  <a:lnTo>
                    <a:pt x="36620" y="271587"/>
                  </a:lnTo>
                  <a:lnTo>
                    <a:pt x="40005" y="275684"/>
                  </a:lnTo>
                  <a:lnTo>
                    <a:pt x="43519" y="279671"/>
                  </a:lnTo>
                  <a:lnTo>
                    <a:pt x="47158" y="283545"/>
                  </a:lnTo>
                  <a:lnTo>
                    <a:pt x="50918" y="287301"/>
                  </a:lnTo>
                  <a:lnTo>
                    <a:pt x="54795" y="290935"/>
                  </a:lnTo>
                  <a:lnTo>
                    <a:pt x="58787" y="294444"/>
                  </a:lnTo>
                  <a:lnTo>
                    <a:pt x="62887" y="297825"/>
                  </a:lnTo>
                  <a:lnTo>
                    <a:pt x="67093" y="301074"/>
                  </a:lnTo>
                  <a:lnTo>
                    <a:pt x="71400" y="304187"/>
                  </a:lnTo>
                  <a:lnTo>
                    <a:pt x="75804" y="307162"/>
                  </a:lnTo>
                  <a:lnTo>
                    <a:pt x="80301" y="309995"/>
                  </a:lnTo>
                  <a:lnTo>
                    <a:pt x="84885" y="312684"/>
                  </a:lnTo>
                  <a:lnTo>
                    <a:pt x="89552" y="315226"/>
                  </a:lnTo>
                  <a:lnTo>
                    <a:pt x="94298" y="317618"/>
                  </a:lnTo>
                  <a:lnTo>
                    <a:pt x="99117" y="319858"/>
                  </a:lnTo>
                  <a:lnTo>
                    <a:pt x="104005" y="321944"/>
                  </a:lnTo>
                  <a:lnTo>
                    <a:pt x="108957" y="323874"/>
                  </a:lnTo>
                  <a:lnTo>
                    <a:pt x="113968" y="325645"/>
                  </a:lnTo>
                  <a:lnTo>
                    <a:pt x="119032" y="327256"/>
                  </a:lnTo>
                  <a:lnTo>
                    <a:pt x="124145" y="328705"/>
                  </a:lnTo>
                  <a:lnTo>
                    <a:pt x="129302" y="329990"/>
                  </a:lnTo>
                  <a:lnTo>
                    <a:pt x="134497" y="331112"/>
                  </a:lnTo>
                  <a:lnTo>
                    <a:pt x="139725" y="332067"/>
                  </a:lnTo>
                  <a:lnTo>
                    <a:pt x="144980" y="332856"/>
                  </a:lnTo>
                  <a:lnTo>
                    <a:pt x="150259" y="333477"/>
                  </a:lnTo>
                  <a:lnTo>
                    <a:pt x="155554" y="333931"/>
                  </a:lnTo>
                  <a:lnTo>
                    <a:pt x="160861" y="334216"/>
                  </a:lnTo>
                  <a:lnTo>
                    <a:pt x="166174" y="334331"/>
                  </a:lnTo>
                  <a:lnTo>
                    <a:pt x="171488" y="334278"/>
                  </a:lnTo>
                  <a:lnTo>
                    <a:pt x="176798" y="334056"/>
                  </a:lnTo>
                  <a:lnTo>
                    <a:pt x="182098" y="333666"/>
                  </a:lnTo>
                  <a:lnTo>
                    <a:pt x="187383" y="333107"/>
                  </a:lnTo>
                  <a:lnTo>
                    <a:pt x="192648" y="332380"/>
                  </a:lnTo>
                  <a:lnTo>
                    <a:pt x="197887" y="331487"/>
                  </a:lnTo>
                  <a:lnTo>
                    <a:pt x="203095" y="330427"/>
                  </a:lnTo>
                  <a:lnTo>
                    <a:pt x="208266" y="329202"/>
                  </a:lnTo>
                  <a:lnTo>
                    <a:pt x="213396" y="327814"/>
                  </a:lnTo>
                  <a:lnTo>
                    <a:pt x="218479" y="326263"/>
                  </a:lnTo>
                  <a:lnTo>
                    <a:pt x="223511" y="324551"/>
                  </a:lnTo>
                  <a:lnTo>
                    <a:pt x="228485" y="322681"/>
                  </a:lnTo>
                  <a:lnTo>
                    <a:pt x="233397" y="320653"/>
                  </a:lnTo>
                  <a:lnTo>
                    <a:pt x="238243" y="318470"/>
                  </a:lnTo>
                  <a:lnTo>
                    <a:pt x="243017" y="316134"/>
                  </a:lnTo>
                  <a:lnTo>
                    <a:pt x="247714" y="313647"/>
                  </a:lnTo>
                  <a:lnTo>
                    <a:pt x="252329" y="311013"/>
                  </a:lnTo>
                  <a:lnTo>
                    <a:pt x="256859" y="308233"/>
                  </a:lnTo>
                  <a:lnTo>
                    <a:pt x="261297" y="305310"/>
                  </a:lnTo>
                  <a:lnTo>
                    <a:pt x="265641" y="302248"/>
                  </a:lnTo>
                  <a:lnTo>
                    <a:pt x="269885" y="299050"/>
                  </a:lnTo>
                  <a:lnTo>
                    <a:pt x="274026" y="295718"/>
                  </a:lnTo>
                  <a:lnTo>
                    <a:pt x="278058" y="292256"/>
                  </a:lnTo>
                  <a:lnTo>
                    <a:pt x="281978" y="288667"/>
                  </a:lnTo>
                  <a:lnTo>
                    <a:pt x="285782" y="284956"/>
                  </a:lnTo>
                  <a:lnTo>
                    <a:pt x="289467" y="281126"/>
                  </a:lnTo>
                  <a:lnTo>
                    <a:pt x="293027" y="277181"/>
                  </a:lnTo>
                  <a:lnTo>
                    <a:pt x="296461" y="273124"/>
                  </a:lnTo>
                  <a:lnTo>
                    <a:pt x="299764" y="268961"/>
                  </a:lnTo>
                  <a:lnTo>
                    <a:pt x="302932" y="264694"/>
                  </a:lnTo>
                  <a:lnTo>
                    <a:pt x="305964" y="260329"/>
                  </a:lnTo>
                  <a:lnTo>
                    <a:pt x="308855" y="255870"/>
                  </a:lnTo>
                  <a:lnTo>
                    <a:pt x="311603" y="251321"/>
                  </a:lnTo>
                  <a:lnTo>
                    <a:pt x="314205" y="246687"/>
                  </a:lnTo>
                  <a:lnTo>
                    <a:pt x="316659" y="241973"/>
                  </a:lnTo>
                  <a:lnTo>
                    <a:pt x="318961" y="237183"/>
                  </a:lnTo>
                  <a:lnTo>
                    <a:pt x="321110" y="232322"/>
                  </a:lnTo>
                  <a:lnTo>
                    <a:pt x="323103" y="227396"/>
                  </a:lnTo>
                  <a:lnTo>
                    <a:pt x="324939" y="222408"/>
                  </a:lnTo>
                  <a:lnTo>
                    <a:pt x="326615" y="217365"/>
                  </a:lnTo>
                  <a:lnTo>
                    <a:pt x="328130" y="212271"/>
                  </a:lnTo>
                  <a:lnTo>
                    <a:pt x="329483" y="207131"/>
                  </a:lnTo>
                  <a:lnTo>
                    <a:pt x="330671" y="201951"/>
                  </a:lnTo>
                  <a:lnTo>
                    <a:pt x="331694" y="196736"/>
                  </a:lnTo>
                  <a:lnTo>
                    <a:pt x="332551" y="191491"/>
                  </a:lnTo>
                  <a:lnTo>
                    <a:pt x="333241" y="186222"/>
                  </a:lnTo>
                  <a:lnTo>
                    <a:pt x="333763" y="180933"/>
                  </a:lnTo>
                  <a:lnTo>
                    <a:pt x="334116" y="175630"/>
                  </a:lnTo>
                  <a:lnTo>
                    <a:pt x="334301" y="170319"/>
                  </a:lnTo>
                  <a:lnTo>
                    <a:pt x="334316" y="165004"/>
                  </a:lnTo>
                  <a:lnTo>
                    <a:pt x="334163" y="159692"/>
                  </a:lnTo>
                  <a:lnTo>
                    <a:pt x="333841" y="154387"/>
                  </a:lnTo>
                  <a:lnTo>
                    <a:pt x="333351" y="149095"/>
                  </a:lnTo>
                  <a:lnTo>
                    <a:pt x="332692" y="143822"/>
                  </a:lnTo>
                  <a:lnTo>
                    <a:pt x="331866" y="138572"/>
                  </a:lnTo>
                  <a:lnTo>
                    <a:pt x="330874" y="133350"/>
                  </a:lnTo>
                  <a:lnTo>
                    <a:pt x="329716" y="128164"/>
                  </a:lnTo>
                  <a:lnTo>
                    <a:pt x="328395" y="123016"/>
                  </a:lnTo>
                  <a:lnTo>
                    <a:pt x="326910" y="117913"/>
                  </a:lnTo>
                  <a:lnTo>
                    <a:pt x="325263" y="112860"/>
                  </a:lnTo>
                  <a:lnTo>
                    <a:pt x="323457" y="107862"/>
                  </a:lnTo>
                  <a:lnTo>
                    <a:pt x="321493" y="102924"/>
                  </a:lnTo>
                  <a:lnTo>
                    <a:pt x="319373" y="98050"/>
                  </a:lnTo>
                  <a:lnTo>
                    <a:pt x="317099" y="93247"/>
                  </a:lnTo>
                  <a:lnTo>
                    <a:pt x="314673" y="88518"/>
                  </a:lnTo>
                  <a:lnTo>
                    <a:pt x="312099" y="83869"/>
                  </a:lnTo>
                  <a:lnTo>
                    <a:pt x="309378" y="79304"/>
                  </a:lnTo>
                  <a:lnTo>
                    <a:pt x="306513" y="74828"/>
                  </a:lnTo>
                  <a:lnTo>
                    <a:pt x="303507" y="70445"/>
                  </a:lnTo>
                  <a:lnTo>
                    <a:pt x="300364" y="66159"/>
                  </a:lnTo>
                  <a:lnTo>
                    <a:pt x="297085" y="61976"/>
                  </a:lnTo>
                  <a:lnTo>
                    <a:pt x="293676" y="57900"/>
                  </a:lnTo>
                  <a:lnTo>
                    <a:pt x="290139" y="53933"/>
                  </a:lnTo>
                  <a:lnTo>
                    <a:pt x="286477" y="50081"/>
                  </a:lnTo>
                  <a:lnTo>
                    <a:pt x="282695" y="46348"/>
                  </a:lnTo>
                  <a:lnTo>
                    <a:pt x="278796" y="42736"/>
                  </a:lnTo>
                  <a:lnTo>
                    <a:pt x="274784" y="39251"/>
                  </a:lnTo>
                  <a:lnTo>
                    <a:pt x="270664" y="35894"/>
                  </a:lnTo>
                  <a:lnTo>
                    <a:pt x="266439" y="32671"/>
                  </a:lnTo>
                  <a:lnTo>
                    <a:pt x="262113" y="29583"/>
                  </a:lnTo>
                  <a:lnTo>
                    <a:pt x="257692" y="26634"/>
                  </a:lnTo>
                  <a:lnTo>
                    <a:pt x="253179" y="23827"/>
                  </a:lnTo>
                  <a:lnTo>
                    <a:pt x="248579" y="21166"/>
                  </a:lnTo>
                  <a:lnTo>
                    <a:pt x="243897" y="18651"/>
                  </a:lnTo>
                  <a:lnTo>
                    <a:pt x="239137" y="16287"/>
                  </a:lnTo>
                  <a:lnTo>
                    <a:pt x="234304" y="14076"/>
                  </a:lnTo>
                  <a:lnTo>
                    <a:pt x="229404" y="12019"/>
                  </a:lnTo>
                  <a:lnTo>
                    <a:pt x="224441" y="10119"/>
                  </a:lnTo>
                  <a:lnTo>
                    <a:pt x="219420" y="8377"/>
                  </a:lnTo>
                  <a:lnTo>
                    <a:pt x="214346" y="6796"/>
                  </a:lnTo>
                  <a:lnTo>
                    <a:pt x="209224" y="5378"/>
                  </a:lnTo>
                  <a:lnTo>
                    <a:pt x="204060" y="4122"/>
                  </a:lnTo>
                  <a:lnTo>
                    <a:pt x="198858" y="3032"/>
                  </a:lnTo>
                  <a:lnTo>
                    <a:pt x="193625" y="2107"/>
                  </a:lnTo>
                  <a:lnTo>
                    <a:pt x="188365" y="1349"/>
                  </a:lnTo>
                  <a:lnTo>
                    <a:pt x="183083" y="759"/>
                  </a:lnTo>
                  <a:lnTo>
                    <a:pt x="177785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131" y="0"/>
                  </a:moveTo>
                  <a:lnTo>
                    <a:pt x="0" y="0"/>
                  </a:ln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6" y="5018213"/>
              <a:ext cx="334321" cy="334329"/>
            </a:xfrm>
            <a:custGeom>
              <a:avLst/>
              <a:pathLst>
                <a:path w="334321" h="334329">
                  <a:moveTo>
                    <a:pt x="167023" y="0"/>
                  </a:moveTo>
                  <a:lnTo>
                    <a:pt x="161734" y="87"/>
                  </a:lnTo>
                  <a:lnTo>
                    <a:pt x="156450" y="343"/>
                  </a:lnTo>
                  <a:lnTo>
                    <a:pt x="151177" y="765"/>
                  </a:lnTo>
                  <a:lnTo>
                    <a:pt x="145920" y="1354"/>
                  </a:lnTo>
                  <a:lnTo>
                    <a:pt x="140684" y="2108"/>
                  </a:lnTo>
                  <a:lnTo>
                    <a:pt x="135475" y="3029"/>
                  </a:lnTo>
                  <a:lnTo>
                    <a:pt x="130297" y="4113"/>
                  </a:lnTo>
                  <a:lnTo>
                    <a:pt x="125156" y="5361"/>
                  </a:lnTo>
                  <a:lnTo>
                    <a:pt x="120058" y="6771"/>
                  </a:lnTo>
                  <a:lnTo>
                    <a:pt x="115006" y="8341"/>
                  </a:lnTo>
                  <a:lnTo>
                    <a:pt x="110007" y="10071"/>
                  </a:lnTo>
                  <a:lnTo>
                    <a:pt x="105065" y="11958"/>
                  </a:lnTo>
                  <a:lnTo>
                    <a:pt x="100185" y="14000"/>
                  </a:lnTo>
                  <a:lnTo>
                    <a:pt x="95373" y="16196"/>
                  </a:lnTo>
                  <a:lnTo>
                    <a:pt x="90632" y="18542"/>
                  </a:lnTo>
                  <a:lnTo>
                    <a:pt x="85967" y="21038"/>
                  </a:lnTo>
                  <a:lnTo>
                    <a:pt x="81384" y="23680"/>
                  </a:lnTo>
                  <a:lnTo>
                    <a:pt x="76887" y="26466"/>
                  </a:lnTo>
                  <a:lnTo>
                    <a:pt x="72481" y="29392"/>
                  </a:lnTo>
                  <a:lnTo>
                    <a:pt x="68169" y="32457"/>
                  </a:lnTo>
                  <a:lnTo>
                    <a:pt x="63956" y="35656"/>
                  </a:lnTo>
                  <a:lnTo>
                    <a:pt x="59847" y="38987"/>
                  </a:lnTo>
                  <a:lnTo>
                    <a:pt x="55845" y="42447"/>
                  </a:lnTo>
                  <a:lnTo>
                    <a:pt x="51954" y="46031"/>
                  </a:lnTo>
                  <a:lnTo>
                    <a:pt x="48179" y="49737"/>
                  </a:lnTo>
                  <a:lnTo>
                    <a:pt x="44523" y="53560"/>
                  </a:lnTo>
                  <a:lnTo>
                    <a:pt x="40990" y="57497"/>
                  </a:lnTo>
                  <a:lnTo>
                    <a:pt x="37583" y="61544"/>
                  </a:lnTo>
                  <a:lnTo>
                    <a:pt x="34306" y="65696"/>
                  </a:lnTo>
                  <a:lnTo>
                    <a:pt x="31162" y="69951"/>
                  </a:lnTo>
                  <a:lnTo>
                    <a:pt x="28154" y="74302"/>
                  </a:lnTo>
                  <a:lnTo>
                    <a:pt x="25285" y="78747"/>
                  </a:lnTo>
                  <a:lnTo>
                    <a:pt x="22559" y="83280"/>
                  </a:lnTo>
                  <a:lnTo>
                    <a:pt x="19977" y="87897"/>
                  </a:lnTo>
                  <a:lnTo>
                    <a:pt x="17542" y="92593"/>
                  </a:lnTo>
                  <a:lnTo>
                    <a:pt x="15258" y="97365"/>
                  </a:lnTo>
                  <a:lnTo>
                    <a:pt x="13125" y="102206"/>
                  </a:lnTo>
                  <a:lnTo>
                    <a:pt x="11147" y="107112"/>
                  </a:lnTo>
                  <a:lnTo>
                    <a:pt x="9325" y="112078"/>
                  </a:lnTo>
                  <a:lnTo>
                    <a:pt x="7661" y="117099"/>
                  </a:lnTo>
                  <a:lnTo>
                    <a:pt x="6156" y="122171"/>
                  </a:lnTo>
                  <a:lnTo>
                    <a:pt x="4813" y="127288"/>
                  </a:lnTo>
                  <a:lnTo>
                    <a:pt x="3633" y="132444"/>
                  </a:lnTo>
                  <a:lnTo>
                    <a:pt x="2616" y="137635"/>
                  </a:lnTo>
                  <a:lnTo>
                    <a:pt x="1764" y="142856"/>
                  </a:lnTo>
                  <a:lnTo>
                    <a:pt x="1078" y="148101"/>
                  </a:lnTo>
                  <a:lnTo>
                    <a:pt x="558" y="153366"/>
                  </a:lnTo>
                  <a:lnTo>
                    <a:pt x="204" y="158644"/>
                  </a:lnTo>
                  <a:lnTo>
                    <a:pt x="18" y="163931"/>
                  </a:lnTo>
                  <a:lnTo>
                    <a:pt x="0" y="169221"/>
                  </a:lnTo>
                  <a:lnTo>
                    <a:pt x="148" y="174508"/>
                  </a:lnTo>
                  <a:lnTo>
                    <a:pt x="464" y="179789"/>
                  </a:lnTo>
                  <a:lnTo>
                    <a:pt x="947" y="185057"/>
                  </a:lnTo>
                  <a:lnTo>
                    <a:pt x="1596" y="190307"/>
                  </a:lnTo>
                  <a:lnTo>
                    <a:pt x="2411" y="195533"/>
                  </a:lnTo>
                  <a:lnTo>
                    <a:pt x="3391" y="200732"/>
                  </a:lnTo>
                  <a:lnTo>
                    <a:pt x="4535" y="205897"/>
                  </a:lnTo>
                  <a:lnTo>
                    <a:pt x="5842" y="211023"/>
                  </a:lnTo>
                  <a:lnTo>
                    <a:pt x="7310" y="216105"/>
                  </a:lnTo>
                  <a:lnTo>
                    <a:pt x="8939" y="221138"/>
                  </a:lnTo>
                  <a:lnTo>
                    <a:pt x="10726" y="226117"/>
                  </a:lnTo>
                  <a:lnTo>
                    <a:pt x="12669" y="231037"/>
                  </a:lnTo>
                  <a:lnTo>
                    <a:pt x="14768" y="235893"/>
                  </a:lnTo>
                  <a:lnTo>
                    <a:pt x="17018" y="240680"/>
                  </a:lnTo>
                  <a:lnTo>
                    <a:pt x="19420" y="245394"/>
                  </a:lnTo>
                  <a:lnTo>
                    <a:pt x="21969" y="250029"/>
                  </a:lnTo>
                  <a:lnTo>
                    <a:pt x="24663" y="254581"/>
                  </a:lnTo>
                  <a:lnTo>
                    <a:pt x="27500" y="259046"/>
                  </a:lnTo>
                  <a:lnTo>
                    <a:pt x="30477" y="263419"/>
                  </a:lnTo>
                  <a:lnTo>
                    <a:pt x="33591" y="267695"/>
                  </a:lnTo>
                  <a:lnTo>
                    <a:pt x="36839" y="271871"/>
                  </a:lnTo>
                  <a:lnTo>
                    <a:pt x="40217" y="275941"/>
                  </a:lnTo>
                  <a:lnTo>
                    <a:pt x="43722" y="279903"/>
                  </a:lnTo>
                  <a:lnTo>
                    <a:pt x="47351" y="283752"/>
                  </a:lnTo>
                  <a:lnTo>
                    <a:pt x="51100" y="287485"/>
                  </a:lnTo>
                  <a:lnTo>
                    <a:pt x="54965" y="291096"/>
                  </a:lnTo>
                  <a:lnTo>
                    <a:pt x="58942" y="294584"/>
                  </a:lnTo>
                  <a:lnTo>
                    <a:pt x="63028" y="297944"/>
                  </a:lnTo>
                  <a:lnTo>
                    <a:pt x="67218" y="301173"/>
                  </a:lnTo>
                  <a:lnTo>
                    <a:pt x="71508" y="304268"/>
                  </a:lnTo>
                  <a:lnTo>
                    <a:pt x="75894" y="307226"/>
                  </a:lnTo>
                  <a:lnTo>
                    <a:pt x="80371" y="310043"/>
                  </a:lnTo>
                  <a:lnTo>
                    <a:pt x="84936" y="312718"/>
                  </a:lnTo>
                  <a:lnTo>
                    <a:pt x="89582" y="315246"/>
                  </a:lnTo>
                  <a:lnTo>
                    <a:pt x="94306" y="317627"/>
                  </a:lnTo>
                  <a:lnTo>
                    <a:pt x="99103" y="319856"/>
                  </a:lnTo>
                  <a:lnTo>
                    <a:pt x="103969" y="321933"/>
                  </a:lnTo>
                  <a:lnTo>
                    <a:pt x="108897" y="323855"/>
                  </a:lnTo>
                  <a:lnTo>
                    <a:pt x="113884" y="325619"/>
                  </a:lnTo>
                  <a:lnTo>
                    <a:pt x="118924" y="327226"/>
                  </a:lnTo>
                  <a:lnTo>
                    <a:pt x="124013" y="328672"/>
                  </a:lnTo>
                  <a:lnTo>
                    <a:pt x="129144" y="329956"/>
                  </a:lnTo>
                  <a:lnTo>
                    <a:pt x="134314" y="331077"/>
                  </a:lnTo>
                  <a:lnTo>
                    <a:pt x="139517" y="332034"/>
                  </a:lnTo>
                  <a:lnTo>
                    <a:pt x="144747" y="332826"/>
                  </a:lnTo>
                  <a:lnTo>
                    <a:pt x="150000" y="333452"/>
                  </a:lnTo>
                  <a:lnTo>
                    <a:pt x="155270" y="333911"/>
                  </a:lnTo>
                  <a:lnTo>
                    <a:pt x="160552" y="334204"/>
                  </a:lnTo>
                  <a:lnTo>
                    <a:pt x="165840" y="334329"/>
                  </a:lnTo>
                  <a:lnTo>
                    <a:pt x="171130" y="334287"/>
                  </a:lnTo>
                  <a:lnTo>
                    <a:pt x="176416" y="334078"/>
                  </a:lnTo>
                  <a:lnTo>
                    <a:pt x="181692" y="333701"/>
                  </a:lnTo>
                  <a:lnTo>
                    <a:pt x="186954" y="333158"/>
                  </a:lnTo>
                  <a:lnTo>
                    <a:pt x="192196" y="332448"/>
                  </a:lnTo>
                  <a:lnTo>
                    <a:pt x="197413" y="331573"/>
                  </a:lnTo>
                  <a:lnTo>
                    <a:pt x="202600" y="330533"/>
                  </a:lnTo>
                  <a:lnTo>
                    <a:pt x="207751" y="329330"/>
                  </a:lnTo>
                  <a:lnTo>
                    <a:pt x="212862" y="327964"/>
                  </a:lnTo>
                  <a:lnTo>
                    <a:pt x="217927" y="326437"/>
                  </a:lnTo>
                  <a:lnTo>
                    <a:pt x="222941" y="324751"/>
                  </a:lnTo>
                  <a:lnTo>
                    <a:pt x="227899" y="322907"/>
                  </a:lnTo>
                  <a:lnTo>
                    <a:pt x="232796" y="320907"/>
                  </a:lnTo>
                  <a:lnTo>
                    <a:pt x="237628" y="318753"/>
                  </a:lnTo>
                  <a:lnTo>
                    <a:pt x="242389" y="316448"/>
                  </a:lnTo>
                  <a:lnTo>
                    <a:pt x="247075" y="313992"/>
                  </a:lnTo>
                  <a:lnTo>
                    <a:pt x="251680" y="311390"/>
                  </a:lnTo>
                  <a:lnTo>
                    <a:pt x="256201" y="308643"/>
                  </a:lnTo>
                  <a:lnTo>
                    <a:pt x="260633" y="305755"/>
                  </a:lnTo>
                  <a:lnTo>
                    <a:pt x="264971" y="302728"/>
                  </a:lnTo>
                  <a:lnTo>
                    <a:pt x="269211" y="299565"/>
                  </a:lnTo>
                  <a:lnTo>
                    <a:pt x="273350" y="296270"/>
                  </a:lnTo>
                  <a:lnTo>
                    <a:pt x="277381" y="292845"/>
                  </a:lnTo>
                  <a:lnTo>
                    <a:pt x="281303" y="289294"/>
                  </a:lnTo>
                  <a:lnTo>
                    <a:pt x="285110" y="285622"/>
                  </a:lnTo>
                  <a:lnTo>
                    <a:pt x="288799" y="281830"/>
                  </a:lnTo>
                  <a:lnTo>
                    <a:pt x="292366" y="277924"/>
                  </a:lnTo>
                  <a:lnTo>
                    <a:pt x="295807" y="273906"/>
                  </a:lnTo>
                  <a:lnTo>
                    <a:pt x="299120" y="269782"/>
                  </a:lnTo>
                  <a:lnTo>
                    <a:pt x="302301" y="265556"/>
                  </a:lnTo>
                  <a:lnTo>
                    <a:pt x="305346" y="261230"/>
                  </a:lnTo>
                  <a:lnTo>
                    <a:pt x="308253" y="256811"/>
                  </a:lnTo>
                  <a:lnTo>
                    <a:pt x="311019" y="252301"/>
                  </a:lnTo>
                  <a:lnTo>
                    <a:pt x="313641" y="247707"/>
                  </a:lnTo>
                  <a:lnTo>
                    <a:pt x="316116" y="243031"/>
                  </a:lnTo>
                  <a:lnTo>
                    <a:pt x="318442" y="238280"/>
                  </a:lnTo>
                  <a:lnTo>
                    <a:pt x="320616" y="233458"/>
                  </a:lnTo>
                  <a:lnTo>
                    <a:pt x="322637" y="228569"/>
                  </a:lnTo>
                  <a:lnTo>
                    <a:pt x="324502" y="223619"/>
                  </a:lnTo>
                  <a:lnTo>
                    <a:pt x="326209" y="218612"/>
                  </a:lnTo>
                  <a:lnTo>
                    <a:pt x="327757" y="213553"/>
                  </a:lnTo>
                  <a:lnTo>
                    <a:pt x="329144" y="208449"/>
                  </a:lnTo>
                  <a:lnTo>
                    <a:pt x="330369" y="203302"/>
                  </a:lnTo>
                  <a:lnTo>
                    <a:pt x="331431" y="198120"/>
                  </a:lnTo>
                  <a:lnTo>
                    <a:pt x="332328" y="192907"/>
                  </a:lnTo>
                  <a:lnTo>
                    <a:pt x="333060" y="187668"/>
                  </a:lnTo>
                  <a:lnTo>
                    <a:pt x="333626" y="182408"/>
                  </a:lnTo>
                  <a:lnTo>
                    <a:pt x="334024" y="177133"/>
                  </a:lnTo>
                  <a:lnTo>
                    <a:pt x="334256" y="171848"/>
                  </a:lnTo>
                  <a:lnTo>
                    <a:pt x="334321" y="166559"/>
                  </a:lnTo>
                  <a:lnTo>
                    <a:pt x="334218" y="161270"/>
                  </a:lnTo>
                  <a:lnTo>
                    <a:pt x="333947" y="155987"/>
                  </a:lnTo>
                  <a:lnTo>
                    <a:pt x="333510" y="150715"/>
                  </a:lnTo>
                  <a:lnTo>
                    <a:pt x="332906" y="145460"/>
                  </a:lnTo>
                  <a:lnTo>
                    <a:pt x="332137" y="140226"/>
                  </a:lnTo>
                  <a:lnTo>
                    <a:pt x="331202" y="135019"/>
                  </a:lnTo>
                  <a:lnTo>
                    <a:pt x="330102" y="129845"/>
                  </a:lnTo>
                  <a:lnTo>
                    <a:pt x="328840" y="124708"/>
                  </a:lnTo>
                  <a:lnTo>
                    <a:pt x="327415" y="119613"/>
                  </a:lnTo>
                  <a:lnTo>
                    <a:pt x="325831" y="114566"/>
                  </a:lnTo>
                  <a:lnTo>
                    <a:pt x="324087" y="109572"/>
                  </a:lnTo>
                  <a:lnTo>
                    <a:pt x="322186" y="104635"/>
                  </a:lnTo>
                  <a:lnTo>
                    <a:pt x="320130" y="99761"/>
                  </a:lnTo>
                  <a:lnTo>
                    <a:pt x="317920" y="94955"/>
                  </a:lnTo>
                  <a:lnTo>
                    <a:pt x="315560" y="90221"/>
                  </a:lnTo>
                  <a:lnTo>
                    <a:pt x="313051" y="85564"/>
                  </a:lnTo>
                  <a:lnTo>
                    <a:pt x="310396" y="80988"/>
                  </a:lnTo>
                  <a:lnTo>
                    <a:pt x="307598" y="76499"/>
                  </a:lnTo>
                  <a:lnTo>
                    <a:pt x="304658" y="72101"/>
                  </a:lnTo>
                  <a:lnTo>
                    <a:pt x="301582" y="67798"/>
                  </a:lnTo>
                  <a:lnTo>
                    <a:pt x="298370" y="63594"/>
                  </a:lnTo>
                  <a:lnTo>
                    <a:pt x="295027" y="59494"/>
                  </a:lnTo>
                  <a:lnTo>
                    <a:pt x="291557" y="55502"/>
                  </a:lnTo>
                  <a:lnTo>
                    <a:pt x="287961" y="51622"/>
                  </a:lnTo>
                  <a:lnTo>
                    <a:pt x="284245" y="47857"/>
                  </a:lnTo>
                  <a:lnTo>
                    <a:pt x="280411" y="44212"/>
                  </a:lnTo>
                  <a:lnTo>
                    <a:pt x="276464" y="40690"/>
                  </a:lnTo>
                  <a:lnTo>
                    <a:pt x="272408" y="37295"/>
                  </a:lnTo>
                  <a:lnTo>
                    <a:pt x="268246" y="34030"/>
                  </a:lnTo>
                  <a:lnTo>
                    <a:pt x="263982" y="30898"/>
                  </a:lnTo>
                  <a:lnTo>
                    <a:pt x="259622" y="27902"/>
                  </a:lnTo>
                  <a:lnTo>
                    <a:pt x="255170" y="25046"/>
                  </a:lnTo>
                  <a:lnTo>
                    <a:pt x="250629" y="22333"/>
                  </a:lnTo>
                  <a:lnTo>
                    <a:pt x="246004" y="19764"/>
                  </a:lnTo>
                  <a:lnTo>
                    <a:pt x="241301" y="17343"/>
                  </a:lnTo>
                  <a:lnTo>
                    <a:pt x="236523" y="15072"/>
                  </a:lnTo>
                  <a:lnTo>
                    <a:pt x="231676" y="12953"/>
                  </a:lnTo>
                  <a:lnTo>
                    <a:pt x="226764" y="10989"/>
                  </a:lnTo>
                  <a:lnTo>
                    <a:pt x="221793" y="9181"/>
                  </a:lnTo>
                  <a:lnTo>
                    <a:pt x="216767" y="7531"/>
                  </a:lnTo>
                  <a:lnTo>
                    <a:pt x="211691" y="6041"/>
                  </a:lnTo>
                  <a:lnTo>
                    <a:pt x="206571" y="4713"/>
                  </a:lnTo>
                  <a:lnTo>
                    <a:pt x="201411" y="3547"/>
                  </a:lnTo>
                  <a:lnTo>
                    <a:pt x="196217" y="2545"/>
                  </a:lnTo>
                  <a:lnTo>
                    <a:pt x="190993" y="1708"/>
                  </a:lnTo>
                  <a:lnTo>
                    <a:pt x="185746" y="1037"/>
                  </a:lnTo>
                  <a:lnTo>
                    <a:pt x="180480" y="531"/>
                  </a:lnTo>
                  <a:lnTo>
                    <a:pt x="175201" y="193"/>
                  </a:lnTo>
                  <a:lnTo>
                    <a:pt x="169914" y="2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2759" cy="167167"/>
            </a:xfrm>
            <a:custGeom>
              <a:avLst/>
              <a:pathLst>
                <a:path w="2759" h="167167">
                  <a:moveTo>
                    <a:pt x="2759" y="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815443" y="5269756"/>
              <a:ext cx="149057" cy="167167"/>
            </a:xfrm>
            <a:custGeom>
              <a:avLst/>
              <a:pathLst>
                <a:path w="149057" h="167167">
                  <a:moveTo>
                    <a:pt x="149057" y="0"/>
                  </a:moveTo>
                  <a:lnTo>
                    <a:pt x="143645" y="87"/>
                  </a:lnTo>
                  <a:lnTo>
                    <a:pt x="138238" y="350"/>
                  </a:lnTo>
                  <a:lnTo>
                    <a:pt x="132843" y="788"/>
                  </a:lnTo>
                  <a:lnTo>
                    <a:pt x="127464" y="1400"/>
                  </a:lnTo>
                  <a:lnTo>
                    <a:pt x="122109" y="2186"/>
                  </a:lnTo>
                  <a:lnTo>
                    <a:pt x="116781" y="3145"/>
                  </a:lnTo>
                  <a:lnTo>
                    <a:pt x="111488" y="4276"/>
                  </a:lnTo>
                  <a:lnTo>
                    <a:pt x="106233" y="5578"/>
                  </a:lnTo>
                  <a:lnTo>
                    <a:pt x="101024" y="7049"/>
                  </a:lnTo>
                  <a:lnTo>
                    <a:pt x="95865" y="8688"/>
                  </a:lnTo>
                  <a:lnTo>
                    <a:pt x="90762" y="10493"/>
                  </a:lnTo>
                  <a:lnTo>
                    <a:pt x="85720" y="12463"/>
                  </a:lnTo>
                  <a:lnTo>
                    <a:pt x="80744" y="14595"/>
                  </a:lnTo>
                  <a:lnTo>
                    <a:pt x="75840" y="16887"/>
                  </a:lnTo>
                  <a:lnTo>
                    <a:pt x="71013" y="19336"/>
                  </a:lnTo>
                  <a:lnTo>
                    <a:pt x="66267" y="21940"/>
                  </a:lnTo>
                  <a:lnTo>
                    <a:pt x="61609" y="24697"/>
                  </a:lnTo>
                  <a:lnTo>
                    <a:pt x="57042" y="27603"/>
                  </a:lnTo>
                  <a:lnTo>
                    <a:pt x="52571" y="30655"/>
                  </a:lnTo>
                  <a:lnTo>
                    <a:pt x="48202" y="33851"/>
                  </a:lnTo>
                  <a:lnTo>
                    <a:pt x="43938" y="37186"/>
                  </a:lnTo>
                  <a:lnTo>
                    <a:pt x="39785" y="40658"/>
                  </a:lnTo>
                  <a:lnTo>
                    <a:pt x="35746" y="44262"/>
                  </a:lnTo>
                  <a:lnTo>
                    <a:pt x="31827" y="47995"/>
                  </a:lnTo>
                  <a:lnTo>
                    <a:pt x="28030" y="51853"/>
                  </a:lnTo>
                  <a:lnTo>
                    <a:pt x="24360" y="55832"/>
                  </a:lnTo>
                  <a:lnTo>
                    <a:pt x="20820" y="59928"/>
                  </a:lnTo>
                  <a:lnTo>
                    <a:pt x="17415" y="64136"/>
                  </a:lnTo>
                  <a:lnTo>
                    <a:pt x="14148" y="68452"/>
                  </a:lnTo>
                  <a:lnTo>
                    <a:pt x="11023" y="72872"/>
                  </a:lnTo>
                  <a:lnTo>
                    <a:pt x="8042" y="77391"/>
                  </a:lnTo>
                  <a:lnTo>
                    <a:pt x="5210" y="82004"/>
                  </a:lnTo>
                  <a:lnTo>
                    <a:pt x="2528" y="86706"/>
                  </a:lnTo>
                  <a:lnTo>
                    <a:pt x="0" y="91492"/>
                  </a:lnTo>
                  <a:lnTo>
                    <a:pt x="1490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8" y="5269756"/>
              <a:ext cx="334316" cy="334332"/>
            </a:xfrm>
            <a:custGeom>
              <a:avLst/>
              <a:pathLst>
                <a:path w="334316" h="334332">
                  <a:moveTo>
                    <a:pt x="18105" y="91492"/>
                  </a:moveTo>
                  <a:lnTo>
                    <a:pt x="15775" y="96268"/>
                  </a:lnTo>
                  <a:lnTo>
                    <a:pt x="13598" y="101116"/>
                  </a:lnTo>
                  <a:lnTo>
                    <a:pt x="11576" y="106031"/>
                  </a:lnTo>
                  <a:lnTo>
                    <a:pt x="9711" y="111008"/>
                  </a:lnTo>
                  <a:lnTo>
                    <a:pt x="8005" y="116041"/>
                  </a:lnTo>
                  <a:lnTo>
                    <a:pt x="6461" y="121126"/>
                  </a:lnTo>
                  <a:lnTo>
                    <a:pt x="5078" y="126257"/>
                  </a:lnTo>
                  <a:lnTo>
                    <a:pt x="3860" y="131430"/>
                  </a:lnTo>
                  <a:lnTo>
                    <a:pt x="2806" y="136639"/>
                  </a:lnTo>
                  <a:lnTo>
                    <a:pt x="1919" y="141879"/>
                  </a:lnTo>
                  <a:lnTo>
                    <a:pt x="1199" y="147145"/>
                  </a:lnTo>
                  <a:lnTo>
                    <a:pt x="646" y="152430"/>
                  </a:lnTo>
                  <a:lnTo>
                    <a:pt x="262" y="157731"/>
                  </a:lnTo>
                  <a:lnTo>
                    <a:pt x="46" y="163041"/>
                  </a:lnTo>
                  <a:lnTo>
                    <a:pt x="0" y="168355"/>
                  </a:lnTo>
                  <a:lnTo>
                    <a:pt x="122" y="173668"/>
                  </a:lnTo>
                  <a:lnTo>
                    <a:pt x="413" y="178974"/>
                  </a:lnTo>
                  <a:lnTo>
                    <a:pt x="872" y="184269"/>
                  </a:lnTo>
                  <a:lnTo>
                    <a:pt x="1500" y="189546"/>
                  </a:lnTo>
                  <a:lnTo>
                    <a:pt x="2295" y="194801"/>
                  </a:lnTo>
                  <a:lnTo>
                    <a:pt x="3257" y="200028"/>
                  </a:lnTo>
                  <a:lnTo>
                    <a:pt x="4384" y="205221"/>
                  </a:lnTo>
                  <a:lnTo>
                    <a:pt x="5676" y="210376"/>
                  </a:lnTo>
                  <a:lnTo>
                    <a:pt x="7131" y="215487"/>
                  </a:lnTo>
                  <a:lnTo>
                    <a:pt x="8748" y="220550"/>
                  </a:lnTo>
                  <a:lnTo>
                    <a:pt x="10525" y="225559"/>
                  </a:lnTo>
                  <a:lnTo>
                    <a:pt x="12460" y="230508"/>
                  </a:lnTo>
                  <a:lnTo>
                    <a:pt x="14552" y="235394"/>
                  </a:lnTo>
                  <a:lnTo>
                    <a:pt x="16798" y="240210"/>
                  </a:lnTo>
                  <a:lnTo>
                    <a:pt x="19196" y="244953"/>
                  </a:lnTo>
                  <a:lnTo>
                    <a:pt x="21743" y="249617"/>
                  </a:lnTo>
                  <a:lnTo>
                    <a:pt x="24437" y="254198"/>
                  </a:lnTo>
                  <a:lnTo>
                    <a:pt x="27276" y="258691"/>
                  </a:lnTo>
                  <a:lnTo>
                    <a:pt x="30256" y="263091"/>
                  </a:lnTo>
                  <a:lnTo>
                    <a:pt x="33374" y="267394"/>
                  </a:lnTo>
                  <a:lnTo>
                    <a:pt x="36628" y="271597"/>
                  </a:lnTo>
                  <a:lnTo>
                    <a:pt x="40013" y="275693"/>
                  </a:lnTo>
                  <a:lnTo>
                    <a:pt x="43527" y="279680"/>
                  </a:lnTo>
                  <a:lnTo>
                    <a:pt x="47166" y="283553"/>
                  </a:lnTo>
                  <a:lnTo>
                    <a:pt x="50926" y="287309"/>
                  </a:lnTo>
                  <a:lnTo>
                    <a:pt x="54804" y="290943"/>
                  </a:lnTo>
                  <a:lnTo>
                    <a:pt x="58795" y="294452"/>
                  </a:lnTo>
                  <a:lnTo>
                    <a:pt x="62896" y="297832"/>
                  </a:lnTo>
                  <a:lnTo>
                    <a:pt x="67102" y="301080"/>
                  </a:lnTo>
                  <a:lnTo>
                    <a:pt x="71409" y="304193"/>
                  </a:lnTo>
                  <a:lnTo>
                    <a:pt x="75814" y="307168"/>
                  </a:lnTo>
                  <a:lnTo>
                    <a:pt x="80310" y="310001"/>
                  </a:lnTo>
                  <a:lnTo>
                    <a:pt x="84894" y="312690"/>
                  </a:lnTo>
                  <a:lnTo>
                    <a:pt x="89561" y="315231"/>
                  </a:lnTo>
                  <a:lnTo>
                    <a:pt x="94307" y="317623"/>
                  </a:lnTo>
                  <a:lnTo>
                    <a:pt x="99127" y="319863"/>
                  </a:lnTo>
                  <a:lnTo>
                    <a:pt x="104015" y="321948"/>
                  </a:lnTo>
                  <a:lnTo>
                    <a:pt x="108967" y="323877"/>
                  </a:lnTo>
                  <a:lnTo>
                    <a:pt x="113977" y="325648"/>
                  </a:lnTo>
                  <a:lnTo>
                    <a:pt x="119042" y="327259"/>
                  </a:lnTo>
                  <a:lnTo>
                    <a:pt x="124155" y="328707"/>
                  </a:lnTo>
                  <a:lnTo>
                    <a:pt x="129312" y="329993"/>
                  </a:lnTo>
                  <a:lnTo>
                    <a:pt x="134507" y="331114"/>
                  </a:lnTo>
                  <a:lnTo>
                    <a:pt x="139734" y="332069"/>
                  </a:lnTo>
                  <a:lnTo>
                    <a:pt x="144990" y="332857"/>
                  </a:lnTo>
                  <a:lnTo>
                    <a:pt x="150268" y="333478"/>
                  </a:lnTo>
                  <a:lnTo>
                    <a:pt x="155563" y="333931"/>
                  </a:lnTo>
                  <a:lnTo>
                    <a:pt x="160870" y="334216"/>
                  </a:lnTo>
                  <a:lnTo>
                    <a:pt x="166183" y="334332"/>
                  </a:lnTo>
                  <a:lnTo>
                    <a:pt x="171497" y="334278"/>
                  </a:lnTo>
                  <a:lnTo>
                    <a:pt x="176807" y="334056"/>
                  </a:lnTo>
                  <a:lnTo>
                    <a:pt x="182107" y="333665"/>
                  </a:lnTo>
                  <a:lnTo>
                    <a:pt x="187392" y="333106"/>
                  </a:lnTo>
                  <a:lnTo>
                    <a:pt x="192657" y="332379"/>
                  </a:lnTo>
                  <a:lnTo>
                    <a:pt x="197895" y="331485"/>
                  </a:lnTo>
                  <a:lnTo>
                    <a:pt x="203103" y="330425"/>
                  </a:lnTo>
                  <a:lnTo>
                    <a:pt x="208274" y="329200"/>
                  </a:lnTo>
                  <a:lnTo>
                    <a:pt x="213404" y="327812"/>
                  </a:lnTo>
                  <a:lnTo>
                    <a:pt x="218487" y="326260"/>
                  </a:lnTo>
                  <a:lnTo>
                    <a:pt x="223518" y="324549"/>
                  </a:lnTo>
                  <a:lnTo>
                    <a:pt x="228493" y="322678"/>
                  </a:lnTo>
                  <a:lnTo>
                    <a:pt x="233405" y="320650"/>
                  </a:lnTo>
                  <a:lnTo>
                    <a:pt x="238250" y="318466"/>
                  </a:lnTo>
                  <a:lnTo>
                    <a:pt x="243024" y="316130"/>
                  </a:lnTo>
                  <a:lnTo>
                    <a:pt x="247720" y="313644"/>
                  </a:lnTo>
                  <a:lnTo>
                    <a:pt x="252336" y="311009"/>
                  </a:lnTo>
                  <a:lnTo>
                    <a:pt x="256865" y="308229"/>
                  </a:lnTo>
                  <a:lnTo>
                    <a:pt x="261304" y="305306"/>
                  </a:lnTo>
                  <a:lnTo>
                    <a:pt x="265647" y="302244"/>
                  </a:lnTo>
                  <a:lnTo>
                    <a:pt x="269891" y="299045"/>
                  </a:lnTo>
                  <a:lnTo>
                    <a:pt x="274031" y="295713"/>
                  </a:lnTo>
                  <a:lnTo>
                    <a:pt x="278063" y="292251"/>
                  </a:lnTo>
                  <a:lnTo>
                    <a:pt x="281983" y="288663"/>
                  </a:lnTo>
                  <a:lnTo>
                    <a:pt x="285787" y="284951"/>
                  </a:lnTo>
                  <a:lnTo>
                    <a:pt x="289471" y="281121"/>
                  </a:lnTo>
                  <a:lnTo>
                    <a:pt x="293032" y="277176"/>
                  </a:lnTo>
                  <a:lnTo>
                    <a:pt x="296465" y="273119"/>
                  </a:lnTo>
                  <a:lnTo>
                    <a:pt x="299768" y="268955"/>
                  </a:lnTo>
                  <a:lnTo>
                    <a:pt x="302936" y="264689"/>
                  </a:lnTo>
                  <a:lnTo>
                    <a:pt x="305967" y="260324"/>
                  </a:lnTo>
                  <a:lnTo>
                    <a:pt x="308859" y="255864"/>
                  </a:lnTo>
                  <a:lnTo>
                    <a:pt x="311606" y="251316"/>
                  </a:lnTo>
                  <a:lnTo>
                    <a:pt x="314208" y="246682"/>
                  </a:lnTo>
                  <a:lnTo>
                    <a:pt x="316661" y="241967"/>
                  </a:lnTo>
                  <a:lnTo>
                    <a:pt x="318964" y="237177"/>
                  </a:lnTo>
                  <a:lnTo>
                    <a:pt x="321112" y="232317"/>
                  </a:lnTo>
                  <a:lnTo>
                    <a:pt x="323105" y="227390"/>
                  </a:lnTo>
                  <a:lnTo>
                    <a:pt x="324941" y="222403"/>
                  </a:lnTo>
                  <a:lnTo>
                    <a:pt x="326617" y="217359"/>
                  </a:lnTo>
                  <a:lnTo>
                    <a:pt x="328132" y="212266"/>
                  </a:lnTo>
                  <a:lnTo>
                    <a:pt x="329484" y="207126"/>
                  </a:lnTo>
                  <a:lnTo>
                    <a:pt x="330672" y="201946"/>
                  </a:lnTo>
                  <a:lnTo>
                    <a:pt x="331695" y="196731"/>
                  </a:lnTo>
                  <a:lnTo>
                    <a:pt x="332552" y="191486"/>
                  </a:lnTo>
                  <a:lnTo>
                    <a:pt x="333241" y="186217"/>
                  </a:lnTo>
                  <a:lnTo>
                    <a:pt x="333763" y="180928"/>
                  </a:lnTo>
                  <a:lnTo>
                    <a:pt x="334116" y="175625"/>
                  </a:lnTo>
                  <a:lnTo>
                    <a:pt x="334301" y="170314"/>
                  </a:lnTo>
                  <a:lnTo>
                    <a:pt x="334316" y="164999"/>
                  </a:lnTo>
                  <a:lnTo>
                    <a:pt x="334163" y="159687"/>
                  </a:lnTo>
                  <a:lnTo>
                    <a:pt x="333841" y="154383"/>
                  </a:lnTo>
                  <a:lnTo>
                    <a:pt x="333350" y="149091"/>
                  </a:lnTo>
                  <a:lnTo>
                    <a:pt x="332691" y="143817"/>
                  </a:lnTo>
                  <a:lnTo>
                    <a:pt x="331866" y="138567"/>
                  </a:lnTo>
                  <a:lnTo>
                    <a:pt x="330873" y="133346"/>
                  </a:lnTo>
                  <a:lnTo>
                    <a:pt x="329715" y="128160"/>
                  </a:lnTo>
                  <a:lnTo>
                    <a:pt x="328393" y="123012"/>
                  </a:lnTo>
                  <a:lnTo>
                    <a:pt x="326908" y="117910"/>
                  </a:lnTo>
                  <a:lnTo>
                    <a:pt x="325262" y="112857"/>
                  </a:lnTo>
                  <a:lnTo>
                    <a:pt x="323456" y="107859"/>
                  </a:lnTo>
                  <a:lnTo>
                    <a:pt x="321491" y="102920"/>
                  </a:lnTo>
                  <a:lnTo>
                    <a:pt x="319371" y="98047"/>
                  </a:lnTo>
                  <a:lnTo>
                    <a:pt x="317097" y="93244"/>
                  </a:lnTo>
                  <a:lnTo>
                    <a:pt x="314672" y="88515"/>
                  </a:lnTo>
                  <a:lnTo>
                    <a:pt x="312097" y="83866"/>
                  </a:lnTo>
                  <a:lnTo>
                    <a:pt x="309376" y="79301"/>
                  </a:lnTo>
                  <a:lnTo>
                    <a:pt x="306511" y="74825"/>
                  </a:lnTo>
                  <a:lnTo>
                    <a:pt x="303505" y="70442"/>
                  </a:lnTo>
                  <a:lnTo>
                    <a:pt x="300362" y="66157"/>
                  </a:lnTo>
                  <a:lnTo>
                    <a:pt x="297084" y="61974"/>
                  </a:lnTo>
                  <a:lnTo>
                    <a:pt x="293674" y="57898"/>
                  </a:lnTo>
                  <a:lnTo>
                    <a:pt x="290137" y="53931"/>
                  </a:lnTo>
                  <a:lnTo>
                    <a:pt x="286475" y="50080"/>
                  </a:lnTo>
                  <a:lnTo>
                    <a:pt x="282693" y="46346"/>
                  </a:lnTo>
                  <a:lnTo>
                    <a:pt x="278794" y="42735"/>
                  </a:lnTo>
                  <a:lnTo>
                    <a:pt x="274783" y="39249"/>
                  </a:lnTo>
                  <a:lnTo>
                    <a:pt x="270662" y="35893"/>
                  </a:lnTo>
                  <a:lnTo>
                    <a:pt x="266437" y="32669"/>
                  </a:lnTo>
                  <a:lnTo>
                    <a:pt x="262111" y="29582"/>
                  </a:lnTo>
                  <a:lnTo>
                    <a:pt x="257690" y="26633"/>
                  </a:lnTo>
                  <a:lnTo>
                    <a:pt x="253177" y="23827"/>
                  </a:lnTo>
                  <a:lnTo>
                    <a:pt x="248577" y="21165"/>
                  </a:lnTo>
                  <a:lnTo>
                    <a:pt x="243895" y="18651"/>
                  </a:lnTo>
                  <a:lnTo>
                    <a:pt x="239135" y="16287"/>
                  </a:lnTo>
                  <a:lnTo>
                    <a:pt x="234303" y="14075"/>
                  </a:lnTo>
                  <a:lnTo>
                    <a:pt x="229403" y="12018"/>
                  </a:lnTo>
                  <a:lnTo>
                    <a:pt x="224440" y="10118"/>
                  </a:lnTo>
                  <a:lnTo>
                    <a:pt x="219419" y="8377"/>
                  </a:lnTo>
                  <a:lnTo>
                    <a:pt x="214345" y="6796"/>
                  </a:lnTo>
                  <a:lnTo>
                    <a:pt x="209223" y="5377"/>
                  </a:lnTo>
                  <a:lnTo>
                    <a:pt x="204059" y="4122"/>
                  </a:lnTo>
                  <a:lnTo>
                    <a:pt x="198858" y="3032"/>
                  </a:lnTo>
                  <a:lnTo>
                    <a:pt x="193624" y="2107"/>
                  </a:lnTo>
                  <a:lnTo>
                    <a:pt x="188364" y="1349"/>
                  </a:lnTo>
                  <a:lnTo>
                    <a:pt x="183083" y="759"/>
                  </a:lnTo>
                  <a:lnTo>
                    <a:pt x="177785" y="337"/>
                  </a:lnTo>
                  <a:lnTo>
                    <a:pt x="172476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957" y="5399291"/>
              <a:ext cx="7258" cy="167167"/>
            </a:xfrm>
            <a:custGeom>
              <a:avLst/>
              <a:pathLst>
                <a:path w="7258" h="167167">
                  <a:moveTo>
                    <a:pt x="7258" y="0"/>
                  </a:moveTo>
                  <a:lnTo>
                    <a:pt x="0" y="157"/>
                  </a:lnTo>
                  <a:lnTo>
                    <a:pt x="725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6" y="5399449"/>
              <a:ext cx="334317" cy="334177"/>
            </a:xfrm>
            <a:custGeom>
              <a:avLst/>
              <a:pathLst>
                <a:path w="334317" h="334177">
                  <a:moveTo>
                    <a:pt x="159900" y="0"/>
                  </a:moveTo>
                  <a:lnTo>
                    <a:pt x="154624" y="312"/>
                  </a:lnTo>
                  <a:lnTo>
                    <a:pt x="149361" y="792"/>
                  </a:lnTo>
                  <a:lnTo>
                    <a:pt x="144115" y="1438"/>
                  </a:lnTo>
                  <a:lnTo>
                    <a:pt x="138892" y="2249"/>
                  </a:lnTo>
                  <a:lnTo>
                    <a:pt x="133698" y="3225"/>
                  </a:lnTo>
                  <a:lnTo>
                    <a:pt x="128536" y="4365"/>
                  </a:lnTo>
                  <a:lnTo>
                    <a:pt x="123414" y="5667"/>
                  </a:lnTo>
                  <a:lnTo>
                    <a:pt x="118335" y="7131"/>
                  </a:lnTo>
                  <a:lnTo>
                    <a:pt x="113305" y="8754"/>
                  </a:lnTo>
                  <a:lnTo>
                    <a:pt x="108329" y="10536"/>
                  </a:lnTo>
                  <a:lnTo>
                    <a:pt x="103412" y="12474"/>
                  </a:lnTo>
                  <a:lnTo>
                    <a:pt x="98558" y="14566"/>
                  </a:lnTo>
                  <a:lnTo>
                    <a:pt x="93773" y="16811"/>
                  </a:lnTo>
                  <a:lnTo>
                    <a:pt x="89062" y="19206"/>
                  </a:lnTo>
                  <a:lnTo>
                    <a:pt x="84428" y="21749"/>
                  </a:lnTo>
                  <a:lnTo>
                    <a:pt x="79877" y="24437"/>
                  </a:lnTo>
                  <a:lnTo>
                    <a:pt x="75414" y="27268"/>
                  </a:lnTo>
                  <a:lnTo>
                    <a:pt x="71042" y="30238"/>
                  </a:lnTo>
                  <a:lnTo>
                    <a:pt x="66766" y="33345"/>
                  </a:lnTo>
                  <a:lnTo>
                    <a:pt x="62591" y="36585"/>
                  </a:lnTo>
                  <a:lnTo>
                    <a:pt x="58520" y="39956"/>
                  </a:lnTo>
                  <a:lnTo>
                    <a:pt x="54557" y="43454"/>
                  </a:lnTo>
                  <a:lnTo>
                    <a:pt x="50708" y="47076"/>
                  </a:lnTo>
                  <a:lnTo>
                    <a:pt x="46974" y="50817"/>
                  </a:lnTo>
                  <a:lnTo>
                    <a:pt x="43361" y="54675"/>
                  </a:lnTo>
                  <a:lnTo>
                    <a:pt x="39872" y="58645"/>
                  </a:lnTo>
                  <a:lnTo>
                    <a:pt x="36510" y="62723"/>
                  </a:lnTo>
                  <a:lnTo>
                    <a:pt x="33278" y="66905"/>
                  </a:lnTo>
                  <a:lnTo>
                    <a:pt x="30180" y="71188"/>
                  </a:lnTo>
                  <a:lnTo>
                    <a:pt x="27219" y="75566"/>
                  </a:lnTo>
                  <a:lnTo>
                    <a:pt x="24399" y="80036"/>
                  </a:lnTo>
                  <a:lnTo>
                    <a:pt x="21720" y="84593"/>
                  </a:lnTo>
                  <a:lnTo>
                    <a:pt x="19188" y="89232"/>
                  </a:lnTo>
                  <a:lnTo>
                    <a:pt x="16803" y="93948"/>
                  </a:lnTo>
                  <a:lnTo>
                    <a:pt x="14568" y="98738"/>
                  </a:lnTo>
                  <a:lnTo>
                    <a:pt x="12486" y="103596"/>
                  </a:lnTo>
                  <a:lnTo>
                    <a:pt x="10559" y="108518"/>
                  </a:lnTo>
                  <a:lnTo>
                    <a:pt x="8788" y="113498"/>
                  </a:lnTo>
                  <a:lnTo>
                    <a:pt x="7175" y="118531"/>
                  </a:lnTo>
                  <a:lnTo>
                    <a:pt x="5723" y="123613"/>
                  </a:lnTo>
                  <a:lnTo>
                    <a:pt x="4432" y="128738"/>
                  </a:lnTo>
                  <a:lnTo>
                    <a:pt x="3303" y="133902"/>
                  </a:lnTo>
                  <a:lnTo>
                    <a:pt x="2338" y="139098"/>
                  </a:lnTo>
                  <a:lnTo>
                    <a:pt x="1538" y="144323"/>
                  </a:lnTo>
                  <a:lnTo>
                    <a:pt x="904" y="149570"/>
                  </a:lnTo>
                  <a:lnTo>
                    <a:pt x="436" y="154835"/>
                  </a:lnTo>
                  <a:lnTo>
                    <a:pt x="134" y="160112"/>
                  </a:lnTo>
                  <a:lnTo>
                    <a:pt x="0" y="165395"/>
                  </a:lnTo>
                  <a:lnTo>
                    <a:pt x="32" y="170681"/>
                  </a:lnTo>
                  <a:lnTo>
                    <a:pt x="232" y="175962"/>
                  </a:lnTo>
                  <a:lnTo>
                    <a:pt x="598" y="181235"/>
                  </a:lnTo>
                  <a:lnTo>
                    <a:pt x="1131" y="186494"/>
                  </a:lnTo>
                  <a:lnTo>
                    <a:pt x="1830" y="191733"/>
                  </a:lnTo>
                  <a:lnTo>
                    <a:pt x="2694" y="196947"/>
                  </a:lnTo>
                  <a:lnTo>
                    <a:pt x="3723" y="202131"/>
                  </a:lnTo>
                  <a:lnTo>
                    <a:pt x="4915" y="207280"/>
                  </a:lnTo>
                  <a:lnTo>
                    <a:pt x="6269" y="212389"/>
                  </a:lnTo>
                  <a:lnTo>
                    <a:pt x="7784" y="217453"/>
                  </a:lnTo>
                  <a:lnTo>
                    <a:pt x="9459" y="222466"/>
                  </a:lnTo>
                  <a:lnTo>
                    <a:pt x="11291" y="227424"/>
                  </a:lnTo>
                  <a:lnTo>
                    <a:pt x="13278" y="232321"/>
                  </a:lnTo>
                  <a:lnTo>
                    <a:pt x="15420" y="237154"/>
                  </a:lnTo>
                  <a:lnTo>
                    <a:pt x="17713" y="241915"/>
                  </a:lnTo>
                  <a:lnTo>
                    <a:pt x="20156" y="246603"/>
                  </a:lnTo>
                  <a:lnTo>
                    <a:pt x="22746" y="251210"/>
                  </a:lnTo>
                  <a:lnTo>
                    <a:pt x="25480" y="255733"/>
                  </a:lnTo>
                  <a:lnTo>
                    <a:pt x="28356" y="260168"/>
                  </a:lnTo>
                  <a:lnTo>
                    <a:pt x="31370" y="264510"/>
                  </a:lnTo>
                  <a:lnTo>
                    <a:pt x="34520" y="268754"/>
                  </a:lnTo>
                  <a:lnTo>
                    <a:pt x="37803" y="272896"/>
                  </a:lnTo>
                  <a:lnTo>
                    <a:pt x="41215" y="276932"/>
                  </a:lnTo>
                  <a:lnTo>
                    <a:pt x="44753" y="280859"/>
                  </a:lnTo>
                  <a:lnTo>
                    <a:pt x="48414" y="284672"/>
                  </a:lnTo>
                  <a:lnTo>
                    <a:pt x="52193" y="288367"/>
                  </a:lnTo>
                  <a:lnTo>
                    <a:pt x="56087" y="291941"/>
                  </a:lnTo>
                  <a:lnTo>
                    <a:pt x="60092" y="295390"/>
                  </a:lnTo>
                  <a:lnTo>
                    <a:pt x="64204" y="298710"/>
                  </a:lnTo>
                  <a:lnTo>
                    <a:pt x="68419" y="301899"/>
                  </a:lnTo>
                  <a:lnTo>
                    <a:pt x="72733" y="304953"/>
                  </a:lnTo>
                  <a:lnTo>
                    <a:pt x="77141" y="307870"/>
                  </a:lnTo>
                  <a:lnTo>
                    <a:pt x="81639" y="310645"/>
                  </a:lnTo>
                  <a:lnTo>
                    <a:pt x="86223" y="313277"/>
                  </a:lnTo>
                  <a:lnTo>
                    <a:pt x="90887" y="315762"/>
                  </a:lnTo>
                  <a:lnTo>
                    <a:pt x="95628" y="318099"/>
                  </a:lnTo>
                  <a:lnTo>
                    <a:pt x="100440" y="320285"/>
                  </a:lnTo>
                  <a:lnTo>
                    <a:pt x="105319" y="322318"/>
                  </a:lnTo>
                  <a:lnTo>
                    <a:pt x="110260" y="324195"/>
                  </a:lnTo>
                  <a:lnTo>
                    <a:pt x="115257" y="325915"/>
                  </a:lnTo>
                  <a:lnTo>
                    <a:pt x="120307" y="327477"/>
                  </a:lnTo>
                  <a:lnTo>
                    <a:pt x="125403" y="328878"/>
                  </a:lnTo>
                  <a:lnTo>
                    <a:pt x="130541" y="330117"/>
                  </a:lnTo>
                  <a:lnTo>
                    <a:pt x="135716" y="331193"/>
                  </a:lnTo>
                  <a:lnTo>
                    <a:pt x="140922" y="332105"/>
                  </a:lnTo>
                  <a:lnTo>
                    <a:pt x="146155" y="332852"/>
                  </a:lnTo>
                  <a:lnTo>
                    <a:pt x="151408" y="333433"/>
                  </a:lnTo>
                  <a:lnTo>
                    <a:pt x="156677" y="333848"/>
                  </a:lnTo>
                  <a:lnTo>
                    <a:pt x="161957" y="334096"/>
                  </a:lnTo>
                  <a:lnTo>
                    <a:pt x="167242" y="334177"/>
                  </a:lnTo>
                  <a:lnTo>
                    <a:pt x="172526" y="334091"/>
                  </a:lnTo>
                  <a:lnTo>
                    <a:pt x="177806" y="333837"/>
                  </a:lnTo>
                  <a:lnTo>
                    <a:pt x="183074" y="333417"/>
                  </a:lnTo>
                  <a:lnTo>
                    <a:pt x="188327" y="332831"/>
                  </a:lnTo>
                  <a:lnTo>
                    <a:pt x="193559" y="332079"/>
                  </a:lnTo>
                  <a:lnTo>
                    <a:pt x="198764" y="331162"/>
                  </a:lnTo>
                  <a:lnTo>
                    <a:pt x="203938" y="330081"/>
                  </a:lnTo>
                  <a:lnTo>
                    <a:pt x="209075" y="328836"/>
                  </a:lnTo>
                  <a:lnTo>
                    <a:pt x="214170" y="327430"/>
                  </a:lnTo>
                  <a:lnTo>
                    <a:pt x="219218" y="325864"/>
                  </a:lnTo>
                  <a:lnTo>
                    <a:pt x="224214" y="324139"/>
                  </a:lnTo>
                  <a:lnTo>
                    <a:pt x="229153" y="322257"/>
                  </a:lnTo>
                  <a:lnTo>
                    <a:pt x="234030" y="320219"/>
                  </a:lnTo>
                  <a:lnTo>
                    <a:pt x="238840" y="318029"/>
                  </a:lnTo>
                  <a:lnTo>
                    <a:pt x="243578" y="315687"/>
                  </a:lnTo>
                  <a:lnTo>
                    <a:pt x="248240" y="313197"/>
                  </a:lnTo>
                  <a:lnTo>
                    <a:pt x="252821" y="310561"/>
                  </a:lnTo>
                  <a:lnTo>
                    <a:pt x="257316" y="307781"/>
                  </a:lnTo>
                  <a:lnTo>
                    <a:pt x="261722" y="304860"/>
                  </a:lnTo>
                  <a:lnTo>
                    <a:pt x="266032" y="301802"/>
                  </a:lnTo>
                  <a:lnTo>
                    <a:pt x="270244" y="298609"/>
                  </a:lnTo>
                  <a:lnTo>
                    <a:pt x="274353" y="295284"/>
                  </a:lnTo>
                  <a:lnTo>
                    <a:pt x="278355" y="291831"/>
                  </a:lnTo>
                  <a:lnTo>
                    <a:pt x="282245" y="288253"/>
                  </a:lnTo>
                  <a:lnTo>
                    <a:pt x="286021" y="284555"/>
                  </a:lnTo>
                  <a:lnTo>
                    <a:pt x="289677" y="280738"/>
                  </a:lnTo>
                  <a:lnTo>
                    <a:pt x="293211" y="276808"/>
                  </a:lnTo>
                  <a:lnTo>
                    <a:pt x="296620" y="272768"/>
                  </a:lnTo>
                  <a:lnTo>
                    <a:pt x="299898" y="268623"/>
                  </a:lnTo>
                  <a:lnTo>
                    <a:pt x="303044" y="264376"/>
                  </a:lnTo>
                  <a:lnTo>
                    <a:pt x="306054" y="260031"/>
                  </a:lnTo>
                  <a:lnTo>
                    <a:pt x="308926" y="255594"/>
                  </a:lnTo>
                  <a:lnTo>
                    <a:pt x="311655" y="251068"/>
                  </a:lnTo>
                  <a:lnTo>
                    <a:pt x="314241" y="246457"/>
                  </a:lnTo>
                  <a:lnTo>
                    <a:pt x="316679" y="241768"/>
                  </a:lnTo>
                  <a:lnTo>
                    <a:pt x="318967" y="237004"/>
                  </a:lnTo>
                  <a:lnTo>
                    <a:pt x="321104" y="232170"/>
                  </a:lnTo>
                  <a:lnTo>
                    <a:pt x="323087" y="227270"/>
                  </a:lnTo>
                  <a:lnTo>
                    <a:pt x="324914" y="222311"/>
                  </a:lnTo>
                  <a:lnTo>
                    <a:pt x="326584" y="217296"/>
                  </a:lnTo>
                  <a:lnTo>
                    <a:pt x="328094" y="212231"/>
                  </a:lnTo>
                  <a:lnTo>
                    <a:pt x="329443" y="207120"/>
                  </a:lnTo>
                  <a:lnTo>
                    <a:pt x="330630" y="201970"/>
                  </a:lnTo>
                  <a:lnTo>
                    <a:pt x="331653" y="196785"/>
                  </a:lnTo>
                  <a:lnTo>
                    <a:pt x="332513" y="191569"/>
                  </a:lnTo>
                  <a:lnTo>
                    <a:pt x="333206" y="186330"/>
                  </a:lnTo>
                  <a:lnTo>
                    <a:pt x="333734" y="181071"/>
                  </a:lnTo>
                  <a:lnTo>
                    <a:pt x="334095" y="175798"/>
                  </a:lnTo>
                  <a:lnTo>
                    <a:pt x="334290" y="170516"/>
                  </a:lnTo>
                  <a:lnTo>
                    <a:pt x="334317" y="165230"/>
                  </a:lnTo>
                  <a:lnTo>
                    <a:pt x="334177" y="159947"/>
                  </a:lnTo>
                  <a:lnTo>
                    <a:pt x="333871" y="154670"/>
                  </a:lnTo>
                  <a:lnTo>
                    <a:pt x="333397" y="149406"/>
                  </a:lnTo>
                  <a:lnTo>
                    <a:pt x="332758" y="144160"/>
                  </a:lnTo>
                  <a:lnTo>
                    <a:pt x="331952" y="138936"/>
                  </a:lnTo>
                  <a:lnTo>
                    <a:pt x="330983" y="133740"/>
                  </a:lnTo>
                  <a:lnTo>
                    <a:pt x="329849" y="128578"/>
                  </a:lnTo>
                  <a:lnTo>
                    <a:pt x="328553" y="123454"/>
                  </a:lnTo>
                  <a:lnTo>
                    <a:pt x="327095" y="118373"/>
                  </a:lnTo>
                  <a:lnTo>
                    <a:pt x="325478" y="113341"/>
                  </a:lnTo>
                  <a:lnTo>
                    <a:pt x="323702" y="108363"/>
                  </a:lnTo>
                  <a:lnTo>
                    <a:pt x="321770" y="103444"/>
                  </a:lnTo>
                  <a:lnTo>
                    <a:pt x="319683" y="98588"/>
                  </a:lnTo>
                  <a:lnTo>
                    <a:pt x="317443" y="93800"/>
                  </a:lnTo>
                  <a:lnTo>
                    <a:pt x="315054" y="89086"/>
                  </a:lnTo>
                  <a:lnTo>
                    <a:pt x="312516" y="84449"/>
                  </a:lnTo>
                  <a:lnTo>
                    <a:pt x="309834" y="79895"/>
                  </a:lnTo>
                  <a:lnTo>
                    <a:pt x="307009" y="75428"/>
                  </a:lnTo>
                  <a:lnTo>
                    <a:pt x="304043" y="71053"/>
                  </a:lnTo>
                  <a:lnTo>
                    <a:pt x="300941" y="66773"/>
                  </a:lnTo>
                  <a:lnTo>
                    <a:pt x="297706" y="62594"/>
                  </a:lnTo>
                  <a:lnTo>
                    <a:pt x="294340" y="58519"/>
                  </a:lnTo>
                  <a:lnTo>
                    <a:pt x="290846" y="54553"/>
                  </a:lnTo>
                  <a:lnTo>
                    <a:pt x="287229" y="50699"/>
                  </a:lnTo>
                  <a:lnTo>
                    <a:pt x="283492" y="46961"/>
                  </a:lnTo>
                  <a:lnTo>
                    <a:pt x="279639" y="43343"/>
                  </a:lnTo>
                  <a:lnTo>
                    <a:pt x="275673" y="39849"/>
                  </a:lnTo>
                  <a:lnTo>
                    <a:pt x="271599" y="36482"/>
                  </a:lnTo>
                  <a:lnTo>
                    <a:pt x="267420" y="33246"/>
                  </a:lnTo>
                  <a:lnTo>
                    <a:pt x="263141" y="30143"/>
                  </a:lnTo>
                  <a:lnTo>
                    <a:pt x="258767" y="27177"/>
                  </a:lnTo>
                  <a:lnTo>
                    <a:pt x="254300" y="24351"/>
                  </a:lnTo>
                  <a:lnTo>
                    <a:pt x="249747" y="21667"/>
                  </a:lnTo>
                  <a:lnTo>
                    <a:pt x="245111" y="19129"/>
                  </a:lnTo>
                  <a:lnTo>
                    <a:pt x="240397" y="16739"/>
                  </a:lnTo>
                  <a:lnTo>
                    <a:pt x="235610" y="14499"/>
                  </a:lnTo>
                  <a:lnTo>
                    <a:pt x="230754" y="12411"/>
                  </a:lnTo>
                  <a:lnTo>
                    <a:pt x="225835" y="10478"/>
                  </a:lnTo>
                  <a:lnTo>
                    <a:pt x="220857" y="8701"/>
                  </a:lnTo>
                  <a:lnTo>
                    <a:pt x="215825" y="7083"/>
                  </a:lnTo>
                  <a:lnTo>
                    <a:pt x="167159" y="1670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8666" cy="167167"/>
            </a:xfrm>
            <a:custGeom>
              <a:avLst/>
              <a:pathLst>
                <a:path w="48666" h="167167">
                  <a:moveTo>
                    <a:pt x="48666" y="7240"/>
                  </a:moveTo>
                  <a:lnTo>
                    <a:pt x="42729" y="5553"/>
                  </a:lnTo>
                  <a:lnTo>
                    <a:pt x="36733" y="4085"/>
                  </a:lnTo>
                  <a:lnTo>
                    <a:pt x="30688" y="2840"/>
                  </a:lnTo>
                  <a:lnTo>
                    <a:pt x="24600" y="1820"/>
                  </a:lnTo>
                  <a:lnTo>
                    <a:pt x="18480" y="1024"/>
                  </a:lnTo>
                  <a:lnTo>
                    <a:pt x="12334" y="455"/>
                  </a:lnTo>
                  <a:lnTo>
                    <a:pt x="6171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2392" y="5399291"/>
              <a:ext cx="81151" cy="167167"/>
            </a:xfrm>
            <a:custGeom>
              <a:avLst/>
              <a:pathLst>
                <a:path w="81151" h="167167">
                  <a:moveTo>
                    <a:pt x="81151" y="0"/>
                  </a:moveTo>
                  <a:lnTo>
                    <a:pt x="75503" y="95"/>
                  </a:lnTo>
                  <a:lnTo>
                    <a:pt x="69862" y="381"/>
                  </a:lnTo>
                  <a:lnTo>
                    <a:pt x="64233" y="858"/>
                  </a:lnTo>
                  <a:lnTo>
                    <a:pt x="58624" y="1524"/>
                  </a:lnTo>
                  <a:lnTo>
                    <a:pt x="53041" y="2380"/>
                  </a:lnTo>
                  <a:lnTo>
                    <a:pt x="47489" y="3424"/>
                  </a:lnTo>
                  <a:lnTo>
                    <a:pt x="41976" y="4654"/>
                  </a:lnTo>
                  <a:lnTo>
                    <a:pt x="36508" y="6071"/>
                  </a:lnTo>
                  <a:lnTo>
                    <a:pt x="31091" y="7671"/>
                  </a:lnTo>
                  <a:lnTo>
                    <a:pt x="25731" y="9453"/>
                  </a:lnTo>
                  <a:lnTo>
                    <a:pt x="20434" y="11416"/>
                  </a:lnTo>
                  <a:lnTo>
                    <a:pt x="15207" y="13556"/>
                  </a:lnTo>
                  <a:lnTo>
                    <a:pt x="10054" y="15872"/>
                  </a:lnTo>
                  <a:lnTo>
                    <a:pt x="4984" y="18360"/>
                  </a:lnTo>
                  <a:lnTo>
                    <a:pt x="0" y="21018"/>
                  </a:lnTo>
                  <a:lnTo>
                    <a:pt x="811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392" y="5420310"/>
              <a:ext cx="81151" cy="146148"/>
            </a:xfrm>
            <a:custGeom>
              <a:avLst/>
              <a:pathLst>
                <a:path w="81151" h="146148">
                  <a:moveTo>
                    <a:pt x="0" y="0"/>
                  </a:moveTo>
                  <a:lnTo>
                    <a:pt x="81151" y="146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392" y="5420310"/>
              <a:ext cx="81151" cy="146148"/>
            </a:xfrm>
            <a:custGeom>
              <a:avLst/>
              <a:pathLst>
                <a:path w="81151" h="146148">
                  <a:moveTo>
                    <a:pt x="0" y="0"/>
                  </a:moveTo>
                  <a:lnTo>
                    <a:pt x="81151" y="146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392" y="5420310"/>
              <a:ext cx="81151" cy="146148"/>
            </a:xfrm>
            <a:custGeom>
              <a:avLst/>
              <a:pathLst>
                <a:path w="81151" h="146148">
                  <a:moveTo>
                    <a:pt x="0" y="0"/>
                  </a:moveTo>
                  <a:lnTo>
                    <a:pt x="81151" y="146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392" y="5420310"/>
              <a:ext cx="81151" cy="146148"/>
            </a:xfrm>
            <a:custGeom>
              <a:avLst/>
              <a:pathLst>
                <a:path w="81151" h="146148">
                  <a:moveTo>
                    <a:pt x="0" y="0"/>
                  </a:moveTo>
                  <a:lnTo>
                    <a:pt x="81151" y="146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392" y="5420310"/>
              <a:ext cx="81151" cy="146148"/>
            </a:xfrm>
            <a:custGeom>
              <a:avLst/>
              <a:pathLst>
                <a:path w="81151" h="146148">
                  <a:moveTo>
                    <a:pt x="0" y="0"/>
                  </a:moveTo>
                  <a:lnTo>
                    <a:pt x="81151" y="146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80" y="5420310"/>
              <a:ext cx="167163" cy="310969"/>
            </a:xfrm>
            <a:custGeom>
              <a:avLst/>
              <a:pathLst>
                <a:path w="167163" h="310969">
                  <a:moveTo>
                    <a:pt x="86012" y="0"/>
                  </a:moveTo>
                  <a:lnTo>
                    <a:pt x="81372" y="2674"/>
                  </a:lnTo>
                  <a:lnTo>
                    <a:pt x="76820" y="5496"/>
                  </a:lnTo>
                  <a:lnTo>
                    <a:pt x="72361" y="8462"/>
                  </a:lnTo>
                  <a:lnTo>
                    <a:pt x="67999" y="11569"/>
                  </a:lnTo>
                  <a:lnTo>
                    <a:pt x="63739" y="14815"/>
                  </a:lnTo>
                  <a:lnTo>
                    <a:pt x="59585" y="18195"/>
                  </a:lnTo>
                  <a:lnTo>
                    <a:pt x="55542" y="21707"/>
                  </a:lnTo>
                  <a:lnTo>
                    <a:pt x="51613" y="25347"/>
                  </a:lnTo>
                  <a:lnTo>
                    <a:pt x="47802" y="29110"/>
                  </a:lnTo>
                  <a:lnTo>
                    <a:pt x="44114" y="32994"/>
                  </a:lnTo>
                  <a:lnTo>
                    <a:pt x="40553" y="36993"/>
                  </a:lnTo>
                  <a:lnTo>
                    <a:pt x="37121" y="41105"/>
                  </a:lnTo>
                  <a:lnTo>
                    <a:pt x="33823" y="45325"/>
                  </a:lnTo>
                  <a:lnTo>
                    <a:pt x="30662" y="49648"/>
                  </a:lnTo>
                  <a:lnTo>
                    <a:pt x="27641" y="54070"/>
                  </a:lnTo>
                  <a:lnTo>
                    <a:pt x="24763" y="58586"/>
                  </a:lnTo>
                  <a:lnTo>
                    <a:pt x="22031" y="63193"/>
                  </a:lnTo>
                  <a:lnTo>
                    <a:pt x="19448" y="67884"/>
                  </a:lnTo>
                  <a:lnTo>
                    <a:pt x="17017" y="72656"/>
                  </a:lnTo>
                  <a:lnTo>
                    <a:pt x="14740" y="77504"/>
                  </a:lnTo>
                  <a:lnTo>
                    <a:pt x="12619" y="82421"/>
                  </a:lnTo>
                  <a:lnTo>
                    <a:pt x="10657" y="87405"/>
                  </a:lnTo>
                  <a:lnTo>
                    <a:pt x="8856" y="92448"/>
                  </a:lnTo>
                  <a:lnTo>
                    <a:pt x="7217" y="97547"/>
                  </a:lnTo>
                  <a:lnTo>
                    <a:pt x="5742" y="102695"/>
                  </a:lnTo>
                  <a:lnTo>
                    <a:pt x="4433" y="107888"/>
                  </a:lnTo>
                  <a:lnTo>
                    <a:pt x="3291" y="113121"/>
                  </a:lnTo>
                  <a:lnTo>
                    <a:pt x="2317" y="118387"/>
                  </a:lnTo>
                  <a:lnTo>
                    <a:pt x="1512" y="123682"/>
                  </a:lnTo>
                  <a:lnTo>
                    <a:pt x="878" y="129000"/>
                  </a:lnTo>
                  <a:lnTo>
                    <a:pt x="414" y="134335"/>
                  </a:lnTo>
                  <a:lnTo>
                    <a:pt x="121" y="139683"/>
                  </a:lnTo>
                  <a:lnTo>
                    <a:pt x="0" y="145037"/>
                  </a:lnTo>
                  <a:lnTo>
                    <a:pt x="50" y="150392"/>
                  </a:lnTo>
                  <a:lnTo>
                    <a:pt x="271" y="155743"/>
                  </a:lnTo>
                  <a:lnTo>
                    <a:pt x="664" y="161084"/>
                  </a:lnTo>
                  <a:lnTo>
                    <a:pt x="1228" y="166410"/>
                  </a:lnTo>
                  <a:lnTo>
                    <a:pt x="1963" y="171715"/>
                  </a:lnTo>
                  <a:lnTo>
                    <a:pt x="2866" y="176994"/>
                  </a:lnTo>
                  <a:lnTo>
                    <a:pt x="3939" y="182241"/>
                  </a:lnTo>
                  <a:lnTo>
                    <a:pt x="5179" y="187451"/>
                  </a:lnTo>
                  <a:lnTo>
                    <a:pt x="6585" y="192619"/>
                  </a:lnTo>
                  <a:lnTo>
                    <a:pt x="8156" y="197739"/>
                  </a:lnTo>
                  <a:lnTo>
                    <a:pt x="9890" y="202806"/>
                  </a:lnTo>
                  <a:lnTo>
                    <a:pt x="11786" y="207815"/>
                  </a:lnTo>
                  <a:lnTo>
                    <a:pt x="13841" y="212760"/>
                  </a:lnTo>
                  <a:lnTo>
                    <a:pt x="16053" y="217637"/>
                  </a:lnTo>
                  <a:lnTo>
                    <a:pt x="18421" y="222441"/>
                  </a:lnTo>
                  <a:lnTo>
                    <a:pt x="20941" y="227167"/>
                  </a:lnTo>
                  <a:lnTo>
                    <a:pt x="23611" y="231809"/>
                  </a:lnTo>
                  <a:lnTo>
                    <a:pt x="26429" y="236364"/>
                  </a:lnTo>
                  <a:lnTo>
                    <a:pt x="29391" y="240826"/>
                  </a:lnTo>
                  <a:lnTo>
                    <a:pt x="32495" y="245190"/>
                  </a:lnTo>
                  <a:lnTo>
                    <a:pt x="35736" y="249453"/>
                  </a:lnTo>
                  <a:lnTo>
                    <a:pt x="39113" y="253610"/>
                  </a:lnTo>
                  <a:lnTo>
                    <a:pt x="42621" y="257657"/>
                  </a:lnTo>
                  <a:lnTo>
                    <a:pt x="46257" y="261589"/>
                  </a:lnTo>
                  <a:lnTo>
                    <a:pt x="50017" y="265403"/>
                  </a:lnTo>
                  <a:lnTo>
                    <a:pt x="53897" y="269094"/>
                  </a:lnTo>
                  <a:lnTo>
                    <a:pt x="57894" y="272659"/>
                  </a:lnTo>
                  <a:lnTo>
                    <a:pt x="62002" y="276095"/>
                  </a:lnTo>
                  <a:lnTo>
                    <a:pt x="66219" y="279397"/>
                  </a:lnTo>
                  <a:lnTo>
                    <a:pt x="70539" y="282562"/>
                  </a:lnTo>
                  <a:lnTo>
                    <a:pt x="74958" y="285587"/>
                  </a:lnTo>
                  <a:lnTo>
                    <a:pt x="79472" y="288469"/>
                  </a:lnTo>
                  <a:lnTo>
                    <a:pt x="84076" y="291205"/>
                  </a:lnTo>
                  <a:lnTo>
                    <a:pt x="88766" y="293792"/>
                  </a:lnTo>
                  <a:lnTo>
                    <a:pt x="93535" y="296228"/>
                  </a:lnTo>
                  <a:lnTo>
                    <a:pt x="98381" y="298509"/>
                  </a:lnTo>
                  <a:lnTo>
                    <a:pt x="103296" y="300634"/>
                  </a:lnTo>
                  <a:lnTo>
                    <a:pt x="108278" y="302601"/>
                  </a:lnTo>
                  <a:lnTo>
                    <a:pt x="113320" y="304407"/>
                  </a:lnTo>
                  <a:lnTo>
                    <a:pt x="118417" y="306050"/>
                  </a:lnTo>
                  <a:lnTo>
                    <a:pt x="123564" y="307530"/>
                  </a:lnTo>
                  <a:lnTo>
                    <a:pt x="128756" y="308844"/>
                  </a:lnTo>
                  <a:lnTo>
                    <a:pt x="133987" y="309991"/>
                  </a:lnTo>
                  <a:lnTo>
                    <a:pt x="139253" y="310969"/>
                  </a:lnTo>
                  <a:lnTo>
                    <a:pt x="167163" y="146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95633" y="5399291"/>
              <a:ext cx="195066" cy="334328"/>
            </a:xfrm>
            <a:custGeom>
              <a:avLst/>
              <a:pathLst>
                <a:path w="195066" h="334328">
                  <a:moveTo>
                    <a:pt x="0" y="331988"/>
                  </a:moveTo>
                  <a:lnTo>
                    <a:pt x="5257" y="332792"/>
                  </a:lnTo>
                  <a:lnTo>
                    <a:pt x="10538" y="333429"/>
                  </a:lnTo>
                  <a:lnTo>
                    <a:pt x="15837" y="333898"/>
                  </a:lnTo>
                  <a:lnTo>
                    <a:pt x="21147" y="334198"/>
                  </a:lnTo>
                  <a:lnTo>
                    <a:pt x="26465" y="334328"/>
                  </a:lnTo>
                  <a:lnTo>
                    <a:pt x="31784" y="334289"/>
                  </a:lnTo>
                  <a:lnTo>
                    <a:pt x="37099" y="334082"/>
                  </a:lnTo>
                  <a:lnTo>
                    <a:pt x="42405" y="333705"/>
                  </a:lnTo>
                  <a:lnTo>
                    <a:pt x="47696" y="333159"/>
                  </a:lnTo>
                  <a:lnTo>
                    <a:pt x="52967" y="332446"/>
                  </a:lnTo>
                  <a:lnTo>
                    <a:pt x="58213" y="331565"/>
                  </a:lnTo>
                  <a:lnTo>
                    <a:pt x="63428" y="330518"/>
                  </a:lnTo>
                  <a:lnTo>
                    <a:pt x="68607" y="329305"/>
                  </a:lnTo>
                  <a:lnTo>
                    <a:pt x="73745" y="327928"/>
                  </a:lnTo>
                  <a:lnTo>
                    <a:pt x="78836" y="326388"/>
                  </a:lnTo>
                  <a:lnTo>
                    <a:pt x="83876" y="324688"/>
                  </a:lnTo>
                  <a:lnTo>
                    <a:pt x="88859" y="322827"/>
                  </a:lnTo>
                  <a:lnTo>
                    <a:pt x="93781" y="320809"/>
                  </a:lnTo>
                  <a:lnTo>
                    <a:pt x="98636" y="318636"/>
                  </a:lnTo>
                  <a:lnTo>
                    <a:pt x="103419" y="316309"/>
                  </a:lnTo>
                  <a:lnTo>
                    <a:pt x="108125" y="313831"/>
                  </a:lnTo>
                  <a:lnTo>
                    <a:pt x="112751" y="311205"/>
                  </a:lnTo>
                  <a:lnTo>
                    <a:pt x="117291" y="308433"/>
                  </a:lnTo>
                  <a:lnTo>
                    <a:pt x="121740" y="305518"/>
                  </a:lnTo>
                  <a:lnTo>
                    <a:pt x="126094" y="302462"/>
                  </a:lnTo>
                  <a:lnTo>
                    <a:pt x="130349" y="299270"/>
                  </a:lnTo>
                  <a:lnTo>
                    <a:pt x="134500" y="295944"/>
                  </a:lnTo>
                  <a:lnTo>
                    <a:pt x="138543" y="292488"/>
                  </a:lnTo>
                  <a:lnTo>
                    <a:pt x="142474" y="288905"/>
                  </a:lnTo>
                  <a:lnTo>
                    <a:pt x="146289" y="285198"/>
                  </a:lnTo>
                  <a:lnTo>
                    <a:pt x="149984" y="281372"/>
                  </a:lnTo>
                  <a:lnTo>
                    <a:pt x="153556" y="277430"/>
                  </a:lnTo>
                  <a:lnTo>
                    <a:pt x="157000" y="273377"/>
                  </a:lnTo>
                  <a:lnTo>
                    <a:pt x="160314" y="269216"/>
                  </a:lnTo>
                  <a:lnTo>
                    <a:pt x="163494" y="264952"/>
                  </a:lnTo>
                  <a:lnTo>
                    <a:pt x="166536" y="260589"/>
                  </a:lnTo>
                  <a:lnTo>
                    <a:pt x="169438" y="256131"/>
                  </a:lnTo>
                  <a:lnTo>
                    <a:pt x="172197" y="251584"/>
                  </a:lnTo>
                  <a:lnTo>
                    <a:pt x="174810" y="246950"/>
                  </a:lnTo>
                  <a:lnTo>
                    <a:pt x="177274" y="242236"/>
                  </a:lnTo>
                  <a:lnTo>
                    <a:pt x="179587" y="237446"/>
                  </a:lnTo>
                  <a:lnTo>
                    <a:pt x="181746" y="232585"/>
                  </a:lnTo>
                  <a:lnTo>
                    <a:pt x="183749" y="227658"/>
                  </a:lnTo>
                  <a:lnTo>
                    <a:pt x="185595" y="222669"/>
                  </a:lnTo>
                  <a:lnTo>
                    <a:pt x="187281" y="217624"/>
                  </a:lnTo>
                  <a:lnTo>
                    <a:pt x="188805" y="212528"/>
                  </a:lnTo>
                  <a:lnTo>
                    <a:pt x="190167" y="207386"/>
                  </a:lnTo>
                  <a:lnTo>
                    <a:pt x="191365" y="202204"/>
                  </a:lnTo>
                  <a:lnTo>
                    <a:pt x="192396" y="196986"/>
                  </a:lnTo>
                  <a:lnTo>
                    <a:pt x="193262" y="191737"/>
                  </a:lnTo>
                  <a:lnTo>
                    <a:pt x="193960" y="186464"/>
                  </a:lnTo>
                  <a:lnTo>
                    <a:pt x="194490" y="181171"/>
                  </a:lnTo>
                  <a:lnTo>
                    <a:pt x="194851" y="175865"/>
                  </a:lnTo>
                  <a:lnTo>
                    <a:pt x="195043" y="170549"/>
                  </a:lnTo>
                  <a:lnTo>
                    <a:pt x="195066" y="165230"/>
                  </a:lnTo>
                  <a:lnTo>
                    <a:pt x="194920" y="159913"/>
                  </a:lnTo>
                  <a:lnTo>
                    <a:pt x="194605" y="154603"/>
                  </a:lnTo>
                  <a:lnTo>
                    <a:pt x="194120" y="149306"/>
                  </a:lnTo>
                  <a:lnTo>
                    <a:pt x="193468" y="144027"/>
                  </a:lnTo>
                  <a:lnTo>
                    <a:pt x="192648" y="138771"/>
                  </a:lnTo>
                  <a:lnTo>
                    <a:pt x="191661" y="133544"/>
                  </a:lnTo>
                  <a:lnTo>
                    <a:pt x="190509" y="128352"/>
                  </a:lnTo>
                  <a:lnTo>
                    <a:pt x="189191" y="123198"/>
                  </a:lnTo>
                  <a:lnTo>
                    <a:pt x="187711" y="118089"/>
                  </a:lnTo>
                  <a:lnTo>
                    <a:pt x="186069" y="113030"/>
                  </a:lnTo>
                  <a:lnTo>
                    <a:pt x="184266" y="108026"/>
                  </a:lnTo>
                  <a:lnTo>
                    <a:pt x="182305" y="103081"/>
                  </a:lnTo>
                  <a:lnTo>
                    <a:pt x="180188" y="98201"/>
                  </a:lnTo>
                  <a:lnTo>
                    <a:pt x="177917" y="93392"/>
                  </a:lnTo>
                  <a:lnTo>
                    <a:pt x="175494" y="88656"/>
                  </a:lnTo>
                  <a:lnTo>
                    <a:pt x="172921" y="84001"/>
                  </a:lnTo>
                  <a:lnTo>
                    <a:pt x="170202" y="79429"/>
                  </a:lnTo>
                  <a:lnTo>
                    <a:pt x="167339" y="74947"/>
                  </a:lnTo>
                  <a:lnTo>
                    <a:pt x="164334" y="70557"/>
                  </a:lnTo>
                  <a:lnTo>
                    <a:pt x="161191" y="66266"/>
                  </a:lnTo>
                  <a:lnTo>
                    <a:pt x="157914" y="62077"/>
                  </a:lnTo>
                  <a:lnTo>
                    <a:pt x="154504" y="57994"/>
                  </a:lnTo>
                  <a:lnTo>
                    <a:pt x="150967" y="54021"/>
                  </a:lnTo>
                  <a:lnTo>
                    <a:pt x="147305" y="50164"/>
                  </a:lnTo>
                  <a:lnTo>
                    <a:pt x="143522" y="46424"/>
                  </a:lnTo>
                  <a:lnTo>
                    <a:pt x="139622" y="42807"/>
                  </a:lnTo>
                  <a:lnTo>
                    <a:pt x="135609" y="39316"/>
                  </a:lnTo>
                  <a:lnTo>
                    <a:pt x="131487" y="35954"/>
                  </a:lnTo>
                  <a:lnTo>
                    <a:pt x="127260" y="32725"/>
                  </a:lnTo>
                  <a:lnTo>
                    <a:pt x="122932" y="29632"/>
                  </a:lnTo>
                  <a:lnTo>
                    <a:pt x="118508" y="26679"/>
                  </a:lnTo>
                  <a:lnTo>
                    <a:pt x="113993" y="23868"/>
                  </a:lnTo>
                  <a:lnTo>
                    <a:pt x="109390" y="21201"/>
                  </a:lnTo>
                  <a:lnTo>
                    <a:pt x="104705" y="18683"/>
                  </a:lnTo>
                  <a:lnTo>
                    <a:pt x="99942" y="16315"/>
                  </a:lnTo>
                  <a:lnTo>
                    <a:pt x="95106" y="14100"/>
                  </a:lnTo>
                  <a:lnTo>
                    <a:pt x="90202" y="12039"/>
                  </a:lnTo>
                  <a:lnTo>
                    <a:pt x="85235" y="10136"/>
                  </a:lnTo>
                  <a:lnTo>
                    <a:pt x="80210" y="8392"/>
                  </a:lnTo>
                  <a:lnTo>
                    <a:pt x="75133" y="6808"/>
                  </a:lnTo>
                  <a:lnTo>
                    <a:pt x="70007" y="5387"/>
                  </a:lnTo>
                  <a:lnTo>
                    <a:pt x="64838" y="4129"/>
                  </a:lnTo>
                  <a:lnTo>
                    <a:pt x="59633" y="3037"/>
                  </a:lnTo>
                  <a:lnTo>
                    <a:pt x="54395" y="2111"/>
                  </a:lnTo>
                  <a:lnTo>
                    <a:pt x="49130" y="1352"/>
                  </a:lnTo>
                  <a:lnTo>
                    <a:pt x="43844" y="761"/>
                  </a:lnTo>
                  <a:lnTo>
                    <a:pt x="38542" y="338"/>
                  </a:lnTo>
                  <a:lnTo>
                    <a:pt x="33228" y="84"/>
                  </a:lnTo>
                  <a:lnTo>
                    <a:pt x="27910" y="0"/>
                  </a:lnTo>
                  <a:lnTo>
                    <a:pt x="279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7461" y="5269756"/>
              <a:ext cx="27797" cy="167167"/>
            </a:xfrm>
            <a:custGeom>
              <a:avLst/>
              <a:pathLst>
                <a:path w="27797" h="167167">
                  <a:moveTo>
                    <a:pt x="27797" y="0"/>
                  </a:moveTo>
                  <a:lnTo>
                    <a:pt x="20817" y="145"/>
                  </a:lnTo>
                  <a:lnTo>
                    <a:pt x="13849" y="582"/>
                  </a:lnTo>
                  <a:lnTo>
                    <a:pt x="6906" y="1310"/>
                  </a:lnTo>
                  <a:lnTo>
                    <a:pt x="0" y="2327"/>
                  </a:lnTo>
                  <a:lnTo>
                    <a:pt x="277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7461" y="5272083"/>
              <a:ext cx="27797" cy="164840"/>
            </a:xfrm>
            <a:custGeom>
              <a:avLst/>
              <a:pathLst>
                <a:path w="27797" h="164840">
                  <a:moveTo>
                    <a:pt x="0" y="0"/>
                  </a:moveTo>
                  <a:lnTo>
                    <a:pt x="27797" y="164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7461" y="5272083"/>
              <a:ext cx="27797" cy="164840"/>
            </a:xfrm>
            <a:custGeom>
              <a:avLst/>
              <a:pathLst>
                <a:path w="27797" h="164840">
                  <a:moveTo>
                    <a:pt x="0" y="0"/>
                  </a:moveTo>
                  <a:lnTo>
                    <a:pt x="27797" y="164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7461" y="5272083"/>
              <a:ext cx="27797" cy="164840"/>
            </a:xfrm>
            <a:custGeom>
              <a:avLst/>
              <a:pathLst>
                <a:path w="27797" h="164840">
                  <a:moveTo>
                    <a:pt x="0" y="0"/>
                  </a:moveTo>
                  <a:lnTo>
                    <a:pt x="27797" y="1648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7461" y="5272083"/>
              <a:ext cx="27797" cy="164840"/>
            </a:xfrm>
            <a:custGeom>
              <a:avLst/>
              <a:pathLst>
                <a:path w="27797" h="164840">
                  <a:moveTo>
                    <a:pt x="0" y="0"/>
                  </a:moveTo>
                  <a:lnTo>
                    <a:pt x="27797" y="1648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90013" y="5272083"/>
              <a:ext cx="155244" cy="164840"/>
            </a:xfrm>
            <a:custGeom>
              <a:avLst/>
              <a:pathLst>
                <a:path w="155244" h="164840">
                  <a:moveTo>
                    <a:pt x="127447" y="0"/>
                  </a:moveTo>
                  <a:lnTo>
                    <a:pt x="122020" y="1007"/>
                  </a:lnTo>
                  <a:lnTo>
                    <a:pt x="116628" y="2194"/>
                  </a:lnTo>
                  <a:lnTo>
                    <a:pt x="111279" y="3557"/>
                  </a:lnTo>
                  <a:lnTo>
                    <a:pt x="105977" y="5097"/>
                  </a:lnTo>
                  <a:lnTo>
                    <a:pt x="100730" y="6811"/>
                  </a:lnTo>
                  <a:lnTo>
                    <a:pt x="95541" y="8697"/>
                  </a:lnTo>
                  <a:lnTo>
                    <a:pt x="90418" y="10754"/>
                  </a:lnTo>
                  <a:lnTo>
                    <a:pt x="85366" y="12978"/>
                  </a:lnTo>
                  <a:lnTo>
                    <a:pt x="80390" y="15368"/>
                  </a:lnTo>
                  <a:lnTo>
                    <a:pt x="75495" y="17921"/>
                  </a:lnTo>
                  <a:lnTo>
                    <a:pt x="70687" y="20635"/>
                  </a:lnTo>
                  <a:lnTo>
                    <a:pt x="65972" y="23505"/>
                  </a:lnTo>
                  <a:lnTo>
                    <a:pt x="61354" y="26530"/>
                  </a:lnTo>
                  <a:lnTo>
                    <a:pt x="56838" y="29706"/>
                  </a:lnTo>
                  <a:lnTo>
                    <a:pt x="52430" y="33029"/>
                  </a:lnTo>
                  <a:lnTo>
                    <a:pt x="48134" y="36495"/>
                  </a:lnTo>
                  <a:lnTo>
                    <a:pt x="43954" y="40102"/>
                  </a:lnTo>
                  <a:lnTo>
                    <a:pt x="39896" y="43845"/>
                  </a:lnTo>
                  <a:lnTo>
                    <a:pt x="35964" y="47719"/>
                  </a:lnTo>
                  <a:lnTo>
                    <a:pt x="32162" y="51722"/>
                  </a:lnTo>
                  <a:lnTo>
                    <a:pt x="28494" y="55847"/>
                  </a:lnTo>
                  <a:lnTo>
                    <a:pt x="24964" y="60092"/>
                  </a:lnTo>
                  <a:lnTo>
                    <a:pt x="21577" y="64451"/>
                  </a:lnTo>
                  <a:lnTo>
                    <a:pt x="18335" y="68919"/>
                  </a:lnTo>
                  <a:lnTo>
                    <a:pt x="15242" y="73492"/>
                  </a:lnTo>
                  <a:lnTo>
                    <a:pt x="12302" y="78165"/>
                  </a:lnTo>
                  <a:lnTo>
                    <a:pt x="9518" y="82932"/>
                  </a:lnTo>
                  <a:lnTo>
                    <a:pt x="6893" y="87788"/>
                  </a:lnTo>
                  <a:lnTo>
                    <a:pt x="4430" y="92729"/>
                  </a:lnTo>
                  <a:lnTo>
                    <a:pt x="2131" y="97748"/>
                  </a:lnTo>
                  <a:lnTo>
                    <a:pt x="0" y="102840"/>
                  </a:lnTo>
                  <a:lnTo>
                    <a:pt x="155244" y="1648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1" y="5269756"/>
              <a:ext cx="334325" cy="334326"/>
            </a:xfrm>
            <a:custGeom>
              <a:avLst/>
              <a:pathLst>
                <a:path w="334325" h="334326">
                  <a:moveTo>
                    <a:pt x="11922" y="105167"/>
                  </a:moveTo>
                  <a:lnTo>
                    <a:pt x="10039" y="110108"/>
                  </a:lnTo>
                  <a:lnTo>
                    <a:pt x="8313" y="115105"/>
                  </a:lnTo>
                  <a:lnTo>
                    <a:pt x="6746" y="120155"/>
                  </a:lnTo>
                  <a:lnTo>
                    <a:pt x="5340" y="125252"/>
                  </a:lnTo>
                  <a:lnTo>
                    <a:pt x="4095" y="130390"/>
                  </a:lnTo>
                  <a:lnTo>
                    <a:pt x="3014" y="135566"/>
                  </a:lnTo>
                  <a:lnTo>
                    <a:pt x="2096" y="140773"/>
                  </a:lnTo>
                  <a:lnTo>
                    <a:pt x="1344" y="146006"/>
                  </a:lnTo>
                  <a:lnTo>
                    <a:pt x="758" y="151261"/>
                  </a:lnTo>
                  <a:lnTo>
                    <a:pt x="338" y="156531"/>
                  </a:lnTo>
                  <a:lnTo>
                    <a:pt x="85" y="161812"/>
                  </a:lnTo>
                  <a:lnTo>
                    <a:pt x="0" y="167099"/>
                  </a:lnTo>
                  <a:lnTo>
                    <a:pt x="81" y="172386"/>
                  </a:lnTo>
                  <a:lnTo>
                    <a:pt x="330" y="177667"/>
                  </a:lnTo>
                  <a:lnTo>
                    <a:pt x="745" y="182938"/>
                  </a:lnTo>
                  <a:lnTo>
                    <a:pt x="1327" y="188193"/>
                  </a:lnTo>
                  <a:lnTo>
                    <a:pt x="2075" y="193427"/>
                  </a:lnTo>
                  <a:lnTo>
                    <a:pt x="2988" y="198635"/>
                  </a:lnTo>
                  <a:lnTo>
                    <a:pt x="4065" y="203811"/>
                  </a:lnTo>
                  <a:lnTo>
                    <a:pt x="5306" y="208951"/>
                  </a:lnTo>
                  <a:lnTo>
                    <a:pt x="6708" y="214048"/>
                  </a:lnTo>
                  <a:lnTo>
                    <a:pt x="8271" y="219099"/>
                  </a:lnTo>
                  <a:lnTo>
                    <a:pt x="9993" y="224098"/>
                  </a:lnTo>
                  <a:lnTo>
                    <a:pt x="11872" y="229040"/>
                  </a:lnTo>
                  <a:lnTo>
                    <a:pt x="13906" y="233921"/>
                  </a:lnTo>
                  <a:lnTo>
                    <a:pt x="16094" y="238734"/>
                  </a:lnTo>
                  <a:lnTo>
                    <a:pt x="18432" y="243476"/>
                  </a:lnTo>
                  <a:lnTo>
                    <a:pt x="20920" y="248141"/>
                  </a:lnTo>
                  <a:lnTo>
                    <a:pt x="23554" y="252726"/>
                  </a:lnTo>
                  <a:lnTo>
                    <a:pt x="26332" y="257224"/>
                  </a:lnTo>
                  <a:lnTo>
                    <a:pt x="29250" y="261633"/>
                  </a:lnTo>
                  <a:lnTo>
                    <a:pt x="32306" y="265947"/>
                  </a:lnTo>
                  <a:lnTo>
                    <a:pt x="35498" y="270163"/>
                  </a:lnTo>
                  <a:lnTo>
                    <a:pt x="38821" y="274275"/>
                  </a:lnTo>
                  <a:lnTo>
                    <a:pt x="42272" y="278281"/>
                  </a:lnTo>
                  <a:lnTo>
                    <a:pt x="45848" y="282175"/>
                  </a:lnTo>
                  <a:lnTo>
                    <a:pt x="49546" y="285954"/>
                  </a:lnTo>
                  <a:lnTo>
                    <a:pt x="53362" y="289614"/>
                  </a:lnTo>
                  <a:lnTo>
                    <a:pt x="57291" y="293152"/>
                  </a:lnTo>
                  <a:lnTo>
                    <a:pt x="61330" y="296564"/>
                  </a:lnTo>
                  <a:lnTo>
                    <a:pt x="65475" y="299846"/>
                  </a:lnTo>
                  <a:lnTo>
                    <a:pt x="69722" y="302995"/>
                  </a:lnTo>
                  <a:lnTo>
                    <a:pt x="74066" y="306009"/>
                  </a:lnTo>
                  <a:lnTo>
                    <a:pt x="78503" y="308884"/>
                  </a:lnTo>
                  <a:lnTo>
                    <a:pt x="83029" y="311617"/>
                  </a:lnTo>
                  <a:lnTo>
                    <a:pt x="87639" y="314205"/>
                  </a:lnTo>
                  <a:lnTo>
                    <a:pt x="92329" y="316647"/>
                  </a:lnTo>
                  <a:lnTo>
                    <a:pt x="97094" y="318939"/>
                  </a:lnTo>
                  <a:lnTo>
                    <a:pt x="101929" y="321079"/>
                  </a:lnTo>
                  <a:lnTo>
                    <a:pt x="106829" y="323065"/>
                  </a:lnTo>
                  <a:lnTo>
                    <a:pt x="111789" y="324895"/>
                  </a:lnTo>
                  <a:lnTo>
                    <a:pt x="116805" y="326568"/>
                  </a:lnTo>
                  <a:lnTo>
                    <a:pt x="121871" y="328081"/>
                  </a:lnTo>
                  <a:lnTo>
                    <a:pt x="126982" y="329433"/>
                  </a:lnTo>
                  <a:lnTo>
                    <a:pt x="132134" y="330622"/>
                  </a:lnTo>
                  <a:lnTo>
                    <a:pt x="137320" y="331648"/>
                  </a:lnTo>
                  <a:lnTo>
                    <a:pt x="142537" y="332510"/>
                  </a:lnTo>
                  <a:lnTo>
                    <a:pt x="147778" y="333206"/>
                  </a:lnTo>
                  <a:lnTo>
                    <a:pt x="153039" y="333736"/>
                  </a:lnTo>
                  <a:lnTo>
                    <a:pt x="158313" y="334100"/>
                  </a:lnTo>
                  <a:lnTo>
                    <a:pt x="163597" y="334296"/>
                  </a:lnTo>
                  <a:lnTo>
                    <a:pt x="168884" y="334326"/>
                  </a:lnTo>
                  <a:lnTo>
                    <a:pt x="174169" y="334188"/>
                  </a:lnTo>
                  <a:lnTo>
                    <a:pt x="179448" y="333883"/>
                  </a:lnTo>
                  <a:lnTo>
                    <a:pt x="184714" y="333411"/>
                  </a:lnTo>
                  <a:lnTo>
                    <a:pt x="189963" y="332773"/>
                  </a:lnTo>
                  <a:lnTo>
                    <a:pt x="195188" y="331969"/>
                  </a:lnTo>
                  <a:lnTo>
                    <a:pt x="200386" y="331001"/>
                  </a:lnTo>
                  <a:lnTo>
                    <a:pt x="205550" y="329868"/>
                  </a:lnTo>
                  <a:lnTo>
                    <a:pt x="210677" y="328573"/>
                  </a:lnTo>
                  <a:lnTo>
                    <a:pt x="215759" y="327116"/>
                  </a:lnTo>
                  <a:lnTo>
                    <a:pt x="220793" y="325499"/>
                  </a:lnTo>
                  <a:lnTo>
                    <a:pt x="225773" y="323724"/>
                  </a:lnTo>
                  <a:lnTo>
                    <a:pt x="230695" y="321793"/>
                  </a:lnTo>
                  <a:lnTo>
                    <a:pt x="235553" y="319706"/>
                  </a:lnTo>
                  <a:lnTo>
                    <a:pt x="240343" y="317467"/>
                  </a:lnTo>
                  <a:lnTo>
                    <a:pt x="245060" y="315078"/>
                  </a:lnTo>
                  <a:lnTo>
                    <a:pt x="249698" y="312541"/>
                  </a:lnTo>
                  <a:lnTo>
                    <a:pt x="254254" y="309858"/>
                  </a:lnTo>
                  <a:lnTo>
                    <a:pt x="258723" y="307033"/>
                  </a:lnTo>
                  <a:lnTo>
                    <a:pt x="263101" y="304067"/>
                  </a:lnTo>
                  <a:lnTo>
                    <a:pt x="267382" y="300965"/>
                  </a:lnTo>
                  <a:lnTo>
                    <a:pt x="271563" y="297729"/>
                  </a:lnTo>
                  <a:lnTo>
                    <a:pt x="275640" y="294362"/>
                  </a:lnTo>
                  <a:lnTo>
                    <a:pt x="279608" y="290868"/>
                  </a:lnTo>
                  <a:lnTo>
                    <a:pt x="283464" y="287250"/>
                  </a:lnTo>
                  <a:lnTo>
                    <a:pt x="287203" y="283513"/>
                  </a:lnTo>
                  <a:lnTo>
                    <a:pt x="290822" y="279658"/>
                  </a:lnTo>
                  <a:lnTo>
                    <a:pt x="294318" y="275691"/>
                  </a:lnTo>
                  <a:lnTo>
                    <a:pt x="297686" y="271616"/>
                  </a:lnTo>
                  <a:lnTo>
                    <a:pt x="300924" y="267436"/>
                  </a:lnTo>
                  <a:lnTo>
                    <a:pt x="304028" y="263156"/>
                  </a:lnTo>
                  <a:lnTo>
                    <a:pt x="306995" y="258780"/>
                  </a:lnTo>
                  <a:lnTo>
                    <a:pt x="309823" y="254312"/>
                  </a:lnTo>
                  <a:lnTo>
                    <a:pt x="312507" y="249757"/>
                  </a:lnTo>
                  <a:lnTo>
                    <a:pt x="315046" y="245120"/>
                  </a:lnTo>
                  <a:lnTo>
                    <a:pt x="317438" y="240404"/>
                  </a:lnTo>
                  <a:lnTo>
                    <a:pt x="319678" y="235615"/>
                  </a:lnTo>
                  <a:lnTo>
                    <a:pt x="321767" y="230758"/>
                  </a:lnTo>
                  <a:lnTo>
                    <a:pt x="323701" y="225837"/>
                  </a:lnTo>
                  <a:lnTo>
                    <a:pt x="325478" y="220858"/>
                  </a:lnTo>
                  <a:lnTo>
                    <a:pt x="327096" y="215824"/>
                  </a:lnTo>
                  <a:lnTo>
                    <a:pt x="328555" y="210742"/>
                  </a:lnTo>
                  <a:lnTo>
                    <a:pt x="329852" y="205617"/>
                  </a:lnTo>
                  <a:lnTo>
                    <a:pt x="330987" y="200453"/>
                  </a:lnTo>
                  <a:lnTo>
                    <a:pt x="331958" y="195255"/>
                  </a:lnTo>
                  <a:lnTo>
                    <a:pt x="332764" y="190030"/>
                  </a:lnTo>
                  <a:lnTo>
                    <a:pt x="333404" y="184782"/>
                  </a:lnTo>
                  <a:lnTo>
                    <a:pt x="333878" y="179516"/>
                  </a:lnTo>
                  <a:lnTo>
                    <a:pt x="334185" y="174237"/>
                  </a:lnTo>
                  <a:lnTo>
                    <a:pt x="334325" y="168952"/>
                  </a:lnTo>
                  <a:lnTo>
                    <a:pt x="334298" y="163665"/>
                  </a:lnTo>
                  <a:lnTo>
                    <a:pt x="334103" y="158381"/>
                  </a:lnTo>
                  <a:lnTo>
                    <a:pt x="333742" y="153106"/>
                  </a:lnTo>
                  <a:lnTo>
                    <a:pt x="333214" y="147846"/>
                  </a:lnTo>
                  <a:lnTo>
                    <a:pt x="332520" y="142604"/>
                  </a:lnTo>
                  <a:lnTo>
                    <a:pt x="331660" y="137387"/>
                  </a:lnTo>
                  <a:lnTo>
                    <a:pt x="330636" y="132200"/>
                  </a:lnTo>
                  <a:lnTo>
                    <a:pt x="329449" y="127048"/>
                  </a:lnTo>
                  <a:lnTo>
                    <a:pt x="328099" y="121936"/>
                  </a:lnTo>
                  <a:lnTo>
                    <a:pt x="326588" y="116869"/>
                  </a:lnTo>
                  <a:lnTo>
                    <a:pt x="324918" y="111853"/>
                  </a:lnTo>
                  <a:lnTo>
                    <a:pt x="323090" y="106892"/>
                  </a:lnTo>
                  <a:lnTo>
                    <a:pt x="321105" y="101991"/>
                  </a:lnTo>
                  <a:lnTo>
                    <a:pt x="318967" y="97156"/>
                  </a:lnTo>
                  <a:lnTo>
                    <a:pt x="316677" y="92390"/>
                  </a:lnTo>
                  <a:lnTo>
                    <a:pt x="314238" y="87699"/>
                  </a:lnTo>
                  <a:lnTo>
                    <a:pt x="311651" y="83088"/>
                  </a:lnTo>
                  <a:lnTo>
                    <a:pt x="308920" y="78561"/>
                  </a:lnTo>
                  <a:lnTo>
                    <a:pt x="306047" y="74122"/>
                  </a:lnTo>
                  <a:lnTo>
                    <a:pt x="303035" y="69777"/>
                  </a:lnTo>
                  <a:lnTo>
                    <a:pt x="299887" y="65529"/>
                  </a:lnTo>
                  <a:lnTo>
                    <a:pt x="296607" y="61383"/>
                  </a:lnTo>
                  <a:lnTo>
                    <a:pt x="293196" y="57342"/>
                  </a:lnTo>
                  <a:lnTo>
                    <a:pt x="289660" y="53411"/>
                  </a:lnTo>
                  <a:lnTo>
                    <a:pt x="286002" y="49595"/>
                  </a:lnTo>
                  <a:lnTo>
                    <a:pt x="282224" y="45895"/>
                  </a:lnTo>
                  <a:lnTo>
                    <a:pt x="278331" y="42317"/>
                  </a:lnTo>
                  <a:lnTo>
                    <a:pt x="274327" y="38864"/>
                  </a:lnTo>
                  <a:lnTo>
                    <a:pt x="270216" y="35540"/>
                  </a:lnTo>
                  <a:lnTo>
                    <a:pt x="266002" y="32347"/>
                  </a:lnTo>
                  <a:lnTo>
                    <a:pt x="261689" y="29288"/>
                  </a:lnTo>
                  <a:lnTo>
                    <a:pt x="257282" y="26368"/>
                  </a:lnTo>
                  <a:lnTo>
                    <a:pt x="252784" y="23589"/>
                  </a:lnTo>
                  <a:lnTo>
                    <a:pt x="248201" y="20953"/>
                  </a:lnTo>
                  <a:lnTo>
                    <a:pt x="243536" y="18464"/>
                  </a:lnTo>
                  <a:lnTo>
                    <a:pt x="238795" y="16123"/>
                  </a:lnTo>
                  <a:lnTo>
                    <a:pt x="233983" y="13933"/>
                  </a:lnTo>
                  <a:lnTo>
                    <a:pt x="229104" y="11897"/>
                  </a:lnTo>
                  <a:lnTo>
                    <a:pt x="224162" y="10016"/>
                  </a:lnTo>
                  <a:lnTo>
                    <a:pt x="219164" y="8292"/>
                  </a:lnTo>
                  <a:lnTo>
                    <a:pt x="214114" y="6727"/>
                  </a:lnTo>
                  <a:lnTo>
                    <a:pt x="209016" y="5323"/>
                  </a:lnTo>
                  <a:lnTo>
                    <a:pt x="203877" y="4080"/>
                  </a:lnTo>
                  <a:lnTo>
                    <a:pt x="198701" y="3001"/>
                  </a:lnTo>
                  <a:lnTo>
                    <a:pt x="193494" y="2086"/>
                  </a:lnTo>
                  <a:lnTo>
                    <a:pt x="188260" y="1336"/>
                  </a:lnTo>
                  <a:lnTo>
                    <a:pt x="183005" y="752"/>
                  </a:lnTo>
                  <a:lnTo>
                    <a:pt x="177735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7869" y="5018213"/>
              <a:ext cx="43169" cy="167167"/>
            </a:xfrm>
            <a:custGeom>
              <a:avLst/>
              <a:pathLst>
                <a:path w="43169" h="167167">
                  <a:moveTo>
                    <a:pt x="43169" y="0"/>
                  </a:moveTo>
                  <a:lnTo>
                    <a:pt x="36933" y="116"/>
                  </a:lnTo>
                  <a:lnTo>
                    <a:pt x="30705" y="465"/>
                  </a:lnTo>
                  <a:lnTo>
                    <a:pt x="24495" y="1046"/>
                  </a:lnTo>
                  <a:lnTo>
                    <a:pt x="18311" y="1858"/>
                  </a:lnTo>
                  <a:lnTo>
                    <a:pt x="12161" y="2901"/>
                  </a:lnTo>
                  <a:lnTo>
                    <a:pt x="6054" y="4172"/>
                  </a:lnTo>
                  <a:lnTo>
                    <a:pt x="0" y="5670"/>
                  </a:lnTo>
                  <a:lnTo>
                    <a:pt x="431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7869" y="5023883"/>
              <a:ext cx="43169" cy="161497"/>
            </a:xfrm>
            <a:custGeom>
              <a:avLst/>
              <a:pathLst>
                <a:path w="43169" h="161497">
                  <a:moveTo>
                    <a:pt x="0" y="0"/>
                  </a:moveTo>
                  <a:lnTo>
                    <a:pt x="43169" y="161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7869" y="5023883"/>
              <a:ext cx="43169" cy="161497"/>
            </a:xfrm>
            <a:custGeom>
              <a:avLst/>
              <a:pathLst>
                <a:path w="43169" h="161497">
                  <a:moveTo>
                    <a:pt x="0" y="0"/>
                  </a:moveTo>
                  <a:lnTo>
                    <a:pt x="43169" y="1614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7869" y="5023883"/>
              <a:ext cx="43169" cy="161497"/>
            </a:xfrm>
            <a:custGeom>
              <a:avLst/>
              <a:pathLst>
                <a:path w="43169" h="161497">
                  <a:moveTo>
                    <a:pt x="0" y="0"/>
                  </a:moveTo>
                  <a:lnTo>
                    <a:pt x="43169" y="1614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9" y="5023883"/>
              <a:ext cx="167159" cy="179230"/>
            </a:xfrm>
            <a:custGeom>
              <a:avLst/>
              <a:pathLst>
                <a:path w="167159" h="179230">
                  <a:moveTo>
                    <a:pt x="123989" y="0"/>
                  </a:moveTo>
                  <a:lnTo>
                    <a:pt x="118816" y="1472"/>
                  </a:lnTo>
                  <a:lnTo>
                    <a:pt x="113692" y="3110"/>
                  </a:lnTo>
                  <a:lnTo>
                    <a:pt x="108624" y="4912"/>
                  </a:lnTo>
                  <a:lnTo>
                    <a:pt x="103617" y="6877"/>
                  </a:lnTo>
                  <a:lnTo>
                    <a:pt x="98675" y="9001"/>
                  </a:lnTo>
                  <a:lnTo>
                    <a:pt x="93804" y="11283"/>
                  </a:lnTo>
                  <a:lnTo>
                    <a:pt x="89009" y="13721"/>
                  </a:lnTo>
                  <a:lnTo>
                    <a:pt x="84295" y="16312"/>
                  </a:lnTo>
                  <a:lnTo>
                    <a:pt x="79667" y="19053"/>
                  </a:lnTo>
                  <a:lnTo>
                    <a:pt x="75129" y="21942"/>
                  </a:lnTo>
                  <a:lnTo>
                    <a:pt x="70687" y="24975"/>
                  </a:lnTo>
                  <a:lnTo>
                    <a:pt x="66345" y="28150"/>
                  </a:lnTo>
                  <a:lnTo>
                    <a:pt x="62107" y="31462"/>
                  </a:lnTo>
                  <a:lnTo>
                    <a:pt x="57977" y="34909"/>
                  </a:lnTo>
                  <a:lnTo>
                    <a:pt x="53961" y="38488"/>
                  </a:lnTo>
                  <a:lnTo>
                    <a:pt x="50062" y="42193"/>
                  </a:lnTo>
                  <a:lnTo>
                    <a:pt x="46284" y="46023"/>
                  </a:lnTo>
                  <a:lnTo>
                    <a:pt x="42632" y="49971"/>
                  </a:lnTo>
                  <a:lnTo>
                    <a:pt x="39108" y="54035"/>
                  </a:lnTo>
                  <a:lnTo>
                    <a:pt x="35717" y="58211"/>
                  </a:lnTo>
                  <a:lnTo>
                    <a:pt x="32462" y="62493"/>
                  </a:lnTo>
                  <a:lnTo>
                    <a:pt x="29346" y="66878"/>
                  </a:lnTo>
                  <a:lnTo>
                    <a:pt x="26374" y="71361"/>
                  </a:lnTo>
                  <a:lnTo>
                    <a:pt x="23547" y="75937"/>
                  </a:lnTo>
                  <a:lnTo>
                    <a:pt x="20868" y="80602"/>
                  </a:lnTo>
                  <a:lnTo>
                    <a:pt x="18341" y="85351"/>
                  </a:lnTo>
                  <a:lnTo>
                    <a:pt x="15968" y="90178"/>
                  </a:lnTo>
                  <a:lnTo>
                    <a:pt x="13752" y="95079"/>
                  </a:lnTo>
                  <a:lnTo>
                    <a:pt x="11695" y="100049"/>
                  </a:lnTo>
                  <a:lnTo>
                    <a:pt x="9798" y="105083"/>
                  </a:lnTo>
                  <a:lnTo>
                    <a:pt x="8065" y="110175"/>
                  </a:lnTo>
                  <a:lnTo>
                    <a:pt x="6496" y="115320"/>
                  </a:lnTo>
                  <a:lnTo>
                    <a:pt x="5093" y="120513"/>
                  </a:lnTo>
                  <a:lnTo>
                    <a:pt x="3859" y="125749"/>
                  </a:lnTo>
                  <a:lnTo>
                    <a:pt x="2793" y="131021"/>
                  </a:lnTo>
                  <a:lnTo>
                    <a:pt x="1898" y="136325"/>
                  </a:lnTo>
                  <a:lnTo>
                    <a:pt x="1173" y="141655"/>
                  </a:lnTo>
                  <a:lnTo>
                    <a:pt x="621" y="147006"/>
                  </a:lnTo>
                  <a:lnTo>
                    <a:pt x="241" y="152371"/>
                  </a:lnTo>
                  <a:lnTo>
                    <a:pt x="34" y="157746"/>
                  </a:lnTo>
                  <a:lnTo>
                    <a:pt x="0" y="163125"/>
                  </a:lnTo>
                  <a:lnTo>
                    <a:pt x="138" y="168502"/>
                  </a:lnTo>
                  <a:lnTo>
                    <a:pt x="450" y="173872"/>
                  </a:lnTo>
                  <a:lnTo>
                    <a:pt x="935" y="179230"/>
                  </a:lnTo>
                  <a:lnTo>
                    <a:pt x="167159" y="1614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4814" y="5018213"/>
              <a:ext cx="333374" cy="334333"/>
            </a:xfrm>
            <a:custGeom>
              <a:avLst/>
              <a:pathLst>
                <a:path w="333374" h="334333">
                  <a:moveTo>
                    <a:pt x="0" y="184900"/>
                  </a:moveTo>
                  <a:lnTo>
                    <a:pt x="647" y="190170"/>
                  </a:lnTo>
                  <a:lnTo>
                    <a:pt x="1461" y="195418"/>
                  </a:lnTo>
                  <a:lnTo>
                    <a:pt x="2441" y="200636"/>
                  </a:lnTo>
                  <a:lnTo>
                    <a:pt x="3587" y="205821"/>
                  </a:lnTo>
                  <a:lnTo>
                    <a:pt x="4897" y="210967"/>
                  </a:lnTo>
                  <a:lnTo>
                    <a:pt x="6369" y="216069"/>
                  </a:lnTo>
                  <a:lnTo>
                    <a:pt x="8003" y="221122"/>
                  </a:lnTo>
                  <a:lnTo>
                    <a:pt x="9796" y="226120"/>
                  </a:lnTo>
                  <a:lnTo>
                    <a:pt x="11748" y="231058"/>
                  </a:lnTo>
                  <a:lnTo>
                    <a:pt x="13855" y="235932"/>
                  </a:lnTo>
                  <a:lnTo>
                    <a:pt x="16116" y="240737"/>
                  </a:lnTo>
                  <a:lnTo>
                    <a:pt x="18528" y="245467"/>
                  </a:lnTo>
                  <a:lnTo>
                    <a:pt x="21090" y="250119"/>
                  </a:lnTo>
                  <a:lnTo>
                    <a:pt x="23797" y="254687"/>
                  </a:lnTo>
                  <a:lnTo>
                    <a:pt x="26649" y="259166"/>
                  </a:lnTo>
                  <a:lnTo>
                    <a:pt x="29641" y="263553"/>
                  </a:lnTo>
                  <a:lnTo>
                    <a:pt x="32772" y="267842"/>
                  </a:lnTo>
                  <a:lnTo>
                    <a:pt x="36036" y="272030"/>
                  </a:lnTo>
                  <a:lnTo>
                    <a:pt x="39433" y="276112"/>
                  </a:lnTo>
                  <a:lnTo>
                    <a:pt x="42957" y="280084"/>
                  </a:lnTo>
                  <a:lnTo>
                    <a:pt x="46605" y="283942"/>
                  </a:lnTo>
                  <a:lnTo>
                    <a:pt x="50375" y="287682"/>
                  </a:lnTo>
                  <a:lnTo>
                    <a:pt x="54261" y="291301"/>
                  </a:lnTo>
                  <a:lnTo>
                    <a:pt x="58260" y="294794"/>
                  </a:lnTo>
                  <a:lnTo>
                    <a:pt x="62368" y="298159"/>
                  </a:lnTo>
                  <a:lnTo>
                    <a:pt x="66581" y="301391"/>
                  </a:lnTo>
                  <a:lnTo>
                    <a:pt x="70894" y="304488"/>
                  </a:lnTo>
                  <a:lnTo>
                    <a:pt x="75304" y="307447"/>
                  </a:lnTo>
                  <a:lnTo>
                    <a:pt x="79805" y="310264"/>
                  </a:lnTo>
                  <a:lnTo>
                    <a:pt x="84393" y="312936"/>
                  </a:lnTo>
                  <a:lnTo>
                    <a:pt x="89064" y="315462"/>
                  </a:lnTo>
                  <a:lnTo>
                    <a:pt x="93813" y="317838"/>
                  </a:lnTo>
                  <a:lnTo>
                    <a:pt x="98635" y="320062"/>
                  </a:lnTo>
                  <a:lnTo>
                    <a:pt x="103526" y="322131"/>
                  </a:lnTo>
                  <a:lnTo>
                    <a:pt x="108479" y="324044"/>
                  </a:lnTo>
                  <a:lnTo>
                    <a:pt x="113491" y="325799"/>
                  </a:lnTo>
                  <a:lnTo>
                    <a:pt x="118556" y="327394"/>
                  </a:lnTo>
                  <a:lnTo>
                    <a:pt x="123669" y="328827"/>
                  </a:lnTo>
                  <a:lnTo>
                    <a:pt x="128825" y="330097"/>
                  </a:lnTo>
                  <a:lnTo>
                    <a:pt x="134018" y="331203"/>
                  </a:lnTo>
                  <a:lnTo>
                    <a:pt x="139244" y="332143"/>
                  </a:lnTo>
                  <a:lnTo>
                    <a:pt x="144498" y="332917"/>
                  </a:lnTo>
                  <a:lnTo>
                    <a:pt x="149773" y="333523"/>
                  </a:lnTo>
                  <a:lnTo>
                    <a:pt x="155065" y="333962"/>
                  </a:lnTo>
                  <a:lnTo>
                    <a:pt x="160368" y="334232"/>
                  </a:lnTo>
                  <a:lnTo>
                    <a:pt x="165677" y="334333"/>
                  </a:lnTo>
                  <a:lnTo>
                    <a:pt x="170987" y="334267"/>
                  </a:lnTo>
                  <a:lnTo>
                    <a:pt x="176292" y="334031"/>
                  </a:lnTo>
                  <a:lnTo>
                    <a:pt x="181586" y="333627"/>
                  </a:lnTo>
                  <a:lnTo>
                    <a:pt x="186866" y="333055"/>
                  </a:lnTo>
                  <a:lnTo>
                    <a:pt x="192124" y="332316"/>
                  </a:lnTo>
                  <a:lnTo>
                    <a:pt x="197356" y="331410"/>
                  </a:lnTo>
                  <a:lnTo>
                    <a:pt x="202557" y="330338"/>
                  </a:lnTo>
                  <a:lnTo>
                    <a:pt x="207721" y="329102"/>
                  </a:lnTo>
                  <a:lnTo>
                    <a:pt x="212843" y="327702"/>
                  </a:lnTo>
                  <a:lnTo>
                    <a:pt x="217919" y="326140"/>
                  </a:lnTo>
                  <a:lnTo>
                    <a:pt x="222942" y="324418"/>
                  </a:lnTo>
                  <a:lnTo>
                    <a:pt x="227908" y="322538"/>
                  </a:lnTo>
                  <a:lnTo>
                    <a:pt x="232811" y="320500"/>
                  </a:lnTo>
                  <a:lnTo>
                    <a:pt x="237648" y="318308"/>
                  </a:lnTo>
                  <a:lnTo>
                    <a:pt x="242412" y="315963"/>
                  </a:lnTo>
                  <a:lnTo>
                    <a:pt x="247099" y="313468"/>
                  </a:lnTo>
                  <a:lnTo>
                    <a:pt x="251705" y="310826"/>
                  </a:lnTo>
                  <a:lnTo>
                    <a:pt x="256225" y="308038"/>
                  </a:lnTo>
                  <a:lnTo>
                    <a:pt x="260654" y="305109"/>
                  </a:lnTo>
                  <a:lnTo>
                    <a:pt x="264987" y="302040"/>
                  </a:lnTo>
                  <a:lnTo>
                    <a:pt x="269221" y="298835"/>
                  </a:lnTo>
                  <a:lnTo>
                    <a:pt x="273351" y="295497"/>
                  </a:lnTo>
                  <a:lnTo>
                    <a:pt x="277373" y="292030"/>
                  </a:lnTo>
                  <a:lnTo>
                    <a:pt x="281283" y="288437"/>
                  </a:lnTo>
                  <a:lnTo>
                    <a:pt x="285076" y="284721"/>
                  </a:lnTo>
                  <a:lnTo>
                    <a:pt x="288750" y="280887"/>
                  </a:lnTo>
                  <a:lnTo>
                    <a:pt x="292300" y="276938"/>
                  </a:lnTo>
                  <a:lnTo>
                    <a:pt x="295723" y="272879"/>
                  </a:lnTo>
                  <a:lnTo>
                    <a:pt x="299015" y="268712"/>
                  </a:lnTo>
                  <a:lnTo>
                    <a:pt x="302173" y="264444"/>
                  </a:lnTo>
                  <a:lnTo>
                    <a:pt x="305194" y="260077"/>
                  </a:lnTo>
                  <a:lnTo>
                    <a:pt x="308075" y="255616"/>
                  </a:lnTo>
                  <a:lnTo>
                    <a:pt x="310813" y="251066"/>
                  </a:lnTo>
                  <a:lnTo>
                    <a:pt x="313404" y="246431"/>
                  </a:lnTo>
                  <a:lnTo>
                    <a:pt x="315848" y="241717"/>
                  </a:lnTo>
                  <a:lnTo>
                    <a:pt x="318140" y="236927"/>
                  </a:lnTo>
                  <a:lnTo>
                    <a:pt x="320279" y="232067"/>
                  </a:lnTo>
                  <a:lnTo>
                    <a:pt x="322262" y="227141"/>
                  </a:lnTo>
                  <a:lnTo>
                    <a:pt x="324088" y="222155"/>
                  </a:lnTo>
                  <a:lnTo>
                    <a:pt x="325755" y="217113"/>
                  </a:lnTo>
                  <a:lnTo>
                    <a:pt x="327261" y="212021"/>
                  </a:lnTo>
                  <a:lnTo>
                    <a:pt x="328605" y="206884"/>
                  </a:lnTo>
                  <a:lnTo>
                    <a:pt x="329784" y="201706"/>
                  </a:lnTo>
                  <a:lnTo>
                    <a:pt x="330799" y="196494"/>
                  </a:lnTo>
                  <a:lnTo>
                    <a:pt x="331647" y="191252"/>
                  </a:lnTo>
                  <a:lnTo>
                    <a:pt x="332328" y="185986"/>
                  </a:lnTo>
                  <a:lnTo>
                    <a:pt x="332842" y="180701"/>
                  </a:lnTo>
                  <a:lnTo>
                    <a:pt x="333188" y="175402"/>
                  </a:lnTo>
                  <a:lnTo>
                    <a:pt x="333366" y="170095"/>
                  </a:lnTo>
                  <a:lnTo>
                    <a:pt x="333374" y="164785"/>
                  </a:lnTo>
                  <a:lnTo>
                    <a:pt x="333214" y="159477"/>
                  </a:lnTo>
                  <a:lnTo>
                    <a:pt x="332886" y="154178"/>
                  </a:lnTo>
                  <a:lnTo>
                    <a:pt x="332389" y="148891"/>
                  </a:lnTo>
                  <a:lnTo>
                    <a:pt x="331725" y="143622"/>
                  </a:lnTo>
                  <a:lnTo>
                    <a:pt x="330894" y="138378"/>
                  </a:lnTo>
                  <a:lnTo>
                    <a:pt x="329896" y="133162"/>
                  </a:lnTo>
                  <a:lnTo>
                    <a:pt x="328733" y="127981"/>
                  </a:lnTo>
                  <a:lnTo>
                    <a:pt x="327407" y="122839"/>
                  </a:lnTo>
                  <a:lnTo>
                    <a:pt x="325918" y="117742"/>
                  </a:lnTo>
                  <a:lnTo>
                    <a:pt x="324267" y="112695"/>
                  </a:lnTo>
                  <a:lnTo>
                    <a:pt x="322458" y="107703"/>
                  </a:lnTo>
                  <a:lnTo>
                    <a:pt x="320490" y="102771"/>
                  </a:lnTo>
                  <a:lnTo>
                    <a:pt x="318367" y="97904"/>
                  </a:lnTo>
                  <a:lnTo>
                    <a:pt x="316090" y="93107"/>
                  </a:lnTo>
                  <a:lnTo>
                    <a:pt x="313663" y="88384"/>
                  </a:lnTo>
                  <a:lnTo>
                    <a:pt x="311086" y="83741"/>
                  </a:lnTo>
                  <a:lnTo>
                    <a:pt x="308363" y="79182"/>
                  </a:lnTo>
                  <a:lnTo>
                    <a:pt x="305497" y="74712"/>
                  </a:lnTo>
                  <a:lnTo>
                    <a:pt x="302490" y="70335"/>
                  </a:lnTo>
                  <a:lnTo>
                    <a:pt x="299346" y="66056"/>
                  </a:lnTo>
                  <a:lnTo>
                    <a:pt x="296068" y="61879"/>
                  </a:lnTo>
                  <a:lnTo>
                    <a:pt x="292658" y="57808"/>
                  </a:lnTo>
                  <a:lnTo>
                    <a:pt x="289121" y="53848"/>
                  </a:lnTo>
                  <a:lnTo>
                    <a:pt x="285460" y="50002"/>
                  </a:lnTo>
                  <a:lnTo>
                    <a:pt x="281678" y="46274"/>
                  </a:lnTo>
                  <a:lnTo>
                    <a:pt x="277780" y="42668"/>
                  </a:lnTo>
                  <a:lnTo>
                    <a:pt x="273770" y="39187"/>
                  </a:lnTo>
                  <a:lnTo>
                    <a:pt x="269651" y="35836"/>
                  </a:lnTo>
                  <a:lnTo>
                    <a:pt x="265428" y="32617"/>
                  </a:lnTo>
                  <a:lnTo>
                    <a:pt x="261104" y="29535"/>
                  </a:lnTo>
                  <a:lnTo>
                    <a:pt x="256685" y="26590"/>
                  </a:lnTo>
                  <a:lnTo>
                    <a:pt x="252174" y="23788"/>
                  </a:lnTo>
                  <a:lnTo>
                    <a:pt x="247577" y="21131"/>
                  </a:lnTo>
                  <a:lnTo>
                    <a:pt x="242898" y="18621"/>
                  </a:lnTo>
                  <a:lnTo>
                    <a:pt x="238141" y="16260"/>
                  </a:lnTo>
                  <a:lnTo>
                    <a:pt x="233312" y="14052"/>
                  </a:lnTo>
                  <a:lnTo>
                    <a:pt x="228415" y="11999"/>
                  </a:lnTo>
                  <a:lnTo>
                    <a:pt x="223455" y="10102"/>
                  </a:lnTo>
                  <a:lnTo>
                    <a:pt x="218438" y="8363"/>
                  </a:lnTo>
                  <a:lnTo>
                    <a:pt x="213368" y="6785"/>
                  </a:lnTo>
                  <a:lnTo>
                    <a:pt x="208250" y="5369"/>
                  </a:lnTo>
                  <a:lnTo>
                    <a:pt x="203090" y="4115"/>
                  </a:lnTo>
                  <a:lnTo>
                    <a:pt x="197893" y="3027"/>
                  </a:lnTo>
                  <a:lnTo>
                    <a:pt x="192664" y="2104"/>
                  </a:lnTo>
                  <a:lnTo>
                    <a:pt x="187408" y="1347"/>
                  </a:lnTo>
                  <a:lnTo>
                    <a:pt x="182130" y="758"/>
                  </a:lnTo>
                  <a:lnTo>
                    <a:pt x="176837" y="337"/>
                  </a:lnTo>
                  <a:lnTo>
                    <a:pt x="171533" y="84"/>
                  </a:lnTo>
                  <a:lnTo>
                    <a:pt x="166224" y="0"/>
                  </a:lnTo>
                  <a:lnTo>
                    <a:pt x="1662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284133" y="4659281"/>
              <a:ext cx="139101" cy="167167"/>
            </a:xfrm>
            <a:custGeom>
              <a:avLst/>
              <a:pathLst>
                <a:path w="139101" h="167167">
                  <a:moveTo>
                    <a:pt x="139101" y="0"/>
                  </a:moveTo>
                  <a:lnTo>
                    <a:pt x="133625" y="89"/>
                  </a:lnTo>
                  <a:lnTo>
                    <a:pt x="128155" y="358"/>
                  </a:lnTo>
                  <a:lnTo>
                    <a:pt x="122696" y="806"/>
                  </a:lnTo>
                  <a:lnTo>
                    <a:pt x="117256" y="1433"/>
                  </a:lnTo>
                  <a:lnTo>
                    <a:pt x="111838" y="2238"/>
                  </a:lnTo>
                  <a:lnTo>
                    <a:pt x="106450" y="3219"/>
                  </a:lnTo>
                  <a:lnTo>
                    <a:pt x="101097" y="4377"/>
                  </a:lnTo>
                  <a:lnTo>
                    <a:pt x="95785" y="5709"/>
                  </a:lnTo>
                  <a:lnTo>
                    <a:pt x="90519" y="7214"/>
                  </a:lnTo>
                  <a:lnTo>
                    <a:pt x="85306" y="8892"/>
                  </a:lnTo>
                  <a:lnTo>
                    <a:pt x="80150" y="10739"/>
                  </a:lnTo>
                  <a:lnTo>
                    <a:pt x="75058" y="12754"/>
                  </a:lnTo>
                  <a:lnTo>
                    <a:pt x="70034" y="14935"/>
                  </a:lnTo>
                  <a:lnTo>
                    <a:pt x="65084" y="17279"/>
                  </a:lnTo>
                  <a:lnTo>
                    <a:pt x="60214" y="19784"/>
                  </a:lnTo>
                  <a:lnTo>
                    <a:pt x="55428" y="22447"/>
                  </a:lnTo>
                  <a:lnTo>
                    <a:pt x="50733" y="25265"/>
                  </a:lnTo>
                  <a:lnTo>
                    <a:pt x="46132" y="28236"/>
                  </a:lnTo>
                  <a:lnTo>
                    <a:pt x="41631" y="31356"/>
                  </a:lnTo>
                  <a:lnTo>
                    <a:pt x="37234" y="34622"/>
                  </a:lnTo>
                  <a:lnTo>
                    <a:pt x="32947" y="38030"/>
                  </a:lnTo>
                  <a:lnTo>
                    <a:pt x="28774" y="41577"/>
                  </a:lnTo>
                  <a:lnTo>
                    <a:pt x="24719" y="45258"/>
                  </a:lnTo>
                  <a:lnTo>
                    <a:pt x="20787" y="49070"/>
                  </a:lnTo>
                  <a:lnTo>
                    <a:pt x="16982" y="53009"/>
                  </a:lnTo>
                  <a:lnTo>
                    <a:pt x="13308" y="57071"/>
                  </a:lnTo>
                  <a:lnTo>
                    <a:pt x="9769" y="61251"/>
                  </a:lnTo>
                  <a:lnTo>
                    <a:pt x="6369" y="65544"/>
                  </a:lnTo>
                  <a:lnTo>
                    <a:pt x="3111" y="69947"/>
                  </a:lnTo>
                  <a:lnTo>
                    <a:pt x="0" y="74453"/>
                  </a:lnTo>
                  <a:lnTo>
                    <a:pt x="1391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133" y="4733735"/>
              <a:ext cx="139101" cy="92713"/>
            </a:xfrm>
            <a:custGeom>
              <a:avLst/>
              <a:pathLst>
                <a:path w="139101" h="92713">
                  <a:moveTo>
                    <a:pt x="0" y="0"/>
                  </a:moveTo>
                  <a:lnTo>
                    <a:pt x="139101" y="927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133" y="4733735"/>
              <a:ext cx="139101" cy="92713"/>
            </a:xfrm>
            <a:custGeom>
              <a:avLst/>
              <a:pathLst>
                <a:path w="139101" h="92713">
                  <a:moveTo>
                    <a:pt x="0" y="0"/>
                  </a:moveTo>
                  <a:lnTo>
                    <a:pt x="139101" y="927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84" y="4733735"/>
              <a:ext cx="334318" cy="259874"/>
            </a:xfrm>
            <a:custGeom>
              <a:avLst/>
              <a:pathLst>
                <a:path w="334318" h="259874">
                  <a:moveTo>
                    <a:pt x="28049" y="0"/>
                  </a:moveTo>
                  <a:lnTo>
                    <a:pt x="25165" y="4480"/>
                  </a:lnTo>
                  <a:lnTo>
                    <a:pt x="22425" y="9050"/>
                  </a:lnTo>
                  <a:lnTo>
                    <a:pt x="19832" y="13705"/>
                  </a:lnTo>
                  <a:lnTo>
                    <a:pt x="17389" y="18441"/>
                  </a:lnTo>
                  <a:lnTo>
                    <a:pt x="15098" y="23252"/>
                  </a:lnTo>
                  <a:lnTo>
                    <a:pt x="12961" y="28133"/>
                  </a:lnTo>
                  <a:lnTo>
                    <a:pt x="10981" y="33080"/>
                  </a:lnTo>
                  <a:lnTo>
                    <a:pt x="9160" y="38088"/>
                  </a:lnTo>
                  <a:lnTo>
                    <a:pt x="7499" y="43151"/>
                  </a:lnTo>
                  <a:lnTo>
                    <a:pt x="6000" y="48264"/>
                  </a:lnTo>
                  <a:lnTo>
                    <a:pt x="4666" y="53423"/>
                  </a:lnTo>
                  <a:lnTo>
                    <a:pt x="3496" y="58622"/>
                  </a:lnTo>
                  <a:lnTo>
                    <a:pt x="2493" y="63855"/>
                  </a:lnTo>
                  <a:lnTo>
                    <a:pt x="1656" y="69117"/>
                  </a:lnTo>
                  <a:lnTo>
                    <a:pt x="989" y="74404"/>
                  </a:lnTo>
                  <a:lnTo>
                    <a:pt x="489" y="79709"/>
                  </a:lnTo>
                  <a:lnTo>
                    <a:pt x="160" y="85027"/>
                  </a:lnTo>
                  <a:lnTo>
                    <a:pt x="0" y="90354"/>
                  </a:lnTo>
                  <a:lnTo>
                    <a:pt x="9" y="95682"/>
                  </a:lnTo>
                  <a:lnTo>
                    <a:pt x="189" y="101008"/>
                  </a:lnTo>
                  <a:lnTo>
                    <a:pt x="538" y="106325"/>
                  </a:lnTo>
                  <a:lnTo>
                    <a:pt x="1056" y="111628"/>
                  </a:lnTo>
                  <a:lnTo>
                    <a:pt x="1744" y="116912"/>
                  </a:lnTo>
                  <a:lnTo>
                    <a:pt x="2599" y="122172"/>
                  </a:lnTo>
                  <a:lnTo>
                    <a:pt x="3621" y="127401"/>
                  </a:lnTo>
                  <a:lnTo>
                    <a:pt x="4810" y="132596"/>
                  </a:lnTo>
                  <a:lnTo>
                    <a:pt x="6164" y="137749"/>
                  </a:lnTo>
                  <a:lnTo>
                    <a:pt x="7681" y="142857"/>
                  </a:lnTo>
                  <a:lnTo>
                    <a:pt x="9360" y="147914"/>
                  </a:lnTo>
                  <a:lnTo>
                    <a:pt x="11200" y="152915"/>
                  </a:lnTo>
                  <a:lnTo>
                    <a:pt x="13198" y="157855"/>
                  </a:lnTo>
                  <a:lnTo>
                    <a:pt x="15352" y="162729"/>
                  </a:lnTo>
                  <a:lnTo>
                    <a:pt x="17661" y="167531"/>
                  </a:lnTo>
                  <a:lnTo>
                    <a:pt x="20121" y="172258"/>
                  </a:lnTo>
                  <a:lnTo>
                    <a:pt x="22731" y="176903"/>
                  </a:lnTo>
                  <a:lnTo>
                    <a:pt x="25488" y="181464"/>
                  </a:lnTo>
                  <a:lnTo>
                    <a:pt x="28388" y="185933"/>
                  </a:lnTo>
                  <a:lnTo>
                    <a:pt x="31430" y="190309"/>
                  </a:lnTo>
                  <a:lnTo>
                    <a:pt x="34609" y="194585"/>
                  </a:lnTo>
                  <a:lnTo>
                    <a:pt x="37923" y="198757"/>
                  </a:lnTo>
                  <a:lnTo>
                    <a:pt x="41369" y="202822"/>
                  </a:lnTo>
                  <a:lnTo>
                    <a:pt x="44942" y="206775"/>
                  </a:lnTo>
                  <a:lnTo>
                    <a:pt x="48640" y="210612"/>
                  </a:lnTo>
                  <a:lnTo>
                    <a:pt x="52457" y="214329"/>
                  </a:lnTo>
                  <a:lnTo>
                    <a:pt x="56392" y="217923"/>
                  </a:lnTo>
                  <a:lnTo>
                    <a:pt x="60439" y="221389"/>
                  </a:lnTo>
                  <a:lnTo>
                    <a:pt x="64594" y="224725"/>
                  </a:lnTo>
                  <a:lnTo>
                    <a:pt x="68853" y="227927"/>
                  </a:lnTo>
                  <a:lnTo>
                    <a:pt x="73213" y="230991"/>
                  </a:lnTo>
                  <a:lnTo>
                    <a:pt x="77668" y="233914"/>
                  </a:lnTo>
                  <a:lnTo>
                    <a:pt x="82213" y="236695"/>
                  </a:lnTo>
                  <a:lnTo>
                    <a:pt x="86846" y="239329"/>
                  </a:lnTo>
                  <a:lnTo>
                    <a:pt x="91559" y="241814"/>
                  </a:lnTo>
                  <a:lnTo>
                    <a:pt x="96350" y="244147"/>
                  </a:lnTo>
                  <a:lnTo>
                    <a:pt x="101212" y="246327"/>
                  </a:lnTo>
                  <a:lnTo>
                    <a:pt x="106142" y="248350"/>
                  </a:lnTo>
                  <a:lnTo>
                    <a:pt x="111133" y="250215"/>
                  </a:lnTo>
                  <a:lnTo>
                    <a:pt x="116181" y="251921"/>
                  </a:lnTo>
                  <a:lnTo>
                    <a:pt x="121281" y="253464"/>
                  </a:lnTo>
                  <a:lnTo>
                    <a:pt x="126428" y="254845"/>
                  </a:lnTo>
                  <a:lnTo>
                    <a:pt x="131616" y="256060"/>
                  </a:lnTo>
                  <a:lnTo>
                    <a:pt x="136840" y="257110"/>
                  </a:lnTo>
                  <a:lnTo>
                    <a:pt x="142095" y="257992"/>
                  </a:lnTo>
                  <a:lnTo>
                    <a:pt x="147376" y="258707"/>
                  </a:lnTo>
                  <a:lnTo>
                    <a:pt x="152676" y="259253"/>
                  </a:lnTo>
                  <a:lnTo>
                    <a:pt x="157991" y="259629"/>
                  </a:lnTo>
                  <a:lnTo>
                    <a:pt x="163316" y="259837"/>
                  </a:lnTo>
                  <a:lnTo>
                    <a:pt x="168644" y="259874"/>
                  </a:lnTo>
                  <a:lnTo>
                    <a:pt x="173971" y="259741"/>
                  </a:lnTo>
                  <a:lnTo>
                    <a:pt x="179291" y="259439"/>
                  </a:lnTo>
                  <a:lnTo>
                    <a:pt x="184599" y="258967"/>
                  </a:lnTo>
                  <a:lnTo>
                    <a:pt x="189889" y="258327"/>
                  </a:lnTo>
                  <a:lnTo>
                    <a:pt x="195156" y="257518"/>
                  </a:lnTo>
                  <a:lnTo>
                    <a:pt x="200394" y="256542"/>
                  </a:lnTo>
                  <a:lnTo>
                    <a:pt x="205599" y="255399"/>
                  </a:lnTo>
                  <a:lnTo>
                    <a:pt x="210764" y="254091"/>
                  </a:lnTo>
                  <a:lnTo>
                    <a:pt x="215885" y="252619"/>
                  </a:lnTo>
                  <a:lnTo>
                    <a:pt x="220957" y="250984"/>
                  </a:lnTo>
                  <a:lnTo>
                    <a:pt x="225974" y="249189"/>
                  </a:lnTo>
                  <a:lnTo>
                    <a:pt x="230931" y="247235"/>
                  </a:lnTo>
                  <a:lnTo>
                    <a:pt x="235824" y="245123"/>
                  </a:lnTo>
                  <a:lnTo>
                    <a:pt x="240646" y="242857"/>
                  </a:lnTo>
                  <a:lnTo>
                    <a:pt x="245394" y="240438"/>
                  </a:lnTo>
                  <a:lnTo>
                    <a:pt x="250063" y="237870"/>
                  </a:lnTo>
                  <a:lnTo>
                    <a:pt x="254647" y="235153"/>
                  </a:lnTo>
                  <a:lnTo>
                    <a:pt x="259143" y="232292"/>
                  </a:lnTo>
                  <a:lnTo>
                    <a:pt x="263544" y="229289"/>
                  </a:lnTo>
                  <a:lnTo>
                    <a:pt x="267848" y="226148"/>
                  </a:lnTo>
                  <a:lnTo>
                    <a:pt x="272050" y="222871"/>
                  </a:lnTo>
                  <a:lnTo>
                    <a:pt x="276145" y="219461"/>
                  </a:lnTo>
                  <a:lnTo>
                    <a:pt x="280129" y="215923"/>
                  </a:lnTo>
                  <a:lnTo>
                    <a:pt x="283999" y="212260"/>
                  </a:lnTo>
                  <a:lnTo>
                    <a:pt x="287750" y="208475"/>
                  </a:lnTo>
                  <a:lnTo>
                    <a:pt x="291378" y="204572"/>
                  </a:lnTo>
                  <a:lnTo>
                    <a:pt x="294880" y="200556"/>
                  </a:lnTo>
                  <a:lnTo>
                    <a:pt x="298252" y="196430"/>
                  </a:lnTo>
                  <a:lnTo>
                    <a:pt x="301491" y="192199"/>
                  </a:lnTo>
                  <a:lnTo>
                    <a:pt x="304594" y="187867"/>
                  </a:lnTo>
                  <a:lnTo>
                    <a:pt x="307557" y="183438"/>
                  </a:lnTo>
                  <a:lnTo>
                    <a:pt x="310377" y="178917"/>
                  </a:lnTo>
                  <a:lnTo>
                    <a:pt x="313051" y="174308"/>
                  </a:lnTo>
                  <a:lnTo>
                    <a:pt x="315578" y="169617"/>
                  </a:lnTo>
                  <a:lnTo>
                    <a:pt x="317954" y="164847"/>
                  </a:lnTo>
                  <a:lnTo>
                    <a:pt x="320176" y="160004"/>
                  </a:lnTo>
                  <a:lnTo>
                    <a:pt x="322243" y="155093"/>
                  </a:lnTo>
                  <a:lnTo>
                    <a:pt x="324152" y="150118"/>
                  </a:lnTo>
                  <a:lnTo>
                    <a:pt x="325902" y="145085"/>
                  </a:lnTo>
                  <a:lnTo>
                    <a:pt x="327491" y="139999"/>
                  </a:lnTo>
                  <a:lnTo>
                    <a:pt x="328916" y="134864"/>
                  </a:lnTo>
                  <a:lnTo>
                    <a:pt x="330177" y="129687"/>
                  </a:lnTo>
                  <a:lnTo>
                    <a:pt x="331273" y="124473"/>
                  </a:lnTo>
                  <a:lnTo>
                    <a:pt x="332202" y="119226"/>
                  </a:lnTo>
                  <a:lnTo>
                    <a:pt x="332963" y="113952"/>
                  </a:lnTo>
                  <a:lnTo>
                    <a:pt x="333556" y="108656"/>
                  </a:lnTo>
                  <a:lnTo>
                    <a:pt x="333979" y="103344"/>
                  </a:lnTo>
                  <a:lnTo>
                    <a:pt x="334233" y="98022"/>
                  </a:lnTo>
                  <a:lnTo>
                    <a:pt x="334318" y="92694"/>
                  </a:lnTo>
                  <a:lnTo>
                    <a:pt x="334232" y="87366"/>
                  </a:lnTo>
                  <a:lnTo>
                    <a:pt x="333977" y="82044"/>
                  </a:lnTo>
                  <a:lnTo>
                    <a:pt x="333552" y="76732"/>
                  </a:lnTo>
                  <a:lnTo>
                    <a:pt x="332958" y="71437"/>
                  </a:lnTo>
                  <a:lnTo>
                    <a:pt x="332196" y="66163"/>
                  </a:lnTo>
                  <a:lnTo>
                    <a:pt x="331266" y="60916"/>
                  </a:lnTo>
                  <a:lnTo>
                    <a:pt x="330169" y="55702"/>
                  </a:lnTo>
                  <a:lnTo>
                    <a:pt x="328907" y="50525"/>
                  </a:lnTo>
                  <a:lnTo>
                    <a:pt x="327480" y="45391"/>
                  </a:lnTo>
                  <a:lnTo>
                    <a:pt x="325890" y="40305"/>
                  </a:lnTo>
                  <a:lnTo>
                    <a:pt x="324139" y="35272"/>
                  </a:lnTo>
                  <a:lnTo>
                    <a:pt x="322229" y="30298"/>
                  </a:lnTo>
                  <a:lnTo>
                    <a:pt x="320161" y="25387"/>
                  </a:lnTo>
                  <a:lnTo>
                    <a:pt x="317937" y="20545"/>
                  </a:lnTo>
                  <a:lnTo>
                    <a:pt x="167150" y="92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50786" cy="167167"/>
            </a:xfrm>
            <a:custGeom>
              <a:avLst/>
              <a:pathLst>
                <a:path w="150786" h="167167">
                  <a:moveTo>
                    <a:pt x="150786" y="94999"/>
                  </a:moveTo>
                  <a:lnTo>
                    <a:pt x="148318" y="90052"/>
                  </a:lnTo>
                  <a:lnTo>
                    <a:pt x="145687" y="85190"/>
                  </a:lnTo>
                  <a:lnTo>
                    <a:pt x="142897" y="80418"/>
                  </a:lnTo>
                  <a:lnTo>
                    <a:pt x="139950" y="75741"/>
                  </a:lnTo>
                  <a:lnTo>
                    <a:pt x="136851" y="71163"/>
                  </a:lnTo>
                  <a:lnTo>
                    <a:pt x="133601" y="66691"/>
                  </a:lnTo>
                  <a:lnTo>
                    <a:pt x="130206" y="62328"/>
                  </a:lnTo>
                  <a:lnTo>
                    <a:pt x="126669" y="58080"/>
                  </a:lnTo>
                  <a:lnTo>
                    <a:pt x="122992" y="53952"/>
                  </a:lnTo>
                  <a:lnTo>
                    <a:pt x="119182" y="49947"/>
                  </a:lnTo>
                  <a:lnTo>
                    <a:pt x="115241" y="46070"/>
                  </a:lnTo>
                  <a:lnTo>
                    <a:pt x="111174" y="42326"/>
                  </a:lnTo>
                  <a:lnTo>
                    <a:pt x="106985" y="38718"/>
                  </a:lnTo>
                  <a:lnTo>
                    <a:pt x="102679" y="35251"/>
                  </a:lnTo>
                  <a:lnTo>
                    <a:pt x="98261" y="31928"/>
                  </a:lnTo>
                  <a:lnTo>
                    <a:pt x="93736" y="28753"/>
                  </a:lnTo>
                  <a:lnTo>
                    <a:pt x="89108" y="25729"/>
                  </a:lnTo>
                  <a:lnTo>
                    <a:pt x="84383" y="22860"/>
                  </a:lnTo>
                  <a:lnTo>
                    <a:pt x="79565" y="20149"/>
                  </a:lnTo>
                  <a:lnTo>
                    <a:pt x="74661" y="17599"/>
                  </a:lnTo>
                  <a:lnTo>
                    <a:pt x="69675" y="15212"/>
                  </a:lnTo>
                  <a:lnTo>
                    <a:pt x="64612" y="12991"/>
                  </a:lnTo>
                  <a:lnTo>
                    <a:pt x="59479" y="10939"/>
                  </a:lnTo>
                  <a:lnTo>
                    <a:pt x="54281" y="9058"/>
                  </a:lnTo>
                  <a:lnTo>
                    <a:pt x="49023" y="7349"/>
                  </a:lnTo>
                  <a:lnTo>
                    <a:pt x="43712" y="5816"/>
                  </a:lnTo>
                  <a:lnTo>
                    <a:pt x="38353" y="4459"/>
                  </a:lnTo>
                  <a:lnTo>
                    <a:pt x="32952" y="3280"/>
                  </a:lnTo>
                  <a:lnTo>
                    <a:pt x="27515" y="2280"/>
                  </a:lnTo>
                  <a:lnTo>
                    <a:pt x="22048" y="1460"/>
                  </a:lnTo>
                  <a:lnTo>
                    <a:pt x="16557" y="822"/>
                  </a:lnTo>
                  <a:lnTo>
                    <a:pt x="11048" y="365"/>
                  </a:lnTo>
                  <a:lnTo>
                    <a:pt x="552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87381" y="4213821"/>
              <a:ext cx="141090" cy="167167"/>
            </a:xfrm>
            <a:custGeom>
              <a:avLst/>
              <a:pathLst>
                <a:path w="141090" h="167167">
                  <a:moveTo>
                    <a:pt x="141090" y="0"/>
                  </a:moveTo>
                  <a:lnTo>
                    <a:pt x="135493" y="93"/>
                  </a:lnTo>
                  <a:lnTo>
                    <a:pt x="129901" y="374"/>
                  </a:lnTo>
                  <a:lnTo>
                    <a:pt x="124323" y="843"/>
                  </a:lnTo>
                  <a:lnTo>
                    <a:pt x="118763" y="1497"/>
                  </a:lnTo>
                  <a:lnTo>
                    <a:pt x="113228" y="2338"/>
                  </a:lnTo>
                  <a:lnTo>
                    <a:pt x="107725" y="3363"/>
                  </a:lnTo>
                  <a:lnTo>
                    <a:pt x="102259" y="4572"/>
                  </a:lnTo>
                  <a:lnTo>
                    <a:pt x="96836" y="5964"/>
                  </a:lnTo>
                  <a:lnTo>
                    <a:pt x="91463" y="7536"/>
                  </a:lnTo>
                  <a:lnTo>
                    <a:pt x="86146" y="9287"/>
                  </a:lnTo>
                  <a:lnTo>
                    <a:pt x="80890" y="11215"/>
                  </a:lnTo>
                  <a:lnTo>
                    <a:pt x="75702" y="13319"/>
                  </a:lnTo>
                  <a:lnTo>
                    <a:pt x="70587" y="15594"/>
                  </a:lnTo>
                  <a:lnTo>
                    <a:pt x="65551" y="18040"/>
                  </a:lnTo>
                  <a:lnTo>
                    <a:pt x="60600" y="20653"/>
                  </a:lnTo>
                  <a:lnTo>
                    <a:pt x="55740" y="23430"/>
                  </a:lnTo>
                  <a:lnTo>
                    <a:pt x="50975" y="26369"/>
                  </a:lnTo>
                  <a:lnTo>
                    <a:pt x="46311" y="29465"/>
                  </a:lnTo>
                  <a:lnTo>
                    <a:pt x="41753" y="32716"/>
                  </a:lnTo>
                  <a:lnTo>
                    <a:pt x="37307" y="36118"/>
                  </a:lnTo>
                  <a:lnTo>
                    <a:pt x="32977" y="39666"/>
                  </a:lnTo>
                  <a:lnTo>
                    <a:pt x="28768" y="43358"/>
                  </a:lnTo>
                  <a:lnTo>
                    <a:pt x="24685" y="47188"/>
                  </a:lnTo>
                  <a:lnTo>
                    <a:pt x="20733" y="51153"/>
                  </a:lnTo>
                  <a:lnTo>
                    <a:pt x="16916" y="55248"/>
                  </a:lnTo>
                  <a:lnTo>
                    <a:pt x="13238" y="59469"/>
                  </a:lnTo>
                  <a:lnTo>
                    <a:pt x="9704" y="63810"/>
                  </a:lnTo>
                  <a:lnTo>
                    <a:pt x="6317" y="68268"/>
                  </a:lnTo>
                  <a:lnTo>
                    <a:pt x="3081" y="72836"/>
                  </a:lnTo>
                  <a:lnTo>
                    <a:pt x="0" y="77510"/>
                  </a:lnTo>
                  <a:lnTo>
                    <a:pt x="14109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7381" y="4291331"/>
              <a:ext cx="141090" cy="89657"/>
            </a:xfrm>
            <a:custGeom>
              <a:avLst/>
              <a:pathLst>
                <a:path w="141090" h="89657">
                  <a:moveTo>
                    <a:pt x="0" y="0"/>
                  </a:moveTo>
                  <a:lnTo>
                    <a:pt x="141090" y="896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9" y="4274770"/>
              <a:ext cx="334317" cy="273385"/>
            </a:xfrm>
            <a:custGeom>
              <a:avLst/>
              <a:pathLst>
                <a:path w="334317" h="273385">
                  <a:moveTo>
                    <a:pt x="26072" y="16561"/>
                  </a:moveTo>
                  <a:lnTo>
                    <a:pt x="23288" y="21100"/>
                  </a:lnTo>
                  <a:lnTo>
                    <a:pt x="20650" y="25726"/>
                  </a:lnTo>
                  <a:lnTo>
                    <a:pt x="18160" y="30433"/>
                  </a:lnTo>
                  <a:lnTo>
                    <a:pt x="15822" y="35218"/>
                  </a:lnTo>
                  <a:lnTo>
                    <a:pt x="13637" y="40074"/>
                  </a:lnTo>
                  <a:lnTo>
                    <a:pt x="11608" y="44998"/>
                  </a:lnTo>
                  <a:lnTo>
                    <a:pt x="9737" y="49983"/>
                  </a:lnTo>
                  <a:lnTo>
                    <a:pt x="8026" y="55026"/>
                  </a:lnTo>
                  <a:lnTo>
                    <a:pt x="6476" y="60121"/>
                  </a:lnTo>
                  <a:lnTo>
                    <a:pt x="5090" y="65262"/>
                  </a:lnTo>
                  <a:lnTo>
                    <a:pt x="3867" y="70445"/>
                  </a:lnTo>
                  <a:lnTo>
                    <a:pt x="2811" y="75664"/>
                  </a:lnTo>
                  <a:lnTo>
                    <a:pt x="1921" y="80915"/>
                  </a:lnTo>
                  <a:lnTo>
                    <a:pt x="1199" y="86191"/>
                  </a:lnTo>
                  <a:lnTo>
                    <a:pt x="645" y="91487"/>
                  </a:lnTo>
                  <a:lnTo>
                    <a:pt x="261" y="96798"/>
                  </a:lnTo>
                  <a:lnTo>
                    <a:pt x="45" y="102119"/>
                  </a:lnTo>
                  <a:lnTo>
                    <a:pt x="0" y="107444"/>
                  </a:lnTo>
                  <a:lnTo>
                    <a:pt x="123" y="112768"/>
                  </a:lnTo>
                  <a:lnTo>
                    <a:pt x="417" y="118085"/>
                  </a:lnTo>
                  <a:lnTo>
                    <a:pt x="879" y="123390"/>
                  </a:lnTo>
                  <a:lnTo>
                    <a:pt x="1511" y="128677"/>
                  </a:lnTo>
                  <a:lnTo>
                    <a:pt x="2310" y="133942"/>
                  </a:lnTo>
                  <a:lnTo>
                    <a:pt x="3277" y="139179"/>
                  </a:lnTo>
                  <a:lnTo>
                    <a:pt x="4410" y="144382"/>
                  </a:lnTo>
                  <a:lnTo>
                    <a:pt x="5708" y="149547"/>
                  </a:lnTo>
                  <a:lnTo>
                    <a:pt x="7170" y="154667"/>
                  </a:lnTo>
                  <a:lnTo>
                    <a:pt x="8794" y="159738"/>
                  </a:lnTo>
                  <a:lnTo>
                    <a:pt x="10579" y="164756"/>
                  </a:lnTo>
                  <a:lnTo>
                    <a:pt x="12523" y="169713"/>
                  </a:lnTo>
                  <a:lnTo>
                    <a:pt x="14624" y="174606"/>
                  </a:lnTo>
                  <a:lnTo>
                    <a:pt x="16880" y="179430"/>
                  </a:lnTo>
                  <a:lnTo>
                    <a:pt x="19288" y="184180"/>
                  </a:lnTo>
                  <a:lnTo>
                    <a:pt x="21846" y="188850"/>
                  </a:lnTo>
                  <a:lnTo>
                    <a:pt x="24552" y="193437"/>
                  </a:lnTo>
                  <a:lnTo>
                    <a:pt x="27402" y="197935"/>
                  </a:lnTo>
                  <a:lnTo>
                    <a:pt x="30394" y="202340"/>
                  </a:lnTo>
                  <a:lnTo>
                    <a:pt x="33525" y="206647"/>
                  </a:lnTo>
                  <a:lnTo>
                    <a:pt x="36792" y="210853"/>
                  </a:lnTo>
                  <a:lnTo>
                    <a:pt x="40191" y="214952"/>
                  </a:lnTo>
                  <a:lnTo>
                    <a:pt x="43718" y="218941"/>
                  </a:lnTo>
                  <a:lnTo>
                    <a:pt x="47371" y="222816"/>
                  </a:lnTo>
                  <a:lnTo>
                    <a:pt x="51146" y="226572"/>
                  </a:lnTo>
                  <a:lnTo>
                    <a:pt x="55038" y="230206"/>
                  </a:lnTo>
                  <a:lnTo>
                    <a:pt x="59044" y="233715"/>
                  </a:lnTo>
                  <a:lnTo>
                    <a:pt x="63160" y="237094"/>
                  </a:lnTo>
                  <a:lnTo>
                    <a:pt x="67381" y="240340"/>
                  </a:lnTo>
                  <a:lnTo>
                    <a:pt x="71704" y="243450"/>
                  </a:lnTo>
                  <a:lnTo>
                    <a:pt x="76123" y="246421"/>
                  </a:lnTo>
                  <a:lnTo>
                    <a:pt x="80635" y="249249"/>
                  </a:lnTo>
                  <a:lnTo>
                    <a:pt x="85235" y="251933"/>
                  </a:lnTo>
                  <a:lnTo>
                    <a:pt x="89918" y="254468"/>
                  </a:lnTo>
                  <a:lnTo>
                    <a:pt x="94679" y="256854"/>
                  </a:lnTo>
                  <a:lnTo>
                    <a:pt x="99514" y="259086"/>
                  </a:lnTo>
                  <a:lnTo>
                    <a:pt x="104417" y="261163"/>
                  </a:lnTo>
                  <a:lnTo>
                    <a:pt x="109384" y="263083"/>
                  </a:lnTo>
                  <a:lnTo>
                    <a:pt x="114410" y="264844"/>
                  </a:lnTo>
                  <a:lnTo>
                    <a:pt x="119489" y="266443"/>
                  </a:lnTo>
                  <a:lnTo>
                    <a:pt x="124616" y="267881"/>
                  </a:lnTo>
                  <a:lnTo>
                    <a:pt x="129787" y="269154"/>
                  </a:lnTo>
                  <a:lnTo>
                    <a:pt x="134996" y="270261"/>
                  </a:lnTo>
                  <a:lnTo>
                    <a:pt x="140237" y="271203"/>
                  </a:lnTo>
                  <a:lnTo>
                    <a:pt x="145506" y="271977"/>
                  </a:lnTo>
                  <a:lnTo>
                    <a:pt x="150796" y="272582"/>
                  </a:lnTo>
                  <a:lnTo>
                    <a:pt x="156103" y="273019"/>
                  </a:lnTo>
                  <a:lnTo>
                    <a:pt x="161422" y="273287"/>
                  </a:lnTo>
                  <a:lnTo>
                    <a:pt x="166746" y="273385"/>
                  </a:lnTo>
                  <a:lnTo>
                    <a:pt x="172071" y="273313"/>
                  </a:lnTo>
                  <a:lnTo>
                    <a:pt x="177390" y="273072"/>
                  </a:lnTo>
                  <a:lnTo>
                    <a:pt x="182700" y="272662"/>
                  </a:lnTo>
                  <a:lnTo>
                    <a:pt x="187993" y="272082"/>
                  </a:lnTo>
                  <a:lnTo>
                    <a:pt x="193266" y="271335"/>
                  </a:lnTo>
                  <a:lnTo>
                    <a:pt x="198512" y="270420"/>
                  </a:lnTo>
                  <a:lnTo>
                    <a:pt x="203726" y="269338"/>
                  </a:lnTo>
                  <a:lnTo>
                    <a:pt x="208903" y="268090"/>
                  </a:lnTo>
                  <a:lnTo>
                    <a:pt x="214037" y="266679"/>
                  </a:lnTo>
                  <a:lnTo>
                    <a:pt x="219124" y="265104"/>
                  </a:lnTo>
                  <a:lnTo>
                    <a:pt x="224159" y="263369"/>
                  </a:lnTo>
                  <a:lnTo>
                    <a:pt x="229135" y="261474"/>
                  </a:lnTo>
                  <a:lnTo>
                    <a:pt x="234049" y="259421"/>
                  </a:lnTo>
                  <a:lnTo>
                    <a:pt x="238895" y="257213"/>
                  </a:lnTo>
                  <a:lnTo>
                    <a:pt x="243668" y="254851"/>
                  </a:lnTo>
                  <a:lnTo>
                    <a:pt x="248363" y="252339"/>
                  </a:lnTo>
                  <a:lnTo>
                    <a:pt x="252976" y="249679"/>
                  </a:lnTo>
                  <a:lnTo>
                    <a:pt x="257502" y="246873"/>
                  </a:lnTo>
                  <a:lnTo>
                    <a:pt x="261936" y="243924"/>
                  </a:lnTo>
                  <a:lnTo>
                    <a:pt x="266274" y="240835"/>
                  </a:lnTo>
                  <a:lnTo>
                    <a:pt x="270511" y="237610"/>
                  </a:lnTo>
                  <a:lnTo>
                    <a:pt x="274644" y="234252"/>
                  </a:lnTo>
                  <a:lnTo>
                    <a:pt x="278667" y="230763"/>
                  </a:lnTo>
                  <a:lnTo>
                    <a:pt x="282578" y="227149"/>
                  </a:lnTo>
                  <a:lnTo>
                    <a:pt x="286371" y="223411"/>
                  </a:lnTo>
                  <a:lnTo>
                    <a:pt x="290043" y="219555"/>
                  </a:lnTo>
                  <a:lnTo>
                    <a:pt x="293591" y="215583"/>
                  </a:lnTo>
                  <a:lnTo>
                    <a:pt x="297010" y="211501"/>
                  </a:lnTo>
                  <a:lnTo>
                    <a:pt x="300298" y="207312"/>
                  </a:lnTo>
                  <a:lnTo>
                    <a:pt x="303450" y="203020"/>
                  </a:lnTo>
                  <a:lnTo>
                    <a:pt x="306464" y="198630"/>
                  </a:lnTo>
                  <a:lnTo>
                    <a:pt x="309337" y="194146"/>
                  </a:lnTo>
                  <a:lnTo>
                    <a:pt x="312065" y="189573"/>
                  </a:lnTo>
                  <a:lnTo>
                    <a:pt x="314647" y="184916"/>
                  </a:lnTo>
                  <a:lnTo>
                    <a:pt x="317079" y="180178"/>
                  </a:lnTo>
                  <a:lnTo>
                    <a:pt x="319358" y="175365"/>
                  </a:lnTo>
                  <a:lnTo>
                    <a:pt x="321483" y="170483"/>
                  </a:lnTo>
                  <a:lnTo>
                    <a:pt x="323452" y="165535"/>
                  </a:lnTo>
                  <a:lnTo>
                    <a:pt x="325262" y="160527"/>
                  </a:lnTo>
                  <a:lnTo>
                    <a:pt x="326912" y="155464"/>
                  </a:lnTo>
                  <a:lnTo>
                    <a:pt x="328399" y="150350"/>
                  </a:lnTo>
                  <a:lnTo>
                    <a:pt x="329723" y="145192"/>
                  </a:lnTo>
                  <a:lnTo>
                    <a:pt x="330882" y="139995"/>
                  </a:lnTo>
                  <a:lnTo>
                    <a:pt x="331875" y="134763"/>
                  </a:lnTo>
                  <a:lnTo>
                    <a:pt x="332700" y="129502"/>
                  </a:lnTo>
                  <a:lnTo>
                    <a:pt x="333358" y="124218"/>
                  </a:lnTo>
                  <a:lnTo>
                    <a:pt x="333847" y="118915"/>
                  </a:lnTo>
                  <a:lnTo>
                    <a:pt x="334167" y="113600"/>
                  </a:lnTo>
                  <a:lnTo>
                    <a:pt x="334317" y="108277"/>
                  </a:lnTo>
                  <a:lnTo>
                    <a:pt x="334298" y="102952"/>
                  </a:lnTo>
                  <a:lnTo>
                    <a:pt x="334109" y="97630"/>
                  </a:lnTo>
                  <a:lnTo>
                    <a:pt x="333751" y="92317"/>
                  </a:lnTo>
                  <a:lnTo>
                    <a:pt x="333224" y="87018"/>
                  </a:lnTo>
                  <a:lnTo>
                    <a:pt x="332528" y="81738"/>
                  </a:lnTo>
                  <a:lnTo>
                    <a:pt x="331664" y="76484"/>
                  </a:lnTo>
                  <a:lnTo>
                    <a:pt x="330634" y="71259"/>
                  </a:lnTo>
                  <a:lnTo>
                    <a:pt x="329437" y="66070"/>
                  </a:lnTo>
                  <a:lnTo>
                    <a:pt x="328076" y="60922"/>
                  </a:lnTo>
                  <a:lnTo>
                    <a:pt x="326552" y="55819"/>
                  </a:lnTo>
                  <a:lnTo>
                    <a:pt x="324866" y="50768"/>
                  </a:lnTo>
                  <a:lnTo>
                    <a:pt x="323019" y="45773"/>
                  </a:lnTo>
                  <a:lnTo>
                    <a:pt x="321015" y="40840"/>
                  </a:lnTo>
                  <a:lnTo>
                    <a:pt x="318855" y="35973"/>
                  </a:lnTo>
                  <a:lnTo>
                    <a:pt x="316540" y="31177"/>
                  </a:lnTo>
                  <a:lnTo>
                    <a:pt x="314074" y="26457"/>
                  </a:lnTo>
                  <a:lnTo>
                    <a:pt x="311459" y="21818"/>
                  </a:lnTo>
                  <a:lnTo>
                    <a:pt x="308698" y="17265"/>
                  </a:lnTo>
                  <a:lnTo>
                    <a:pt x="305793" y="12802"/>
                  </a:lnTo>
                  <a:lnTo>
                    <a:pt x="302747" y="8434"/>
                  </a:lnTo>
                  <a:lnTo>
                    <a:pt x="299564" y="4165"/>
                  </a:lnTo>
                  <a:lnTo>
                    <a:pt x="296246" y="0"/>
                  </a:lnTo>
                  <a:lnTo>
                    <a:pt x="167162" y="1062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29083" cy="167167"/>
            </a:xfrm>
            <a:custGeom>
              <a:avLst/>
              <a:pathLst>
                <a:path w="129083" h="167167">
                  <a:moveTo>
                    <a:pt x="129083" y="60948"/>
                  </a:moveTo>
                  <a:lnTo>
                    <a:pt x="125544" y="56788"/>
                  </a:lnTo>
                  <a:lnTo>
                    <a:pt x="121871" y="52745"/>
                  </a:lnTo>
                  <a:lnTo>
                    <a:pt x="118068" y="48825"/>
                  </a:lnTo>
                  <a:lnTo>
                    <a:pt x="114138" y="45030"/>
                  </a:lnTo>
                  <a:lnTo>
                    <a:pt x="110087" y="41367"/>
                  </a:lnTo>
                  <a:lnTo>
                    <a:pt x="105918" y="37837"/>
                  </a:lnTo>
                  <a:lnTo>
                    <a:pt x="101636" y="34446"/>
                  </a:lnTo>
                  <a:lnTo>
                    <a:pt x="97246" y="31196"/>
                  </a:lnTo>
                  <a:lnTo>
                    <a:pt x="92752" y="28092"/>
                  </a:lnTo>
                  <a:lnTo>
                    <a:pt x="88159" y="25135"/>
                  </a:lnTo>
                  <a:lnTo>
                    <a:pt x="83471" y="22331"/>
                  </a:lnTo>
                  <a:lnTo>
                    <a:pt x="78695" y="19681"/>
                  </a:lnTo>
                  <a:lnTo>
                    <a:pt x="73834" y="17189"/>
                  </a:lnTo>
                  <a:lnTo>
                    <a:pt x="68895" y="14857"/>
                  </a:lnTo>
                  <a:lnTo>
                    <a:pt x="63882" y="12687"/>
                  </a:lnTo>
                  <a:lnTo>
                    <a:pt x="58801" y="10683"/>
                  </a:lnTo>
                  <a:lnTo>
                    <a:pt x="53657" y="8845"/>
                  </a:lnTo>
                  <a:lnTo>
                    <a:pt x="48456" y="7177"/>
                  </a:lnTo>
                  <a:lnTo>
                    <a:pt x="43203" y="5679"/>
                  </a:lnTo>
                  <a:lnTo>
                    <a:pt x="37904" y="4354"/>
                  </a:lnTo>
                  <a:lnTo>
                    <a:pt x="32565" y="3202"/>
                  </a:lnTo>
                  <a:lnTo>
                    <a:pt x="27190" y="2226"/>
                  </a:lnTo>
                  <a:lnTo>
                    <a:pt x="21787" y="1425"/>
                  </a:lnTo>
                  <a:lnTo>
                    <a:pt x="16361" y="802"/>
                  </a:lnTo>
                  <a:lnTo>
                    <a:pt x="10917" y="356"/>
                  </a:lnTo>
                  <a:lnTo>
                    <a:pt x="546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990" y="3707720"/>
              <a:ext cx="167020" cy="167167"/>
            </a:xfrm>
            <a:custGeom>
              <a:avLst/>
              <a:pathLst>
                <a:path w="167020" h="167167">
                  <a:moveTo>
                    <a:pt x="167020" y="0"/>
                  </a:moveTo>
                  <a:lnTo>
                    <a:pt x="161583" y="88"/>
                  </a:lnTo>
                  <a:lnTo>
                    <a:pt x="156152" y="353"/>
                  </a:lnTo>
                  <a:lnTo>
                    <a:pt x="150732" y="795"/>
                  </a:lnTo>
                  <a:lnTo>
                    <a:pt x="145330" y="1413"/>
                  </a:lnTo>
                  <a:lnTo>
                    <a:pt x="139951" y="2206"/>
                  </a:lnTo>
                  <a:lnTo>
                    <a:pt x="134600" y="3173"/>
                  </a:lnTo>
                  <a:lnTo>
                    <a:pt x="129283" y="4315"/>
                  </a:lnTo>
                  <a:lnTo>
                    <a:pt x="124007" y="5628"/>
                  </a:lnTo>
                  <a:lnTo>
                    <a:pt x="118775" y="7113"/>
                  </a:lnTo>
                  <a:lnTo>
                    <a:pt x="113595" y="8766"/>
                  </a:lnTo>
                  <a:lnTo>
                    <a:pt x="108472" y="10588"/>
                  </a:lnTo>
                  <a:lnTo>
                    <a:pt x="103410" y="12575"/>
                  </a:lnTo>
                  <a:lnTo>
                    <a:pt x="98416" y="14725"/>
                  </a:lnTo>
                  <a:lnTo>
                    <a:pt x="93494" y="17037"/>
                  </a:lnTo>
                  <a:lnTo>
                    <a:pt x="88651" y="19508"/>
                  </a:lnTo>
                  <a:lnTo>
                    <a:pt x="83890" y="22135"/>
                  </a:lnTo>
                  <a:lnTo>
                    <a:pt x="79217" y="24915"/>
                  </a:lnTo>
                  <a:lnTo>
                    <a:pt x="74637" y="27846"/>
                  </a:lnTo>
                  <a:lnTo>
                    <a:pt x="70154" y="30925"/>
                  </a:lnTo>
                  <a:lnTo>
                    <a:pt x="65774" y="34147"/>
                  </a:lnTo>
                  <a:lnTo>
                    <a:pt x="61502" y="37511"/>
                  </a:lnTo>
                  <a:lnTo>
                    <a:pt x="57340" y="41011"/>
                  </a:lnTo>
                  <a:lnTo>
                    <a:pt x="53295" y="44645"/>
                  </a:lnTo>
                  <a:lnTo>
                    <a:pt x="49371" y="48408"/>
                  </a:lnTo>
                  <a:lnTo>
                    <a:pt x="45571" y="52298"/>
                  </a:lnTo>
                  <a:lnTo>
                    <a:pt x="41899" y="56308"/>
                  </a:lnTo>
                  <a:lnTo>
                    <a:pt x="38359" y="60437"/>
                  </a:lnTo>
                  <a:lnTo>
                    <a:pt x="34956" y="64678"/>
                  </a:lnTo>
                  <a:lnTo>
                    <a:pt x="31693" y="69027"/>
                  </a:lnTo>
                  <a:lnTo>
                    <a:pt x="28573" y="73480"/>
                  </a:lnTo>
                  <a:lnTo>
                    <a:pt x="25599" y="78033"/>
                  </a:lnTo>
                  <a:lnTo>
                    <a:pt x="22775" y="82679"/>
                  </a:lnTo>
                  <a:lnTo>
                    <a:pt x="20103" y="87415"/>
                  </a:lnTo>
                  <a:lnTo>
                    <a:pt x="17587" y="92236"/>
                  </a:lnTo>
                  <a:lnTo>
                    <a:pt x="15229" y="97136"/>
                  </a:lnTo>
                  <a:lnTo>
                    <a:pt x="13032" y="102110"/>
                  </a:lnTo>
                  <a:lnTo>
                    <a:pt x="10997" y="107152"/>
                  </a:lnTo>
                  <a:lnTo>
                    <a:pt x="9128" y="112258"/>
                  </a:lnTo>
                  <a:lnTo>
                    <a:pt x="7425" y="117423"/>
                  </a:lnTo>
                  <a:lnTo>
                    <a:pt x="5892" y="122640"/>
                  </a:lnTo>
                  <a:lnTo>
                    <a:pt x="4529" y="127904"/>
                  </a:lnTo>
                  <a:lnTo>
                    <a:pt x="3338" y="133209"/>
                  </a:lnTo>
                  <a:lnTo>
                    <a:pt x="2320" y="138551"/>
                  </a:lnTo>
                  <a:lnTo>
                    <a:pt x="1477" y="143923"/>
                  </a:lnTo>
                  <a:lnTo>
                    <a:pt x="808" y="149319"/>
                  </a:lnTo>
                  <a:lnTo>
                    <a:pt x="316" y="154734"/>
                  </a:lnTo>
                  <a:lnTo>
                    <a:pt x="0" y="160163"/>
                  </a:lnTo>
                  <a:lnTo>
                    <a:pt x="16702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2" y="3708024"/>
              <a:ext cx="334314" cy="334028"/>
            </a:xfrm>
            <a:custGeom>
              <a:avLst/>
              <a:pathLst>
                <a:path w="334314" h="334028">
                  <a:moveTo>
                    <a:pt x="138" y="159858"/>
                  </a:moveTo>
                  <a:lnTo>
                    <a:pt x="0" y="165158"/>
                  </a:lnTo>
                  <a:lnTo>
                    <a:pt x="30" y="170460"/>
                  </a:lnTo>
                  <a:lnTo>
                    <a:pt x="228" y="175758"/>
                  </a:lnTo>
                  <a:lnTo>
                    <a:pt x="594" y="181047"/>
                  </a:lnTo>
                  <a:lnTo>
                    <a:pt x="1127" y="186322"/>
                  </a:lnTo>
                  <a:lnTo>
                    <a:pt x="1828" y="191577"/>
                  </a:lnTo>
                  <a:lnTo>
                    <a:pt x="2695" y="196807"/>
                  </a:lnTo>
                  <a:lnTo>
                    <a:pt x="3727" y="202007"/>
                  </a:lnTo>
                  <a:lnTo>
                    <a:pt x="4924" y="207172"/>
                  </a:lnTo>
                  <a:lnTo>
                    <a:pt x="6283" y="212296"/>
                  </a:lnTo>
                  <a:lnTo>
                    <a:pt x="7805" y="217375"/>
                  </a:lnTo>
                  <a:lnTo>
                    <a:pt x="9487" y="222403"/>
                  </a:lnTo>
                  <a:lnTo>
                    <a:pt x="11327" y="227375"/>
                  </a:lnTo>
                  <a:lnTo>
                    <a:pt x="13325" y="232286"/>
                  </a:lnTo>
                  <a:lnTo>
                    <a:pt x="15477" y="237131"/>
                  </a:lnTo>
                  <a:lnTo>
                    <a:pt x="17781" y="241906"/>
                  </a:lnTo>
                  <a:lnTo>
                    <a:pt x="20236" y="246605"/>
                  </a:lnTo>
                  <a:lnTo>
                    <a:pt x="22838" y="251224"/>
                  </a:lnTo>
                  <a:lnTo>
                    <a:pt x="25586" y="255758"/>
                  </a:lnTo>
                  <a:lnTo>
                    <a:pt x="28476" y="260202"/>
                  </a:lnTo>
                  <a:lnTo>
                    <a:pt x="31506" y="264553"/>
                  </a:lnTo>
                  <a:lnTo>
                    <a:pt x="34672" y="268806"/>
                  </a:lnTo>
                  <a:lnTo>
                    <a:pt x="37971" y="272956"/>
                  </a:lnTo>
                  <a:lnTo>
                    <a:pt x="41401" y="276999"/>
                  </a:lnTo>
                  <a:lnTo>
                    <a:pt x="44956" y="280931"/>
                  </a:lnTo>
                  <a:lnTo>
                    <a:pt x="48635" y="284749"/>
                  </a:lnTo>
                  <a:lnTo>
                    <a:pt x="52433" y="288448"/>
                  </a:lnTo>
                  <a:lnTo>
                    <a:pt x="56346" y="292025"/>
                  </a:lnTo>
                  <a:lnTo>
                    <a:pt x="60371" y="295476"/>
                  </a:lnTo>
                  <a:lnTo>
                    <a:pt x="64503" y="298798"/>
                  </a:lnTo>
                  <a:lnTo>
                    <a:pt x="68738" y="301987"/>
                  </a:lnTo>
                  <a:lnTo>
                    <a:pt x="73073" y="305040"/>
                  </a:lnTo>
                  <a:lnTo>
                    <a:pt x="77502" y="307954"/>
                  </a:lnTo>
                  <a:lnTo>
                    <a:pt x="82021" y="310726"/>
                  </a:lnTo>
                  <a:lnTo>
                    <a:pt x="86625" y="313353"/>
                  </a:lnTo>
                  <a:lnTo>
                    <a:pt x="91311" y="315833"/>
                  </a:lnTo>
                  <a:lnTo>
                    <a:pt x="96073" y="318163"/>
                  </a:lnTo>
                  <a:lnTo>
                    <a:pt x="100907" y="320341"/>
                  </a:lnTo>
                  <a:lnTo>
                    <a:pt x="105807" y="322365"/>
                  </a:lnTo>
                  <a:lnTo>
                    <a:pt x="110769" y="324232"/>
                  </a:lnTo>
                  <a:lnTo>
                    <a:pt x="115788" y="325941"/>
                  </a:lnTo>
                  <a:lnTo>
                    <a:pt x="120858" y="327490"/>
                  </a:lnTo>
                  <a:lnTo>
                    <a:pt x="125975" y="328878"/>
                  </a:lnTo>
                  <a:lnTo>
                    <a:pt x="131133" y="330102"/>
                  </a:lnTo>
                  <a:lnTo>
                    <a:pt x="136328" y="331163"/>
                  </a:lnTo>
                  <a:lnTo>
                    <a:pt x="141553" y="332058"/>
                  </a:lnTo>
                  <a:lnTo>
                    <a:pt x="146805" y="332786"/>
                  </a:lnTo>
                  <a:lnTo>
                    <a:pt x="152077" y="333348"/>
                  </a:lnTo>
                  <a:lnTo>
                    <a:pt x="157364" y="333743"/>
                  </a:lnTo>
                  <a:lnTo>
                    <a:pt x="162660" y="333970"/>
                  </a:lnTo>
                  <a:lnTo>
                    <a:pt x="167962" y="334028"/>
                  </a:lnTo>
                  <a:lnTo>
                    <a:pt x="173262" y="333919"/>
                  </a:lnTo>
                  <a:lnTo>
                    <a:pt x="178557" y="333641"/>
                  </a:lnTo>
                  <a:lnTo>
                    <a:pt x="183839" y="333196"/>
                  </a:lnTo>
                  <a:lnTo>
                    <a:pt x="189106" y="332583"/>
                  </a:lnTo>
                  <a:lnTo>
                    <a:pt x="194350" y="331804"/>
                  </a:lnTo>
                  <a:lnTo>
                    <a:pt x="199566" y="330859"/>
                  </a:lnTo>
                  <a:lnTo>
                    <a:pt x="204751" y="329749"/>
                  </a:lnTo>
                  <a:lnTo>
                    <a:pt x="209897" y="328475"/>
                  </a:lnTo>
                  <a:lnTo>
                    <a:pt x="215000" y="327038"/>
                  </a:lnTo>
                  <a:lnTo>
                    <a:pt x="220055" y="325440"/>
                  </a:lnTo>
                  <a:lnTo>
                    <a:pt x="225057" y="323683"/>
                  </a:lnTo>
                  <a:lnTo>
                    <a:pt x="230001" y="321768"/>
                  </a:lnTo>
                  <a:lnTo>
                    <a:pt x="234882" y="319698"/>
                  </a:lnTo>
                  <a:lnTo>
                    <a:pt x="239694" y="317473"/>
                  </a:lnTo>
                  <a:lnTo>
                    <a:pt x="244434" y="315097"/>
                  </a:lnTo>
                  <a:lnTo>
                    <a:pt x="249095" y="312572"/>
                  </a:lnTo>
                  <a:lnTo>
                    <a:pt x="253675" y="309901"/>
                  </a:lnTo>
                  <a:lnTo>
                    <a:pt x="258167" y="307085"/>
                  </a:lnTo>
                  <a:lnTo>
                    <a:pt x="262568" y="304129"/>
                  </a:lnTo>
                  <a:lnTo>
                    <a:pt x="266873" y="301034"/>
                  </a:lnTo>
                  <a:lnTo>
                    <a:pt x="271077" y="297805"/>
                  </a:lnTo>
                  <a:lnTo>
                    <a:pt x="275177" y="294444"/>
                  </a:lnTo>
                  <a:lnTo>
                    <a:pt x="279168" y="290954"/>
                  </a:lnTo>
                  <a:lnTo>
                    <a:pt x="283047" y="287340"/>
                  </a:lnTo>
                  <a:lnTo>
                    <a:pt x="286809" y="283604"/>
                  </a:lnTo>
                  <a:lnTo>
                    <a:pt x="290451" y="279751"/>
                  </a:lnTo>
                  <a:lnTo>
                    <a:pt x="293969" y="275785"/>
                  </a:lnTo>
                  <a:lnTo>
                    <a:pt x="297359" y="271709"/>
                  </a:lnTo>
                  <a:lnTo>
                    <a:pt x="300618" y="267527"/>
                  </a:lnTo>
                  <a:lnTo>
                    <a:pt x="303743" y="263245"/>
                  </a:lnTo>
                  <a:lnTo>
                    <a:pt x="306731" y="258865"/>
                  </a:lnTo>
                  <a:lnTo>
                    <a:pt x="309578" y="254393"/>
                  </a:lnTo>
                  <a:lnTo>
                    <a:pt x="312282" y="249833"/>
                  </a:lnTo>
                  <a:lnTo>
                    <a:pt x="314840" y="245189"/>
                  </a:lnTo>
                  <a:lnTo>
                    <a:pt x="317250" y="240466"/>
                  </a:lnTo>
                  <a:lnTo>
                    <a:pt x="319508" y="235670"/>
                  </a:lnTo>
                  <a:lnTo>
                    <a:pt x="321614" y="230804"/>
                  </a:lnTo>
                  <a:lnTo>
                    <a:pt x="323564" y="225874"/>
                  </a:lnTo>
                  <a:lnTo>
                    <a:pt x="325356" y="220885"/>
                  </a:lnTo>
                  <a:lnTo>
                    <a:pt x="326990" y="215841"/>
                  </a:lnTo>
                  <a:lnTo>
                    <a:pt x="328462" y="210748"/>
                  </a:lnTo>
                  <a:lnTo>
                    <a:pt x="329773" y="205611"/>
                  </a:lnTo>
                  <a:lnTo>
                    <a:pt x="330920" y="200435"/>
                  </a:lnTo>
                  <a:lnTo>
                    <a:pt x="331902" y="195225"/>
                  </a:lnTo>
                  <a:lnTo>
                    <a:pt x="332719" y="189986"/>
                  </a:lnTo>
                  <a:lnTo>
                    <a:pt x="333369" y="184725"/>
                  </a:lnTo>
                  <a:lnTo>
                    <a:pt x="333851" y="179445"/>
                  </a:lnTo>
                  <a:lnTo>
                    <a:pt x="334167" y="174153"/>
                  </a:lnTo>
                  <a:lnTo>
                    <a:pt x="334314" y="168853"/>
                  </a:lnTo>
                  <a:lnTo>
                    <a:pt x="334293" y="163552"/>
                  </a:lnTo>
                  <a:lnTo>
                    <a:pt x="334104" y="158253"/>
                  </a:lnTo>
                  <a:lnTo>
                    <a:pt x="333747" y="152964"/>
                  </a:lnTo>
                  <a:lnTo>
                    <a:pt x="333222" y="147688"/>
                  </a:lnTo>
                  <a:lnTo>
                    <a:pt x="332531" y="142432"/>
                  </a:lnTo>
                  <a:lnTo>
                    <a:pt x="331673" y="137200"/>
                  </a:lnTo>
                  <a:lnTo>
                    <a:pt x="330650" y="131998"/>
                  </a:lnTo>
                  <a:lnTo>
                    <a:pt x="329462" y="126831"/>
                  </a:lnTo>
                  <a:lnTo>
                    <a:pt x="328111" y="121705"/>
                  </a:lnTo>
                  <a:lnTo>
                    <a:pt x="326598" y="116623"/>
                  </a:lnTo>
                  <a:lnTo>
                    <a:pt x="324924" y="111593"/>
                  </a:lnTo>
                  <a:lnTo>
                    <a:pt x="323092" y="106618"/>
                  </a:lnTo>
                  <a:lnTo>
                    <a:pt x="321104" y="101703"/>
                  </a:lnTo>
                  <a:lnTo>
                    <a:pt x="318960" y="96854"/>
                  </a:lnTo>
                  <a:lnTo>
                    <a:pt x="316664" y="92076"/>
                  </a:lnTo>
                  <a:lnTo>
                    <a:pt x="314217" y="87372"/>
                  </a:lnTo>
                  <a:lnTo>
                    <a:pt x="311622" y="82749"/>
                  </a:lnTo>
                  <a:lnTo>
                    <a:pt x="308882" y="78210"/>
                  </a:lnTo>
                  <a:lnTo>
                    <a:pt x="306000" y="73761"/>
                  </a:lnTo>
                  <a:lnTo>
                    <a:pt x="302978" y="69405"/>
                  </a:lnTo>
                  <a:lnTo>
                    <a:pt x="299819" y="65147"/>
                  </a:lnTo>
                  <a:lnTo>
                    <a:pt x="296527" y="60991"/>
                  </a:lnTo>
                  <a:lnTo>
                    <a:pt x="293104" y="56942"/>
                  </a:lnTo>
                  <a:lnTo>
                    <a:pt x="289555" y="53004"/>
                  </a:lnTo>
                  <a:lnTo>
                    <a:pt x="285883" y="49180"/>
                  </a:lnTo>
                  <a:lnTo>
                    <a:pt x="282092" y="45474"/>
                  </a:lnTo>
                  <a:lnTo>
                    <a:pt x="278185" y="41890"/>
                  </a:lnTo>
                  <a:lnTo>
                    <a:pt x="274166" y="38432"/>
                  </a:lnTo>
                  <a:lnTo>
                    <a:pt x="270039" y="35104"/>
                  </a:lnTo>
                  <a:lnTo>
                    <a:pt x="265809" y="31908"/>
                  </a:lnTo>
                  <a:lnTo>
                    <a:pt x="261480" y="28847"/>
                  </a:lnTo>
                  <a:lnTo>
                    <a:pt x="257056" y="25926"/>
                  </a:lnTo>
                  <a:lnTo>
                    <a:pt x="252542" y="23146"/>
                  </a:lnTo>
                  <a:lnTo>
                    <a:pt x="247942" y="20510"/>
                  </a:lnTo>
                  <a:lnTo>
                    <a:pt x="243260" y="18022"/>
                  </a:lnTo>
                  <a:lnTo>
                    <a:pt x="238502" y="15684"/>
                  </a:lnTo>
                  <a:lnTo>
                    <a:pt x="233672" y="13498"/>
                  </a:lnTo>
                  <a:lnTo>
                    <a:pt x="228775" y="11466"/>
                  </a:lnTo>
                  <a:lnTo>
                    <a:pt x="223817" y="9590"/>
                  </a:lnTo>
                  <a:lnTo>
                    <a:pt x="218801" y="7872"/>
                  </a:lnTo>
                  <a:lnTo>
                    <a:pt x="213733" y="6315"/>
                  </a:lnTo>
                  <a:lnTo>
                    <a:pt x="208619" y="4918"/>
                  </a:lnTo>
                  <a:lnTo>
                    <a:pt x="203463" y="3685"/>
                  </a:lnTo>
                  <a:lnTo>
                    <a:pt x="198270" y="2616"/>
                  </a:lnTo>
                  <a:lnTo>
                    <a:pt x="193046" y="1712"/>
                  </a:lnTo>
                  <a:lnTo>
                    <a:pt x="187796" y="974"/>
                  </a:lnTo>
                  <a:lnTo>
                    <a:pt x="182525" y="403"/>
                  </a:lnTo>
                  <a:lnTo>
                    <a:pt x="177239" y="0"/>
                  </a:lnTo>
                  <a:lnTo>
                    <a:pt x="167158" y="1668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0080" cy="167167"/>
            </a:xfrm>
            <a:custGeom>
              <a:avLst/>
              <a:pathLst>
                <a:path w="10080" h="167167">
                  <a:moveTo>
                    <a:pt x="10080" y="30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2025-06-05T14:09:34Z</dcterms:modified>
  <cp:category/>
</cp:coreProperties>
</file>