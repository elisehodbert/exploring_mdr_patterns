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9799300" cy="12599988"/>
  <p:notesSz cx="6858000" cy="9144000"/>
  <p:custDataLst>
    <p:tags r:id="rId3"/>
  </p:custDataLst>
  <p:defaultTextStyle>
    <a:defPPr>
      <a:defRPr lang="en-US"/>
    </a:defPPr>
    <a:lvl1pPr marL="0" algn="l" defTabSz="1779253" rtl="0" eaLnBrk="1" latinLnBrk="0" hangingPunct="1">
      <a:defRPr sz="3504" kern="1200">
        <a:solidFill>
          <a:schemeClr val="tx1"/>
        </a:solidFill>
        <a:latin typeface="+mn-lt"/>
        <a:ea typeface="+mn-ea"/>
        <a:cs typeface="+mn-cs"/>
      </a:defRPr>
    </a:lvl1pPr>
    <a:lvl2pPr marL="889628" algn="l" defTabSz="1779253" rtl="0" eaLnBrk="1" latinLnBrk="0" hangingPunct="1">
      <a:defRPr sz="3504" kern="1200">
        <a:solidFill>
          <a:schemeClr val="tx1"/>
        </a:solidFill>
        <a:latin typeface="+mn-lt"/>
        <a:ea typeface="+mn-ea"/>
        <a:cs typeface="+mn-cs"/>
      </a:defRPr>
    </a:lvl2pPr>
    <a:lvl3pPr marL="1779253" algn="l" defTabSz="1779253" rtl="0" eaLnBrk="1" latinLnBrk="0" hangingPunct="1">
      <a:defRPr sz="3504" kern="1200">
        <a:solidFill>
          <a:schemeClr val="tx1"/>
        </a:solidFill>
        <a:latin typeface="+mn-lt"/>
        <a:ea typeface="+mn-ea"/>
        <a:cs typeface="+mn-cs"/>
      </a:defRPr>
    </a:lvl3pPr>
    <a:lvl4pPr marL="2668881" algn="l" defTabSz="1779253" rtl="0" eaLnBrk="1" latinLnBrk="0" hangingPunct="1">
      <a:defRPr sz="3504" kern="1200">
        <a:solidFill>
          <a:schemeClr val="tx1"/>
        </a:solidFill>
        <a:latin typeface="+mn-lt"/>
        <a:ea typeface="+mn-ea"/>
        <a:cs typeface="+mn-cs"/>
      </a:defRPr>
    </a:lvl4pPr>
    <a:lvl5pPr marL="3558508" algn="l" defTabSz="1779253" rtl="0" eaLnBrk="1" latinLnBrk="0" hangingPunct="1">
      <a:defRPr sz="3504" kern="1200">
        <a:solidFill>
          <a:schemeClr val="tx1"/>
        </a:solidFill>
        <a:latin typeface="+mn-lt"/>
        <a:ea typeface="+mn-ea"/>
        <a:cs typeface="+mn-cs"/>
      </a:defRPr>
    </a:lvl5pPr>
    <a:lvl6pPr marL="4448136" algn="l" defTabSz="1779253" rtl="0" eaLnBrk="1" latinLnBrk="0" hangingPunct="1">
      <a:defRPr sz="3504" kern="1200">
        <a:solidFill>
          <a:schemeClr val="tx1"/>
        </a:solidFill>
        <a:latin typeface="+mn-lt"/>
        <a:ea typeface="+mn-ea"/>
        <a:cs typeface="+mn-cs"/>
      </a:defRPr>
    </a:lvl6pPr>
    <a:lvl7pPr marL="5337763" algn="l" defTabSz="1779253" rtl="0" eaLnBrk="1" latinLnBrk="0" hangingPunct="1">
      <a:defRPr sz="3504" kern="1200">
        <a:solidFill>
          <a:schemeClr val="tx1"/>
        </a:solidFill>
        <a:latin typeface="+mn-lt"/>
        <a:ea typeface="+mn-ea"/>
        <a:cs typeface="+mn-cs"/>
      </a:defRPr>
    </a:lvl7pPr>
    <a:lvl8pPr marL="6227390" algn="l" defTabSz="1779253" rtl="0" eaLnBrk="1" latinLnBrk="0" hangingPunct="1">
      <a:defRPr sz="3504" kern="1200">
        <a:solidFill>
          <a:schemeClr val="tx1"/>
        </a:solidFill>
        <a:latin typeface="+mn-lt"/>
        <a:ea typeface="+mn-ea"/>
        <a:cs typeface="+mn-cs"/>
      </a:defRPr>
    </a:lvl8pPr>
    <a:lvl9pPr marL="7117018" algn="l" defTabSz="1779253" rtl="0" eaLnBrk="1" latinLnBrk="0" hangingPunct="1">
      <a:defRPr sz="35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69" userDrawn="1">
          <p15:clr>
            <a:srgbClr val="A4A3A4"/>
          </p15:clr>
        </p15:guide>
        <p15:guide id="2" pos="62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158" y="78"/>
      </p:cViewPr>
      <p:guideLst>
        <p:guide orient="horz" pos="3969"/>
        <p:guide pos="62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49" y="3914169"/>
            <a:ext cx="16829405" cy="2700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9900" y="7139999"/>
            <a:ext cx="13859509" cy="321999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8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778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66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55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44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33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22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112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014" y="8096664"/>
            <a:ext cx="16829405" cy="2502498"/>
          </a:xfrm>
        </p:spPr>
        <p:txBody>
          <a:bodyPr anchor="t"/>
          <a:lstStyle>
            <a:lvl1pPr algn="l">
              <a:defRPr sz="3402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4014" y="5340418"/>
            <a:ext cx="16829405" cy="2756246"/>
          </a:xfrm>
        </p:spPr>
        <p:txBody>
          <a:bodyPr anchor="b"/>
          <a:lstStyle>
            <a:lvl1pPr marL="0" indent="0">
              <a:buNone/>
              <a:defRPr sz="1702">
                <a:solidFill>
                  <a:schemeClr val="tx1">
                    <a:tint val="75000"/>
                  </a:schemeClr>
                </a:solidFill>
              </a:defRPr>
            </a:lvl1pPr>
            <a:lvl2pPr marL="388908" indent="0">
              <a:buNone/>
              <a:defRPr sz="1531">
                <a:solidFill>
                  <a:schemeClr val="tx1">
                    <a:tint val="75000"/>
                  </a:schemeClr>
                </a:solidFill>
              </a:defRPr>
            </a:lvl2pPr>
            <a:lvl3pPr marL="777814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3pPr>
            <a:lvl4pPr marL="1166720" indent="0">
              <a:buNone/>
              <a:defRPr sz="1191">
                <a:solidFill>
                  <a:schemeClr val="tx1">
                    <a:tint val="75000"/>
                  </a:schemeClr>
                </a:solidFill>
              </a:defRPr>
            </a:lvl4pPr>
            <a:lvl5pPr marL="1555627" indent="0">
              <a:buNone/>
              <a:defRPr sz="1191">
                <a:solidFill>
                  <a:schemeClr val="tx1">
                    <a:tint val="75000"/>
                  </a:schemeClr>
                </a:solidFill>
              </a:defRPr>
            </a:lvl5pPr>
            <a:lvl6pPr marL="1944534" indent="0">
              <a:buNone/>
              <a:defRPr sz="1191">
                <a:solidFill>
                  <a:schemeClr val="tx1">
                    <a:tint val="75000"/>
                  </a:schemeClr>
                </a:solidFill>
              </a:defRPr>
            </a:lvl6pPr>
            <a:lvl7pPr marL="2333441" indent="0">
              <a:buNone/>
              <a:defRPr sz="1191">
                <a:solidFill>
                  <a:schemeClr val="tx1">
                    <a:tint val="75000"/>
                  </a:schemeClr>
                </a:solidFill>
              </a:defRPr>
            </a:lvl7pPr>
            <a:lvl8pPr marL="2722349" indent="0">
              <a:buNone/>
              <a:defRPr sz="1191">
                <a:solidFill>
                  <a:schemeClr val="tx1">
                    <a:tint val="75000"/>
                  </a:schemeClr>
                </a:solidFill>
              </a:defRPr>
            </a:lvl8pPr>
            <a:lvl9pPr marL="3111255" indent="0">
              <a:buNone/>
              <a:defRPr sz="11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9966" y="2940000"/>
            <a:ext cx="8744690" cy="8315409"/>
          </a:xfrm>
        </p:spPr>
        <p:txBody>
          <a:bodyPr/>
          <a:lstStyle>
            <a:lvl1pPr>
              <a:defRPr sz="2383"/>
            </a:lvl1pPr>
            <a:lvl2pPr>
              <a:defRPr sz="2041"/>
            </a:lvl2pPr>
            <a:lvl3pPr>
              <a:defRPr sz="1702"/>
            </a:lvl3pPr>
            <a:lvl4pPr>
              <a:defRPr sz="1531"/>
            </a:lvl4pPr>
            <a:lvl5pPr>
              <a:defRPr sz="1531"/>
            </a:lvl5pPr>
            <a:lvl6pPr>
              <a:defRPr sz="1531"/>
            </a:lvl6pPr>
            <a:lvl7pPr>
              <a:defRPr sz="1531"/>
            </a:lvl7pPr>
            <a:lvl8pPr>
              <a:defRPr sz="1531"/>
            </a:lvl8pPr>
            <a:lvl9pPr>
              <a:defRPr sz="15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64649" y="2940000"/>
            <a:ext cx="8744690" cy="8315409"/>
          </a:xfrm>
        </p:spPr>
        <p:txBody>
          <a:bodyPr/>
          <a:lstStyle>
            <a:lvl1pPr>
              <a:defRPr sz="2383"/>
            </a:lvl1pPr>
            <a:lvl2pPr>
              <a:defRPr sz="2041"/>
            </a:lvl2pPr>
            <a:lvl3pPr>
              <a:defRPr sz="1702"/>
            </a:lvl3pPr>
            <a:lvl4pPr>
              <a:defRPr sz="1531"/>
            </a:lvl4pPr>
            <a:lvl5pPr>
              <a:defRPr sz="1531"/>
            </a:lvl5pPr>
            <a:lvl6pPr>
              <a:defRPr sz="1531"/>
            </a:lvl6pPr>
            <a:lvl7pPr>
              <a:defRPr sz="1531"/>
            </a:lvl7pPr>
            <a:lvl8pPr>
              <a:defRPr sz="1531"/>
            </a:lvl8pPr>
            <a:lvl9pPr>
              <a:defRPr sz="15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970" y="2820420"/>
            <a:ext cx="8748129" cy="1175414"/>
          </a:xfrm>
        </p:spPr>
        <p:txBody>
          <a:bodyPr anchor="b"/>
          <a:lstStyle>
            <a:lvl1pPr marL="0" indent="0">
              <a:buNone/>
              <a:defRPr sz="2041" b="1"/>
            </a:lvl1pPr>
            <a:lvl2pPr marL="388908" indent="0">
              <a:buNone/>
              <a:defRPr sz="1702" b="1"/>
            </a:lvl2pPr>
            <a:lvl3pPr marL="777814" indent="0">
              <a:buNone/>
              <a:defRPr sz="1531" b="1"/>
            </a:lvl3pPr>
            <a:lvl4pPr marL="1166720" indent="0">
              <a:buNone/>
              <a:defRPr sz="1361" b="1"/>
            </a:lvl4pPr>
            <a:lvl5pPr marL="1555627" indent="0">
              <a:buNone/>
              <a:defRPr sz="1361" b="1"/>
            </a:lvl5pPr>
            <a:lvl6pPr marL="1944534" indent="0">
              <a:buNone/>
              <a:defRPr sz="1361" b="1"/>
            </a:lvl6pPr>
            <a:lvl7pPr marL="2333441" indent="0">
              <a:buNone/>
              <a:defRPr sz="1361" b="1"/>
            </a:lvl7pPr>
            <a:lvl8pPr marL="2722349" indent="0">
              <a:buNone/>
              <a:defRPr sz="1361" b="1"/>
            </a:lvl8pPr>
            <a:lvl9pPr marL="3111255" indent="0">
              <a:buNone/>
              <a:defRPr sz="136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9970" y="3995830"/>
            <a:ext cx="8748129" cy="7259577"/>
          </a:xfrm>
        </p:spPr>
        <p:txBody>
          <a:bodyPr/>
          <a:lstStyle>
            <a:lvl1pPr>
              <a:defRPr sz="2041"/>
            </a:lvl1pPr>
            <a:lvl2pPr>
              <a:defRPr sz="1702"/>
            </a:lvl2pPr>
            <a:lvl3pPr>
              <a:defRPr sz="1531"/>
            </a:lvl3pPr>
            <a:lvl4pPr>
              <a:defRPr sz="1361"/>
            </a:lvl4pPr>
            <a:lvl5pPr>
              <a:defRPr sz="1361"/>
            </a:lvl5pPr>
            <a:lvl6pPr>
              <a:defRPr sz="1361"/>
            </a:lvl6pPr>
            <a:lvl7pPr>
              <a:defRPr sz="1361"/>
            </a:lvl7pPr>
            <a:lvl8pPr>
              <a:defRPr sz="1361"/>
            </a:lvl8pPr>
            <a:lvl9pPr>
              <a:defRPr sz="13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57783" y="2820420"/>
            <a:ext cx="8751564" cy="1175414"/>
          </a:xfrm>
        </p:spPr>
        <p:txBody>
          <a:bodyPr anchor="b"/>
          <a:lstStyle>
            <a:lvl1pPr marL="0" indent="0">
              <a:buNone/>
              <a:defRPr sz="2041" b="1"/>
            </a:lvl1pPr>
            <a:lvl2pPr marL="388908" indent="0">
              <a:buNone/>
              <a:defRPr sz="1702" b="1"/>
            </a:lvl2pPr>
            <a:lvl3pPr marL="777814" indent="0">
              <a:buNone/>
              <a:defRPr sz="1531" b="1"/>
            </a:lvl3pPr>
            <a:lvl4pPr marL="1166720" indent="0">
              <a:buNone/>
              <a:defRPr sz="1361" b="1"/>
            </a:lvl4pPr>
            <a:lvl5pPr marL="1555627" indent="0">
              <a:buNone/>
              <a:defRPr sz="1361" b="1"/>
            </a:lvl5pPr>
            <a:lvl6pPr marL="1944534" indent="0">
              <a:buNone/>
              <a:defRPr sz="1361" b="1"/>
            </a:lvl6pPr>
            <a:lvl7pPr marL="2333441" indent="0">
              <a:buNone/>
              <a:defRPr sz="1361" b="1"/>
            </a:lvl7pPr>
            <a:lvl8pPr marL="2722349" indent="0">
              <a:buNone/>
              <a:defRPr sz="1361" b="1"/>
            </a:lvl8pPr>
            <a:lvl9pPr marL="3111255" indent="0">
              <a:buNone/>
              <a:defRPr sz="136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57783" y="3995830"/>
            <a:ext cx="8751564" cy="7259577"/>
          </a:xfrm>
        </p:spPr>
        <p:txBody>
          <a:bodyPr/>
          <a:lstStyle>
            <a:lvl1pPr>
              <a:defRPr sz="2041"/>
            </a:lvl1pPr>
            <a:lvl2pPr>
              <a:defRPr sz="1702"/>
            </a:lvl2pPr>
            <a:lvl3pPr>
              <a:defRPr sz="1531"/>
            </a:lvl3pPr>
            <a:lvl4pPr>
              <a:defRPr sz="1361"/>
            </a:lvl4pPr>
            <a:lvl5pPr>
              <a:defRPr sz="1361"/>
            </a:lvl5pPr>
            <a:lvl6pPr>
              <a:defRPr sz="1361"/>
            </a:lvl6pPr>
            <a:lvl7pPr>
              <a:defRPr sz="1361"/>
            </a:lvl7pPr>
            <a:lvl8pPr>
              <a:defRPr sz="1361"/>
            </a:lvl8pPr>
            <a:lvl9pPr>
              <a:defRPr sz="13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9968" y="504588"/>
            <a:ext cx="17819371" cy="2099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968" y="2940000"/>
            <a:ext cx="17819371" cy="8315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89973" y="11678324"/>
            <a:ext cx="4619836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64766" y="11678324"/>
            <a:ext cx="6269780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189507" y="11678324"/>
            <a:ext cx="4619836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777814" rtl="0" eaLnBrk="1" latinLnBrk="0" hangingPunct="1">
        <a:spcBef>
          <a:spcPct val="0"/>
        </a:spcBef>
        <a:buNone/>
        <a:defRPr sz="374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1679" indent="-291679" algn="l" defTabSz="777814" rtl="0" eaLnBrk="1" latinLnBrk="0" hangingPunct="1">
        <a:spcBef>
          <a:spcPct val="20000"/>
        </a:spcBef>
        <a:buFont typeface="Arial" panose="020B0604020202020204" pitchFamily="34" charset="0"/>
        <a:buChar char="•"/>
        <a:defRPr sz="2722" kern="1200">
          <a:solidFill>
            <a:schemeClr val="tx1"/>
          </a:solidFill>
          <a:latin typeface="+mn-lt"/>
          <a:ea typeface="+mn-ea"/>
          <a:cs typeface="+mn-cs"/>
        </a:defRPr>
      </a:lvl1pPr>
      <a:lvl2pPr marL="631974" indent="-243067" algn="l" defTabSz="77781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83" kern="1200">
          <a:solidFill>
            <a:schemeClr val="tx1"/>
          </a:solidFill>
          <a:latin typeface="+mn-lt"/>
          <a:ea typeface="+mn-ea"/>
          <a:cs typeface="+mn-cs"/>
        </a:defRPr>
      </a:lvl2pPr>
      <a:lvl3pPr marL="972268" indent="-194454" algn="l" defTabSz="777814" rtl="0" eaLnBrk="1" latinLnBrk="0" hangingPunct="1">
        <a:spcBef>
          <a:spcPct val="20000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3pPr>
      <a:lvl4pPr marL="1361173" indent="-194454" algn="l" defTabSz="777814" rtl="0" eaLnBrk="1" latinLnBrk="0" hangingPunct="1">
        <a:spcBef>
          <a:spcPct val="20000"/>
        </a:spcBef>
        <a:buFont typeface="Arial" panose="020B0604020202020204" pitchFamily="34" charset="0"/>
        <a:buChar char="–"/>
        <a:defRPr sz="1702" kern="1200">
          <a:solidFill>
            <a:schemeClr val="tx1"/>
          </a:solidFill>
          <a:latin typeface="+mn-lt"/>
          <a:ea typeface="+mn-ea"/>
          <a:cs typeface="+mn-cs"/>
        </a:defRPr>
      </a:lvl4pPr>
      <a:lvl5pPr marL="1750081" indent="-194454" algn="l" defTabSz="777814" rtl="0" eaLnBrk="1" latinLnBrk="0" hangingPunct="1">
        <a:spcBef>
          <a:spcPct val="20000"/>
        </a:spcBef>
        <a:buFont typeface="Arial" panose="020B0604020202020204" pitchFamily="34" charset="0"/>
        <a:buChar char="»"/>
        <a:defRPr sz="1702" kern="1200">
          <a:solidFill>
            <a:schemeClr val="tx1"/>
          </a:solidFill>
          <a:latin typeface="+mn-lt"/>
          <a:ea typeface="+mn-ea"/>
          <a:cs typeface="+mn-cs"/>
        </a:defRPr>
      </a:lvl5pPr>
      <a:lvl6pPr marL="2138987" indent="-194454" algn="l" defTabSz="777814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2" kern="1200">
          <a:solidFill>
            <a:schemeClr val="tx1"/>
          </a:solidFill>
          <a:latin typeface="+mn-lt"/>
          <a:ea typeface="+mn-ea"/>
          <a:cs typeface="+mn-cs"/>
        </a:defRPr>
      </a:lvl6pPr>
      <a:lvl7pPr marL="2527895" indent="-194454" algn="l" defTabSz="777814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2" kern="1200">
          <a:solidFill>
            <a:schemeClr val="tx1"/>
          </a:solidFill>
          <a:latin typeface="+mn-lt"/>
          <a:ea typeface="+mn-ea"/>
          <a:cs typeface="+mn-cs"/>
        </a:defRPr>
      </a:lvl7pPr>
      <a:lvl8pPr marL="2916801" indent="-194454" algn="l" defTabSz="777814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2" kern="1200">
          <a:solidFill>
            <a:schemeClr val="tx1"/>
          </a:solidFill>
          <a:latin typeface="+mn-lt"/>
          <a:ea typeface="+mn-ea"/>
          <a:cs typeface="+mn-cs"/>
        </a:defRPr>
      </a:lvl8pPr>
      <a:lvl9pPr marL="3305709" indent="-194454" algn="l" defTabSz="777814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8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1pPr>
      <a:lvl2pPr marL="388908" algn="l" defTabSz="7778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2pPr>
      <a:lvl3pPr marL="777814" algn="l" defTabSz="7778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3pPr>
      <a:lvl4pPr marL="1166720" algn="l" defTabSz="7778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4pPr>
      <a:lvl5pPr marL="1555627" algn="l" defTabSz="7778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5pPr>
      <a:lvl6pPr marL="1944534" algn="l" defTabSz="7778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333441" algn="l" defTabSz="7778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722349" algn="l" defTabSz="7778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111255" algn="l" defTabSz="7778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>
            <a:extLst>
              <a:ext uri="{FF2B5EF4-FFF2-40B4-BE49-F238E27FC236}">
                <a16:creationId xmlns:a16="http://schemas.microsoft.com/office/drawing/2014/main" id="{A67205D1-0D5F-4C0A-9A6D-74B1474F00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7606" y="1424671"/>
            <a:ext cx="6861712" cy="8575687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A9952450-0E9C-4434-82B5-F2732691AC40}"/>
              </a:ext>
            </a:extLst>
          </p:cNvPr>
          <p:cNvSpPr txBox="1"/>
          <p:nvPr/>
        </p:nvSpPr>
        <p:spPr>
          <a:xfrm>
            <a:off x="15718575" y="995984"/>
            <a:ext cx="2772817" cy="7204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041" b="1" dirty="0">
                <a:latin typeface="Arial" panose="020B0604020202020204" pitchFamily="34" charset="0"/>
                <a:cs typeface="Arial" panose="020B0604020202020204" pitchFamily="34" charset="0"/>
              </a:rPr>
              <a:t>Non-ESBL </a:t>
            </a:r>
          </a:p>
          <a:p>
            <a:pPr algn="ctr"/>
            <a:r>
              <a:rPr lang="fr-FR" sz="2041" b="1" i="1" dirty="0">
                <a:latin typeface="Arial" panose="020B0604020202020204" pitchFamily="34" charset="0"/>
                <a:cs typeface="Arial" panose="020B0604020202020204" pitchFamily="34" charset="0"/>
              </a:rPr>
              <a:t>E. coli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46D673D-16F5-4A04-9916-F15239E327D6}"/>
              </a:ext>
            </a:extLst>
          </p:cNvPr>
          <p:cNvSpPr txBox="1"/>
          <p:nvPr/>
        </p:nvSpPr>
        <p:spPr>
          <a:xfrm>
            <a:off x="12379437" y="999566"/>
            <a:ext cx="2863759" cy="7204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041" b="1" dirty="0">
                <a:latin typeface="Arial" panose="020B0604020202020204" pitchFamily="34" charset="0"/>
                <a:cs typeface="Arial" panose="020B0604020202020204" pitchFamily="34" charset="0"/>
              </a:rPr>
              <a:t>ESBL </a:t>
            </a:r>
          </a:p>
          <a:p>
            <a:pPr algn="ctr"/>
            <a:r>
              <a:rPr lang="fr-FR" sz="2041" b="1" i="1" dirty="0">
                <a:latin typeface="Arial" panose="020B0604020202020204" pitchFamily="34" charset="0"/>
                <a:cs typeface="Arial" panose="020B0604020202020204" pitchFamily="34" charset="0"/>
              </a:rPr>
              <a:t>E. coli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DF03538-18DB-4496-8703-A3F2CAB8F4E0}"/>
              </a:ext>
            </a:extLst>
          </p:cNvPr>
          <p:cNvSpPr txBox="1"/>
          <p:nvPr/>
        </p:nvSpPr>
        <p:spPr>
          <a:xfrm>
            <a:off x="1142243" y="793515"/>
            <a:ext cx="553143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5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C074071-8C05-485A-87AC-0EF71B2B251B}"/>
              </a:ext>
            </a:extLst>
          </p:cNvPr>
          <p:cNvSpPr txBox="1"/>
          <p:nvPr/>
        </p:nvSpPr>
        <p:spPr>
          <a:xfrm>
            <a:off x="3702133" y="1923370"/>
            <a:ext cx="553143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5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67355E8-C940-4886-9383-A589FB7D062B}"/>
              </a:ext>
            </a:extLst>
          </p:cNvPr>
          <p:cNvSpPr txBox="1"/>
          <p:nvPr/>
        </p:nvSpPr>
        <p:spPr>
          <a:xfrm>
            <a:off x="712980" y="2913586"/>
            <a:ext cx="1744679" cy="7204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041" b="1" dirty="0">
                <a:latin typeface="Arial" panose="020B0604020202020204" pitchFamily="34" charset="0"/>
                <a:cs typeface="Arial" panose="020B0604020202020204" pitchFamily="34" charset="0"/>
              </a:rPr>
              <a:t>ESBL </a:t>
            </a:r>
          </a:p>
          <a:p>
            <a:pPr algn="ctr"/>
            <a:r>
              <a:rPr lang="fr-FR" sz="2041" b="1" i="1" dirty="0">
                <a:latin typeface="Arial" panose="020B0604020202020204" pitchFamily="34" charset="0"/>
                <a:cs typeface="Arial" panose="020B0604020202020204" pitchFamily="34" charset="0"/>
              </a:rPr>
              <a:t>E. coli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E5ABC92-A8C0-462F-8EE1-EF9D5C37C098}"/>
              </a:ext>
            </a:extLst>
          </p:cNvPr>
          <p:cNvSpPr txBox="1"/>
          <p:nvPr/>
        </p:nvSpPr>
        <p:spPr>
          <a:xfrm>
            <a:off x="712980" y="6992519"/>
            <a:ext cx="1689274" cy="7204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041" b="1" dirty="0">
                <a:latin typeface="Arial" panose="020B0604020202020204" pitchFamily="34" charset="0"/>
                <a:cs typeface="Arial" panose="020B0604020202020204" pitchFamily="34" charset="0"/>
              </a:rPr>
              <a:t>Non-ESBL </a:t>
            </a:r>
          </a:p>
          <a:p>
            <a:pPr algn="ctr"/>
            <a:r>
              <a:rPr lang="fr-FR" sz="2041" b="1" i="1" dirty="0">
                <a:latin typeface="Arial" panose="020B0604020202020204" pitchFamily="34" charset="0"/>
                <a:cs typeface="Arial" panose="020B0604020202020204" pitchFamily="34" charset="0"/>
              </a:rPr>
              <a:t>E. coli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9CE1B75-7717-41C9-930D-D47E3E44B759}"/>
              </a:ext>
            </a:extLst>
          </p:cNvPr>
          <p:cNvSpPr txBox="1"/>
          <p:nvPr/>
        </p:nvSpPr>
        <p:spPr>
          <a:xfrm>
            <a:off x="3062185" y="932245"/>
            <a:ext cx="2772817" cy="4063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041" b="1" dirty="0" err="1">
                <a:latin typeface="Arial" panose="020B0604020202020204" pitchFamily="34" charset="0"/>
                <a:cs typeface="Arial" panose="020B0604020202020204" pitchFamily="34" charset="0"/>
              </a:rPr>
              <a:t>Women</a:t>
            </a:r>
            <a:endParaRPr lang="fr-FR" sz="2041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78EFAD19-F0C4-42F6-94E1-B1B936D78BA1}"/>
              </a:ext>
            </a:extLst>
          </p:cNvPr>
          <p:cNvSpPr txBox="1"/>
          <p:nvPr/>
        </p:nvSpPr>
        <p:spPr>
          <a:xfrm>
            <a:off x="7296006" y="932245"/>
            <a:ext cx="2772817" cy="4063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041" b="1" dirty="0">
                <a:latin typeface="Arial" panose="020B0604020202020204" pitchFamily="34" charset="0"/>
                <a:cs typeface="Arial" panose="020B0604020202020204" pitchFamily="34" charset="0"/>
              </a:rPr>
              <a:t>Men</a:t>
            </a:r>
            <a:endParaRPr lang="fr-FR" sz="2041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E712AFF-A853-4B28-AB3B-539850DFC22D}"/>
              </a:ext>
            </a:extLst>
          </p:cNvPr>
          <p:cNvSpPr txBox="1"/>
          <p:nvPr/>
        </p:nvSpPr>
        <p:spPr>
          <a:xfrm>
            <a:off x="11221649" y="820043"/>
            <a:ext cx="571285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5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BC973D76-5BBC-4C4D-B271-6B417B498DE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3" t="11504" r="8606" b="13774"/>
          <a:stretch/>
        </p:blipFill>
        <p:spPr>
          <a:xfrm>
            <a:off x="2367346" y="5717434"/>
            <a:ext cx="4049694" cy="3927258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64249F2D-F66D-4FA2-A8C1-D39002B4881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3" t="11504" r="8606" b="13774"/>
          <a:stretch/>
        </p:blipFill>
        <p:spPr>
          <a:xfrm>
            <a:off x="2402252" y="1576755"/>
            <a:ext cx="4049694" cy="3927258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DDC525D0-C773-4FC9-9AB9-9D3095C444F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3" t="11504" r="8574" b="13774"/>
          <a:stretch/>
        </p:blipFill>
        <p:spPr>
          <a:xfrm>
            <a:off x="6767267" y="1576755"/>
            <a:ext cx="4051373" cy="3927258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44F37327-3BB4-478D-8593-9011976BB1F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3" t="11504" r="8574" b="13774"/>
          <a:stretch/>
        </p:blipFill>
        <p:spPr>
          <a:xfrm>
            <a:off x="6793690" y="5717434"/>
            <a:ext cx="4051373" cy="392725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21</Words>
  <Application>Microsoft Office PowerPoint</Application>
  <PresentationFormat>Personnalisé</PresentationFormat>
  <Paragraphs>13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elise, hodbert</dc:creator>
  <cp:keywords/>
  <dc:description/>
  <cp:lastModifiedBy>HODBERT Elise</cp:lastModifiedBy>
  <cp:revision>12</cp:revision>
  <dcterms:created xsi:type="dcterms:W3CDTF">2017-02-13T16:18:36Z</dcterms:created>
  <dcterms:modified xsi:type="dcterms:W3CDTF">2025-10-28T16:21:07Z</dcterms:modified>
  <cp:category/>
</cp:coreProperties>
</file>