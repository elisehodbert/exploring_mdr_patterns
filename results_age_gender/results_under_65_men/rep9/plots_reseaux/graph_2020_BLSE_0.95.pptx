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9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38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80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57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00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9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150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57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38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50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00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80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11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74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19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38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80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19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9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26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169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32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38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19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2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11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19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39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30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19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42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32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93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42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32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93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71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115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38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38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166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1515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1515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26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55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38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32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26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817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32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38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334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2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38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41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39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38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46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342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38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46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42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38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71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274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80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80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32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69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96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9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80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81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3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80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348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11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280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41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30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802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46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32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6800" y="3170392"/>
              <a:ext cx="46978" cy="167167"/>
            </a:xfrm>
            <a:custGeom>
              <a:avLst/>
              <a:pathLst>
                <a:path w="46978" h="167167">
                  <a:moveTo>
                    <a:pt x="46978" y="0"/>
                  </a:moveTo>
                  <a:lnTo>
                    <a:pt x="41027" y="105"/>
                  </a:lnTo>
                  <a:lnTo>
                    <a:pt x="35083" y="423"/>
                  </a:lnTo>
                  <a:lnTo>
                    <a:pt x="29155" y="952"/>
                  </a:lnTo>
                  <a:lnTo>
                    <a:pt x="23249" y="1692"/>
                  </a:lnTo>
                  <a:lnTo>
                    <a:pt x="17373" y="2642"/>
                  </a:lnTo>
                  <a:lnTo>
                    <a:pt x="11534" y="3800"/>
                  </a:lnTo>
                  <a:lnTo>
                    <a:pt x="5741" y="5166"/>
                  </a:lnTo>
                  <a:lnTo>
                    <a:pt x="0" y="6736"/>
                  </a:lnTo>
                  <a:lnTo>
                    <a:pt x="4697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36800" y="3177129"/>
              <a:ext cx="46978" cy="160430"/>
            </a:xfrm>
            <a:custGeom>
              <a:avLst/>
              <a:pathLst>
                <a:path w="46978" h="160430">
                  <a:moveTo>
                    <a:pt x="0" y="0"/>
                  </a:moveTo>
                  <a:lnTo>
                    <a:pt x="46978" y="1604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816623" y="3170414"/>
              <a:ext cx="334322" cy="334307"/>
            </a:xfrm>
            <a:custGeom>
              <a:avLst/>
              <a:pathLst>
                <a:path w="334322" h="334307">
                  <a:moveTo>
                    <a:pt x="120176" y="6715"/>
                  </a:moveTo>
                  <a:lnTo>
                    <a:pt x="115123" y="8282"/>
                  </a:lnTo>
                  <a:lnTo>
                    <a:pt x="110121" y="10008"/>
                  </a:lnTo>
                  <a:lnTo>
                    <a:pt x="105177" y="11892"/>
                  </a:lnTo>
                  <a:lnTo>
                    <a:pt x="100295" y="13931"/>
                  </a:lnTo>
                  <a:lnTo>
                    <a:pt x="95480" y="16123"/>
                  </a:lnTo>
                  <a:lnTo>
                    <a:pt x="90736" y="18467"/>
                  </a:lnTo>
                  <a:lnTo>
                    <a:pt x="86069" y="20960"/>
                  </a:lnTo>
                  <a:lnTo>
                    <a:pt x="81484" y="23600"/>
                  </a:lnTo>
                  <a:lnTo>
                    <a:pt x="76984" y="26383"/>
                  </a:lnTo>
                  <a:lnTo>
                    <a:pt x="72575" y="29307"/>
                  </a:lnTo>
                  <a:lnTo>
                    <a:pt x="68260" y="32369"/>
                  </a:lnTo>
                  <a:lnTo>
                    <a:pt x="64044" y="35566"/>
                  </a:lnTo>
                  <a:lnTo>
                    <a:pt x="59932" y="38895"/>
                  </a:lnTo>
                  <a:lnTo>
                    <a:pt x="55927" y="42353"/>
                  </a:lnTo>
                  <a:lnTo>
                    <a:pt x="52033" y="45935"/>
                  </a:lnTo>
                  <a:lnTo>
                    <a:pt x="48255" y="49639"/>
                  </a:lnTo>
                  <a:lnTo>
                    <a:pt x="44596" y="53461"/>
                  </a:lnTo>
                  <a:lnTo>
                    <a:pt x="41060" y="57396"/>
                  </a:lnTo>
                  <a:lnTo>
                    <a:pt x="37650" y="61442"/>
                  </a:lnTo>
                  <a:lnTo>
                    <a:pt x="34369" y="65593"/>
                  </a:lnTo>
                  <a:lnTo>
                    <a:pt x="31222" y="69846"/>
                  </a:lnTo>
                  <a:lnTo>
                    <a:pt x="28211" y="74197"/>
                  </a:lnTo>
                  <a:lnTo>
                    <a:pt x="25339" y="78640"/>
                  </a:lnTo>
                  <a:lnTo>
                    <a:pt x="22609" y="83173"/>
                  </a:lnTo>
                  <a:lnTo>
                    <a:pt x="20024" y="87789"/>
                  </a:lnTo>
                  <a:lnTo>
                    <a:pt x="17587" y="92485"/>
                  </a:lnTo>
                  <a:lnTo>
                    <a:pt x="15299" y="97256"/>
                  </a:lnTo>
                  <a:lnTo>
                    <a:pt x="13163" y="102097"/>
                  </a:lnTo>
                  <a:lnTo>
                    <a:pt x="11182" y="107002"/>
                  </a:lnTo>
                  <a:lnTo>
                    <a:pt x="9356" y="111969"/>
                  </a:lnTo>
                  <a:lnTo>
                    <a:pt x="7689" y="116990"/>
                  </a:lnTo>
                  <a:lnTo>
                    <a:pt x="6182" y="122062"/>
                  </a:lnTo>
                  <a:lnTo>
                    <a:pt x="4836" y="127179"/>
                  </a:lnTo>
                  <a:lnTo>
                    <a:pt x="3652" y="132335"/>
                  </a:lnTo>
                  <a:lnTo>
                    <a:pt x="2633" y="137527"/>
                  </a:lnTo>
                  <a:lnTo>
                    <a:pt x="1778" y="142749"/>
                  </a:lnTo>
                  <a:lnTo>
                    <a:pt x="1088" y="147994"/>
                  </a:lnTo>
                  <a:lnTo>
                    <a:pt x="566" y="153259"/>
                  </a:lnTo>
                  <a:lnTo>
                    <a:pt x="210" y="158538"/>
                  </a:lnTo>
                  <a:lnTo>
                    <a:pt x="21" y="163826"/>
                  </a:lnTo>
                  <a:lnTo>
                    <a:pt x="0" y="169117"/>
                  </a:lnTo>
                  <a:lnTo>
                    <a:pt x="146" y="174406"/>
                  </a:lnTo>
                  <a:lnTo>
                    <a:pt x="459" y="179687"/>
                  </a:lnTo>
                  <a:lnTo>
                    <a:pt x="939" y="184957"/>
                  </a:lnTo>
                  <a:lnTo>
                    <a:pt x="1586" y="190208"/>
                  </a:lnTo>
                  <a:lnTo>
                    <a:pt x="2399" y="195436"/>
                  </a:lnTo>
                  <a:lnTo>
                    <a:pt x="3377" y="200636"/>
                  </a:lnTo>
                  <a:lnTo>
                    <a:pt x="4519" y="205802"/>
                  </a:lnTo>
                  <a:lnTo>
                    <a:pt x="5824" y="210929"/>
                  </a:lnTo>
                  <a:lnTo>
                    <a:pt x="7290" y="216013"/>
                  </a:lnTo>
                  <a:lnTo>
                    <a:pt x="8917" y="221048"/>
                  </a:lnTo>
                  <a:lnTo>
                    <a:pt x="10702" y="226028"/>
                  </a:lnTo>
                  <a:lnTo>
                    <a:pt x="12644" y="230950"/>
                  </a:lnTo>
                  <a:lnTo>
                    <a:pt x="14740" y="235808"/>
                  </a:lnTo>
                  <a:lnTo>
                    <a:pt x="16989" y="240597"/>
                  </a:lnTo>
                  <a:lnTo>
                    <a:pt x="19389" y="245312"/>
                  </a:lnTo>
                  <a:lnTo>
                    <a:pt x="21937" y="249950"/>
                  </a:lnTo>
                  <a:lnTo>
                    <a:pt x="24630" y="254504"/>
                  </a:lnTo>
                  <a:lnTo>
                    <a:pt x="27466" y="258970"/>
                  </a:lnTo>
                  <a:lnTo>
                    <a:pt x="30442" y="263345"/>
                  </a:lnTo>
                  <a:lnTo>
                    <a:pt x="33555" y="267623"/>
                  </a:lnTo>
                  <a:lnTo>
                    <a:pt x="36802" y="271801"/>
                  </a:lnTo>
                  <a:lnTo>
                    <a:pt x="40179" y="275874"/>
                  </a:lnTo>
                  <a:lnTo>
                    <a:pt x="43683" y="279838"/>
                  </a:lnTo>
                  <a:lnTo>
                    <a:pt x="47312" y="283689"/>
                  </a:lnTo>
                  <a:lnTo>
                    <a:pt x="51060" y="287423"/>
                  </a:lnTo>
                  <a:lnTo>
                    <a:pt x="54924" y="291037"/>
                  </a:lnTo>
                  <a:lnTo>
                    <a:pt x="58901" y="294527"/>
                  </a:lnTo>
                  <a:lnTo>
                    <a:pt x="62987" y="297889"/>
                  </a:lnTo>
                  <a:lnTo>
                    <a:pt x="67176" y="301120"/>
                  </a:lnTo>
                  <a:lnTo>
                    <a:pt x="71466" y="304217"/>
                  </a:lnTo>
                  <a:lnTo>
                    <a:pt x="75852" y="307176"/>
                  </a:lnTo>
                  <a:lnTo>
                    <a:pt x="80329" y="309995"/>
                  </a:lnTo>
                  <a:lnTo>
                    <a:pt x="84894" y="312672"/>
                  </a:lnTo>
                  <a:lnTo>
                    <a:pt x="89540" y="315202"/>
                  </a:lnTo>
                  <a:lnTo>
                    <a:pt x="94265" y="317584"/>
                  </a:lnTo>
                  <a:lnTo>
                    <a:pt x="99062" y="319816"/>
                  </a:lnTo>
                  <a:lnTo>
                    <a:pt x="103927" y="321894"/>
                  </a:lnTo>
                  <a:lnTo>
                    <a:pt x="108856" y="323817"/>
                  </a:lnTo>
                  <a:lnTo>
                    <a:pt x="113844" y="325584"/>
                  </a:lnTo>
                  <a:lnTo>
                    <a:pt x="118884" y="327192"/>
                  </a:lnTo>
                  <a:lnTo>
                    <a:pt x="123974" y="328639"/>
                  </a:lnTo>
                  <a:lnTo>
                    <a:pt x="129106" y="329925"/>
                  </a:lnTo>
                  <a:lnTo>
                    <a:pt x="134276" y="331047"/>
                  </a:lnTo>
                  <a:lnTo>
                    <a:pt x="139480" y="332006"/>
                  </a:lnTo>
                  <a:lnTo>
                    <a:pt x="144711" y="332799"/>
                  </a:lnTo>
                  <a:lnTo>
                    <a:pt x="149965" y="333426"/>
                  </a:lnTo>
                  <a:lnTo>
                    <a:pt x="155235" y="333887"/>
                  </a:lnTo>
                  <a:lnTo>
                    <a:pt x="160518" y="334181"/>
                  </a:lnTo>
                  <a:lnTo>
                    <a:pt x="165808" y="334307"/>
                  </a:lnTo>
                  <a:lnTo>
                    <a:pt x="171098" y="334266"/>
                  </a:lnTo>
                  <a:lnTo>
                    <a:pt x="176385" y="334058"/>
                  </a:lnTo>
                  <a:lnTo>
                    <a:pt x="181663" y="333682"/>
                  </a:lnTo>
                  <a:lnTo>
                    <a:pt x="186926" y="333139"/>
                  </a:lnTo>
                  <a:lnTo>
                    <a:pt x="192169" y="332431"/>
                  </a:lnTo>
                  <a:lnTo>
                    <a:pt x="197387" y="331556"/>
                  </a:lnTo>
                  <a:lnTo>
                    <a:pt x="202575" y="330517"/>
                  </a:lnTo>
                  <a:lnTo>
                    <a:pt x="207728" y="329314"/>
                  </a:lnTo>
                  <a:lnTo>
                    <a:pt x="212839" y="327949"/>
                  </a:lnTo>
                  <a:lnTo>
                    <a:pt x="217905" y="326423"/>
                  </a:lnTo>
                  <a:lnTo>
                    <a:pt x="222920" y="324737"/>
                  </a:lnTo>
                  <a:lnTo>
                    <a:pt x="227880" y="322893"/>
                  </a:lnTo>
                  <a:lnTo>
                    <a:pt x="232778" y="320894"/>
                  </a:lnTo>
                  <a:lnTo>
                    <a:pt x="237611" y="318740"/>
                  </a:lnTo>
                  <a:lnTo>
                    <a:pt x="242373" y="316434"/>
                  </a:lnTo>
                  <a:lnTo>
                    <a:pt x="247060" y="313979"/>
                  </a:lnTo>
                  <a:lnTo>
                    <a:pt x="251667" y="311377"/>
                  </a:lnTo>
                  <a:lnTo>
                    <a:pt x="256189" y="308630"/>
                  </a:lnTo>
                  <a:lnTo>
                    <a:pt x="260622" y="305742"/>
                  </a:lnTo>
                  <a:lnTo>
                    <a:pt x="264961" y="302714"/>
                  </a:lnTo>
                  <a:lnTo>
                    <a:pt x="269202" y="299551"/>
                  </a:lnTo>
                  <a:lnTo>
                    <a:pt x="273341" y="296255"/>
                  </a:lnTo>
                  <a:lnTo>
                    <a:pt x="277374" y="292830"/>
                  </a:lnTo>
                  <a:lnTo>
                    <a:pt x="281296" y="289279"/>
                  </a:lnTo>
                  <a:lnTo>
                    <a:pt x="285104" y="285606"/>
                  </a:lnTo>
                  <a:lnTo>
                    <a:pt x="288794" y="281814"/>
                  </a:lnTo>
                  <a:lnTo>
                    <a:pt x="292362" y="277907"/>
                  </a:lnTo>
                  <a:lnTo>
                    <a:pt x="295805" y="273889"/>
                  </a:lnTo>
                  <a:lnTo>
                    <a:pt x="299118" y="269765"/>
                  </a:lnTo>
                  <a:lnTo>
                    <a:pt x="302300" y="265537"/>
                  </a:lnTo>
                  <a:lnTo>
                    <a:pt x="305346" y="261211"/>
                  </a:lnTo>
                  <a:lnTo>
                    <a:pt x="308253" y="256790"/>
                  </a:lnTo>
                  <a:lnTo>
                    <a:pt x="311020" y="252280"/>
                  </a:lnTo>
                  <a:lnTo>
                    <a:pt x="313642" y="247685"/>
                  </a:lnTo>
                  <a:lnTo>
                    <a:pt x="316117" y="243009"/>
                  </a:lnTo>
                  <a:lnTo>
                    <a:pt x="318444" y="238257"/>
                  </a:lnTo>
                  <a:lnTo>
                    <a:pt x="320618" y="233433"/>
                  </a:lnTo>
                  <a:lnTo>
                    <a:pt x="322639" y="228543"/>
                  </a:lnTo>
                  <a:lnTo>
                    <a:pt x="324504" y="223592"/>
                  </a:lnTo>
                  <a:lnTo>
                    <a:pt x="326212" y="218584"/>
                  </a:lnTo>
                  <a:lnTo>
                    <a:pt x="327760" y="213525"/>
                  </a:lnTo>
                  <a:lnTo>
                    <a:pt x="329147" y="208419"/>
                  </a:lnTo>
                  <a:lnTo>
                    <a:pt x="330372" y="203272"/>
                  </a:lnTo>
                  <a:lnTo>
                    <a:pt x="331434" y="198089"/>
                  </a:lnTo>
                  <a:lnTo>
                    <a:pt x="332331" y="192874"/>
                  </a:lnTo>
                  <a:lnTo>
                    <a:pt x="333062" y="187634"/>
                  </a:lnTo>
                  <a:lnTo>
                    <a:pt x="333628" y="182374"/>
                  </a:lnTo>
                  <a:lnTo>
                    <a:pt x="334026" y="177098"/>
                  </a:lnTo>
                  <a:lnTo>
                    <a:pt x="334258" y="171812"/>
                  </a:lnTo>
                  <a:lnTo>
                    <a:pt x="334322" y="166521"/>
                  </a:lnTo>
                  <a:lnTo>
                    <a:pt x="334218" y="161231"/>
                  </a:lnTo>
                  <a:lnTo>
                    <a:pt x="333947" y="155947"/>
                  </a:lnTo>
                  <a:lnTo>
                    <a:pt x="333509" y="150675"/>
                  </a:lnTo>
                  <a:lnTo>
                    <a:pt x="332905" y="145418"/>
                  </a:lnTo>
                  <a:lnTo>
                    <a:pt x="332134" y="140184"/>
                  </a:lnTo>
                  <a:lnTo>
                    <a:pt x="331198" y="134976"/>
                  </a:lnTo>
                  <a:lnTo>
                    <a:pt x="330098" y="129801"/>
                  </a:lnTo>
                  <a:lnTo>
                    <a:pt x="328835" y="124663"/>
                  </a:lnTo>
                  <a:lnTo>
                    <a:pt x="327409" y="119568"/>
                  </a:lnTo>
                  <a:lnTo>
                    <a:pt x="325823" y="114520"/>
                  </a:lnTo>
                  <a:lnTo>
                    <a:pt x="324079" y="109525"/>
                  </a:lnTo>
                  <a:lnTo>
                    <a:pt x="322176" y="104588"/>
                  </a:lnTo>
                  <a:lnTo>
                    <a:pt x="320119" y="99713"/>
                  </a:lnTo>
                  <a:lnTo>
                    <a:pt x="317908" y="94906"/>
                  </a:lnTo>
                  <a:lnTo>
                    <a:pt x="315547" y="90172"/>
                  </a:lnTo>
                  <a:lnTo>
                    <a:pt x="313037" y="85514"/>
                  </a:lnTo>
                  <a:lnTo>
                    <a:pt x="310380" y="80939"/>
                  </a:lnTo>
                  <a:lnTo>
                    <a:pt x="307580" y="76449"/>
                  </a:lnTo>
                  <a:lnTo>
                    <a:pt x="304640" y="72051"/>
                  </a:lnTo>
                  <a:lnTo>
                    <a:pt x="301561" y="67747"/>
                  </a:lnTo>
                  <a:lnTo>
                    <a:pt x="298349" y="63544"/>
                  </a:lnTo>
                  <a:lnTo>
                    <a:pt x="295004" y="59444"/>
                  </a:lnTo>
                  <a:lnTo>
                    <a:pt x="291532" y="55452"/>
                  </a:lnTo>
                  <a:lnTo>
                    <a:pt x="287935" y="51572"/>
                  </a:lnTo>
                  <a:lnTo>
                    <a:pt x="284217" y="47807"/>
                  </a:lnTo>
                  <a:lnTo>
                    <a:pt x="280382" y="44162"/>
                  </a:lnTo>
                  <a:lnTo>
                    <a:pt x="276433" y="40641"/>
                  </a:lnTo>
                  <a:lnTo>
                    <a:pt x="272375" y="37246"/>
                  </a:lnTo>
                  <a:lnTo>
                    <a:pt x="268211" y="33981"/>
                  </a:lnTo>
                  <a:lnTo>
                    <a:pt x="263946" y="30850"/>
                  </a:lnTo>
                  <a:lnTo>
                    <a:pt x="259585" y="27855"/>
                  </a:lnTo>
                  <a:lnTo>
                    <a:pt x="255130" y="25000"/>
                  </a:lnTo>
                  <a:lnTo>
                    <a:pt x="250588" y="22287"/>
                  </a:lnTo>
                  <a:lnTo>
                    <a:pt x="245962" y="19719"/>
                  </a:lnTo>
                  <a:lnTo>
                    <a:pt x="241257" y="17299"/>
                  </a:lnTo>
                  <a:lnTo>
                    <a:pt x="236477" y="15029"/>
                  </a:lnTo>
                  <a:lnTo>
                    <a:pt x="231629" y="12911"/>
                  </a:lnTo>
                  <a:lnTo>
                    <a:pt x="226715" y="10948"/>
                  </a:lnTo>
                  <a:lnTo>
                    <a:pt x="221743" y="9141"/>
                  </a:lnTo>
                  <a:lnTo>
                    <a:pt x="216715" y="7493"/>
                  </a:lnTo>
                  <a:lnTo>
                    <a:pt x="211638" y="6005"/>
                  </a:lnTo>
                  <a:lnTo>
                    <a:pt x="206516" y="4678"/>
                  </a:lnTo>
                  <a:lnTo>
                    <a:pt x="201355" y="3513"/>
                  </a:lnTo>
                  <a:lnTo>
                    <a:pt x="196159" y="2513"/>
                  </a:lnTo>
                  <a:lnTo>
                    <a:pt x="190934" y="1678"/>
                  </a:lnTo>
                  <a:lnTo>
                    <a:pt x="185686" y="1008"/>
                  </a:lnTo>
                  <a:lnTo>
                    <a:pt x="180419" y="505"/>
                  </a:lnTo>
                  <a:lnTo>
                    <a:pt x="175139" y="169"/>
                  </a:lnTo>
                  <a:lnTo>
                    <a:pt x="169851" y="0"/>
                  </a:lnTo>
                  <a:lnTo>
                    <a:pt x="167155" y="1671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83779" y="3170392"/>
              <a:ext cx="2695" cy="167167"/>
            </a:xfrm>
            <a:custGeom>
              <a:avLst/>
              <a:pathLst>
                <a:path w="2695" h="167167">
                  <a:moveTo>
                    <a:pt x="2695" y="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887" y="2633064"/>
              <a:ext cx="167123" cy="167167"/>
            </a:xfrm>
            <a:custGeom>
              <a:avLst/>
              <a:pathLst>
                <a:path w="167123" h="167167">
                  <a:moveTo>
                    <a:pt x="167123" y="0"/>
                  </a:moveTo>
                  <a:lnTo>
                    <a:pt x="161733" y="86"/>
                  </a:lnTo>
                  <a:lnTo>
                    <a:pt x="156349" y="347"/>
                  </a:lnTo>
                  <a:lnTo>
                    <a:pt x="150976" y="781"/>
                  </a:lnTo>
                  <a:lnTo>
                    <a:pt x="145619" y="1388"/>
                  </a:lnTo>
                  <a:lnTo>
                    <a:pt x="140285" y="2168"/>
                  </a:lnTo>
                  <a:lnTo>
                    <a:pt x="134979" y="3119"/>
                  </a:lnTo>
                  <a:lnTo>
                    <a:pt x="129706" y="4241"/>
                  </a:lnTo>
                  <a:lnTo>
                    <a:pt x="124472" y="5532"/>
                  </a:lnTo>
                  <a:lnTo>
                    <a:pt x="119283" y="6991"/>
                  </a:lnTo>
                  <a:lnTo>
                    <a:pt x="114143" y="8617"/>
                  </a:lnTo>
                  <a:lnTo>
                    <a:pt x="109058" y="10408"/>
                  </a:lnTo>
                  <a:lnTo>
                    <a:pt x="104034" y="12362"/>
                  </a:lnTo>
                  <a:lnTo>
                    <a:pt x="99075" y="14476"/>
                  </a:lnTo>
                  <a:lnTo>
                    <a:pt x="94188" y="16750"/>
                  </a:lnTo>
                  <a:lnTo>
                    <a:pt x="89376" y="19180"/>
                  </a:lnTo>
                  <a:lnTo>
                    <a:pt x="84644" y="21763"/>
                  </a:lnTo>
                  <a:lnTo>
                    <a:pt x="79999" y="24498"/>
                  </a:lnTo>
                  <a:lnTo>
                    <a:pt x="75444" y="27382"/>
                  </a:lnTo>
                  <a:lnTo>
                    <a:pt x="70985" y="30411"/>
                  </a:lnTo>
                  <a:lnTo>
                    <a:pt x="66625" y="33582"/>
                  </a:lnTo>
                  <a:lnTo>
                    <a:pt x="62370" y="36891"/>
                  </a:lnTo>
                  <a:lnTo>
                    <a:pt x="58224" y="40337"/>
                  </a:lnTo>
                  <a:lnTo>
                    <a:pt x="54191" y="43914"/>
                  </a:lnTo>
                  <a:lnTo>
                    <a:pt x="50276" y="47619"/>
                  </a:lnTo>
                  <a:lnTo>
                    <a:pt x="46482" y="51449"/>
                  </a:lnTo>
                  <a:lnTo>
                    <a:pt x="42814" y="55399"/>
                  </a:lnTo>
                  <a:lnTo>
                    <a:pt x="39274" y="59465"/>
                  </a:lnTo>
                  <a:lnTo>
                    <a:pt x="35868" y="63644"/>
                  </a:lnTo>
                  <a:lnTo>
                    <a:pt x="32599" y="67930"/>
                  </a:lnTo>
                  <a:lnTo>
                    <a:pt x="29469" y="72319"/>
                  </a:lnTo>
                  <a:lnTo>
                    <a:pt x="26482" y="76807"/>
                  </a:lnTo>
                  <a:lnTo>
                    <a:pt x="23642" y="81388"/>
                  </a:lnTo>
                  <a:lnTo>
                    <a:pt x="20950" y="86059"/>
                  </a:lnTo>
                  <a:lnTo>
                    <a:pt x="18411" y="90815"/>
                  </a:lnTo>
                  <a:lnTo>
                    <a:pt x="16027" y="95649"/>
                  </a:lnTo>
                  <a:lnTo>
                    <a:pt x="13799" y="100558"/>
                  </a:lnTo>
                  <a:lnTo>
                    <a:pt x="11731" y="105537"/>
                  </a:lnTo>
                  <a:lnTo>
                    <a:pt x="9825" y="110579"/>
                  </a:lnTo>
                  <a:lnTo>
                    <a:pt x="8082" y="115680"/>
                  </a:lnTo>
                  <a:lnTo>
                    <a:pt x="6505" y="120835"/>
                  </a:lnTo>
                  <a:lnTo>
                    <a:pt x="5094" y="126038"/>
                  </a:lnTo>
                  <a:lnTo>
                    <a:pt x="3853" y="131284"/>
                  </a:lnTo>
                  <a:lnTo>
                    <a:pt x="2780" y="136567"/>
                  </a:lnTo>
                  <a:lnTo>
                    <a:pt x="1879" y="141882"/>
                  </a:lnTo>
                  <a:lnTo>
                    <a:pt x="1150" y="147223"/>
                  </a:lnTo>
                  <a:lnTo>
                    <a:pt x="593" y="152585"/>
                  </a:lnTo>
                  <a:lnTo>
                    <a:pt x="210" y="157962"/>
                  </a:lnTo>
                  <a:lnTo>
                    <a:pt x="0" y="163349"/>
                  </a:lnTo>
                  <a:lnTo>
                    <a:pt x="16712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1887" y="2796413"/>
              <a:ext cx="167123" cy="3818"/>
            </a:xfrm>
            <a:custGeom>
              <a:avLst/>
              <a:pathLst>
                <a:path w="167123" h="3818">
                  <a:moveTo>
                    <a:pt x="0" y="0"/>
                  </a:moveTo>
                  <a:lnTo>
                    <a:pt x="167123" y="38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1850" y="2689806"/>
              <a:ext cx="334317" cy="277592"/>
            </a:xfrm>
            <a:custGeom>
              <a:avLst/>
              <a:pathLst>
                <a:path w="334317" h="277592">
                  <a:moveTo>
                    <a:pt x="36" y="106606"/>
                  </a:moveTo>
                  <a:lnTo>
                    <a:pt x="0" y="111931"/>
                  </a:lnTo>
                  <a:lnTo>
                    <a:pt x="132" y="117253"/>
                  </a:lnTo>
                  <a:lnTo>
                    <a:pt x="434" y="122569"/>
                  </a:lnTo>
                  <a:lnTo>
                    <a:pt x="906" y="127873"/>
                  </a:lnTo>
                  <a:lnTo>
                    <a:pt x="1546" y="133159"/>
                  </a:lnTo>
                  <a:lnTo>
                    <a:pt x="2354" y="138422"/>
                  </a:lnTo>
                  <a:lnTo>
                    <a:pt x="3329" y="143656"/>
                  </a:lnTo>
                  <a:lnTo>
                    <a:pt x="4471" y="148857"/>
                  </a:lnTo>
                  <a:lnTo>
                    <a:pt x="5777" y="154018"/>
                  </a:lnTo>
                  <a:lnTo>
                    <a:pt x="7247" y="159136"/>
                  </a:lnTo>
                  <a:lnTo>
                    <a:pt x="8880" y="164204"/>
                  </a:lnTo>
                  <a:lnTo>
                    <a:pt x="10673" y="169217"/>
                  </a:lnTo>
                  <a:lnTo>
                    <a:pt x="12624" y="174171"/>
                  </a:lnTo>
                  <a:lnTo>
                    <a:pt x="14733" y="179061"/>
                  </a:lnTo>
                  <a:lnTo>
                    <a:pt x="16996" y="183880"/>
                  </a:lnTo>
                  <a:lnTo>
                    <a:pt x="19412" y="188625"/>
                  </a:lnTo>
                  <a:lnTo>
                    <a:pt x="21977" y="193291"/>
                  </a:lnTo>
                  <a:lnTo>
                    <a:pt x="24690" y="197872"/>
                  </a:lnTo>
                  <a:lnTo>
                    <a:pt x="27547" y="202365"/>
                  </a:lnTo>
                  <a:lnTo>
                    <a:pt x="30546" y="206765"/>
                  </a:lnTo>
                  <a:lnTo>
                    <a:pt x="33683" y="211067"/>
                  </a:lnTo>
                  <a:lnTo>
                    <a:pt x="36956" y="215267"/>
                  </a:lnTo>
                  <a:lnTo>
                    <a:pt x="40361" y="219360"/>
                  </a:lnTo>
                  <a:lnTo>
                    <a:pt x="43895" y="223343"/>
                  </a:lnTo>
                  <a:lnTo>
                    <a:pt x="47553" y="227211"/>
                  </a:lnTo>
                  <a:lnTo>
                    <a:pt x="51333" y="230961"/>
                  </a:lnTo>
                  <a:lnTo>
                    <a:pt x="55231" y="234589"/>
                  </a:lnTo>
                  <a:lnTo>
                    <a:pt x="59242" y="238091"/>
                  </a:lnTo>
                  <a:lnTo>
                    <a:pt x="63362" y="241463"/>
                  </a:lnTo>
                  <a:lnTo>
                    <a:pt x="67588" y="244702"/>
                  </a:lnTo>
                  <a:lnTo>
                    <a:pt x="71915" y="247805"/>
                  </a:lnTo>
                  <a:lnTo>
                    <a:pt x="76339" y="250768"/>
                  </a:lnTo>
                  <a:lnTo>
                    <a:pt x="80854" y="253590"/>
                  </a:lnTo>
                  <a:lnTo>
                    <a:pt x="85457" y="256266"/>
                  </a:lnTo>
                  <a:lnTo>
                    <a:pt x="90144" y="258794"/>
                  </a:lnTo>
                  <a:lnTo>
                    <a:pt x="94908" y="261171"/>
                  </a:lnTo>
                  <a:lnTo>
                    <a:pt x="99745" y="263396"/>
                  </a:lnTo>
                  <a:lnTo>
                    <a:pt x="104651" y="265465"/>
                  </a:lnTo>
                  <a:lnTo>
                    <a:pt x="109620" y="267377"/>
                  </a:lnTo>
                  <a:lnTo>
                    <a:pt x="114648" y="269130"/>
                  </a:lnTo>
                  <a:lnTo>
                    <a:pt x="119729" y="270722"/>
                  </a:lnTo>
                  <a:lnTo>
                    <a:pt x="124858" y="272151"/>
                  </a:lnTo>
                  <a:lnTo>
                    <a:pt x="130030" y="273416"/>
                  </a:lnTo>
                  <a:lnTo>
                    <a:pt x="135240" y="274516"/>
                  </a:lnTo>
                  <a:lnTo>
                    <a:pt x="140482" y="275449"/>
                  </a:lnTo>
                  <a:lnTo>
                    <a:pt x="145751" y="276215"/>
                  </a:lnTo>
                  <a:lnTo>
                    <a:pt x="151042" y="276813"/>
                  </a:lnTo>
                  <a:lnTo>
                    <a:pt x="156349" y="277242"/>
                  </a:lnTo>
                  <a:lnTo>
                    <a:pt x="161667" y="277502"/>
                  </a:lnTo>
                  <a:lnTo>
                    <a:pt x="166991" y="277592"/>
                  </a:lnTo>
                  <a:lnTo>
                    <a:pt x="172315" y="277513"/>
                  </a:lnTo>
                  <a:lnTo>
                    <a:pt x="177633" y="277264"/>
                  </a:lnTo>
                  <a:lnTo>
                    <a:pt x="182941" y="276845"/>
                  </a:lnTo>
                  <a:lnTo>
                    <a:pt x="188233" y="276258"/>
                  </a:lnTo>
                  <a:lnTo>
                    <a:pt x="193504" y="275503"/>
                  </a:lnTo>
                  <a:lnTo>
                    <a:pt x="198748" y="274580"/>
                  </a:lnTo>
                  <a:lnTo>
                    <a:pt x="203960" y="273491"/>
                  </a:lnTo>
                  <a:lnTo>
                    <a:pt x="209134" y="272237"/>
                  </a:lnTo>
                  <a:lnTo>
                    <a:pt x="214266" y="270818"/>
                  </a:lnTo>
                  <a:lnTo>
                    <a:pt x="219350" y="269236"/>
                  </a:lnTo>
                  <a:lnTo>
                    <a:pt x="224382" y="267494"/>
                  </a:lnTo>
                  <a:lnTo>
                    <a:pt x="229355" y="265591"/>
                  </a:lnTo>
                  <a:lnTo>
                    <a:pt x="234265" y="263532"/>
                  </a:lnTo>
                  <a:lnTo>
                    <a:pt x="239107" y="261317"/>
                  </a:lnTo>
                  <a:lnTo>
                    <a:pt x="243876" y="258949"/>
                  </a:lnTo>
                  <a:lnTo>
                    <a:pt x="248567" y="256431"/>
                  </a:lnTo>
                  <a:lnTo>
                    <a:pt x="253176" y="253764"/>
                  </a:lnTo>
                  <a:lnTo>
                    <a:pt x="257697" y="250952"/>
                  </a:lnTo>
                  <a:lnTo>
                    <a:pt x="262127" y="247998"/>
                  </a:lnTo>
                  <a:lnTo>
                    <a:pt x="266460" y="244903"/>
                  </a:lnTo>
                  <a:lnTo>
                    <a:pt x="270692" y="241673"/>
                  </a:lnTo>
                  <a:lnTo>
                    <a:pt x="274819" y="238309"/>
                  </a:lnTo>
                  <a:lnTo>
                    <a:pt x="278838" y="234816"/>
                  </a:lnTo>
                  <a:lnTo>
                    <a:pt x="282742" y="231196"/>
                  </a:lnTo>
                  <a:lnTo>
                    <a:pt x="286530" y="227454"/>
                  </a:lnTo>
                  <a:lnTo>
                    <a:pt x="290196" y="223593"/>
                  </a:lnTo>
                  <a:lnTo>
                    <a:pt x="293738" y="219617"/>
                  </a:lnTo>
                  <a:lnTo>
                    <a:pt x="297151" y="215530"/>
                  </a:lnTo>
                  <a:lnTo>
                    <a:pt x="300433" y="211337"/>
                  </a:lnTo>
                  <a:lnTo>
                    <a:pt x="303579" y="207042"/>
                  </a:lnTo>
                  <a:lnTo>
                    <a:pt x="306587" y="202648"/>
                  </a:lnTo>
                  <a:lnTo>
                    <a:pt x="309453" y="198161"/>
                  </a:lnTo>
                  <a:lnTo>
                    <a:pt x="312175" y="193585"/>
                  </a:lnTo>
                  <a:lnTo>
                    <a:pt x="314750" y="188924"/>
                  </a:lnTo>
                  <a:lnTo>
                    <a:pt x="317175" y="184184"/>
                  </a:lnTo>
                  <a:lnTo>
                    <a:pt x="319448" y="179369"/>
                  </a:lnTo>
                  <a:lnTo>
                    <a:pt x="321566" y="174484"/>
                  </a:lnTo>
                  <a:lnTo>
                    <a:pt x="323528" y="169534"/>
                  </a:lnTo>
                  <a:lnTo>
                    <a:pt x="325331" y="164525"/>
                  </a:lnTo>
                  <a:lnTo>
                    <a:pt x="326974" y="159460"/>
                  </a:lnTo>
                  <a:lnTo>
                    <a:pt x="328455" y="154345"/>
                  </a:lnTo>
                  <a:lnTo>
                    <a:pt x="329772" y="149186"/>
                  </a:lnTo>
                  <a:lnTo>
                    <a:pt x="330924" y="143988"/>
                  </a:lnTo>
                  <a:lnTo>
                    <a:pt x="331909" y="138756"/>
                  </a:lnTo>
                  <a:lnTo>
                    <a:pt x="332728" y="133494"/>
                  </a:lnTo>
                  <a:lnTo>
                    <a:pt x="333379" y="128210"/>
                  </a:lnTo>
                  <a:lnTo>
                    <a:pt x="333861" y="122907"/>
                  </a:lnTo>
                  <a:lnTo>
                    <a:pt x="334174" y="117592"/>
                  </a:lnTo>
                  <a:lnTo>
                    <a:pt x="334317" y="112269"/>
                  </a:lnTo>
                  <a:lnTo>
                    <a:pt x="334291" y="106945"/>
                  </a:lnTo>
                  <a:lnTo>
                    <a:pt x="334096" y="101624"/>
                  </a:lnTo>
                  <a:lnTo>
                    <a:pt x="333731" y="96312"/>
                  </a:lnTo>
                  <a:lnTo>
                    <a:pt x="333197" y="91015"/>
                  </a:lnTo>
                  <a:lnTo>
                    <a:pt x="332495" y="85737"/>
                  </a:lnTo>
                  <a:lnTo>
                    <a:pt x="331624" y="80484"/>
                  </a:lnTo>
                  <a:lnTo>
                    <a:pt x="330587" y="75261"/>
                  </a:lnTo>
                  <a:lnTo>
                    <a:pt x="329385" y="70074"/>
                  </a:lnTo>
                  <a:lnTo>
                    <a:pt x="328017" y="64928"/>
                  </a:lnTo>
                  <a:lnTo>
                    <a:pt x="326487" y="59829"/>
                  </a:lnTo>
                  <a:lnTo>
                    <a:pt x="324795" y="54780"/>
                  </a:lnTo>
                  <a:lnTo>
                    <a:pt x="322943" y="49788"/>
                  </a:lnTo>
                  <a:lnTo>
                    <a:pt x="320933" y="44858"/>
                  </a:lnTo>
                  <a:lnTo>
                    <a:pt x="318766" y="39994"/>
                  </a:lnTo>
                  <a:lnTo>
                    <a:pt x="316446" y="35201"/>
                  </a:lnTo>
                  <a:lnTo>
                    <a:pt x="313975" y="30485"/>
                  </a:lnTo>
                  <a:lnTo>
                    <a:pt x="311355" y="25850"/>
                  </a:lnTo>
                  <a:lnTo>
                    <a:pt x="308588" y="21301"/>
                  </a:lnTo>
                  <a:lnTo>
                    <a:pt x="305678" y="16842"/>
                  </a:lnTo>
                  <a:lnTo>
                    <a:pt x="302628" y="12478"/>
                  </a:lnTo>
                  <a:lnTo>
                    <a:pt x="299439" y="8213"/>
                  </a:lnTo>
                  <a:lnTo>
                    <a:pt x="296117" y="4052"/>
                  </a:lnTo>
                  <a:lnTo>
                    <a:pt x="292664" y="0"/>
                  </a:lnTo>
                  <a:lnTo>
                    <a:pt x="167160" y="1104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919011" y="2633064"/>
              <a:ext cx="125504" cy="167167"/>
            </a:xfrm>
            <a:custGeom>
              <a:avLst/>
              <a:pathLst>
                <a:path w="125504" h="167167">
                  <a:moveTo>
                    <a:pt x="125504" y="56742"/>
                  </a:moveTo>
                  <a:lnTo>
                    <a:pt x="121830" y="52702"/>
                  </a:lnTo>
                  <a:lnTo>
                    <a:pt x="118027" y="48785"/>
                  </a:lnTo>
                  <a:lnTo>
                    <a:pt x="114099" y="44993"/>
                  </a:lnTo>
                  <a:lnTo>
                    <a:pt x="110048" y="41332"/>
                  </a:lnTo>
                  <a:lnTo>
                    <a:pt x="105880" y="37806"/>
                  </a:lnTo>
                  <a:lnTo>
                    <a:pt x="101599" y="34417"/>
                  </a:lnTo>
                  <a:lnTo>
                    <a:pt x="97210" y="31170"/>
                  </a:lnTo>
                  <a:lnTo>
                    <a:pt x="92716" y="28068"/>
                  </a:lnTo>
                  <a:lnTo>
                    <a:pt x="88124" y="25114"/>
                  </a:lnTo>
                  <a:lnTo>
                    <a:pt x="83439" y="22312"/>
                  </a:lnTo>
                  <a:lnTo>
                    <a:pt x="78664" y="19665"/>
                  </a:lnTo>
                  <a:lnTo>
                    <a:pt x="73805" y="17174"/>
                  </a:lnTo>
                  <a:lnTo>
                    <a:pt x="68867" y="14844"/>
                  </a:lnTo>
                  <a:lnTo>
                    <a:pt x="63856" y="12676"/>
                  </a:lnTo>
                  <a:lnTo>
                    <a:pt x="58777" y="10674"/>
                  </a:lnTo>
                  <a:lnTo>
                    <a:pt x="53635" y="8838"/>
                  </a:lnTo>
                  <a:lnTo>
                    <a:pt x="48436" y="7170"/>
                  </a:lnTo>
                  <a:lnTo>
                    <a:pt x="43185" y="5674"/>
                  </a:lnTo>
                  <a:lnTo>
                    <a:pt x="37888" y="4350"/>
                  </a:lnTo>
                  <a:lnTo>
                    <a:pt x="32551" y="3199"/>
                  </a:lnTo>
                  <a:lnTo>
                    <a:pt x="27179" y="2224"/>
                  </a:lnTo>
                  <a:lnTo>
                    <a:pt x="21778" y="1424"/>
                  </a:lnTo>
                  <a:lnTo>
                    <a:pt x="16354" y="801"/>
                  </a:lnTo>
                  <a:lnTo>
                    <a:pt x="10912" y="356"/>
                  </a:lnTo>
                  <a:lnTo>
                    <a:pt x="5459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29415" y="2126963"/>
              <a:ext cx="99056" cy="167167"/>
            </a:xfrm>
            <a:custGeom>
              <a:avLst/>
              <a:pathLst>
                <a:path w="99056" h="167167">
                  <a:moveTo>
                    <a:pt x="99056" y="0"/>
                  </a:moveTo>
                  <a:lnTo>
                    <a:pt x="93477" y="93"/>
                  </a:lnTo>
                  <a:lnTo>
                    <a:pt x="87904" y="372"/>
                  </a:lnTo>
                  <a:lnTo>
                    <a:pt x="82343" y="837"/>
                  </a:lnTo>
                  <a:lnTo>
                    <a:pt x="76802" y="1487"/>
                  </a:lnTo>
                  <a:lnTo>
                    <a:pt x="71285" y="2322"/>
                  </a:lnTo>
                  <a:lnTo>
                    <a:pt x="65798" y="3341"/>
                  </a:lnTo>
                  <a:lnTo>
                    <a:pt x="60349" y="4542"/>
                  </a:lnTo>
                  <a:lnTo>
                    <a:pt x="54943" y="5925"/>
                  </a:lnTo>
                  <a:lnTo>
                    <a:pt x="49587" y="7487"/>
                  </a:lnTo>
                  <a:lnTo>
                    <a:pt x="44285" y="9227"/>
                  </a:lnTo>
                  <a:lnTo>
                    <a:pt x="39044" y="11143"/>
                  </a:lnTo>
                  <a:lnTo>
                    <a:pt x="33871" y="13232"/>
                  </a:lnTo>
                  <a:lnTo>
                    <a:pt x="28769" y="15494"/>
                  </a:lnTo>
                  <a:lnTo>
                    <a:pt x="23747" y="17924"/>
                  </a:lnTo>
                  <a:lnTo>
                    <a:pt x="18808" y="20521"/>
                  </a:lnTo>
                  <a:lnTo>
                    <a:pt x="13958" y="23280"/>
                  </a:lnTo>
                  <a:lnTo>
                    <a:pt x="9203" y="26201"/>
                  </a:lnTo>
                  <a:lnTo>
                    <a:pt x="4549" y="29278"/>
                  </a:lnTo>
                  <a:lnTo>
                    <a:pt x="0" y="32509"/>
                  </a:lnTo>
                  <a:lnTo>
                    <a:pt x="9905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29415" y="2159473"/>
              <a:ext cx="99056" cy="134658"/>
            </a:xfrm>
            <a:custGeom>
              <a:avLst/>
              <a:pathLst>
                <a:path w="99056" h="134658">
                  <a:moveTo>
                    <a:pt x="0" y="0"/>
                  </a:moveTo>
                  <a:lnTo>
                    <a:pt x="99056" y="1346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561318" y="2159473"/>
              <a:ext cx="250023" cy="301818"/>
            </a:xfrm>
            <a:custGeom>
              <a:avLst/>
              <a:pathLst>
                <a:path w="250023" h="301818">
                  <a:moveTo>
                    <a:pt x="68097" y="0"/>
                  </a:moveTo>
                  <a:lnTo>
                    <a:pt x="63858" y="3223"/>
                  </a:lnTo>
                  <a:lnTo>
                    <a:pt x="59725" y="6579"/>
                  </a:lnTo>
                  <a:lnTo>
                    <a:pt x="55700" y="10065"/>
                  </a:lnTo>
                  <a:lnTo>
                    <a:pt x="51789" y="13678"/>
                  </a:lnTo>
                  <a:lnTo>
                    <a:pt x="47995" y="17413"/>
                  </a:lnTo>
                  <a:lnTo>
                    <a:pt x="44321" y="21268"/>
                  </a:lnTo>
                  <a:lnTo>
                    <a:pt x="40772" y="25237"/>
                  </a:lnTo>
                  <a:lnTo>
                    <a:pt x="37352" y="29318"/>
                  </a:lnTo>
                  <a:lnTo>
                    <a:pt x="34063" y="33505"/>
                  </a:lnTo>
                  <a:lnTo>
                    <a:pt x="30909" y="37795"/>
                  </a:lnTo>
                  <a:lnTo>
                    <a:pt x="27893" y="42183"/>
                  </a:lnTo>
                  <a:lnTo>
                    <a:pt x="25018" y="46665"/>
                  </a:lnTo>
                  <a:lnTo>
                    <a:pt x="22288" y="51236"/>
                  </a:lnTo>
                  <a:lnTo>
                    <a:pt x="19705" y="55892"/>
                  </a:lnTo>
                  <a:lnTo>
                    <a:pt x="17271" y="60628"/>
                  </a:lnTo>
                  <a:lnTo>
                    <a:pt x="14990" y="65439"/>
                  </a:lnTo>
                  <a:lnTo>
                    <a:pt x="12862" y="70320"/>
                  </a:lnTo>
                  <a:lnTo>
                    <a:pt x="10892" y="75267"/>
                  </a:lnTo>
                  <a:lnTo>
                    <a:pt x="9079" y="80273"/>
                  </a:lnTo>
                  <a:lnTo>
                    <a:pt x="7428" y="85335"/>
                  </a:lnTo>
                  <a:lnTo>
                    <a:pt x="5938" y="90447"/>
                  </a:lnTo>
                  <a:lnTo>
                    <a:pt x="4612" y="95604"/>
                  </a:lnTo>
                  <a:lnTo>
                    <a:pt x="3450" y="100800"/>
                  </a:lnTo>
                  <a:lnTo>
                    <a:pt x="2455" y="106031"/>
                  </a:lnTo>
                  <a:lnTo>
                    <a:pt x="1627" y="111291"/>
                  </a:lnTo>
                  <a:lnTo>
                    <a:pt x="967" y="116574"/>
                  </a:lnTo>
                  <a:lnTo>
                    <a:pt x="475" y="121876"/>
                  </a:lnTo>
                  <a:lnTo>
                    <a:pt x="153" y="127191"/>
                  </a:lnTo>
                  <a:lnTo>
                    <a:pt x="0" y="132513"/>
                  </a:lnTo>
                  <a:lnTo>
                    <a:pt x="16" y="137838"/>
                  </a:lnTo>
                  <a:lnTo>
                    <a:pt x="202" y="143159"/>
                  </a:lnTo>
                  <a:lnTo>
                    <a:pt x="557" y="148472"/>
                  </a:lnTo>
                  <a:lnTo>
                    <a:pt x="1082" y="153770"/>
                  </a:lnTo>
                  <a:lnTo>
                    <a:pt x="1775" y="159049"/>
                  </a:lnTo>
                  <a:lnTo>
                    <a:pt x="2636" y="164304"/>
                  </a:lnTo>
                  <a:lnTo>
                    <a:pt x="3663" y="169528"/>
                  </a:lnTo>
                  <a:lnTo>
                    <a:pt x="4857" y="174718"/>
                  </a:lnTo>
                  <a:lnTo>
                    <a:pt x="6215" y="179866"/>
                  </a:lnTo>
                  <a:lnTo>
                    <a:pt x="7736" y="184969"/>
                  </a:lnTo>
                  <a:lnTo>
                    <a:pt x="9419" y="190020"/>
                  </a:lnTo>
                  <a:lnTo>
                    <a:pt x="11263" y="195015"/>
                  </a:lnTo>
                  <a:lnTo>
                    <a:pt x="13264" y="199950"/>
                  </a:lnTo>
                  <a:lnTo>
                    <a:pt x="15421" y="204817"/>
                  </a:lnTo>
                  <a:lnTo>
                    <a:pt x="17733" y="209614"/>
                  </a:lnTo>
                  <a:lnTo>
                    <a:pt x="20196" y="214335"/>
                  </a:lnTo>
                  <a:lnTo>
                    <a:pt x="22808" y="218975"/>
                  </a:lnTo>
                  <a:lnTo>
                    <a:pt x="25566" y="223529"/>
                  </a:lnTo>
                  <a:lnTo>
                    <a:pt x="28469" y="227993"/>
                  </a:lnTo>
                  <a:lnTo>
                    <a:pt x="31511" y="232362"/>
                  </a:lnTo>
                  <a:lnTo>
                    <a:pt x="34692" y="236633"/>
                  </a:lnTo>
                  <a:lnTo>
                    <a:pt x="38007" y="240800"/>
                  </a:lnTo>
                  <a:lnTo>
                    <a:pt x="41453" y="244859"/>
                  </a:lnTo>
                  <a:lnTo>
                    <a:pt x="45026" y="248806"/>
                  </a:lnTo>
                  <a:lnTo>
                    <a:pt x="48723" y="252638"/>
                  </a:lnTo>
                  <a:lnTo>
                    <a:pt x="52541" y="256350"/>
                  </a:lnTo>
                  <a:lnTo>
                    <a:pt x="56474" y="259938"/>
                  </a:lnTo>
                  <a:lnTo>
                    <a:pt x="60521" y="263399"/>
                  </a:lnTo>
                  <a:lnTo>
                    <a:pt x="64675" y="266730"/>
                  </a:lnTo>
                  <a:lnTo>
                    <a:pt x="68933" y="269927"/>
                  </a:lnTo>
                  <a:lnTo>
                    <a:pt x="73291" y="272986"/>
                  </a:lnTo>
                  <a:lnTo>
                    <a:pt x="77744" y="275905"/>
                  </a:lnTo>
                  <a:lnTo>
                    <a:pt x="82288" y="278681"/>
                  </a:lnTo>
                  <a:lnTo>
                    <a:pt x="86917" y="281311"/>
                  </a:lnTo>
                  <a:lnTo>
                    <a:pt x="91629" y="283792"/>
                  </a:lnTo>
                  <a:lnTo>
                    <a:pt x="96416" y="286121"/>
                  </a:lnTo>
                  <a:lnTo>
                    <a:pt x="101276" y="288297"/>
                  </a:lnTo>
                  <a:lnTo>
                    <a:pt x="106203" y="290317"/>
                  </a:lnTo>
                  <a:lnTo>
                    <a:pt x="111191" y="292179"/>
                  </a:lnTo>
                  <a:lnTo>
                    <a:pt x="116236" y="293882"/>
                  </a:lnTo>
                  <a:lnTo>
                    <a:pt x="121333" y="295423"/>
                  </a:lnTo>
                  <a:lnTo>
                    <a:pt x="126476" y="296800"/>
                  </a:lnTo>
                  <a:lnTo>
                    <a:pt x="131660" y="298014"/>
                  </a:lnTo>
                  <a:lnTo>
                    <a:pt x="136881" y="299061"/>
                  </a:lnTo>
                  <a:lnTo>
                    <a:pt x="142132" y="299942"/>
                  </a:lnTo>
                  <a:lnTo>
                    <a:pt x="147409" y="300655"/>
                  </a:lnTo>
                  <a:lnTo>
                    <a:pt x="152705" y="301199"/>
                  </a:lnTo>
                  <a:lnTo>
                    <a:pt x="158017" y="301575"/>
                  </a:lnTo>
                  <a:lnTo>
                    <a:pt x="163337" y="301781"/>
                  </a:lnTo>
                  <a:lnTo>
                    <a:pt x="168662" y="301818"/>
                  </a:lnTo>
                  <a:lnTo>
                    <a:pt x="173985" y="301685"/>
                  </a:lnTo>
                  <a:lnTo>
                    <a:pt x="179301" y="301383"/>
                  </a:lnTo>
                  <a:lnTo>
                    <a:pt x="184604" y="300912"/>
                  </a:lnTo>
                  <a:lnTo>
                    <a:pt x="189890" y="300271"/>
                  </a:lnTo>
                  <a:lnTo>
                    <a:pt x="195153" y="299463"/>
                  </a:lnTo>
                  <a:lnTo>
                    <a:pt x="200387" y="298488"/>
                  </a:lnTo>
                  <a:lnTo>
                    <a:pt x="205588" y="297346"/>
                  </a:lnTo>
                  <a:lnTo>
                    <a:pt x="210750" y="296040"/>
                  </a:lnTo>
                  <a:lnTo>
                    <a:pt x="215868" y="294570"/>
                  </a:lnTo>
                  <a:lnTo>
                    <a:pt x="220936" y="292937"/>
                  </a:lnTo>
                  <a:lnTo>
                    <a:pt x="225949" y="291144"/>
                  </a:lnTo>
                  <a:lnTo>
                    <a:pt x="230903" y="289192"/>
                  </a:lnTo>
                  <a:lnTo>
                    <a:pt x="235792" y="287083"/>
                  </a:lnTo>
                  <a:lnTo>
                    <a:pt x="240612" y="284820"/>
                  </a:lnTo>
                  <a:lnTo>
                    <a:pt x="245357" y="282404"/>
                  </a:lnTo>
                  <a:lnTo>
                    <a:pt x="250023" y="279839"/>
                  </a:lnTo>
                  <a:lnTo>
                    <a:pt x="167153" y="1346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728472" y="2126963"/>
              <a:ext cx="167166" cy="312348"/>
            </a:xfrm>
            <a:custGeom>
              <a:avLst/>
              <a:pathLst>
                <a:path w="167166" h="312348">
                  <a:moveTo>
                    <a:pt x="82869" y="312348"/>
                  </a:moveTo>
                  <a:lnTo>
                    <a:pt x="87470" y="309624"/>
                  </a:lnTo>
                  <a:lnTo>
                    <a:pt x="91981" y="306753"/>
                  </a:lnTo>
                  <a:lnTo>
                    <a:pt x="96398" y="303740"/>
                  </a:lnTo>
                  <a:lnTo>
                    <a:pt x="100716" y="300587"/>
                  </a:lnTo>
                  <a:lnTo>
                    <a:pt x="104932" y="297298"/>
                  </a:lnTo>
                  <a:lnTo>
                    <a:pt x="109040" y="293876"/>
                  </a:lnTo>
                  <a:lnTo>
                    <a:pt x="113037" y="290324"/>
                  </a:lnTo>
                  <a:lnTo>
                    <a:pt x="116917" y="286646"/>
                  </a:lnTo>
                  <a:lnTo>
                    <a:pt x="120679" y="282845"/>
                  </a:lnTo>
                  <a:lnTo>
                    <a:pt x="124317" y="278927"/>
                  </a:lnTo>
                  <a:lnTo>
                    <a:pt x="127827" y="274894"/>
                  </a:lnTo>
                  <a:lnTo>
                    <a:pt x="131207" y="270750"/>
                  </a:lnTo>
                  <a:lnTo>
                    <a:pt x="134453" y="266501"/>
                  </a:lnTo>
                  <a:lnTo>
                    <a:pt x="137561" y="262150"/>
                  </a:lnTo>
                  <a:lnTo>
                    <a:pt x="140528" y="257702"/>
                  </a:lnTo>
                  <a:lnTo>
                    <a:pt x="143352" y="253162"/>
                  </a:lnTo>
                  <a:lnTo>
                    <a:pt x="146029" y="248533"/>
                  </a:lnTo>
                  <a:lnTo>
                    <a:pt x="148556" y="243821"/>
                  </a:lnTo>
                  <a:lnTo>
                    <a:pt x="150932" y="239031"/>
                  </a:lnTo>
                  <a:lnTo>
                    <a:pt x="153153" y="234167"/>
                  </a:lnTo>
                  <a:lnTo>
                    <a:pt x="155217" y="229235"/>
                  </a:lnTo>
                  <a:lnTo>
                    <a:pt x="157123" y="224239"/>
                  </a:lnTo>
                  <a:lnTo>
                    <a:pt x="158868" y="219185"/>
                  </a:lnTo>
                  <a:lnTo>
                    <a:pt x="160450" y="214078"/>
                  </a:lnTo>
                  <a:lnTo>
                    <a:pt x="161868" y="208922"/>
                  </a:lnTo>
                  <a:lnTo>
                    <a:pt x="163121" y="203724"/>
                  </a:lnTo>
                  <a:lnTo>
                    <a:pt x="164206" y="198488"/>
                  </a:lnTo>
                  <a:lnTo>
                    <a:pt x="165124" y="193221"/>
                  </a:lnTo>
                  <a:lnTo>
                    <a:pt x="165873" y="187927"/>
                  </a:lnTo>
                  <a:lnTo>
                    <a:pt x="166452" y="182611"/>
                  </a:lnTo>
                  <a:lnTo>
                    <a:pt x="166861" y="177280"/>
                  </a:lnTo>
                  <a:lnTo>
                    <a:pt x="167099" y="171938"/>
                  </a:lnTo>
                  <a:lnTo>
                    <a:pt x="167166" y="166592"/>
                  </a:lnTo>
                  <a:lnTo>
                    <a:pt x="167062" y="161246"/>
                  </a:lnTo>
                  <a:lnTo>
                    <a:pt x="166787" y="155906"/>
                  </a:lnTo>
                  <a:lnTo>
                    <a:pt x="166342" y="150578"/>
                  </a:lnTo>
                  <a:lnTo>
                    <a:pt x="165726" y="145266"/>
                  </a:lnTo>
                  <a:lnTo>
                    <a:pt x="164941" y="139977"/>
                  </a:lnTo>
                  <a:lnTo>
                    <a:pt x="163987" y="134716"/>
                  </a:lnTo>
                  <a:lnTo>
                    <a:pt x="162865" y="129488"/>
                  </a:lnTo>
                  <a:lnTo>
                    <a:pt x="161577" y="124299"/>
                  </a:lnTo>
                  <a:lnTo>
                    <a:pt x="160123" y="119153"/>
                  </a:lnTo>
                  <a:lnTo>
                    <a:pt x="158506" y="114057"/>
                  </a:lnTo>
                  <a:lnTo>
                    <a:pt x="156726" y="109015"/>
                  </a:lnTo>
                  <a:lnTo>
                    <a:pt x="154786" y="104032"/>
                  </a:lnTo>
                  <a:lnTo>
                    <a:pt x="152688" y="99114"/>
                  </a:lnTo>
                  <a:lnTo>
                    <a:pt x="150433" y="94266"/>
                  </a:lnTo>
                  <a:lnTo>
                    <a:pt x="148025" y="89492"/>
                  </a:lnTo>
                  <a:lnTo>
                    <a:pt x="145465" y="84798"/>
                  </a:lnTo>
                  <a:lnTo>
                    <a:pt x="142756" y="80188"/>
                  </a:lnTo>
                  <a:lnTo>
                    <a:pt x="139902" y="75666"/>
                  </a:lnTo>
                  <a:lnTo>
                    <a:pt x="136904" y="71239"/>
                  </a:lnTo>
                  <a:lnTo>
                    <a:pt x="133766" y="66910"/>
                  </a:lnTo>
                  <a:lnTo>
                    <a:pt x="130491" y="62683"/>
                  </a:lnTo>
                  <a:lnTo>
                    <a:pt x="127083" y="58563"/>
                  </a:lnTo>
                  <a:lnTo>
                    <a:pt x="123544" y="54554"/>
                  </a:lnTo>
                  <a:lnTo>
                    <a:pt x="119880" y="50661"/>
                  </a:lnTo>
                  <a:lnTo>
                    <a:pt x="116092" y="46886"/>
                  </a:lnTo>
                  <a:lnTo>
                    <a:pt x="112186" y="43235"/>
                  </a:lnTo>
                  <a:lnTo>
                    <a:pt x="108165" y="39711"/>
                  </a:lnTo>
                  <a:lnTo>
                    <a:pt x="104034" y="36317"/>
                  </a:lnTo>
                  <a:lnTo>
                    <a:pt x="99796" y="33056"/>
                  </a:lnTo>
                  <a:lnTo>
                    <a:pt x="95456" y="29933"/>
                  </a:lnTo>
                  <a:lnTo>
                    <a:pt x="91018" y="26951"/>
                  </a:lnTo>
                  <a:lnTo>
                    <a:pt x="86487" y="24112"/>
                  </a:lnTo>
                  <a:lnTo>
                    <a:pt x="81868" y="21419"/>
                  </a:lnTo>
                  <a:lnTo>
                    <a:pt x="77165" y="18875"/>
                  </a:lnTo>
                  <a:lnTo>
                    <a:pt x="72383" y="16483"/>
                  </a:lnTo>
                  <a:lnTo>
                    <a:pt x="67527" y="14245"/>
                  </a:lnTo>
                  <a:lnTo>
                    <a:pt x="62601" y="12164"/>
                  </a:lnTo>
                  <a:lnTo>
                    <a:pt x="57612" y="10241"/>
                  </a:lnTo>
                  <a:lnTo>
                    <a:pt x="52564" y="8479"/>
                  </a:lnTo>
                  <a:lnTo>
                    <a:pt x="47462" y="6879"/>
                  </a:lnTo>
                  <a:lnTo>
                    <a:pt x="42311" y="5443"/>
                  </a:lnTo>
                  <a:lnTo>
                    <a:pt x="37118" y="4172"/>
                  </a:lnTo>
                  <a:lnTo>
                    <a:pt x="31886" y="3069"/>
                  </a:lnTo>
                  <a:lnTo>
                    <a:pt x="26621" y="2133"/>
                  </a:lnTo>
                  <a:lnTo>
                    <a:pt x="21330" y="1366"/>
                  </a:lnTo>
                  <a:lnTo>
                    <a:pt x="16016" y="769"/>
                  </a:lnTo>
                  <a:lnTo>
                    <a:pt x="10687" y="341"/>
                  </a:lnTo>
                  <a:lnTo>
                    <a:pt x="534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6694" y="1681503"/>
              <a:ext cx="36540" cy="167167"/>
            </a:xfrm>
            <a:custGeom>
              <a:avLst/>
              <a:pathLst>
                <a:path w="36540" h="167167">
                  <a:moveTo>
                    <a:pt x="36540" y="0"/>
                  </a:moveTo>
                  <a:lnTo>
                    <a:pt x="30402" y="112"/>
                  </a:lnTo>
                  <a:lnTo>
                    <a:pt x="24272" y="450"/>
                  </a:lnTo>
                  <a:lnTo>
                    <a:pt x="18159" y="1013"/>
                  </a:lnTo>
                  <a:lnTo>
                    <a:pt x="12070" y="1800"/>
                  </a:lnTo>
                  <a:lnTo>
                    <a:pt x="6014" y="2810"/>
                  </a:lnTo>
                  <a:lnTo>
                    <a:pt x="0" y="4042"/>
                  </a:lnTo>
                  <a:lnTo>
                    <a:pt x="3654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6694" y="1685545"/>
              <a:ext cx="36540" cy="163124"/>
            </a:xfrm>
            <a:custGeom>
              <a:avLst/>
              <a:pathLst>
                <a:path w="36540" h="163124">
                  <a:moveTo>
                    <a:pt x="0" y="0"/>
                  </a:moveTo>
                  <a:lnTo>
                    <a:pt x="36540" y="1631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6694" y="1685545"/>
              <a:ext cx="36540" cy="163124"/>
            </a:xfrm>
            <a:custGeom>
              <a:avLst/>
              <a:pathLst>
                <a:path w="36540" h="163124">
                  <a:moveTo>
                    <a:pt x="0" y="0"/>
                  </a:moveTo>
                  <a:lnTo>
                    <a:pt x="36540" y="1631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6694" y="1685545"/>
              <a:ext cx="36540" cy="163124"/>
            </a:xfrm>
            <a:custGeom>
              <a:avLst/>
              <a:pathLst>
                <a:path w="36540" h="163124">
                  <a:moveTo>
                    <a:pt x="0" y="0"/>
                  </a:moveTo>
                  <a:lnTo>
                    <a:pt x="36540" y="1631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6694" y="1685545"/>
              <a:ext cx="36540" cy="163124"/>
            </a:xfrm>
            <a:custGeom>
              <a:avLst/>
              <a:pathLst>
                <a:path w="36540" h="163124">
                  <a:moveTo>
                    <a:pt x="0" y="0"/>
                  </a:moveTo>
                  <a:lnTo>
                    <a:pt x="36540" y="1631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6694" y="1685545"/>
              <a:ext cx="36540" cy="163124"/>
            </a:xfrm>
            <a:custGeom>
              <a:avLst/>
              <a:pathLst>
                <a:path w="36540" h="163124">
                  <a:moveTo>
                    <a:pt x="0" y="0"/>
                  </a:moveTo>
                  <a:lnTo>
                    <a:pt x="36540" y="1631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6694" y="1685545"/>
              <a:ext cx="36540" cy="163124"/>
            </a:xfrm>
            <a:custGeom>
              <a:avLst/>
              <a:pathLst>
                <a:path w="36540" h="163124">
                  <a:moveTo>
                    <a:pt x="0" y="0"/>
                  </a:moveTo>
                  <a:lnTo>
                    <a:pt x="36540" y="1631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6694" y="1685545"/>
              <a:ext cx="36540" cy="163124"/>
            </a:xfrm>
            <a:custGeom>
              <a:avLst/>
              <a:pathLst>
                <a:path w="36540" h="163124">
                  <a:moveTo>
                    <a:pt x="0" y="0"/>
                  </a:moveTo>
                  <a:lnTo>
                    <a:pt x="36540" y="1631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6694" y="1685545"/>
              <a:ext cx="36540" cy="163124"/>
            </a:xfrm>
            <a:custGeom>
              <a:avLst/>
              <a:pathLst>
                <a:path w="36540" h="163124">
                  <a:moveTo>
                    <a:pt x="0" y="0"/>
                  </a:moveTo>
                  <a:lnTo>
                    <a:pt x="36540" y="1631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6694" y="1685545"/>
              <a:ext cx="36540" cy="163124"/>
            </a:xfrm>
            <a:custGeom>
              <a:avLst/>
              <a:pathLst>
                <a:path w="36540" h="163124">
                  <a:moveTo>
                    <a:pt x="0" y="0"/>
                  </a:moveTo>
                  <a:lnTo>
                    <a:pt x="36540" y="163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6694" y="1685545"/>
              <a:ext cx="36540" cy="163124"/>
            </a:xfrm>
            <a:custGeom>
              <a:avLst/>
              <a:pathLst>
                <a:path w="36540" h="163124">
                  <a:moveTo>
                    <a:pt x="0" y="0"/>
                  </a:moveTo>
                  <a:lnTo>
                    <a:pt x="36540" y="163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6694" y="1685545"/>
              <a:ext cx="36540" cy="163124"/>
            </a:xfrm>
            <a:custGeom>
              <a:avLst/>
              <a:pathLst>
                <a:path w="36540" h="163124">
                  <a:moveTo>
                    <a:pt x="0" y="0"/>
                  </a:moveTo>
                  <a:lnTo>
                    <a:pt x="36540" y="163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6694" y="1685545"/>
              <a:ext cx="36540" cy="163124"/>
            </a:xfrm>
            <a:custGeom>
              <a:avLst/>
              <a:pathLst>
                <a:path w="36540" h="163124">
                  <a:moveTo>
                    <a:pt x="0" y="0"/>
                  </a:moveTo>
                  <a:lnTo>
                    <a:pt x="36540" y="163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6694" y="1685545"/>
              <a:ext cx="36540" cy="163124"/>
            </a:xfrm>
            <a:custGeom>
              <a:avLst/>
              <a:pathLst>
                <a:path w="36540" h="163124">
                  <a:moveTo>
                    <a:pt x="0" y="0"/>
                  </a:moveTo>
                  <a:lnTo>
                    <a:pt x="36540" y="1631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6694" y="1685545"/>
              <a:ext cx="36540" cy="163124"/>
            </a:xfrm>
            <a:custGeom>
              <a:avLst/>
              <a:pathLst>
                <a:path w="36540" h="163124">
                  <a:moveTo>
                    <a:pt x="0" y="0"/>
                  </a:moveTo>
                  <a:lnTo>
                    <a:pt x="36540" y="1631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6694" y="1685545"/>
              <a:ext cx="36540" cy="163124"/>
            </a:xfrm>
            <a:custGeom>
              <a:avLst/>
              <a:pathLst>
                <a:path w="36540" h="163124">
                  <a:moveTo>
                    <a:pt x="0" y="0"/>
                  </a:moveTo>
                  <a:lnTo>
                    <a:pt x="36540" y="1631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6694" y="1685545"/>
              <a:ext cx="36540" cy="163124"/>
            </a:xfrm>
            <a:custGeom>
              <a:avLst/>
              <a:pathLst>
                <a:path w="36540" h="163124">
                  <a:moveTo>
                    <a:pt x="0" y="0"/>
                  </a:moveTo>
                  <a:lnTo>
                    <a:pt x="36540" y="1631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86694" y="1685545"/>
              <a:ext cx="36540" cy="163124"/>
            </a:xfrm>
            <a:custGeom>
              <a:avLst/>
              <a:pathLst>
                <a:path w="36540" h="163124">
                  <a:moveTo>
                    <a:pt x="0" y="0"/>
                  </a:moveTo>
                  <a:lnTo>
                    <a:pt x="36540" y="163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86694" y="1685545"/>
              <a:ext cx="36540" cy="163124"/>
            </a:xfrm>
            <a:custGeom>
              <a:avLst/>
              <a:pathLst>
                <a:path w="36540" h="163124">
                  <a:moveTo>
                    <a:pt x="0" y="0"/>
                  </a:moveTo>
                  <a:lnTo>
                    <a:pt x="36540" y="163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86694" y="1685545"/>
              <a:ext cx="36540" cy="163124"/>
            </a:xfrm>
            <a:custGeom>
              <a:avLst/>
              <a:pathLst>
                <a:path w="36540" h="163124">
                  <a:moveTo>
                    <a:pt x="0" y="0"/>
                  </a:moveTo>
                  <a:lnTo>
                    <a:pt x="36540" y="163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86694" y="1685545"/>
              <a:ext cx="36540" cy="163124"/>
            </a:xfrm>
            <a:custGeom>
              <a:avLst/>
              <a:pathLst>
                <a:path w="36540" h="163124">
                  <a:moveTo>
                    <a:pt x="0" y="0"/>
                  </a:moveTo>
                  <a:lnTo>
                    <a:pt x="36540" y="163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86694" y="1685545"/>
              <a:ext cx="36540" cy="163124"/>
            </a:xfrm>
            <a:custGeom>
              <a:avLst/>
              <a:pathLst>
                <a:path w="36540" h="163124">
                  <a:moveTo>
                    <a:pt x="0" y="0"/>
                  </a:moveTo>
                  <a:lnTo>
                    <a:pt x="36540" y="1631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86694" y="1685545"/>
              <a:ext cx="36540" cy="163124"/>
            </a:xfrm>
            <a:custGeom>
              <a:avLst/>
              <a:pathLst>
                <a:path w="36540" h="163124">
                  <a:moveTo>
                    <a:pt x="0" y="0"/>
                  </a:moveTo>
                  <a:lnTo>
                    <a:pt x="36540" y="1631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256081" y="1685545"/>
              <a:ext cx="334311" cy="330290"/>
            </a:xfrm>
            <a:custGeom>
              <a:avLst/>
              <a:pathLst>
                <a:path w="334311" h="330290">
                  <a:moveTo>
                    <a:pt x="130612" y="0"/>
                  </a:moveTo>
                  <a:lnTo>
                    <a:pt x="125459" y="1240"/>
                  </a:lnTo>
                  <a:lnTo>
                    <a:pt x="120347" y="2643"/>
                  </a:lnTo>
                  <a:lnTo>
                    <a:pt x="115283" y="4208"/>
                  </a:lnTo>
                  <a:lnTo>
                    <a:pt x="110271" y="5932"/>
                  </a:lnTo>
                  <a:lnTo>
                    <a:pt x="105316" y="7814"/>
                  </a:lnTo>
                  <a:lnTo>
                    <a:pt x="100423" y="9853"/>
                  </a:lnTo>
                  <a:lnTo>
                    <a:pt x="95598" y="12045"/>
                  </a:lnTo>
                  <a:lnTo>
                    <a:pt x="90844" y="14390"/>
                  </a:lnTo>
                  <a:lnTo>
                    <a:pt x="86167" y="16884"/>
                  </a:lnTo>
                  <a:lnTo>
                    <a:pt x="81571" y="19525"/>
                  </a:lnTo>
                  <a:lnTo>
                    <a:pt x="77062" y="22310"/>
                  </a:lnTo>
                  <a:lnTo>
                    <a:pt x="72643" y="25237"/>
                  </a:lnTo>
                  <a:lnTo>
                    <a:pt x="68319" y="28303"/>
                  </a:lnTo>
                  <a:lnTo>
                    <a:pt x="64094" y="31504"/>
                  </a:lnTo>
                  <a:lnTo>
                    <a:pt x="59973" y="34837"/>
                  </a:lnTo>
                  <a:lnTo>
                    <a:pt x="55960" y="38300"/>
                  </a:lnTo>
                  <a:lnTo>
                    <a:pt x="52059" y="41888"/>
                  </a:lnTo>
                  <a:lnTo>
                    <a:pt x="48273" y="45598"/>
                  </a:lnTo>
                  <a:lnTo>
                    <a:pt x="44607" y="49426"/>
                  </a:lnTo>
                  <a:lnTo>
                    <a:pt x="41064" y="53368"/>
                  </a:lnTo>
                  <a:lnTo>
                    <a:pt x="37647" y="57420"/>
                  </a:lnTo>
                  <a:lnTo>
                    <a:pt x="34361" y="61579"/>
                  </a:lnTo>
                  <a:lnTo>
                    <a:pt x="31209" y="65840"/>
                  </a:lnTo>
                  <a:lnTo>
                    <a:pt x="28193" y="70199"/>
                  </a:lnTo>
                  <a:lnTo>
                    <a:pt x="25317" y="74651"/>
                  </a:lnTo>
                  <a:lnTo>
                    <a:pt x="22583" y="79192"/>
                  </a:lnTo>
                  <a:lnTo>
                    <a:pt x="19995" y="83818"/>
                  </a:lnTo>
                  <a:lnTo>
                    <a:pt x="17555" y="88523"/>
                  </a:lnTo>
                  <a:lnTo>
                    <a:pt x="15265" y="93303"/>
                  </a:lnTo>
                  <a:lnTo>
                    <a:pt x="13127" y="98154"/>
                  </a:lnTo>
                  <a:lnTo>
                    <a:pt x="11145" y="103070"/>
                  </a:lnTo>
                  <a:lnTo>
                    <a:pt x="9320" y="108046"/>
                  </a:lnTo>
                  <a:lnTo>
                    <a:pt x="7653" y="113077"/>
                  </a:lnTo>
                  <a:lnTo>
                    <a:pt x="6146" y="118159"/>
                  </a:lnTo>
                  <a:lnTo>
                    <a:pt x="4802" y="123286"/>
                  </a:lnTo>
                  <a:lnTo>
                    <a:pt x="3620" y="128453"/>
                  </a:lnTo>
                  <a:lnTo>
                    <a:pt x="2603" y="133655"/>
                  </a:lnTo>
                  <a:lnTo>
                    <a:pt x="1752" y="138887"/>
                  </a:lnTo>
                  <a:lnTo>
                    <a:pt x="1066" y="144143"/>
                  </a:lnTo>
                  <a:lnTo>
                    <a:pt x="548" y="149418"/>
                  </a:lnTo>
                  <a:lnTo>
                    <a:pt x="197" y="154706"/>
                  </a:lnTo>
                  <a:lnTo>
                    <a:pt x="14" y="160004"/>
                  </a:lnTo>
                  <a:lnTo>
                    <a:pt x="0" y="165304"/>
                  </a:lnTo>
                  <a:lnTo>
                    <a:pt x="153" y="170602"/>
                  </a:lnTo>
                  <a:lnTo>
                    <a:pt x="474" y="175893"/>
                  </a:lnTo>
                  <a:lnTo>
                    <a:pt x="962" y="181171"/>
                  </a:lnTo>
                  <a:lnTo>
                    <a:pt x="1618" y="186430"/>
                  </a:lnTo>
                  <a:lnTo>
                    <a:pt x="2440" y="191667"/>
                  </a:lnTo>
                  <a:lnTo>
                    <a:pt x="3428" y="196874"/>
                  </a:lnTo>
                  <a:lnTo>
                    <a:pt x="4580" y="202048"/>
                  </a:lnTo>
                  <a:lnTo>
                    <a:pt x="5896" y="207182"/>
                  </a:lnTo>
                  <a:lnTo>
                    <a:pt x="7374" y="212273"/>
                  </a:lnTo>
                  <a:lnTo>
                    <a:pt x="9012" y="217313"/>
                  </a:lnTo>
                  <a:lnTo>
                    <a:pt x="10809" y="222300"/>
                  </a:lnTo>
                  <a:lnTo>
                    <a:pt x="12764" y="227227"/>
                  </a:lnTo>
                  <a:lnTo>
                    <a:pt x="14874" y="232089"/>
                  </a:lnTo>
                  <a:lnTo>
                    <a:pt x="17137" y="236882"/>
                  </a:lnTo>
                  <a:lnTo>
                    <a:pt x="19551" y="241601"/>
                  </a:lnTo>
                  <a:lnTo>
                    <a:pt x="22113" y="246241"/>
                  </a:lnTo>
                  <a:lnTo>
                    <a:pt x="24821" y="250797"/>
                  </a:lnTo>
                  <a:lnTo>
                    <a:pt x="27672" y="255266"/>
                  </a:lnTo>
                  <a:lnTo>
                    <a:pt x="30663" y="259641"/>
                  </a:lnTo>
                  <a:lnTo>
                    <a:pt x="33792" y="263920"/>
                  </a:lnTo>
                  <a:lnTo>
                    <a:pt x="37054" y="268097"/>
                  </a:lnTo>
                  <a:lnTo>
                    <a:pt x="40448" y="272169"/>
                  </a:lnTo>
                  <a:lnTo>
                    <a:pt x="43968" y="276131"/>
                  </a:lnTo>
                  <a:lnTo>
                    <a:pt x="47613" y="279980"/>
                  </a:lnTo>
                  <a:lnTo>
                    <a:pt x="51378" y="283711"/>
                  </a:lnTo>
                  <a:lnTo>
                    <a:pt x="55259" y="287321"/>
                  </a:lnTo>
                  <a:lnTo>
                    <a:pt x="59253" y="290806"/>
                  </a:lnTo>
                  <a:lnTo>
                    <a:pt x="63355" y="294162"/>
                  </a:lnTo>
                  <a:lnTo>
                    <a:pt x="67561" y="297387"/>
                  </a:lnTo>
                  <a:lnTo>
                    <a:pt x="71868" y="300477"/>
                  </a:lnTo>
                  <a:lnTo>
                    <a:pt x="76270" y="303429"/>
                  </a:lnTo>
                  <a:lnTo>
                    <a:pt x="80764" y="306240"/>
                  </a:lnTo>
                  <a:lnTo>
                    <a:pt x="85345" y="308906"/>
                  </a:lnTo>
                  <a:lnTo>
                    <a:pt x="90008" y="311427"/>
                  </a:lnTo>
                  <a:lnTo>
                    <a:pt x="94748" y="313798"/>
                  </a:lnTo>
                  <a:lnTo>
                    <a:pt x="99561" y="316018"/>
                  </a:lnTo>
                  <a:lnTo>
                    <a:pt x="104443" y="318084"/>
                  </a:lnTo>
                  <a:lnTo>
                    <a:pt x="109387" y="319994"/>
                  </a:lnTo>
                  <a:lnTo>
                    <a:pt x="114389" y="321746"/>
                  </a:lnTo>
                  <a:lnTo>
                    <a:pt x="119444" y="323339"/>
                  </a:lnTo>
                  <a:lnTo>
                    <a:pt x="124548" y="324771"/>
                  </a:lnTo>
                  <a:lnTo>
                    <a:pt x="129694" y="326041"/>
                  </a:lnTo>
                  <a:lnTo>
                    <a:pt x="134878" y="327147"/>
                  </a:lnTo>
                  <a:lnTo>
                    <a:pt x="140094" y="328087"/>
                  </a:lnTo>
                  <a:lnTo>
                    <a:pt x="145337" y="328862"/>
                  </a:lnTo>
                  <a:lnTo>
                    <a:pt x="150603" y="329471"/>
                  </a:lnTo>
                  <a:lnTo>
                    <a:pt x="155885" y="329912"/>
                  </a:lnTo>
                  <a:lnTo>
                    <a:pt x="161178" y="330185"/>
                  </a:lnTo>
                  <a:lnTo>
                    <a:pt x="166478" y="330290"/>
                  </a:lnTo>
                  <a:lnTo>
                    <a:pt x="171778" y="330228"/>
                  </a:lnTo>
                  <a:lnTo>
                    <a:pt x="177073" y="329997"/>
                  </a:lnTo>
                  <a:lnTo>
                    <a:pt x="182358" y="329599"/>
                  </a:lnTo>
                  <a:lnTo>
                    <a:pt x="187629" y="329033"/>
                  </a:lnTo>
                  <a:lnTo>
                    <a:pt x="192878" y="328300"/>
                  </a:lnTo>
                  <a:lnTo>
                    <a:pt x="198102" y="327402"/>
                  </a:lnTo>
                  <a:lnTo>
                    <a:pt x="203294" y="326338"/>
                  </a:lnTo>
                  <a:lnTo>
                    <a:pt x="208451" y="325110"/>
                  </a:lnTo>
                  <a:lnTo>
                    <a:pt x="213565" y="323720"/>
                  </a:lnTo>
                  <a:lnTo>
                    <a:pt x="218633" y="322167"/>
                  </a:lnTo>
                  <a:lnTo>
                    <a:pt x="223650" y="320455"/>
                  </a:lnTo>
                  <a:lnTo>
                    <a:pt x="228609" y="318585"/>
                  </a:lnTo>
                  <a:lnTo>
                    <a:pt x="233507" y="316559"/>
                  </a:lnTo>
                  <a:lnTo>
                    <a:pt x="238338" y="314378"/>
                  </a:lnTo>
                  <a:lnTo>
                    <a:pt x="243097" y="312045"/>
                  </a:lnTo>
                  <a:lnTo>
                    <a:pt x="247780" y="309562"/>
                  </a:lnTo>
                  <a:lnTo>
                    <a:pt x="252382" y="306933"/>
                  </a:lnTo>
                  <a:lnTo>
                    <a:pt x="256899" y="304158"/>
                  </a:lnTo>
                  <a:lnTo>
                    <a:pt x="261325" y="301242"/>
                  </a:lnTo>
                  <a:lnTo>
                    <a:pt x="265656" y="298187"/>
                  </a:lnTo>
                  <a:lnTo>
                    <a:pt x="269889" y="294996"/>
                  </a:lnTo>
                  <a:lnTo>
                    <a:pt x="274018" y="291673"/>
                  </a:lnTo>
                  <a:lnTo>
                    <a:pt x="278040" y="288220"/>
                  </a:lnTo>
                  <a:lnTo>
                    <a:pt x="281950" y="284642"/>
                  </a:lnTo>
                  <a:lnTo>
                    <a:pt x="285745" y="280942"/>
                  </a:lnTo>
                  <a:lnTo>
                    <a:pt x="289420" y="277123"/>
                  </a:lnTo>
                  <a:lnTo>
                    <a:pt x="292973" y="273189"/>
                  </a:lnTo>
                  <a:lnTo>
                    <a:pt x="296399" y="269145"/>
                  </a:lnTo>
                  <a:lnTo>
                    <a:pt x="299695" y="264994"/>
                  </a:lnTo>
                  <a:lnTo>
                    <a:pt x="302858" y="260741"/>
                  </a:lnTo>
                  <a:lnTo>
                    <a:pt x="305885" y="256389"/>
                  </a:lnTo>
                  <a:lnTo>
                    <a:pt x="308772" y="251944"/>
                  </a:lnTo>
                  <a:lnTo>
                    <a:pt x="311517" y="247410"/>
                  </a:lnTo>
                  <a:lnTo>
                    <a:pt x="314116" y="242791"/>
                  </a:lnTo>
                  <a:lnTo>
                    <a:pt x="316568" y="238091"/>
                  </a:lnTo>
                  <a:lnTo>
                    <a:pt x="318869" y="233317"/>
                  </a:lnTo>
                  <a:lnTo>
                    <a:pt x="321019" y="228472"/>
                  </a:lnTo>
                  <a:lnTo>
                    <a:pt x="323013" y="223561"/>
                  </a:lnTo>
                  <a:lnTo>
                    <a:pt x="324851" y="218589"/>
                  </a:lnTo>
                  <a:lnTo>
                    <a:pt x="326530" y="213562"/>
                  </a:lnTo>
                  <a:lnTo>
                    <a:pt x="328049" y="208484"/>
                  </a:lnTo>
                  <a:lnTo>
                    <a:pt x="329406" y="203360"/>
                  </a:lnTo>
                  <a:lnTo>
                    <a:pt x="330600" y="198196"/>
                  </a:lnTo>
                  <a:lnTo>
                    <a:pt x="331630" y="192996"/>
                  </a:lnTo>
                  <a:lnTo>
                    <a:pt x="332494" y="187767"/>
                  </a:lnTo>
                  <a:lnTo>
                    <a:pt x="333192" y="182512"/>
                  </a:lnTo>
                  <a:lnTo>
                    <a:pt x="333723" y="177239"/>
                  </a:lnTo>
                  <a:lnTo>
                    <a:pt x="334087" y="171951"/>
                  </a:lnTo>
                  <a:lnTo>
                    <a:pt x="334283" y="166654"/>
                  </a:lnTo>
                  <a:lnTo>
                    <a:pt x="334311" y="161354"/>
                  </a:lnTo>
                  <a:lnTo>
                    <a:pt x="334171" y="156055"/>
                  </a:lnTo>
                  <a:lnTo>
                    <a:pt x="333863" y="150764"/>
                  </a:lnTo>
                  <a:lnTo>
                    <a:pt x="333387" y="145485"/>
                  </a:lnTo>
                  <a:lnTo>
                    <a:pt x="332744" y="140223"/>
                  </a:lnTo>
                  <a:lnTo>
                    <a:pt x="331935" y="134985"/>
                  </a:lnTo>
                  <a:lnTo>
                    <a:pt x="330960" y="129775"/>
                  </a:lnTo>
                  <a:lnTo>
                    <a:pt x="329820" y="124599"/>
                  </a:lnTo>
                  <a:lnTo>
                    <a:pt x="328517" y="119461"/>
                  </a:lnTo>
                  <a:lnTo>
                    <a:pt x="327052" y="114367"/>
                  </a:lnTo>
                  <a:lnTo>
                    <a:pt x="325426" y="109322"/>
                  </a:lnTo>
                  <a:lnTo>
                    <a:pt x="323640" y="104332"/>
                  </a:lnTo>
                  <a:lnTo>
                    <a:pt x="321698" y="99400"/>
                  </a:lnTo>
                  <a:lnTo>
                    <a:pt x="319600" y="94532"/>
                  </a:lnTo>
                  <a:lnTo>
                    <a:pt x="317349" y="89734"/>
                  </a:lnTo>
                  <a:lnTo>
                    <a:pt x="314946" y="85009"/>
                  </a:lnTo>
                  <a:lnTo>
                    <a:pt x="312396" y="80363"/>
                  </a:lnTo>
                  <a:lnTo>
                    <a:pt x="309699" y="75800"/>
                  </a:lnTo>
                  <a:lnTo>
                    <a:pt x="306859" y="71324"/>
                  </a:lnTo>
                  <a:lnTo>
                    <a:pt x="303878" y="66941"/>
                  </a:lnTo>
                  <a:lnTo>
                    <a:pt x="300760" y="62655"/>
                  </a:lnTo>
                  <a:lnTo>
                    <a:pt x="297508" y="58470"/>
                  </a:lnTo>
                  <a:lnTo>
                    <a:pt x="294124" y="54390"/>
                  </a:lnTo>
                  <a:lnTo>
                    <a:pt x="290613" y="50419"/>
                  </a:lnTo>
                  <a:lnTo>
                    <a:pt x="286978" y="46562"/>
                  </a:lnTo>
                  <a:lnTo>
                    <a:pt x="283222" y="42821"/>
                  </a:lnTo>
                  <a:lnTo>
                    <a:pt x="279350" y="39202"/>
                  </a:lnTo>
                  <a:lnTo>
                    <a:pt x="275365" y="35707"/>
                  </a:lnTo>
                  <a:lnTo>
                    <a:pt x="271271" y="32341"/>
                  </a:lnTo>
                  <a:lnTo>
                    <a:pt x="267072" y="29106"/>
                  </a:lnTo>
                  <a:lnTo>
                    <a:pt x="262773" y="26005"/>
                  </a:lnTo>
                  <a:lnTo>
                    <a:pt x="258378" y="23043"/>
                  </a:lnTo>
                  <a:lnTo>
                    <a:pt x="253891" y="20221"/>
                  </a:lnTo>
                  <a:lnTo>
                    <a:pt x="249317" y="17543"/>
                  </a:lnTo>
                  <a:lnTo>
                    <a:pt x="244660" y="15011"/>
                  </a:lnTo>
                  <a:lnTo>
                    <a:pt x="239926" y="12628"/>
                  </a:lnTo>
                  <a:lnTo>
                    <a:pt x="235118" y="10397"/>
                  </a:lnTo>
                  <a:lnTo>
                    <a:pt x="230242" y="8319"/>
                  </a:lnTo>
                  <a:lnTo>
                    <a:pt x="167153" y="1631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423235" y="1681503"/>
              <a:ext cx="63089" cy="167167"/>
            </a:xfrm>
            <a:custGeom>
              <a:avLst/>
              <a:pathLst>
                <a:path w="63089" h="167167">
                  <a:moveTo>
                    <a:pt x="63089" y="12362"/>
                  </a:moveTo>
                  <a:lnTo>
                    <a:pt x="57605" y="10238"/>
                  </a:lnTo>
                  <a:lnTo>
                    <a:pt x="52049" y="8309"/>
                  </a:lnTo>
                  <a:lnTo>
                    <a:pt x="46429" y="6577"/>
                  </a:lnTo>
                  <a:lnTo>
                    <a:pt x="40752" y="5043"/>
                  </a:lnTo>
                  <a:lnTo>
                    <a:pt x="35025" y="3710"/>
                  </a:lnTo>
                  <a:lnTo>
                    <a:pt x="29253" y="2579"/>
                  </a:lnTo>
                  <a:lnTo>
                    <a:pt x="23446" y="1652"/>
                  </a:lnTo>
                  <a:lnTo>
                    <a:pt x="17610" y="930"/>
                  </a:lnTo>
                  <a:lnTo>
                    <a:pt x="11752" y="413"/>
                  </a:lnTo>
                  <a:lnTo>
                    <a:pt x="5879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853880" y="1322571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1" y="334"/>
                  </a:lnTo>
                  <a:lnTo>
                    <a:pt x="151321" y="751"/>
                  </a:lnTo>
                  <a:lnTo>
                    <a:pt x="146067" y="1335"/>
                  </a:lnTo>
                  <a:lnTo>
                    <a:pt x="140834" y="2085"/>
                  </a:lnTo>
                  <a:lnTo>
                    <a:pt x="135627" y="3000"/>
                  </a:lnTo>
                  <a:lnTo>
                    <a:pt x="130452" y="4079"/>
                  </a:lnTo>
                  <a:lnTo>
                    <a:pt x="125314" y="5321"/>
                  </a:lnTo>
                  <a:lnTo>
                    <a:pt x="120217" y="6725"/>
                  </a:lnTo>
                  <a:lnTo>
                    <a:pt x="115167" y="8290"/>
                  </a:lnTo>
                  <a:lnTo>
                    <a:pt x="110170" y="10013"/>
                  </a:lnTo>
                  <a:lnTo>
                    <a:pt x="105229" y="11894"/>
                  </a:lnTo>
                  <a:lnTo>
                    <a:pt x="100350" y="13930"/>
                  </a:lnTo>
                  <a:lnTo>
                    <a:pt x="95538" y="16119"/>
                  </a:lnTo>
                  <a:lnTo>
                    <a:pt x="90798" y="18459"/>
                  </a:lnTo>
                  <a:lnTo>
                    <a:pt x="86134" y="20948"/>
                  </a:lnTo>
                  <a:lnTo>
                    <a:pt x="81551" y="23583"/>
                  </a:lnTo>
                  <a:lnTo>
                    <a:pt x="77053" y="26362"/>
                  </a:lnTo>
                  <a:lnTo>
                    <a:pt x="72646" y="29281"/>
                  </a:lnTo>
                  <a:lnTo>
                    <a:pt x="68333" y="32339"/>
                  </a:lnTo>
                  <a:lnTo>
                    <a:pt x="64120" y="35531"/>
                  </a:lnTo>
                  <a:lnTo>
                    <a:pt x="60009" y="38855"/>
                  </a:lnTo>
                  <a:lnTo>
                    <a:pt x="56005" y="42307"/>
                  </a:lnTo>
                  <a:lnTo>
                    <a:pt x="52113" y="45884"/>
                  </a:lnTo>
                  <a:lnTo>
                    <a:pt x="48335" y="49582"/>
                  </a:lnTo>
                  <a:lnTo>
                    <a:pt x="44676" y="53398"/>
                  </a:lnTo>
                  <a:lnTo>
                    <a:pt x="41140" y="57328"/>
                  </a:lnTo>
                  <a:lnTo>
                    <a:pt x="37730" y="61368"/>
                  </a:lnTo>
                  <a:lnTo>
                    <a:pt x="34450" y="65513"/>
                  </a:lnTo>
                  <a:lnTo>
                    <a:pt x="31302" y="69760"/>
                  </a:lnTo>
                  <a:lnTo>
                    <a:pt x="28290" y="74105"/>
                  </a:lnTo>
                  <a:lnTo>
                    <a:pt x="25416" y="78542"/>
                  </a:lnTo>
                  <a:lnTo>
                    <a:pt x="22685" y="83069"/>
                  </a:lnTo>
                  <a:lnTo>
                    <a:pt x="20098" y="87679"/>
                  </a:lnTo>
                  <a:lnTo>
                    <a:pt x="17658" y="92369"/>
                  </a:lnTo>
                  <a:lnTo>
                    <a:pt x="15368" y="97133"/>
                  </a:lnTo>
                  <a:lnTo>
                    <a:pt x="13229" y="101968"/>
                  </a:lnTo>
                  <a:lnTo>
                    <a:pt x="11244" y="106868"/>
                  </a:lnTo>
                  <a:lnTo>
                    <a:pt x="9416" y="111828"/>
                  </a:lnTo>
                  <a:lnTo>
                    <a:pt x="7745" y="116843"/>
                  </a:lnTo>
                  <a:lnTo>
                    <a:pt x="6233" y="121909"/>
                  </a:lnTo>
                  <a:lnTo>
                    <a:pt x="4883" y="127020"/>
                  </a:lnTo>
                  <a:lnTo>
                    <a:pt x="3694" y="132172"/>
                  </a:lnTo>
                  <a:lnTo>
                    <a:pt x="2670" y="137358"/>
                  </a:lnTo>
                  <a:lnTo>
                    <a:pt x="1809" y="142574"/>
                  </a:lnTo>
                  <a:lnTo>
                    <a:pt x="1114" y="147815"/>
                  </a:lnTo>
                  <a:lnTo>
                    <a:pt x="585" y="153075"/>
                  </a:lnTo>
                  <a:lnTo>
                    <a:pt x="223" y="158349"/>
                  </a:lnTo>
                  <a:lnTo>
                    <a:pt x="28" y="163632"/>
                  </a:lnTo>
                  <a:lnTo>
                    <a:pt x="0" y="168918"/>
                  </a:lnTo>
                  <a:lnTo>
                    <a:pt x="138" y="174203"/>
                  </a:lnTo>
                  <a:lnTo>
                    <a:pt x="444" y="179480"/>
                  </a:lnTo>
                  <a:lnTo>
                    <a:pt x="917" y="184746"/>
                  </a:lnTo>
                  <a:lnTo>
                    <a:pt x="1556" y="189993"/>
                  </a:lnTo>
                  <a:lnTo>
                    <a:pt x="2361" y="195218"/>
                  </a:lnTo>
                  <a:lnTo>
                    <a:pt x="3330" y="200415"/>
                  </a:lnTo>
                  <a:lnTo>
                    <a:pt x="4463" y="205579"/>
                  </a:lnTo>
                  <a:lnTo>
                    <a:pt x="5759" y="210704"/>
                  </a:lnTo>
                  <a:lnTo>
                    <a:pt x="7217" y="215786"/>
                  </a:lnTo>
                  <a:lnTo>
                    <a:pt x="8834" y="220819"/>
                  </a:lnTo>
                  <a:lnTo>
                    <a:pt x="10610" y="225798"/>
                  </a:lnTo>
                  <a:lnTo>
                    <a:pt x="12542" y="230719"/>
                  </a:lnTo>
                  <a:lnTo>
                    <a:pt x="14629" y="235576"/>
                  </a:lnTo>
                  <a:lnTo>
                    <a:pt x="16868" y="240365"/>
                  </a:lnTo>
                  <a:lnTo>
                    <a:pt x="19258" y="245081"/>
                  </a:lnTo>
                  <a:lnTo>
                    <a:pt x="21795" y="249718"/>
                  </a:lnTo>
                  <a:lnTo>
                    <a:pt x="24478" y="254273"/>
                  </a:lnTo>
                  <a:lnTo>
                    <a:pt x="27304" y="258741"/>
                  </a:lnTo>
                  <a:lnTo>
                    <a:pt x="30269" y="263118"/>
                  </a:lnTo>
                  <a:lnTo>
                    <a:pt x="33372" y="267398"/>
                  </a:lnTo>
                  <a:lnTo>
                    <a:pt x="36608" y="271578"/>
                  </a:lnTo>
                  <a:lnTo>
                    <a:pt x="39975" y="275654"/>
                  </a:lnTo>
                  <a:lnTo>
                    <a:pt x="43469" y="279621"/>
                  </a:lnTo>
                  <a:lnTo>
                    <a:pt x="47087" y="283476"/>
                  </a:lnTo>
                  <a:lnTo>
                    <a:pt x="50824" y="287215"/>
                  </a:lnTo>
                  <a:lnTo>
                    <a:pt x="54678" y="290833"/>
                  </a:lnTo>
                  <a:lnTo>
                    <a:pt x="58645" y="294328"/>
                  </a:lnTo>
                  <a:lnTo>
                    <a:pt x="62720" y="297696"/>
                  </a:lnTo>
                  <a:lnTo>
                    <a:pt x="66900" y="300933"/>
                  </a:lnTo>
                  <a:lnTo>
                    <a:pt x="71180" y="304036"/>
                  </a:lnTo>
                  <a:lnTo>
                    <a:pt x="75555" y="307002"/>
                  </a:lnTo>
                  <a:lnTo>
                    <a:pt x="80023" y="309829"/>
                  </a:lnTo>
                  <a:lnTo>
                    <a:pt x="84577" y="312513"/>
                  </a:lnTo>
                  <a:lnTo>
                    <a:pt x="89215" y="315051"/>
                  </a:lnTo>
                  <a:lnTo>
                    <a:pt x="93930" y="317442"/>
                  </a:lnTo>
                  <a:lnTo>
                    <a:pt x="98718" y="319682"/>
                  </a:lnTo>
                  <a:lnTo>
                    <a:pt x="103575" y="321770"/>
                  </a:lnTo>
                  <a:lnTo>
                    <a:pt x="108495" y="323703"/>
                  </a:lnTo>
                  <a:lnTo>
                    <a:pt x="113474" y="325480"/>
                  </a:lnTo>
                  <a:lnTo>
                    <a:pt x="118507" y="327098"/>
                  </a:lnTo>
                  <a:lnTo>
                    <a:pt x="123588" y="328557"/>
                  </a:lnTo>
                  <a:lnTo>
                    <a:pt x="128713" y="329854"/>
                  </a:lnTo>
                  <a:lnTo>
                    <a:pt x="133877" y="330988"/>
                  </a:lnTo>
                  <a:lnTo>
                    <a:pt x="139073" y="331958"/>
                  </a:lnTo>
                  <a:lnTo>
                    <a:pt x="144298" y="332764"/>
                  </a:lnTo>
                  <a:lnTo>
                    <a:pt x="149546" y="333404"/>
                  </a:lnTo>
                  <a:lnTo>
                    <a:pt x="154811" y="333878"/>
                  </a:lnTo>
                  <a:lnTo>
                    <a:pt x="160089" y="334185"/>
                  </a:lnTo>
                  <a:lnTo>
                    <a:pt x="165373" y="334325"/>
                  </a:lnTo>
                  <a:lnTo>
                    <a:pt x="170660" y="334298"/>
                  </a:lnTo>
                  <a:lnTo>
                    <a:pt x="175943" y="334103"/>
                  </a:lnTo>
                  <a:lnTo>
                    <a:pt x="181217" y="333742"/>
                  </a:lnTo>
                  <a:lnTo>
                    <a:pt x="186477" y="333214"/>
                  </a:lnTo>
                  <a:lnTo>
                    <a:pt x="191718" y="332520"/>
                  </a:lnTo>
                  <a:lnTo>
                    <a:pt x="196934" y="331661"/>
                  </a:lnTo>
                  <a:lnTo>
                    <a:pt x="202120" y="330637"/>
                  </a:lnTo>
                  <a:lnTo>
                    <a:pt x="207272" y="329450"/>
                  </a:lnTo>
                  <a:lnTo>
                    <a:pt x="212383" y="328101"/>
                  </a:lnTo>
                  <a:lnTo>
                    <a:pt x="217449" y="326590"/>
                  </a:lnTo>
                  <a:lnTo>
                    <a:pt x="222465" y="324920"/>
                  </a:lnTo>
                  <a:lnTo>
                    <a:pt x="227426" y="323092"/>
                  </a:lnTo>
                  <a:lnTo>
                    <a:pt x="232326" y="321109"/>
                  </a:lnTo>
                  <a:lnTo>
                    <a:pt x="237161" y="318971"/>
                  </a:lnTo>
                  <a:lnTo>
                    <a:pt x="241926" y="316682"/>
                  </a:lnTo>
                  <a:lnTo>
                    <a:pt x="246616" y="314243"/>
                  </a:lnTo>
                  <a:lnTo>
                    <a:pt x="251227" y="311657"/>
                  </a:lnTo>
                  <a:lnTo>
                    <a:pt x="255754" y="308926"/>
                  </a:lnTo>
                  <a:lnTo>
                    <a:pt x="260192" y="306054"/>
                  </a:lnTo>
                  <a:lnTo>
                    <a:pt x="264537" y="303043"/>
                  </a:lnTo>
                  <a:lnTo>
                    <a:pt x="268785" y="299896"/>
                  </a:lnTo>
                  <a:lnTo>
                    <a:pt x="272931" y="296616"/>
                  </a:lnTo>
                  <a:lnTo>
                    <a:pt x="276971" y="293206"/>
                  </a:lnTo>
                  <a:lnTo>
                    <a:pt x="280902" y="289671"/>
                  </a:lnTo>
                  <a:lnTo>
                    <a:pt x="284718" y="286013"/>
                  </a:lnTo>
                  <a:lnTo>
                    <a:pt x="288418" y="282237"/>
                  </a:lnTo>
                  <a:lnTo>
                    <a:pt x="291995" y="278345"/>
                  </a:lnTo>
                  <a:lnTo>
                    <a:pt x="295449" y="274342"/>
                  </a:lnTo>
                  <a:lnTo>
                    <a:pt x="298773" y="270232"/>
                  </a:lnTo>
                  <a:lnTo>
                    <a:pt x="301966" y="266018"/>
                  </a:lnTo>
                  <a:lnTo>
                    <a:pt x="305025" y="261706"/>
                  </a:lnTo>
                  <a:lnTo>
                    <a:pt x="307945" y="257300"/>
                  </a:lnTo>
                  <a:lnTo>
                    <a:pt x="310725" y="252803"/>
                  </a:lnTo>
                  <a:lnTo>
                    <a:pt x="313361" y="248220"/>
                  </a:lnTo>
                  <a:lnTo>
                    <a:pt x="315851" y="243557"/>
                  </a:lnTo>
                  <a:lnTo>
                    <a:pt x="318192" y="238817"/>
                  </a:lnTo>
                  <a:lnTo>
                    <a:pt x="320382" y="234005"/>
                  </a:lnTo>
                  <a:lnTo>
                    <a:pt x="322419" y="229127"/>
                  </a:lnTo>
                  <a:lnTo>
                    <a:pt x="324300" y="224187"/>
                  </a:lnTo>
                  <a:lnTo>
                    <a:pt x="326024" y="219189"/>
                  </a:lnTo>
                  <a:lnTo>
                    <a:pt x="327590" y="214140"/>
                  </a:lnTo>
                  <a:lnTo>
                    <a:pt x="328995" y="209044"/>
                  </a:lnTo>
                  <a:lnTo>
                    <a:pt x="330238" y="203905"/>
                  </a:lnTo>
                  <a:lnTo>
                    <a:pt x="331318" y="198730"/>
                  </a:lnTo>
                  <a:lnTo>
                    <a:pt x="332234" y="193524"/>
                  </a:lnTo>
                  <a:lnTo>
                    <a:pt x="332985" y="188291"/>
                  </a:lnTo>
                  <a:lnTo>
                    <a:pt x="333570" y="183037"/>
                  </a:lnTo>
                  <a:lnTo>
                    <a:pt x="333989" y="177767"/>
                  </a:lnTo>
                  <a:lnTo>
                    <a:pt x="334241" y="172486"/>
                  </a:lnTo>
                  <a:lnTo>
                    <a:pt x="334325" y="167200"/>
                  </a:lnTo>
                  <a:lnTo>
                    <a:pt x="334243" y="161915"/>
                  </a:lnTo>
                  <a:lnTo>
                    <a:pt x="333993" y="156634"/>
                  </a:lnTo>
                  <a:lnTo>
                    <a:pt x="333577" y="151364"/>
                  </a:lnTo>
                  <a:lnTo>
                    <a:pt x="332994" y="146110"/>
                  </a:lnTo>
                  <a:lnTo>
                    <a:pt x="332245" y="140876"/>
                  </a:lnTo>
                  <a:lnTo>
                    <a:pt x="331331" y="135669"/>
                  </a:lnTo>
                  <a:lnTo>
                    <a:pt x="330253" y="130494"/>
                  </a:lnTo>
                  <a:lnTo>
                    <a:pt x="329012" y="125355"/>
                  </a:lnTo>
                  <a:lnTo>
                    <a:pt x="327609" y="120258"/>
                  </a:lnTo>
                  <a:lnTo>
                    <a:pt x="326045" y="115208"/>
                  </a:lnTo>
                  <a:lnTo>
                    <a:pt x="324323" y="110210"/>
                  </a:lnTo>
                  <a:lnTo>
                    <a:pt x="322443" y="105269"/>
                  </a:lnTo>
                  <a:lnTo>
                    <a:pt x="320408" y="100390"/>
                  </a:lnTo>
                  <a:lnTo>
                    <a:pt x="318220" y="95577"/>
                  </a:lnTo>
                  <a:lnTo>
                    <a:pt x="315881" y="90837"/>
                  </a:lnTo>
                  <a:lnTo>
                    <a:pt x="313393" y="86172"/>
                  </a:lnTo>
                  <a:lnTo>
                    <a:pt x="310759" y="81589"/>
                  </a:lnTo>
                  <a:lnTo>
                    <a:pt x="307981" y="77091"/>
                  </a:lnTo>
                  <a:lnTo>
                    <a:pt x="305063" y="72683"/>
                  </a:lnTo>
                  <a:lnTo>
                    <a:pt x="302006" y="68370"/>
                  </a:lnTo>
                  <a:lnTo>
                    <a:pt x="298815" y="64155"/>
                  </a:lnTo>
                  <a:lnTo>
                    <a:pt x="295491" y="60044"/>
                  </a:lnTo>
                  <a:lnTo>
                    <a:pt x="292040" y="56039"/>
                  </a:lnTo>
                  <a:lnTo>
                    <a:pt x="288464" y="52146"/>
                  </a:lnTo>
                  <a:lnTo>
                    <a:pt x="284766" y="48368"/>
                  </a:lnTo>
                  <a:lnTo>
                    <a:pt x="280951" y="44708"/>
                  </a:lnTo>
                  <a:lnTo>
                    <a:pt x="277022" y="41171"/>
                  </a:lnTo>
                  <a:lnTo>
                    <a:pt x="272983" y="37761"/>
                  </a:lnTo>
                  <a:lnTo>
                    <a:pt x="268838" y="34479"/>
                  </a:lnTo>
                  <a:lnTo>
                    <a:pt x="264592" y="31330"/>
                  </a:lnTo>
                  <a:lnTo>
                    <a:pt x="260248" y="28317"/>
                  </a:lnTo>
                  <a:lnTo>
                    <a:pt x="255811" y="25443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48015"/>
              <a:ext cx="88652" cy="141723"/>
            </a:xfrm>
            <a:custGeom>
              <a:avLst/>
              <a:pathLst>
                <a:path w="88652" h="141723">
                  <a:moveTo>
                    <a:pt x="88652" y="0"/>
                  </a:moveTo>
                  <a:lnTo>
                    <a:pt x="0" y="1417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46604"/>
              <a:ext cx="88652" cy="143134"/>
            </a:xfrm>
            <a:custGeom>
              <a:avLst/>
              <a:pathLst>
                <a:path w="88652" h="143134">
                  <a:moveTo>
                    <a:pt x="88652" y="1411"/>
                  </a:moveTo>
                  <a:lnTo>
                    <a:pt x="86356" y="0"/>
                  </a:lnTo>
                  <a:lnTo>
                    <a:pt x="0" y="143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22571"/>
              <a:ext cx="86356" cy="167167"/>
            </a:xfrm>
            <a:custGeom>
              <a:avLst/>
              <a:pathLst>
                <a:path w="86356" h="167167">
                  <a:moveTo>
                    <a:pt x="86356" y="24032"/>
                  </a:moveTo>
                  <a:lnTo>
                    <a:pt x="81451" y="21185"/>
                  </a:lnTo>
                  <a:lnTo>
                    <a:pt x="76452" y="18506"/>
                  </a:lnTo>
                  <a:lnTo>
                    <a:pt x="71365" y="15998"/>
                  </a:lnTo>
                  <a:lnTo>
                    <a:pt x="66196" y="13665"/>
                  </a:lnTo>
                  <a:lnTo>
                    <a:pt x="60951" y="11507"/>
                  </a:lnTo>
                  <a:lnTo>
                    <a:pt x="55635" y="9529"/>
                  </a:lnTo>
                  <a:lnTo>
                    <a:pt x="50256" y="7733"/>
                  </a:lnTo>
                  <a:lnTo>
                    <a:pt x="44819" y="6120"/>
                  </a:lnTo>
                  <a:lnTo>
                    <a:pt x="39330" y="4692"/>
                  </a:lnTo>
                  <a:lnTo>
                    <a:pt x="33796" y="3451"/>
                  </a:lnTo>
                  <a:lnTo>
                    <a:pt x="28223" y="2399"/>
                  </a:lnTo>
                  <a:lnTo>
                    <a:pt x="22617" y="1537"/>
                  </a:lnTo>
                  <a:lnTo>
                    <a:pt x="16985" y="865"/>
                  </a:lnTo>
                  <a:lnTo>
                    <a:pt x="11334" y="384"/>
                  </a:lnTo>
                  <a:lnTo>
                    <a:pt x="5670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378109" y="1071028"/>
              <a:ext cx="334301" cy="334334"/>
            </a:xfrm>
            <a:custGeom>
              <a:avLst/>
              <a:pathLst>
                <a:path w="334301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49" y="757"/>
                  </a:lnTo>
                  <a:lnTo>
                    <a:pt x="145974" y="1346"/>
                  </a:lnTo>
                  <a:lnTo>
                    <a:pt x="140721" y="2102"/>
                  </a:lnTo>
                  <a:lnTo>
                    <a:pt x="135494" y="3024"/>
                  </a:lnTo>
                  <a:lnTo>
                    <a:pt x="130299" y="4111"/>
                  </a:lnTo>
                  <a:lnTo>
                    <a:pt x="125142" y="5363"/>
                  </a:lnTo>
                  <a:lnTo>
                    <a:pt x="120026" y="6778"/>
                  </a:lnTo>
                  <a:lnTo>
                    <a:pt x="114959" y="8355"/>
                  </a:lnTo>
                  <a:lnTo>
                    <a:pt x="109943" y="10092"/>
                  </a:lnTo>
                  <a:lnTo>
                    <a:pt x="104986" y="11987"/>
                  </a:lnTo>
                  <a:lnTo>
                    <a:pt x="100091" y="14039"/>
                  </a:lnTo>
                  <a:lnTo>
                    <a:pt x="95264" y="16245"/>
                  </a:lnTo>
                  <a:lnTo>
                    <a:pt x="90509" y="18603"/>
                  </a:lnTo>
                  <a:lnTo>
                    <a:pt x="85831" y="21110"/>
                  </a:lnTo>
                  <a:lnTo>
                    <a:pt x="81235" y="23766"/>
                  </a:lnTo>
                  <a:lnTo>
                    <a:pt x="76726" y="26565"/>
                  </a:lnTo>
                  <a:lnTo>
                    <a:pt x="72309" y="29506"/>
                  </a:lnTo>
                  <a:lnTo>
                    <a:pt x="67986" y="32587"/>
                  </a:lnTo>
                  <a:lnTo>
                    <a:pt x="63764" y="35802"/>
                  </a:lnTo>
                  <a:lnTo>
                    <a:pt x="59646" y="39150"/>
                  </a:lnTo>
                  <a:lnTo>
                    <a:pt x="55636" y="42628"/>
                  </a:lnTo>
                  <a:lnTo>
                    <a:pt x="51739" y="46230"/>
                  </a:lnTo>
                  <a:lnTo>
                    <a:pt x="47958" y="49955"/>
                  </a:lnTo>
                  <a:lnTo>
                    <a:pt x="44297" y="53798"/>
                  </a:lnTo>
                  <a:lnTo>
                    <a:pt x="40760" y="57755"/>
                  </a:lnTo>
                  <a:lnTo>
                    <a:pt x="37350" y="61822"/>
                  </a:lnTo>
                  <a:lnTo>
                    <a:pt x="34071" y="65996"/>
                  </a:lnTo>
                  <a:lnTo>
                    <a:pt x="30927" y="70272"/>
                  </a:lnTo>
                  <a:lnTo>
                    <a:pt x="27919" y="74645"/>
                  </a:lnTo>
                  <a:lnTo>
                    <a:pt x="25053" y="79111"/>
                  </a:lnTo>
                  <a:lnTo>
                    <a:pt x="22329" y="83667"/>
                  </a:lnTo>
                  <a:lnTo>
                    <a:pt x="19751" y="88306"/>
                  </a:lnTo>
                  <a:lnTo>
                    <a:pt x="17322" y="93025"/>
                  </a:lnTo>
                  <a:lnTo>
                    <a:pt x="15044" y="97819"/>
                  </a:lnTo>
                  <a:lnTo>
                    <a:pt x="12919" y="102682"/>
                  </a:lnTo>
                  <a:lnTo>
                    <a:pt x="10949" y="107611"/>
                  </a:lnTo>
                  <a:lnTo>
                    <a:pt x="9138" y="112599"/>
                  </a:lnTo>
                  <a:lnTo>
                    <a:pt x="7485" y="117643"/>
                  </a:lnTo>
                  <a:lnTo>
                    <a:pt x="5993" y="122736"/>
                  </a:lnTo>
                  <a:lnTo>
                    <a:pt x="4664" y="127875"/>
                  </a:lnTo>
                  <a:lnTo>
                    <a:pt x="3499" y="133053"/>
                  </a:lnTo>
                  <a:lnTo>
                    <a:pt x="2498" y="138265"/>
                  </a:lnTo>
                  <a:lnTo>
                    <a:pt x="1664" y="143506"/>
                  </a:lnTo>
                  <a:lnTo>
                    <a:pt x="996" y="148772"/>
                  </a:lnTo>
                  <a:lnTo>
                    <a:pt x="496" y="154056"/>
                  </a:lnTo>
                  <a:lnTo>
                    <a:pt x="163" y="159353"/>
                  </a:lnTo>
                  <a:lnTo>
                    <a:pt x="0" y="164657"/>
                  </a:lnTo>
                  <a:lnTo>
                    <a:pt x="4" y="169965"/>
                  </a:lnTo>
                  <a:lnTo>
                    <a:pt x="177" y="175270"/>
                  </a:lnTo>
                  <a:lnTo>
                    <a:pt x="519" y="180566"/>
                  </a:lnTo>
                  <a:lnTo>
                    <a:pt x="1028" y="185849"/>
                  </a:lnTo>
                  <a:lnTo>
                    <a:pt x="1705" y="191113"/>
                  </a:lnTo>
                  <a:lnTo>
                    <a:pt x="2548" y="196353"/>
                  </a:lnTo>
                  <a:lnTo>
                    <a:pt x="3558" y="201564"/>
                  </a:lnTo>
                  <a:lnTo>
                    <a:pt x="4732" y="206740"/>
                  </a:lnTo>
                  <a:lnTo>
                    <a:pt x="6070" y="211876"/>
                  </a:lnTo>
                  <a:lnTo>
                    <a:pt x="7571" y="216967"/>
                  </a:lnTo>
                  <a:lnTo>
                    <a:pt x="9232" y="222007"/>
                  </a:lnTo>
                  <a:lnTo>
                    <a:pt x="11053" y="226993"/>
                  </a:lnTo>
                  <a:lnTo>
                    <a:pt x="13030" y="231918"/>
                  </a:lnTo>
                  <a:lnTo>
                    <a:pt x="15164" y="236778"/>
                  </a:lnTo>
                  <a:lnTo>
                    <a:pt x="17450" y="241568"/>
                  </a:lnTo>
                  <a:lnTo>
                    <a:pt x="19887" y="246282"/>
                  </a:lnTo>
                  <a:lnTo>
                    <a:pt x="22473" y="250917"/>
                  </a:lnTo>
                  <a:lnTo>
                    <a:pt x="25205" y="255468"/>
                  </a:lnTo>
                  <a:lnTo>
                    <a:pt x="28079" y="259929"/>
                  </a:lnTo>
                  <a:lnTo>
                    <a:pt x="31094" y="264297"/>
                  </a:lnTo>
                  <a:lnTo>
                    <a:pt x="34246" y="268567"/>
                  </a:lnTo>
                  <a:lnTo>
                    <a:pt x="37532" y="272735"/>
                  </a:lnTo>
                  <a:lnTo>
                    <a:pt x="40949" y="276797"/>
                  </a:lnTo>
                  <a:lnTo>
                    <a:pt x="44493" y="280748"/>
                  </a:lnTo>
                  <a:lnTo>
                    <a:pt x="48160" y="284584"/>
                  </a:lnTo>
                  <a:lnTo>
                    <a:pt x="51948" y="288302"/>
                  </a:lnTo>
                  <a:lnTo>
                    <a:pt x="55851" y="291899"/>
                  </a:lnTo>
                  <a:lnTo>
                    <a:pt x="59867" y="295369"/>
                  </a:lnTo>
                  <a:lnTo>
                    <a:pt x="63991" y="298710"/>
                  </a:lnTo>
                  <a:lnTo>
                    <a:pt x="68219" y="301918"/>
                  </a:lnTo>
                  <a:lnTo>
                    <a:pt x="72546" y="304991"/>
                  </a:lnTo>
                  <a:lnTo>
                    <a:pt x="76969" y="307925"/>
                  </a:lnTo>
                  <a:lnTo>
                    <a:pt x="81483" y="310716"/>
                  </a:lnTo>
                  <a:lnTo>
                    <a:pt x="86083" y="313364"/>
                  </a:lnTo>
                  <a:lnTo>
                    <a:pt x="90765" y="315863"/>
                  </a:lnTo>
                  <a:lnTo>
                    <a:pt x="95524" y="318213"/>
                  </a:lnTo>
                  <a:lnTo>
                    <a:pt x="100355" y="320411"/>
                  </a:lnTo>
                  <a:lnTo>
                    <a:pt x="105254" y="322454"/>
                  </a:lnTo>
                  <a:lnTo>
                    <a:pt x="110215" y="324341"/>
                  </a:lnTo>
                  <a:lnTo>
                    <a:pt x="115233" y="326069"/>
                  </a:lnTo>
                  <a:lnTo>
                    <a:pt x="120303" y="327637"/>
                  </a:lnTo>
                  <a:lnTo>
                    <a:pt x="125421" y="329043"/>
                  </a:lnTo>
                  <a:lnTo>
                    <a:pt x="130581" y="330286"/>
                  </a:lnTo>
                  <a:lnTo>
                    <a:pt x="135778" y="331365"/>
                  </a:lnTo>
                  <a:lnTo>
                    <a:pt x="141006" y="332278"/>
                  </a:lnTo>
                  <a:lnTo>
                    <a:pt x="146261" y="333024"/>
                  </a:lnTo>
                  <a:lnTo>
                    <a:pt x="151536" y="333604"/>
                  </a:lnTo>
                  <a:lnTo>
                    <a:pt x="156828" y="334016"/>
                  </a:lnTo>
                  <a:lnTo>
                    <a:pt x="162130" y="334259"/>
                  </a:lnTo>
                  <a:lnTo>
                    <a:pt x="167437" y="334334"/>
                  </a:lnTo>
                  <a:lnTo>
                    <a:pt x="172743" y="334241"/>
                  </a:lnTo>
                  <a:lnTo>
                    <a:pt x="178044" y="333979"/>
                  </a:lnTo>
                  <a:lnTo>
                    <a:pt x="183334" y="333549"/>
                  </a:lnTo>
                  <a:lnTo>
                    <a:pt x="188608" y="332951"/>
                  </a:lnTo>
                  <a:lnTo>
                    <a:pt x="193860" y="332186"/>
                  </a:lnTo>
                  <a:lnTo>
                    <a:pt x="199085" y="331255"/>
                  </a:lnTo>
                  <a:lnTo>
                    <a:pt x="204278" y="330159"/>
                  </a:lnTo>
                  <a:lnTo>
                    <a:pt x="209434" y="328898"/>
                  </a:lnTo>
                  <a:lnTo>
                    <a:pt x="214547" y="327474"/>
                  </a:lnTo>
                  <a:lnTo>
                    <a:pt x="219612" y="325888"/>
                  </a:lnTo>
                  <a:lnTo>
                    <a:pt x="224624" y="324143"/>
                  </a:lnTo>
                  <a:lnTo>
                    <a:pt x="229578" y="322239"/>
                  </a:lnTo>
                  <a:lnTo>
                    <a:pt x="234470" y="320179"/>
                  </a:lnTo>
                  <a:lnTo>
                    <a:pt x="239293" y="317965"/>
                  </a:lnTo>
                  <a:lnTo>
                    <a:pt x="244044" y="315599"/>
                  </a:lnTo>
                  <a:lnTo>
                    <a:pt x="248717" y="313083"/>
                  </a:lnTo>
                  <a:lnTo>
                    <a:pt x="253308" y="310420"/>
                  </a:lnTo>
                  <a:lnTo>
                    <a:pt x="257812" y="307612"/>
                  </a:lnTo>
                  <a:lnTo>
                    <a:pt x="262225" y="304664"/>
                  </a:lnTo>
                  <a:lnTo>
                    <a:pt x="266542" y="301576"/>
                  </a:lnTo>
                  <a:lnTo>
                    <a:pt x="270759" y="298353"/>
                  </a:lnTo>
                  <a:lnTo>
                    <a:pt x="274871" y="294998"/>
                  </a:lnTo>
                  <a:lnTo>
                    <a:pt x="278875" y="291513"/>
                  </a:lnTo>
                  <a:lnTo>
                    <a:pt x="282766" y="287904"/>
                  </a:lnTo>
                  <a:lnTo>
                    <a:pt x="286541" y="284173"/>
                  </a:lnTo>
                  <a:lnTo>
                    <a:pt x="290195" y="280324"/>
                  </a:lnTo>
                  <a:lnTo>
                    <a:pt x="293725" y="276360"/>
                  </a:lnTo>
                  <a:lnTo>
                    <a:pt x="297128" y="272287"/>
                  </a:lnTo>
                  <a:lnTo>
                    <a:pt x="300399" y="268108"/>
                  </a:lnTo>
                  <a:lnTo>
                    <a:pt x="303536" y="263827"/>
                  </a:lnTo>
                  <a:lnTo>
                    <a:pt x="306536" y="259449"/>
                  </a:lnTo>
                  <a:lnTo>
                    <a:pt x="309395" y="254977"/>
                  </a:lnTo>
                  <a:lnTo>
                    <a:pt x="312111" y="250417"/>
                  </a:lnTo>
                  <a:lnTo>
                    <a:pt x="314681" y="245773"/>
                  </a:lnTo>
                  <a:lnTo>
                    <a:pt x="317102" y="241050"/>
                  </a:lnTo>
                  <a:lnTo>
                    <a:pt x="319372" y="236253"/>
                  </a:lnTo>
                  <a:lnTo>
                    <a:pt x="321488" y="231385"/>
                  </a:lnTo>
                  <a:lnTo>
                    <a:pt x="323449" y="226453"/>
                  </a:lnTo>
                  <a:lnTo>
                    <a:pt x="325253" y="221462"/>
                  </a:lnTo>
                  <a:lnTo>
                    <a:pt x="326897" y="216415"/>
                  </a:lnTo>
                  <a:lnTo>
                    <a:pt x="328379" y="211319"/>
                  </a:lnTo>
                  <a:lnTo>
                    <a:pt x="329700" y="206179"/>
                  </a:lnTo>
                  <a:lnTo>
                    <a:pt x="330856" y="200999"/>
                  </a:lnTo>
                  <a:lnTo>
                    <a:pt x="331848" y="195785"/>
                  </a:lnTo>
                  <a:lnTo>
                    <a:pt x="332673" y="190542"/>
                  </a:lnTo>
                  <a:lnTo>
                    <a:pt x="333332" y="185275"/>
                  </a:lnTo>
                  <a:lnTo>
                    <a:pt x="333823" y="179991"/>
                  </a:lnTo>
                  <a:lnTo>
                    <a:pt x="334146" y="174693"/>
                  </a:lnTo>
                  <a:lnTo>
                    <a:pt x="334301" y="169388"/>
                  </a:lnTo>
                  <a:lnTo>
                    <a:pt x="334287" y="164080"/>
                  </a:lnTo>
                  <a:lnTo>
                    <a:pt x="334105" y="158776"/>
                  </a:lnTo>
                  <a:lnTo>
                    <a:pt x="333754" y="153480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24509"/>
              <a:ext cx="166606" cy="13686"/>
            </a:xfrm>
            <a:custGeom>
              <a:avLst/>
              <a:pathLst>
                <a:path w="166606" h="13686">
                  <a:moveTo>
                    <a:pt x="166606" y="0"/>
                  </a:moveTo>
                  <a:lnTo>
                    <a:pt x="0" y="136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24509"/>
              <a:ext cx="166606" cy="13686"/>
            </a:xfrm>
            <a:custGeom>
              <a:avLst/>
              <a:pathLst>
                <a:path w="166606" h="13686">
                  <a:moveTo>
                    <a:pt x="166606" y="0"/>
                  </a:moveTo>
                  <a:lnTo>
                    <a:pt x="0" y="1368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224509"/>
              <a:ext cx="166606" cy="13686"/>
            </a:xfrm>
            <a:custGeom>
              <a:avLst/>
              <a:pathLst>
                <a:path w="166606" h="13686">
                  <a:moveTo>
                    <a:pt x="166606" y="0"/>
                  </a:moveTo>
                  <a:lnTo>
                    <a:pt x="0" y="136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224509"/>
              <a:ext cx="166606" cy="13686"/>
            </a:xfrm>
            <a:custGeom>
              <a:avLst/>
              <a:pathLst>
                <a:path w="166606" h="13686">
                  <a:moveTo>
                    <a:pt x="166606" y="0"/>
                  </a:moveTo>
                  <a:lnTo>
                    <a:pt x="0" y="136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224509"/>
              <a:ext cx="166606" cy="13686"/>
            </a:xfrm>
            <a:custGeom>
              <a:avLst/>
              <a:pathLst>
                <a:path w="166606" h="13686">
                  <a:moveTo>
                    <a:pt x="166606" y="0"/>
                  </a:moveTo>
                  <a:lnTo>
                    <a:pt x="0" y="136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224509"/>
              <a:ext cx="166606" cy="13686"/>
            </a:xfrm>
            <a:custGeom>
              <a:avLst/>
              <a:pathLst>
                <a:path w="166606" h="13686">
                  <a:moveTo>
                    <a:pt x="166606" y="0"/>
                  </a:moveTo>
                  <a:lnTo>
                    <a:pt x="0" y="136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24509"/>
              <a:ext cx="166606" cy="13686"/>
            </a:xfrm>
            <a:custGeom>
              <a:avLst/>
              <a:pathLst>
                <a:path w="166606" h="13686">
                  <a:moveTo>
                    <a:pt x="166606" y="0"/>
                  </a:moveTo>
                  <a:lnTo>
                    <a:pt x="0" y="136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24509"/>
              <a:ext cx="166606" cy="13686"/>
            </a:xfrm>
            <a:custGeom>
              <a:avLst/>
              <a:pathLst>
                <a:path w="166606" h="13686">
                  <a:moveTo>
                    <a:pt x="166606" y="0"/>
                  </a:moveTo>
                  <a:lnTo>
                    <a:pt x="0" y="136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24509"/>
              <a:ext cx="166606" cy="13686"/>
            </a:xfrm>
            <a:custGeom>
              <a:avLst/>
              <a:pathLst>
                <a:path w="166606" h="13686">
                  <a:moveTo>
                    <a:pt x="166606" y="0"/>
                  </a:moveTo>
                  <a:lnTo>
                    <a:pt x="0" y="136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24509"/>
              <a:ext cx="166606" cy="13686"/>
            </a:xfrm>
            <a:custGeom>
              <a:avLst/>
              <a:pathLst>
                <a:path w="166606" h="13686">
                  <a:moveTo>
                    <a:pt x="166606" y="0"/>
                  </a:moveTo>
                  <a:lnTo>
                    <a:pt x="0" y="136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24509"/>
              <a:ext cx="166606" cy="13686"/>
            </a:xfrm>
            <a:custGeom>
              <a:avLst/>
              <a:pathLst>
                <a:path w="166606" h="13686">
                  <a:moveTo>
                    <a:pt x="166606" y="0"/>
                  </a:moveTo>
                  <a:lnTo>
                    <a:pt x="0" y="136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24509"/>
              <a:ext cx="166606" cy="13686"/>
            </a:xfrm>
            <a:custGeom>
              <a:avLst/>
              <a:pathLst>
                <a:path w="166606" h="13686">
                  <a:moveTo>
                    <a:pt x="166606" y="0"/>
                  </a:moveTo>
                  <a:lnTo>
                    <a:pt x="0" y="136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24509"/>
              <a:ext cx="166606" cy="13686"/>
            </a:xfrm>
            <a:custGeom>
              <a:avLst/>
              <a:pathLst>
                <a:path w="166606" h="13686">
                  <a:moveTo>
                    <a:pt x="166606" y="0"/>
                  </a:moveTo>
                  <a:lnTo>
                    <a:pt x="0" y="136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24509"/>
              <a:ext cx="166606" cy="13686"/>
            </a:xfrm>
            <a:custGeom>
              <a:avLst/>
              <a:pathLst>
                <a:path w="166606" h="13686">
                  <a:moveTo>
                    <a:pt x="166606" y="0"/>
                  </a:moveTo>
                  <a:lnTo>
                    <a:pt x="0" y="136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24509"/>
              <a:ext cx="166606" cy="13686"/>
            </a:xfrm>
            <a:custGeom>
              <a:avLst/>
              <a:pathLst>
                <a:path w="166606" h="13686">
                  <a:moveTo>
                    <a:pt x="166606" y="0"/>
                  </a:moveTo>
                  <a:lnTo>
                    <a:pt x="0" y="136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24509"/>
              <a:ext cx="166606" cy="13686"/>
            </a:xfrm>
            <a:custGeom>
              <a:avLst/>
              <a:pathLst>
                <a:path w="166606" h="13686">
                  <a:moveTo>
                    <a:pt x="166606" y="0"/>
                  </a:moveTo>
                  <a:lnTo>
                    <a:pt x="0" y="136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24509"/>
              <a:ext cx="166606" cy="13686"/>
            </a:xfrm>
            <a:custGeom>
              <a:avLst/>
              <a:pathLst>
                <a:path w="166606" h="13686">
                  <a:moveTo>
                    <a:pt x="166606" y="0"/>
                  </a:moveTo>
                  <a:lnTo>
                    <a:pt x="0" y="136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24509"/>
              <a:ext cx="166606" cy="13686"/>
            </a:xfrm>
            <a:custGeom>
              <a:avLst/>
              <a:pathLst>
                <a:path w="166606" h="13686">
                  <a:moveTo>
                    <a:pt x="166606" y="0"/>
                  </a:moveTo>
                  <a:lnTo>
                    <a:pt x="0" y="136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24509"/>
              <a:ext cx="166606" cy="13686"/>
            </a:xfrm>
            <a:custGeom>
              <a:avLst/>
              <a:pathLst>
                <a:path w="166606" h="13686">
                  <a:moveTo>
                    <a:pt x="166606" y="0"/>
                  </a:moveTo>
                  <a:lnTo>
                    <a:pt x="0" y="136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224509"/>
              <a:ext cx="166606" cy="13686"/>
            </a:xfrm>
            <a:custGeom>
              <a:avLst/>
              <a:pathLst>
                <a:path w="166606" h="13686">
                  <a:moveTo>
                    <a:pt x="166606" y="0"/>
                  </a:moveTo>
                  <a:lnTo>
                    <a:pt x="0" y="136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220037"/>
              <a:ext cx="166606" cy="18158"/>
            </a:xfrm>
            <a:custGeom>
              <a:avLst/>
              <a:pathLst>
                <a:path w="166606" h="18158">
                  <a:moveTo>
                    <a:pt x="166606" y="4471"/>
                  </a:moveTo>
                  <a:lnTo>
                    <a:pt x="166178" y="0"/>
                  </a:lnTo>
                  <a:lnTo>
                    <a:pt x="0" y="18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071028"/>
              <a:ext cx="166178" cy="167167"/>
            </a:xfrm>
            <a:custGeom>
              <a:avLst/>
              <a:pathLst>
                <a:path w="166178" h="167167">
                  <a:moveTo>
                    <a:pt x="166178" y="149008"/>
                  </a:moveTo>
                  <a:lnTo>
                    <a:pt x="165500" y="143620"/>
                  </a:lnTo>
                  <a:lnTo>
                    <a:pt x="164648" y="138257"/>
                  </a:lnTo>
                  <a:lnTo>
                    <a:pt x="163622" y="132924"/>
                  </a:lnTo>
                  <a:lnTo>
                    <a:pt x="162423" y="127627"/>
                  </a:lnTo>
                  <a:lnTo>
                    <a:pt x="161053" y="122372"/>
                  </a:lnTo>
                  <a:lnTo>
                    <a:pt x="159513" y="117164"/>
                  </a:lnTo>
                  <a:lnTo>
                    <a:pt x="157805" y="112009"/>
                  </a:lnTo>
                  <a:lnTo>
                    <a:pt x="155930" y="106912"/>
                  </a:lnTo>
                  <a:lnTo>
                    <a:pt x="153891" y="101879"/>
                  </a:lnTo>
                  <a:lnTo>
                    <a:pt x="151689" y="96915"/>
                  </a:lnTo>
                  <a:lnTo>
                    <a:pt x="149327" y="92025"/>
                  </a:lnTo>
                  <a:lnTo>
                    <a:pt x="146807" y="87214"/>
                  </a:lnTo>
                  <a:lnTo>
                    <a:pt x="144133" y="82488"/>
                  </a:lnTo>
                  <a:lnTo>
                    <a:pt x="141306" y="77851"/>
                  </a:lnTo>
                  <a:lnTo>
                    <a:pt x="138330" y="73308"/>
                  </a:lnTo>
                  <a:lnTo>
                    <a:pt x="135209" y="68864"/>
                  </a:lnTo>
                  <a:lnTo>
                    <a:pt x="131944" y="64524"/>
                  </a:lnTo>
                  <a:lnTo>
                    <a:pt x="128540" y="60292"/>
                  </a:lnTo>
                  <a:lnTo>
                    <a:pt x="125001" y="56173"/>
                  </a:lnTo>
                  <a:lnTo>
                    <a:pt x="121330" y="52172"/>
                  </a:lnTo>
                  <a:lnTo>
                    <a:pt x="117530" y="48291"/>
                  </a:lnTo>
                  <a:lnTo>
                    <a:pt x="113607" y="44536"/>
                  </a:lnTo>
                  <a:lnTo>
                    <a:pt x="109564" y="40911"/>
                  </a:lnTo>
                  <a:lnTo>
                    <a:pt x="105405" y="37419"/>
                  </a:lnTo>
                  <a:lnTo>
                    <a:pt x="101135" y="34063"/>
                  </a:lnTo>
                  <a:lnTo>
                    <a:pt x="96758" y="30848"/>
                  </a:lnTo>
                  <a:lnTo>
                    <a:pt x="92279" y="27777"/>
                  </a:lnTo>
                  <a:lnTo>
                    <a:pt x="87703" y="24853"/>
                  </a:lnTo>
                  <a:lnTo>
                    <a:pt x="83034" y="22080"/>
                  </a:lnTo>
                  <a:lnTo>
                    <a:pt x="78277" y="19459"/>
                  </a:lnTo>
                  <a:lnTo>
                    <a:pt x="73438" y="16995"/>
                  </a:lnTo>
                  <a:lnTo>
                    <a:pt x="68521" y="14688"/>
                  </a:lnTo>
                  <a:lnTo>
                    <a:pt x="63532" y="12543"/>
                  </a:lnTo>
                  <a:lnTo>
                    <a:pt x="58476" y="10561"/>
                  </a:lnTo>
                  <a:lnTo>
                    <a:pt x="53358" y="8744"/>
                  </a:lnTo>
                  <a:lnTo>
                    <a:pt x="48184" y="7095"/>
                  </a:lnTo>
                  <a:lnTo>
                    <a:pt x="42959" y="5614"/>
                  </a:lnTo>
                  <a:lnTo>
                    <a:pt x="37689" y="4304"/>
                  </a:lnTo>
                  <a:lnTo>
                    <a:pt x="32379" y="3165"/>
                  </a:lnTo>
                  <a:lnTo>
                    <a:pt x="27035" y="2200"/>
                  </a:lnTo>
                  <a:lnTo>
                    <a:pt x="21662" y="1409"/>
                  </a:lnTo>
                  <a:lnTo>
                    <a:pt x="16266" y="793"/>
                  </a:lnTo>
                  <a:lnTo>
                    <a:pt x="10854" y="352"/>
                  </a:lnTo>
                  <a:lnTo>
                    <a:pt x="5429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80525" y="941493"/>
              <a:ext cx="143018" cy="167167"/>
            </a:xfrm>
            <a:custGeom>
              <a:avLst/>
              <a:pathLst>
                <a:path w="143018" h="167167">
                  <a:moveTo>
                    <a:pt x="143018" y="0"/>
                  </a:moveTo>
                  <a:lnTo>
                    <a:pt x="137483" y="91"/>
                  </a:lnTo>
                  <a:lnTo>
                    <a:pt x="131954" y="366"/>
                  </a:lnTo>
                  <a:lnTo>
                    <a:pt x="126438" y="824"/>
                  </a:lnTo>
                  <a:lnTo>
                    <a:pt x="120939" y="1464"/>
                  </a:lnTo>
                  <a:lnTo>
                    <a:pt x="115465" y="2286"/>
                  </a:lnTo>
                  <a:lnTo>
                    <a:pt x="110021" y="3289"/>
                  </a:lnTo>
                  <a:lnTo>
                    <a:pt x="104613" y="4471"/>
                  </a:lnTo>
                  <a:lnTo>
                    <a:pt x="99247" y="5832"/>
                  </a:lnTo>
                  <a:lnTo>
                    <a:pt x="93929" y="7369"/>
                  </a:lnTo>
                  <a:lnTo>
                    <a:pt x="88665" y="9082"/>
                  </a:lnTo>
                  <a:lnTo>
                    <a:pt x="83461" y="10969"/>
                  </a:lnTo>
                  <a:lnTo>
                    <a:pt x="78322" y="13026"/>
                  </a:lnTo>
                  <a:lnTo>
                    <a:pt x="73254" y="15253"/>
                  </a:lnTo>
                  <a:lnTo>
                    <a:pt x="68262" y="17646"/>
                  </a:lnTo>
                  <a:lnTo>
                    <a:pt x="63353" y="20203"/>
                  </a:lnTo>
                  <a:lnTo>
                    <a:pt x="58530" y="22921"/>
                  </a:lnTo>
                  <a:lnTo>
                    <a:pt x="53801" y="25798"/>
                  </a:lnTo>
                  <a:lnTo>
                    <a:pt x="49169" y="28829"/>
                  </a:lnTo>
                  <a:lnTo>
                    <a:pt x="44640" y="32013"/>
                  </a:lnTo>
                  <a:lnTo>
                    <a:pt x="40219" y="35344"/>
                  </a:lnTo>
                  <a:lnTo>
                    <a:pt x="35911" y="38820"/>
                  </a:lnTo>
                  <a:lnTo>
                    <a:pt x="31720" y="42437"/>
                  </a:lnTo>
                  <a:lnTo>
                    <a:pt x="27651" y="46190"/>
                  </a:lnTo>
                  <a:lnTo>
                    <a:pt x="23709" y="50076"/>
                  </a:lnTo>
                  <a:lnTo>
                    <a:pt x="19897" y="54091"/>
                  </a:lnTo>
                  <a:lnTo>
                    <a:pt x="16221" y="58229"/>
                  </a:lnTo>
                  <a:lnTo>
                    <a:pt x="12683" y="62487"/>
                  </a:lnTo>
                  <a:lnTo>
                    <a:pt x="9289" y="66860"/>
                  </a:lnTo>
                  <a:lnTo>
                    <a:pt x="6041" y="71343"/>
                  </a:lnTo>
                  <a:lnTo>
                    <a:pt x="2944" y="75930"/>
                  </a:lnTo>
                  <a:lnTo>
                    <a:pt x="0" y="80618"/>
                  </a:lnTo>
                  <a:lnTo>
                    <a:pt x="14301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80525" y="1022112"/>
              <a:ext cx="143018" cy="86548"/>
            </a:xfrm>
            <a:custGeom>
              <a:avLst/>
              <a:pathLst>
                <a:path w="143018" h="86548">
                  <a:moveTo>
                    <a:pt x="0" y="0"/>
                  </a:moveTo>
                  <a:lnTo>
                    <a:pt x="143018" y="865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80525" y="1022112"/>
              <a:ext cx="143018" cy="86548"/>
            </a:xfrm>
            <a:custGeom>
              <a:avLst/>
              <a:pathLst>
                <a:path w="143018" h="86548">
                  <a:moveTo>
                    <a:pt x="0" y="0"/>
                  </a:moveTo>
                  <a:lnTo>
                    <a:pt x="143018" y="865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80525" y="1022112"/>
              <a:ext cx="143018" cy="86548"/>
            </a:xfrm>
            <a:custGeom>
              <a:avLst/>
              <a:pathLst>
                <a:path w="143018" h="86548">
                  <a:moveTo>
                    <a:pt x="0" y="0"/>
                  </a:moveTo>
                  <a:lnTo>
                    <a:pt x="143018" y="865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80525" y="1022112"/>
              <a:ext cx="143018" cy="86548"/>
            </a:xfrm>
            <a:custGeom>
              <a:avLst/>
              <a:pathLst>
                <a:path w="143018" h="86548">
                  <a:moveTo>
                    <a:pt x="0" y="0"/>
                  </a:moveTo>
                  <a:lnTo>
                    <a:pt x="143018" y="865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80525" y="1022112"/>
              <a:ext cx="143018" cy="86548"/>
            </a:xfrm>
            <a:custGeom>
              <a:avLst/>
              <a:pathLst>
                <a:path w="143018" h="86548">
                  <a:moveTo>
                    <a:pt x="0" y="0"/>
                  </a:moveTo>
                  <a:lnTo>
                    <a:pt x="143018" y="865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880525" y="1022112"/>
              <a:ext cx="143018" cy="86548"/>
            </a:xfrm>
            <a:custGeom>
              <a:avLst/>
              <a:pathLst>
                <a:path w="143018" h="86548">
                  <a:moveTo>
                    <a:pt x="0" y="0"/>
                  </a:moveTo>
                  <a:lnTo>
                    <a:pt x="143018" y="865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80525" y="1022112"/>
              <a:ext cx="143018" cy="86548"/>
            </a:xfrm>
            <a:custGeom>
              <a:avLst/>
              <a:pathLst>
                <a:path w="143018" h="86548">
                  <a:moveTo>
                    <a:pt x="0" y="0"/>
                  </a:moveTo>
                  <a:lnTo>
                    <a:pt x="143018" y="865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80525" y="1022112"/>
              <a:ext cx="143018" cy="86548"/>
            </a:xfrm>
            <a:custGeom>
              <a:avLst/>
              <a:pathLst>
                <a:path w="143018" h="86548">
                  <a:moveTo>
                    <a:pt x="0" y="0"/>
                  </a:moveTo>
                  <a:lnTo>
                    <a:pt x="143018" y="865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80525" y="1022112"/>
              <a:ext cx="143018" cy="86548"/>
            </a:xfrm>
            <a:custGeom>
              <a:avLst/>
              <a:pathLst>
                <a:path w="143018" h="86548">
                  <a:moveTo>
                    <a:pt x="0" y="0"/>
                  </a:moveTo>
                  <a:lnTo>
                    <a:pt x="143018" y="865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80525" y="1022112"/>
              <a:ext cx="143018" cy="86548"/>
            </a:xfrm>
            <a:custGeom>
              <a:avLst/>
              <a:pathLst>
                <a:path w="143018" h="86548">
                  <a:moveTo>
                    <a:pt x="0" y="0"/>
                  </a:moveTo>
                  <a:lnTo>
                    <a:pt x="143018" y="865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880525" y="1022112"/>
              <a:ext cx="143018" cy="86548"/>
            </a:xfrm>
            <a:custGeom>
              <a:avLst/>
              <a:pathLst>
                <a:path w="143018" h="86548">
                  <a:moveTo>
                    <a:pt x="0" y="0"/>
                  </a:moveTo>
                  <a:lnTo>
                    <a:pt x="143018" y="865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880525" y="1022112"/>
              <a:ext cx="143018" cy="86548"/>
            </a:xfrm>
            <a:custGeom>
              <a:avLst/>
              <a:pathLst>
                <a:path w="143018" h="86548">
                  <a:moveTo>
                    <a:pt x="0" y="0"/>
                  </a:moveTo>
                  <a:lnTo>
                    <a:pt x="143018" y="865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880525" y="1022112"/>
              <a:ext cx="143018" cy="86548"/>
            </a:xfrm>
            <a:custGeom>
              <a:avLst/>
              <a:pathLst>
                <a:path w="143018" h="86548">
                  <a:moveTo>
                    <a:pt x="0" y="0"/>
                  </a:moveTo>
                  <a:lnTo>
                    <a:pt x="143018" y="865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880525" y="1022112"/>
              <a:ext cx="143018" cy="86548"/>
            </a:xfrm>
            <a:custGeom>
              <a:avLst/>
              <a:pathLst>
                <a:path w="143018" h="86548">
                  <a:moveTo>
                    <a:pt x="0" y="0"/>
                  </a:moveTo>
                  <a:lnTo>
                    <a:pt x="143018" y="865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880525" y="1022112"/>
              <a:ext cx="143018" cy="86548"/>
            </a:xfrm>
            <a:custGeom>
              <a:avLst/>
              <a:pathLst>
                <a:path w="143018" h="86548">
                  <a:moveTo>
                    <a:pt x="0" y="0"/>
                  </a:moveTo>
                  <a:lnTo>
                    <a:pt x="143018" y="865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880525" y="1022112"/>
              <a:ext cx="143018" cy="86548"/>
            </a:xfrm>
            <a:custGeom>
              <a:avLst/>
              <a:pathLst>
                <a:path w="143018" h="86548">
                  <a:moveTo>
                    <a:pt x="0" y="0"/>
                  </a:moveTo>
                  <a:lnTo>
                    <a:pt x="143018" y="865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880525" y="1022112"/>
              <a:ext cx="143018" cy="86548"/>
            </a:xfrm>
            <a:custGeom>
              <a:avLst/>
              <a:pathLst>
                <a:path w="143018" h="86548">
                  <a:moveTo>
                    <a:pt x="0" y="0"/>
                  </a:moveTo>
                  <a:lnTo>
                    <a:pt x="143018" y="865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880525" y="1022112"/>
              <a:ext cx="143018" cy="86548"/>
            </a:xfrm>
            <a:custGeom>
              <a:avLst/>
              <a:pathLst>
                <a:path w="143018" h="86548">
                  <a:moveTo>
                    <a:pt x="0" y="0"/>
                  </a:moveTo>
                  <a:lnTo>
                    <a:pt x="143018" y="865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880525" y="1022112"/>
              <a:ext cx="143018" cy="86548"/>
            </a:xfrm>
            <a:custGeom>
              <a:avLst/>
              <a:pathLst>
                <a:path w="143018" h="86548">
                  <a:moveTo>
                    <a:pt x="0" y="0"/>
                  </a:moveTo>
                  <a:lnTo>
                    <a:pt x="143018" y="865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856378" y="972423"/>
              <a:ext cx="334333" cy="303389"/>
            </a:xfrm>
            <a:custGeom>
              <a:avLst/>
              <a:pathLst>
                <a:path w="334333" h="303389">
                  <a:moveTo>
                    <a:pt x="24147" y="49689"/>
                  </a:moveTo>
                  <a:lnTo>
                    <a:pt x="21470" y="54275"/>
                  </a:lnTo>
                  <a:lnTo>
                    <a:pt x="18940" y="58945"/>
                  </a:lnTo>
                  <a:lnTo>
                    <a:pt x="16560" y="63692"/>
                  </a:lnTo>
                  <a:lnTo>
                    <a:pt x="14331" y="68513"/>
                  </a:lnTo>
                  <a:lnTo>
                    <a:pt x="12257" y="73402"/>
                  </a:lnTo>
                  <a:lnTo>
                    <a:pt x="10339" y="78354"/>
                  </a:lnTo>
                  <a:lnTo>
                    <a:pt x="8580" y="83365"/>
                  </a:lnTo>
                  <a:lnTo>
                    <a:pt x="6980" y="88429"/>
                  </a:lnTo>
                  <a:lnTo>
                    <a:pt x="5542" y="93541"/>
                  </a:lnTo>
                  <a:lnTo>
                    <a:pt x="4268" y="98697"/>
                  </a:lnTo>
                  <a:lnTo>
                    <a:pt x="3157" y="103890"/>
                  </a:lnTo>
                  <a:lnTo>
                    <a:pt x="2213" y="109116"/>
                  </a:lnTo>
                  <a:lnTo>
                    <a:pt x="1434" y="114370"/>
                  </a:lnTo>
                  <a:lnTo>
                    <a:pt x="824" y="119645"/>
                  </a:lnTo>
                  <a:lnTo>
                    <a:pt x="380" y="124938"/>
                  </a:lnTo>
                  <a:lnTo>
                    <a:pt x="106" y="130241"/>
                  </a:lnTo>
                  <a:lnTo>
                    <a:pt x="0" y="135551"/>
                  </a:lnTo>
                  <a:lnTo>
                    <a:pt x="62" y="140861"/>
                  </a:lnTo>
                  <a:lnTo>
                    <a:pt x="293" y="146167"/>
                  </a:lnTo>
                  <a:lnTo>
                    <a:pt x="693" y="151463"/>
                  </a:lnTo>
                  <a:lnTo>
                    <a:pt x="1261" y="156743"/>
                  </a:lnTo>
                  <a:lnTo>
                    <a:pt x="1996" y="162003"/>
                  </a:lnTo>
                  <a:lnTo>
                    <a:pt x="2897" y="167236"/>
                  </a:lnTo>
                  <a:lnTo>
                    <a:pt x="3965" y="172439"/>
                  </a:lnTo>
                  <a:lnTo>
                    <a:pt x="5197" y="177605"/>
                  </a:lnTo>
                  <a:lnTo>
                    <a:pt x="6593" y="182729"/>
                  </a:lnTo>
                  <a:lnTo>
                    <a:pt x="8151" y="187806"/>
                  </a:lnTo>
                  <a:lnTo>
                    <a:pt x="9869" y="192831"/>
                  </a:lnTo>
                  <a:lnTo>
                    <a:pt x="11746" y="197799"/>
                  </a:lnTo>
                  <a:lnTo>
                    <a:pt x="13780" y="202705"/>
                  </a:lnTo>
                  <a:lnTo>
                    <a:pt x="15969" y="207543"/>
                  </a:lnTo>
                  <a:lnTo>
                    <a:pt x="18310" y="212310"/>
                  </a:lnTo>
                  <a:lnTo>
                    <a:pt x="20802" y="217000"/>
                  </a:lnTo>
                  <a:lnTo>
                    <a:pt x="23441" y="221609"/>
                  </a:lnTo>
                  <a:lnTo>
                    <a:pt x="26226" y="226131"/>
                  </a:lnTo>
                  <a:lnTo>
                    <a:pt x="29152" y="230563"/>
                  </a:lnTo>
                  <a:lnTo>
                    <a:pt x="32218" y="234899"/>
                  </a:lnTo>
                  <a:lnTo>
                    <a:pt x="35420" y="239136"/>
                  </a:lnTo>
                  <a:lnTo>
                    <a:pt x="38755" y="243269"/>
                  </a:lnTo>
                  <a:lnTo>
                    <a:pt x="42220" y="247294"/>
                  </a:lnTo>
                  <a:lnTo>
                    <a:pt x="45811" y="251207"/>
                  </a:lnTo>
                  <a:lnTo>
                    <a:pt x="49524" y="255004"/>
                  </a:lnTo>
                  <a:lnTo>
                    <a:pt x="53356" y="258680"/>
                  </a:lnTo>
                  <a:lnTo>
                    <a:pt x="57303" y="262234"/>
                  </a:lnTo>
                  <a:lnTo>
                    <a:pt x="61361" y="265660"/>
                  </a:lnTo>
                  <a:lnTo>
                    <a:pt x="65525" y="268956"/>
                  </a:lnTo>
                  <a:lnTo>
                    <a:pt x="69792" y="272117"/>
                  </a:lnTo>
                  <a:lnTo>
                    <a:pt x="74158" y="275142"/>
                  </a:lnTo>
                  <a:lnTo>
                    <a:pt x="78617" y="278026"/>
                  </a:lnTo>
                  <a:lnTo>
                    <a:pt x="83166" y="280767"/>
                  </a:lnTo>
                  <a:lnTo>
                    <a:pt x="87799" y="283363"/>
                  </a:lnTo>
                  <a:lnTo>
                    <a:pt x="92512" y="285809"/>
                  </a:lnTo>
                  <a:lnTo>
                    <a:pt x="97301" y="288105"/>
                  </a:lnTo>
                  <a:lnTo>
                    <a:pt x="102161" y="290248"/>
                  </a:lnTo>
                  <a:lnTo>
                    <a:pt x="107086" y="292235"/>
                  </a:lnTo>
                  <a:lnTo>
                    <a:pt x="112071" y="294065"/>
                  </a:lnTo>
                  <a:lnTo>
                    <a:pt x="117112" y="295735"/>
                  </a:lnTo>
                  <a:lnTo>
                    <a:pt x="122204" y="297245"/>
                  </a:lnTo>
                  <a:lnTo>
                    <a:pt x="127341" y="298592"/>
                  </a:lnTo>
                  <a:lnTo>
                    <a:pt x="132519" y="299775"/>
                  </a:lnTo>
                  <a:lnTo>
                    <a:pt x="137731" y="300793"/>
                  </a:lnTo>
                  <a:lnTo>
                    <a:pt x="142973" y="301645"/>
                  </a:lnTo>
                  <a:lnTo>
                    <a:pt x="148239" y="302330"/>
                  </a:lnTo>
                  <a:lnTo>
                    <a:pt x="153525" y="302847"/>
                  </a:lnTo>
                  <a:lnTo>
                    <a:pt x="158824" y="303196"/>
                  </a:lnTo>
                  <a:lnTo>
                    <a:pt x="164132" y="303377"/>
                  </a:lnTo>
                  <a:lnTo>
                    <a:pt x="169442" y="303389"/>
                  </a:lnTo>
                  <a:lnTo>
                    <a:pt x="174751" y="303232"/>
                  </a:lnTo>
                  <a:lnTo>
                    <a:pt x="180052" y="302907"/>
                  </a:lnTo>
                  <a:lnTo>
                    <a:pt x="185340" y="302414"/>
                  </a:lnTo>
                  <a:lnTo>
                    <a:pt x="190609" y="301753"/>
                  </a:lnTo>
                  <a:lnTo>
                    <a:pt x="195855" y="300924"/>
                  </a:lnTo>
                  <a:lnTo>
                    <a:pt x="201072" y="299930"/>
                  </a:lnTo>
                  <a:lnTo>
                    <a:pt x="206254" y="298770"/>
                  </a:lnTo>
                  <a:lnTo>
                    <a:pt x="211397" y="297447"/>
                  </a:lnTo>
                  <a:lnTo>
                    <a:pt x="216496" y="295960"/>
                  </a:lnTo>
                  <a:lnTo>
                    <a:pt x="221545" y="294313"/>
                  </a:lnTo>
                  <a:lnTo>
                    <a:pt x="226538" y="292506"/>
                  </a:lnTo>
                  <a:lnTo>
                    <a:pt x="231472" y="290541"/>
                  </a:lnTo>
                  <a:lnTo>
                    <a:pt x="236341" y="288420"/>
                  </a:lnTo>
                  <a:lnTo>
                    <a:pt x="241141" y="286146"/>
                  </a:lnTo>
                  <a:lnTo>
                    <a:pt x="245865" y="283721"/>
                  </a:lnTo>
                  <a:lnTo>
                    <a:pt x="250510" y="281146"/>
                  </a:lnTo>
                  <a:lnTo>
                    <a:pt x="255071" y="278426"/>
                  </a:lnTo>
                  <a:lnTo>
                    <a:pt x="259543" y="275562"/>
                  </a:lnTo>
                  <a:lnTo>
                    <a:pt x="263922" y="272557"/>
                  </a:lnTo>
                  <a:lnTo>
                    <a:pt x="268204" y="269415"/>
                  </a:lnTo>
                  <a:lnTo>
                    <a:pt x="272383" y="266138"/>
                  </a:lnTo>
                  <a:lnTo>
                    <a:pt x="276456" y="262730"/>
                  </a:lnTo>
                  <a:lnTo>
                    <a:pt x="280419" y="259195"/>
                  </a:lnTo>
                  <a:lnTo>
                    <a:pt x="284268" y="255535"/>
                  </a:lnTo>
                  <a:lnTo>
                    <a:pt x="287998" y="251755"/>
                  </a:lnTo>
                  <a:lnTo>
                    <a:pt x="291607" y="247858"/>
                  </a:lnTo>
                  <a:lnTo>
                    <a:pt x="295090" y="243849"/>
                  </a:lnTo>
                  <a:lnTo>
                    <a:pt x="298443" y="239731"/>
                  </a:lnTo>
                  <a:lnTo>
                    <a:pt x="301665" y="235509"/>
                  </a:lnTo>
                  <a:lnTo>
                    <a:pt x="304750" y="231187"/>
                  </a:lnTo>
                  <a:lnTo>
                    <a:pt x="307697" y="226768"/>
                  </a:lnTo>
                  <a:lnTo>
                    <a:pt x="310502" y="222259"/>
                  </a:lnTo>
                  <a:lnTo>
                    <a:pt x="313162" y="217662"/>
                  </a:lnTo>
                  <a:lnTo>
                    <a:pt x="315675" y="212983"/>
                  </a:lnTo>
                  <a:lnTo>
                    <a:pt x="318038" y="208227"/>
                  </a:lnTo>
                  <a:lnTo>
                    <a:pt x="320248" y="203399"/>
                  </a:lnTo>
                  <a:lnTo>
                    <a:pt x="322304" y="198502"/>
                  </a:lnTo>
                  <a:lnTo>
                    <a:pt x="324204" y="193543"/>
                  </a:lnTo>
                  <a:lnTo>
                    <a:pt x="325945" y="188525"/>
                  </a:lnTo>
                  <a:lnTo>
                    <a:pt x="327526" y="183455"/>
                  </a:lnTo>
                  <a:lnTo>
                    <a:pt x="328945" y="178338"/>
                  </a:lnTo>
                  <a:lnTo>
                    <a:pt x="330200" y="173177"/>
                  </a:lnTo>
                  <a:lnTo>
                    <a:pt x="331292" y="167980"/>
                  </a:lnTo>
                  <a:lnTo>
                    <a:pt x="332217" y="162750"/>
                  </a:lnTo>
                  <a:lnTo>
                    <a:pt x="332976" y="157494"/>
                  </a:lnTo>
                  <a:lnTo>
                    <a:pt x="333568" y="152216"/>
                  </a:lnTo>
                  <a:lnTo>
                    <a:pt x="333991" y="146923"/>
                  </a:lnTo>
                  <a:lnTo>
                    <a:pt x="334246" y="141618"/>
                  </a:lnTo>
                  <a:lnTo>
                    <a:pt x="334333" y="136308"/>
                  </a:lnTo>
                  <a:lnTo>
                    <a:pt x="334251" y="130998"/>
                  </a:lnTo>
                  <a:lnTo>
                    <a:pt x="334000" y="125693"/>
                  </a:lnTo>
                  <a:lnTo>
                    <a:pt x="333581" y="120399"/>
                  </a:lnTo>
                  <a:lnTo>
                    <a:pt x="332994" y="115121"/>
                  </a:lnTo>
                  <a:lnTo>
                    <a:pt x="332239" y="109864"/>
                  </a:lnTo>
                  <a:lnTo>
                    <a:pt x="331318" y="104633"/>
                  </a:lnTo>
                  <a:lnTo>
                    <a:pt x="330232" y="99435"/>
                  </a:lnTo>
                  <a:lnTo>
                    <a:pt x="328980" y="94274"/>
                  </a:lnTo>
                  <a:lnTo>
                    <a:pt x="327566" y="89155"/>
                  </a:lnTo>
                  <a:lnTo>
                    <a:pt x="325989" y="84084"/>
                  </a:lnTo>
                  <a:lnTo>
                    <a:pt x="324252" y="79065"/>
                  </a:lnTo>
                  <a:lnTo>
                    <a:pt x="322357" y="74104"/>
                  </a:lnTo>
                  <a:lnTo>
                    <a:pt x="320305" y="69205"/>
                  </a:lnTo>
                  <a:lnTo>
                    <a:pt x="318098" y="64375"/>
                  </a:lnTo>
                  <a:lnTo>
                    <a:pt x="315740" y="59617"/>
                  </a:lnTo>
                  <a:lnTo>
                    <a:pt x="313231" y="54936"/>
                  </a:lnTo>
                  <a:lnTo>
                    <a:pt x="310574" y="50337"/>
                  </a:lnTo>
                  <a:lnTo>
                    <a:pt x="307773" y="45825"/>
                  </a:lnTo>
                  <a:lnTo>
                    <a:pt x="304831" y="41404"/>
                  </a:lnTo>
                  <a:lnTo>
                    <a:pt x="301749" y="37079"/>
                  </a:lnTo>
                  <a:lnTo>
                    <a:pt x="298531" y="32854"/>
                  </a:lnTo>
                  <a:lnTo>
                    <a:pt x="295181" y="28733"/>
                  </a:lnTo>
                  <a:lnTo>
                    <a:pt x="291701" y="24721"/>
                  </a:lnTo>
                  <a:lnTo>
                    <a:pt x="288096" y="20822"/>
                  </a:lnTo>
                  <a:lnTo>
                    <a:pt x="284369" y="17039"/>
                  </a:lnTo>
                  <a:lnTo>
                    <a:pt x="280523" y="13376"/>
                  </a:lnTo>
                  <a:lnTo>
                    <a:pt x="276564" y="9837"/>
                  </a:lnTo>
                  <a:lnTo>
                    <a:pt x="272493" y="6426"/>
                  </a:lnTo>
                  <a:lnTo>
                    <a:pt x="268317" y="3145"/>
                  </a:lnTo>
                  <a:lnTo>
                    <a:pt x="264038" y="0"/>
                  </a:lnTo>
                  <a:lnTo>
                    <a:pt x="167166" y="1362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5023544" y="941493"/>
              <a:ext cx="96872" cy="167167"/>
            </a:xfrm>
            <a:custGeom>
              <a:avLst/>
              <a:pathLst>
                <a:path w="96872" h="167167">
                  <a:moveTo>
                    <a:pt x="96872" y="30929"/>
                  </a:moveTo>
                  <a:lnTo>
                    <a:pt x="92137" y="27684"/>
                  </a:lnTo>
                  <a:lnTo>
                    <a:pt x="87294" y="24603"/>
                  </a:lnTo>
                  <a:lnTo>
                    <a:pt x="82348" y="21690"/>
                  </a:lnTo>
                  <a:lnTo>
                    <a:pt x="77305" y="18948"/>
                  </a:lnTo>
                  <a:lnTo>
                    <a:pt x="72171" y="16381"/>
                  </a:lnTo>
                  <a:lnTo>
                    <a:pt x="66951" y="13993"/>
                  </a:lnTo>
                  <a:lnTo>
                    <a:pt x="61653" y="11784"/>
                  </a:lnTo>
                  <a:lnTo>
                    <a:pt x="56282" y="9759"/>
                  </a:lnTo>
                  <a:lnTo>
                    <a:pt x="50845" y="7920"/>
                  </a:lnTo>
                  <a:lnTo>
                    <a:pt x="45347" y="6268"/>
                  </a:lnTo>
                  <a:lnTo>
                    <a:pt x="39796" y="4806"/>
                  </a:lnTo>
                  <a:lnTo>
                    <a:pt x="34199" y="3535"/>
                  </a:lnTo>
                  <a:lnTo>
                    <a:pt x="28561" y="2457"/>
                  </a:lnTo>
                  <a:lnTo>
                    <a:pt x="22889" y="1574"/>
                  </a:lnTo>
                  <a:lnTo>
                    <a:pt x="17190" y="886"/>
                  </a:lnTo>
                  <a:lnTo>
                    <a:pt x="11471" y="394"/>
                  </a:lnTo>
                  <a:lnTo>
                    <a:pt x="5739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72622" y="941493"/>
              <a:ext cx="113592" cy="167167"/>
            </a:xfrm>
            <a:custGeom>
              <a:avLst/>
              <a:pathLst>
                <a:path w="113592" h="167167">
                  <a:moveTo>
                    <a:pt x="113592" y="0"/>
                  </a:moveTo>
                  <a:lnTo>
                    <a:pt x="107917" y="96"/>
                  </a:lnTo>
                  <a:lnTo>
                    <a:pt x="102247" y="385"/>
                  </a:lnTo>
                  <a:lnTo>
                    <a:pt x="96591" y="866"/>
                  </a:lnTo>
                  <a:lnTo>
                    <a:pt x="90955" y="1539"/>
                  </a:lnTo>
                  <a:lnTo>
                    <a:pt x="85344" y="2403"/>
                  </a:lnTo>
                  <a:lnTo>
                    <a:pt x="79766" y="3458"/>
                  </a:lnTo>
                  <a:lnTo>
                    <a:pt x="74228" y="4700"/>
                  </a:lnTo>
                  <a:lnTo>
                    <a:pt x="68734" y="6131"/>
                  </a:lnTo>
                  <a:lnTo>
                    <a:pt x="63292" y="7747"/>
                  </a:lnTo>
                  <a:lnTo>
                    <a:pt x="57909" y="9546"/>
                  </a:lnTo>
                  <a:lnTo>
                    <a:pt x="52589" y="11528"/>
                  </a:lnTo>
                  <a:lnTo>
                    <a:pt x="47340" y="13689"/>
                  </a:lnTo>
                  <a:lnTo>
                    <a:pt x="42167" y="16027"/>
                  </a:lnTo>
                  <a:lnTo>
                    <a:pt x="37077" y="18539"/>
                  </a:lnTo>
                  <a:lnTo>
                    <a:pt x="32074" y="21223"/>
                  </a:lnTo>
                  <a:lnTo>
                    <a:pt x="27166" y="24074"/>
                  </a:lnTo>
                  <a:lnTo>
                    <a:pt x="22358" y="27091"/>
                  </a:lnTo>
                  <a:lnTo>
                    <a:pt x="17654" y="30270"/>
                  </a:lnTo>
                  <a:lnTo>
                    <a:pt x="13062" y="33606"/>
                  </a:lnTo>
                  <a:lnTo>
                    <a:pt x="8585" y="37096"/>
                  </a:lnTo>
                  <a:lnTo>
                    <a:pt x="4229" y="40737"/>
                  </a:lnTo>
                  <a:lnTo>
                    <a:pt x="0" y="44523"/>
                  </a:lnTo>
                  <a:lnTo>
                    <a:pt x="11359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72622" y="986016"/>
              <a:ext cx="113592" cy="122644"/>
            </a:xfrm>
            <a:custGeom>
              <a:avLst/>
              <a:pathLst>
                <a:path w="113592" h="122644">
                  <a:moveTo>
                    <a:pt x="0" y="0"/>
                  </a:moveTo>
                  <a:lnTo>
                    <a:pt x="113592" y="1226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19061" y="986016"/>
              <a:ext cx="167154" cy="256499"/>
            </a:xfrm>
            <a:custGeom>
              <a:avLst/>
              <a:pathLst>
                <a:path w="167154" h="256499">
                  <a:moveTo>
                    <a:pt x="53561" y="0"/>
                  </a:moveTo>
                  <a:lnTo>
                    <a:pt x="49642" y="3749"/>
                  </a:lnTo>
                  <a:lnTo>
                    <a:pt x="45847" y="7624"/>
                  </a:lnTo>
                  <a:lnTo>
                    <a:pt x="42179" y="11620"/>
                  </a:lnTo>
                  <a:lnTo>
                    <a:pt x="38643" y="15733"/>
                  </a:lnTo>
                  <a:lnTo>
                    <a:pt x="35242" y="19959"/>
                  </a:lnTo>
                  <a:lnTo>
                    <a:pt x="31980" y="24292"/>
                  </a:lnTo>
                  <a:lnTo>
                    <a:pt x="28861" y="28729"/>
                  </a:lnTo>
                  <a:lnTo>
                    <a:pt x="25887" y="33265"/>
                  </a:lnTo>
                  <a:lnTo>
                    <a:pt x="23061" y="37896"/>
                  </a:lnTo>
                  <a:lnTo>
                    <a:pt x="20388" y="42615"/>
                  </a:lnTo>
                  <a:lnTo>
                    <a:pt x="17869" y="47418"/>
                  </a:lnTo>
                  <a:lnTo>
                    <a:pt x="15507" y="52301"/>
                  </a:lnTo>
                  <a:lnTo>
                    <a:pt x="13304" y="57258"/>
                  </a:lnTo>
                  <a:lnTo>
                    <a:pt x="11264" y="62284"/>
                  </a:lnTo>
                  <a:lnTo>
                    <a:pt x="9388" y="67373"/>
                  </a:lnTo>
                  <a:lnTo>
                    <a:pt x="7678" y="72520"/>
                  </a:lnTo>
                  <a:lnTo>
                    <a:pt x="6136" y="77720"/>
                  </a:lnTo>
                  <a:lnTo>
                    <a:pt x="4763" y="82968"/>
                  </a:lnTo>
                  <a:lnTo>
                    <a:pt x="3561" y="88257"/>
                  </a:lnTo>
                  <a:lnTo>
                    <a:pt x="2532" y="93583"/>
                  </a:lnTo>
                  <a:lnTo>
                    <a:pt x="1676" y="98939"/>
                  </a:lnTo>
                  <a:lnTo>
                    <a:pt x="994" y="104320"/>
                  </a:lnTo>
                  <a:lnTo>
                    <a:pt x="487" y="109720"/>
                  </a:lnTo>
                  <a:lnTo>
                    <a:pt x="155" y="115134"/>
                  </a:lnTo>
                  <a:lnTo>
                    <a:pt x="0" y="120556"/>
                  </a:lnTo>
                  <a:lnTo>
                    <a:pt x="20" y="125980"/>
                  </a:lnTo>
                  <a:lnTo>
                    <a:pt x="216" y="131400"/>
                  </a:lnTo>
                  <a:lnTo>
                    <a:pt x="588" y="136811"/>
                  </a:lnTo>
                  <a:lnTo>
                    <a:pt x="1135" y="142208"/>
                  </a:lnTo>
                  <a:lnTo>
                    <a:pt x="1857" y="147583"/>
                  </a:lnTo>
                  <a:lnTo>
                    <a:pt x="2753" y="152933"/>
                  </a:lnTo>
                  <a:lnTo>
                    <a:pt x="3823" y="158250"/>
                  </a:lnTo>
                  <a:lnTo>
                    <a:pt x="5064" y="163531"/>
                  </a:lnTo>
                  <a:lnTo>
                    <a:pt x="6476" y="168768"/>
                  </a:lnTo>
                  <a:lnTo>
                    <a:pt x="8057" y="173956"/>
                  </a:lnTo>
                  <a:lnTo>
                    <a:pt x="9805" y="179091"/>
                  </a:lnTo>
                  <a:lnTo>
                    <a:pt x="11719" y="184166"/>
                  </a:lnTo>
                  <a:lnTo>
                    <a:pt x="13797" y="189176"/>
                  </a:lnTo>
                  <a:lnTo>
                    <a:pt x="16036" y="194116"/>
                  </a:lnTo>
                  <a:lnTo>
                    <a:pt x="18434" y="198981"/>
                  </a:lnTo>
                  <a:lnTo>
                    <a:pt x="20989" y="203766"/>
                  </a:lnTo>
                  <a:lnTo>
                    <a:pt x="23698" y="208465"/>
                  </a:lnTo>
                  <a:lnTo>
                    <a:pt x="26558" y="213074"/>
                  </a:lnTo>
                  <a:lnTo>
                    <a:pt x="29565" y="217588"/>
                  </a:lnTo>
                  <a:lnTo>
                    <a:pt x="32718" y="222001"/>
                  </a:lnTo>
                  <a:lnTo>
                    <a:pt x="36012" y="226311"/>
                  </a:lnTo>
                  <a:lnTo>
                    <a:pt x="39444" y="230511"/>
                  </a:lnTo>
                  <a:lnTo>
                    <a:pt x="43011" y="234597"/>
                  </a:lnTo>
                  <a:lnTo>
                    <a:pt x="46709" y="238566"/>
                  </a:lnTo>
                  <a:lnTo>
                    <a:pt x="50533" y="242412"/>
                  </a:lnTo>
                  <a:lnTo>
                    <a:pt x="54480" y="246132"/>
                  </a:lnTo>
                  <a:lnTo>
                    <a:pt x="58545" y="249723"/>
                  </a:lnTo>
                  <a:lnTo>
                    <a:pt x="62725" y="253180"/>
                  </a:lnTo>
                  <a:lnTo>
                    <a:pt x="67015" y="256499"/>
                  </a:lnTo>
                  <a:lnTo>
                    <a:pt x="167154" y="1226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86077" y="941493"/>
              <a:ext cx="267292" cy="334331"/>
            </a:xfrm>
            <a:custGeom>
              <a:avLst/>
              <a:pathLst>
                <a:path w="267292" h="334331">
                  <a:moveTo>
                    <a:pt x="0" y="301022"/>
                  </a:moveTo>
                  <a:lnTo>
                    <a:pt x="4306" y="304138"/>
                  </a:lnTo>
                  <a:lnTo>
                    <a:pt x="8709" y="307115"/>
                  </a:lnTo>
                  <a:lnTo>
                    <a:pt x="13204" y="309951"/>
                  </a:lnTo>
                  <a:lnTo>
                    <a:pt x="17787" y="312643"/>
                  </a:lnTo>
                  <a:lnTo>
                    <a:pt x="22454" y="315188"/>
                  </a:lnTo>
                  <a:lnTo>
                    <a:pt x="27199" y="317582"/>
                  </a:lnTo>
                  <a:lnTo>
                    <a:pt x="32018" y="319825"/>
                  </a:lnTo>
                  <a:lnTo>
                    <a:pt x="36906" y="321914"/>
                  </a:lnTo>
                  <a:lnTo>
                    <a:pt x="41858" y="323846"/>
                  </a:lnTo>
                  <a:lnTo>
                    <a:pt x="46868" y="325620"/>
                  </a:lnTo>
                  <a:lnTo>
                    <a:pt x="51933" y="327233"/>
                  </a:lnTo>
                  <a:lnTo>
                    <a:pt x="57046" y="328685"/>
                  </a:lnTo>
                  <a:lnTo>
                    <a:pt x="62203" y="329973"/>
                  </a:lnTo>
                  <a:lnTo>
                    <a:pt x="67398" y="331097"/>
                  </a:lnTo>
                  <a:lnTo>
                    <a:pt x="72626" y="332055"/>
                  </a:lnTo>
                  <a:lnTo>
                    <a:pt x="77882" y="332846"/>
                  </a:lnTo>
                  <a:lnTo>
                    <a:pt x="83160" y="333470"/>
                  </a:lnTo>
                  <a:lnTo>
                    <a:pt x="88456" y="333926"/>
                  </a:lnTo>
                  <a:lnTo>
                    <a:pt x="93764" y="334213"/>
                  </a:lnTo>
                  <a:lnTo>
                    <a:pt x="99078" y="334331"/>
                  </a:lnTo>
                  <a:lnTo>
                    <a:pt x="104393" y="334280"/>
                  </a:lnTo>
                  <a:lnTo>
                    <a:pt x="109703" y="334061"/>
                  </a:lnTo>
                  <a:lnTo>
                    <a:pt x="115004" y="333672"/>
                  </a:lnTo>
                  <a:lnTo>
                    <a:pt x="120290" y="333115"/>
                  </a:lnTo>
                  <a:lnTo>
                    <a:pt x="125556" y="332391"/>
                  </a:lnTo>
                  <a:lnTo>
                    <a:pt x="130796" y="331499"/>
                  </a:lnTo>
                  <a:lnTo>
                    <a:pt x="136005" y="330441"/>
                  </a:lnTo>
                  <a:lnTo>
                    <a:pt x="141178" y="329219"/>
                  </a:lnTo>
                  <a:lnTo>
                    <a:pt x="146309" y="327832"/>
                  </a:lnTo>
                  <a:lnTo>
                    <a:pt x="151393" y="326283"/>
                  </a:lnTo>
                  <a:lnTo>
                    <a:pt x="156426" y="324573"/>
                  </a:lnTo>
                  <a:lnTo>
                    <a:pt x="161402" y="322704"/>
                  </a:lnTo>
                  <a:lnTo>
                    <a:pt x="166316" y="320678"/>
                  </a:lnTo>
                  <a:lnTo>
                    <a:pt x="171163" y="318496"/>
                  </a:lnTo>
                  <a:lnTo>
                    <a:pt x="175938" y="316162"/>
                  </a:lnTo>
                  <a:lnTo>
                    <a:pt x="180636" y="313676"/>
                  </a:lnTo>
                  <a:lnTo>
                    <a:pt x="185253" y="311043"/>
                  </a:lnTo>
                  <a:lnTo>
                    <a:pt x="189785" y="308264"/>
                  </a:lnTo>
                  <a:lnTo>
                    <a:pt x="194225" y="305343"/>
                  </a:lnTo>
                  <a:lnTo>
                    <a:pt x="198570" y="302282"/>
                  </a:lnTo>
                  <a:lnTo>
                    <a:pt x="202816" y="299084"/>
                  </a:lnTo>
                  <a:lnTo>
                    <a:pt x="206958" y="295753"/>
                  </a:lnTo>
                  <a:lnTo>
                    <a:pt x="210992" y="292292"/>
                  </a:lnTo>
                  <a:lnTo>
                    <a:pt x="214914" y="288705"/>
                  </a:lnTo>
                  <a:lnTo>
                    <a:pt x="218720" y="284995"/>
                  </a:lnTo>
                  <a:lnTo>
                    <a:pt x="222406" y="281165"/>
                  </a:lnTo>
                  <a:lnTo>
                    <a:pt x="225968" y="277220"/>
                  </a:lnTo>
                  <a:lnTo>
                    <a:pt x="229404" y="273164"/>
                  </a:lnTo>
                  <a:lnTo>
                    <a:pt x="232708" y="269001"/>
                  </a:lnTo>
                  <a:lnTo>
                    <a:pt x="235879" y="264735"/>
                  </a:lnTo>
                  <a:lnTo>
                    <a:pt x="238912" y="260370"/>
                  </a:lnTo>
                  <a:lnTo>
                    <a:pt x="241805" y="255911"/>
                  </a:lnTo>
                  <a:lnTo>
                    <a:pt x="244555" y="251362"/>
                  </a:lnTo>
                  <a:lnTo>
                    <a:pt x="247158" y="246729"/>
                  </a:lnTo>
                  <a:lnTo>
                    <a:pt x="249614" y="242014"/>
                  </a:lnTo>
                  <a:lnTo>
                    <a:pt x="251918" y="237224"/>
                  </a:lnTo>
                  <a:lnTo>
                    <a:pt x="254068" y="232364"/>
                  </a:lnTo>
                  <a:lnTo>
                    <a:pt x="256063" y="227437"/>
                  </a:lnTo>
                  <a:lnTo>
                    <a:pt x="257900" y="222449"/>
                  </a:lnTo>
                  <a:lnTo>
                    <a:pt x="259578" y="217406"/>
                  </a:lnTo>
                  <a:lnTo>
                    <a:pt x="261095" y="212311"/>
                  </a:lnTo>
                  <a:lnTo>
                    <a:pt x="262449" y="207171"/>
                  </a:lnTo>
                  <a:lnTo>
                    <a:pt x="263638" y="201991"/>
                  </a:lnTo>
                  <a:lnTo>
                    <a:pt x="264663" y="196775"/>
                  </a:lnTo>
                  <a:lnTo>
                    <a:pt x="265521" y="191530"/>
                  </a:lnTo>
                  <a:lnTo>
                    <a:pt x="266212" y="186260"/>
                  </a:lnTo>
                  <a:lnTo>
                    <a:pt x="266735" y="180970"/>
                  </a:lnTo>
                  <a:lnTo>
                    <a:pt x="267090" y="175667"/>
                  </a:lnTo>
                  <a:lnTo>
                    <a:pt x="267275" y="170355"/>
                  </a:lnTo>
                  <a:lnTo>
                    <a:pt x="267292" y="165040"/>
                  </a:lnTo>
                  <a:lnTo>
                    <a:pt x="267140" y="159727"/>
                  </a:lnTo>
                  <a:lnTo>
                    <a:pt x="266819" y="154421"/>
                  </a:lnTo>
                  <a:lnTo>
                    <a:pt x="266330" y="149128"/>
                  </a:lnTo>
                  <a:lnTo>
                    <a:pt x="265672" y="143854"/>
                  </a:lnTo>
                  <a:lnTo>
                    <a:pt x="264847" y="138603"/>
                  </a:lnTo>
                  <a:lnTo>
                    <a:pt x="263856" y="133381"/>
                  </a:lnTo>
                  <a:lnTo>
                    <a:pt x="262699" y="128193"/>
                  </a:lnTo>
                  <a:lnTo>
                    <a:pt x="261378" y="123045"/>
                  </a:lnTo>
                  <a:lnTo>
                    <a:pt x="259894" y="117941"/>
                  </a:lnTo>
                  <a:lnTo>
                    <a:pt x="258248" y="112887"/>
                  </a:lnTo>
                  <a:lnTo>
                    <a:pt x="256442" y="107888"/>
                  </a:lnTo>
                  <a:lnTo>
                    <a:pt x="254479" y="102948"/>
                  </a:lnTo>
                  <a:lnTo>
                    <a:pt x="252359" y="98074"/>
                  </a:lnTo>
                  <a:lnTo>
                    <a:pt x="250085" y="93270"/>
                  </a:lnTo>
                  <a:lnTo>
                    <a:pt x="247660" y="88540"/>
                  </a:lnTo>
                  <a:lnTo>
                    <a:pt x="245086" y="83890"/>
                  </a:lnTo>
                  <a:lnTo>
                    <a:pt x="242365" y="79324"/>
                  </a:lnTo>
                  <a:lnTo>
                    <a:pt x="239501" y="74846"/>
                  </a:lnTo>
                  <a:lnTo>
                    <a:pt x="236495" y="70462"/>
                  </a:lnTo>
                  <a:lnTo>
                    <a:pt x="233352" y="66176"/>
                  </a:lnTo>
                  <a:lnTo>
                    <a:pt x="230074" y="61992"/>
                  </a:lnTo>
                  <a:lnTo>
                    <a:pt x="226664" y="57914"/>
                  </a:lnTo>
                  <a:lnTo>
                    <a:pt x="223127" y="53947"/>
                  </a:lnTo>
                  <a:lnTo>
                    <a:pt x="219465" y="50094"/>
                  </a:lnTo>
                  <a:lnTo>
                    <a:pt x="215683" y="46360"/>
                  </a:lnTo>
                  <a:lnTo>
                    <a:pt x="211784" y="42747"/>
                  </a:lnTo>
                  <a:lnTo>
                    <a:pt x="207772" y="39261"/>
                  </a:lnTo>
                  <a:lnTo>
                    <a:pt x="203651" y="35904"/>
                  </a:lnTo>
                  <a:lnTo>
                    <a:pt x="199426" y="32679"/>
                  </a:lnTo>
                  <a:lnTo>
                    <a:pt x="195100" y="29591"/>
                  </a:lnTo>
                  <a:lnTo>
                    <a:pt x="190678" y="26641"/>
                  </a:lnTo>
                  <a:lnTo>
                    <a:pt x="186165" y="23834"/>
                  </a:lnTo>
                  <a:lnTo>
                    <a:pt x="181564" y="21171"/>
                  </a:lnTo>
                  <a:lnTo>
                    <a:pt x="176882" y="18656"/>
                  </a:lnTo>
                  <a:lnTo>
                    <a:pt x="172121" y="16292"/>
                  </a:lnTo>
                  <a:lnTo>
                    <a:pt x="167288" y="14079"/>
                  </a:lnTo>
                  <a:lnTo>
                    <a:pt x="162388" y="12022"/>
                  </a:lnTo>
                  <a:lnTo>
                    <a:pt x="157424" y="10121"/>
                  </a:lnTo>
                  <a:lnTo>
                    <a:pt x="152402" y="8379"/>
                  </a:lnTo>
                  <a:lnTo>
                    <a:pt x="147327" y="6798"/>
                  </a:lnTo>
                  <a:lnTo>
                    <a:pt x="142205" y="5379"/>
                  </a:lnTo>
                  <a:lnTo>
                    <a:pt x="137040" y="4123"/>
                  </a:lnTo>
                  <a:lnTo>
                    <a:pt x="131838" y="3033"/>
                  </a:lnTo>
                  <a:lnTo>
                    <a:pt x="126604" y="2108"/>
                  </a:lnTo>
                  <a:lnTo>
                    <a:pt x="121343" y="1350"/>
                  </a:lnTo>
                  <a:lnTo>
                    <a:pt x="116061" y="760"/>
                  </a:lnTo>
                  <a:lnTo>
                    <a:pt x="110762" y="337"/>
                  </a:lnTo>
                  <a:lnTo>
                    <a:pt x="105453" y="84"/>
                  </a:lnTo>
                  <a:lnTo>
                    <a:pt x="100138" y="0"/>
                  </a:lnTo>
                  <a:lnTo>
                    <a:pt x="10013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797336" y="1071028"/>
              <a:ext cx="167165" cy="329786"/>
            </a:xfrm>
            <a:custGeom>
              <a:avLst/>
              <a:pathLst>
                <a:path w="167165" h="329786">
                  <a:moveTo>
                    <a:pt x="167165" y="0"/>
                  </a:moveTo>
                  <a:lnTo>
                    <a:pt x="161824" y="85"/>
                  </a:lnTo>
                  <a:lnTo>
                    <a:pt x="156489" y="341"/>
                  </a:lnTo>
                  <a:lnTo>
                    <a:pt x="151164" y="767"/>
                  </a:lnTo>
                  <a:lnTo>
                    <a:pt x="145856" y="1363"/>
                  </a:lnTo>
                  <a:lnTo>
                    <a:pt x="140570" y="2129"/>
                  </a:lnTo>
                  <a:lnTo>
                    <a:pt x="135311" y="3062"/>
                  </a:lnTo>
                  <a:lnTo>
                    <a:pt x="130084" y="4164"/>
                  </a:lnTo>
                  <a:lnTo>
                    <a:pt x="124896" y="5432"/>
                  </a:lnTo>
                  <a:lnTo>
                    <a:pt x="119750" y="6865"/>
                  </a:lnTo>
                  <a:lnTo>
                    <a:pt x="114653" y="8461"/>
                  </a:lnTo>
                  <a:lnTo>
                    <a:pt x="109609" y="10220"/>
                  </a:lnTo>
                  <a:lnTo>
                    <a:pt x="104625" y="12139"/>
                  </a:lnTo>
                  <a:lnTo>
                    <a:pt x="99704" y="14216"/>
                  </a:lnTo>
                  <a:lnTo>
                    <a:pt x="94852" y="16449"/>
                  </a:lnTo>
                  <a:lnTo>
                    <a:pt x="90073" y="18837"/>
                  </a:lnTo>
                  <a:lnTo>
                    <a:pt x="85374" y="21375"/>
                  </a:lnTo>
                  <a:lnTo>
                    <a:pt x="80758" y="24063"/>
                  </a:lnTo>
                  <a:lnTo>
                    <a:pt x="76230" y="26896"/>
                  </a:lnTo>
                  <a:lnTo>
                    <a:pt x="71795" y="29873"/>
                  </a:lnTo>
                  <a:lnTo>
                    <a:pt x="67457" y="32990"/>
                  </a:lnTo>
                  <a:lnTo>
                    <a:pt x="63222" y="36244"/>
                  </a:lnTo>
                  <a:lnTo>
                    <a:pt x="59092" y="39632"/>
                  </a:lnTo>
                  <a:lnTo>
                    <a:pt x="55072" y="43150"/>
                  </a:lnTo>
                  <a:lnTo>
                    <a:pt x="51168" y="46794"/>
                  </a:lnTo>
                  <a:lnTo>
                    <a:pt x="47381" y="50562"/>
                  </a:lnTo>
                  <a:lnTo>
                    <a:pt x="43717" y="54448"/>
                  </a:lnTo>
                  <a:lnTo>
                    <a:pt x="40179" y="58449"/>
                  </a:lnTo>
                  <a:lnTo>
                    <a:pt x="36770" y="62562"/>
                  </a:lnTo>
                  <a:lnTo>
                    <a:pt x="33495" y="66781"/>
                  </a:lnTo>
                  <a:lnTo>
                    <a:pt x="30356" y="71103"/>
                  </a:lnTo>
                  <a:lnTo>
                    <a:pt x="27357" y="75523"/>
                  </a:lnTo>
                  <a:lnTo>
                    <a:pt x="24500" y="80036"/>
                  </a:lnTo>
                  <a:lnTo>
                    <a:pt x="21789" y="84639"/>
                  </a:lnTo>
                  <a:lnTo>
                    <a:pt x="19227" y="89325"/>
                  </a:lnTo>
                  <a:lnTo>
                    <a:pt x="16816" y="94091"/>
                  </a:lnTo>
                  <a:lnTo>
                    <a:pt x="14558" y="98932"/>
                  </a:lnTo>
                  <a:lnTo>
                    <a:pt x="12456" y="103842"/>
                  </a:lnTo>
                  <a:lnTo>
                    <a:pt x="10511" y="108817"/>
                  </a:lnTo>
                  <a:lnTo>
                    <a:pt x="8727" y="113852"/>
                  </a:lnTo>
                  <a:lnTo>
                    <a:pt x="7105" y="118941"/>
                  </a:lnTo>
                  <a:lnTo>
                    <a:pt x="5646" y="124079"/>
                  </a:lnTo>
                  <a:lnTo>
                    <a:pt x="4352" y="129262"/>
                  </a:lnTo>
                  <a:lnTo>
                    <a:pt x="3224" y="134482"/>
                  </a:lnTo>
                  <a:lnTo>
                    <a:pt x="2263" y="139737"/>
                  </a:lnTo>
                  <a:lnTo>
                    <a:pt x="1471" y="145019"/>
                  </a:lnTo>
                  <a:lnTo>
                    <a:pt x="848" y="150324"/>
                  </a:lnTo>
                  <a:lnTo>
                    <a:pt x="395" y="155646"/>
                  </a:lnTo>
                  <a:lnTo>
                    <a:pt x="112" y="160980"/>
                  </a:lnTo>
                  <a:lnTo>
                    <a:pt x="0" y="166320"/>
                  </a:lnTo>
                  <a:lnTo>
                    <a:pt x="58" y="171661"/>
                  </a:lnTo>
                  <a:lnTo>
                    <a:pt x="287" y="176998"/>
                  </a:lnTo>
                  <a:lnTo>
                    <a:pt x="686" y="182324"/>
                  </a:lnTo>
                  <a:lnTo>
                    <a:pt x="1255" y="187635"/>
                  </a:lnTo>
                  <a:lnTo>
                    <a:pt x="1994" y="192925"/>
                  </a:lnTo>
                  <a:lnTo>
                    <a:pt x="2901" y="198189"/>
                  </a:lnTo>
                  <a:lnTo>
                    <a:pt x="3976" y="203421"/>
                  </a:lnTo>
                  <a:lnTo>
                    <a:pt x="5218" y="208616"/>
                  </a:lnTo>
                  <a:lnTo>
                    <a:pt x="6624" y="213769"/>
                  </a:lnTo>
                  <a:lnTo>
                    <a:pt x="8195" y="218874"/>
                  </a:lnTo>
                  <a:lnTo>
                    <a:pt x="9928" y="223927"/>
                  </a:lnTo>
                  <a:lnTo>
                    <a:pt x="11822" y="228921"/>
                  </a:lnTo>
                  <a:lnTo>
                    <a:pt x="13874" y="233853"/>
                  </a:lnTo>
                  <a:lnTo>
                    <a:pt x="16083" y="238716"/>
                  </a:lnTo>
                  <a:lnTo>
                    <a:pt x="18446" y="243506"/>
                  </a:lnTo>
                  <a:lnTo>
                    <a:pt x="20961" y="248218"/>
                  </a:lnTo>
                  <a:lnTo>
                    <a:pt x="23625" y="252848"/>
                  </a:lnTo>
                  <a:lnTo>
                    <a:pt x="26436" y="257390"/>
                  </a:lnTo>
                  <a:lnTo>
                    <a:pt x="29390" y="261840"/>
                  </a:lnTo>
                  <a:lnTo>
                    <a:pt x="32485" y="266194"/>
                  </a:lnTo>
                  <a:lnTo>
                    <a:pt x="35717" y="270446"/>
                  </a:lnTo>
                  <a:lnTo>
                    <a:pt x="39084" y="274593"/>
                  </a:lnTo>
                  <a:lnTo>
                    <a:pt x="42581" y="278630"/>
                  </a:lnTo>
                  <a:lnTo>
                    <a:pt x="46206" y="282553"/>
                  </a:lnTo>
                  <a:lnTo>
                    <a:pt x="49954" y="286359"/>
                  </a:lnTo>
                  <a:lnTo>
                    <a:pt x="53822" y="290042"/>
                  </a:lnTo>
                  <a:lnTo>
                    <a:pt x="57806" y="293601"/>
                  </a:lnTo>
                  <a:lnTo>
                    <a:pt x="61901" y="297030"/>
                  </a:lnTo>
                  <a:lnTo>
                    <a:pt x="66103" y="300327"/>
                  </a:lnTo>
                  <a:lnTo>
                    <a:pt x="70409" y="303488"/>
                  </a:lnTo>
                  <a:lnTo>
                    <a:pt x="74814" y="306509"/>
                  </a:lnTo>
                  <a:lnTo>
                    <a:pt x="79313" y="309388"/>
                  </a:lnTo>
                  <a:lnTo>
                    <a:pt x="83901" y="312123"/>
                  </a:lnTo>
                  <a:lnTo>
                    <a:pt x="88575" y="314709"/>
                  </a:lnTo>
                  <a:lnTo>
                    <a:pt x="93329" y="317144"/>
                  </a:lnTo>
                  <a:lnTo>
                    <a:pt x="98158" y="319427"/>
                  </a:lnTo>
                  <a:lnTo>
                    <a:pt x="103057" y="321553"/>
                  </a:lnTo>
                  <a:lnTo>
                    <a:pt x="108023" y="323523"/>
                  </a:lnTo>
                  <a:lnTo>
                    <a:pt x="113048" y="325332"/>
                  </a:lnTo>
                  <a:lnTo>
                    <a:pt x="118129" y="326981"/>
                  </a:lnTo>
                  <a:lnTo>
                    <a:pt x="123260" y="328466"/>
                  </a:lnTo>
                  <a:lnTo>
                    <a:pt x="128435" y="329786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25771" y="1238196"/>
              <a:ext cx="38729" cy="162619"/>
            </a:xfrm>
            <a:custGeom>
              <a:avLst/>
              <a:pathLst>
                <a:path w="38729" h="162619">
                  <a:moveTo>
                    <a:pt x="0" y="162619"/>
                  </a:moveTo>
                  <a:lnTo>
                    <a:pt x="3872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25771" y="1238196"/>
              <a:ext cx="38729" cy="162619"/>
            </a:xfrm>
            <a:custGeom>
              <a:avLst/>
              <a:pathLst>
                <a:path w="38729" h="162619">
                  <a:moveTo>
                    <a:pt x="0" y="162619"/>
                  </a:moveTo>
                  <a:lnTo>
                    <a:pt x="3872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25771" y="1238196"/>
              <a:ext cx="38729" cy="162619"/>
            </a:xfrm>
            <a:custGeom>
              <a:avLst/>
              <a:pathLst>
                <a:path w="38729" h="162619">
                  <a:moveTo>
                    <a:pt x="0" y="162619"/>
                  </a:moveTo>
                  <a:lnTo>
                    <a:pt x="3872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25771" y="1238196"/>
              <a:ext cx="38729" cy="162619"/>
            </a:xfrm>
            <a:custGeom>
              <a:avLst/>
              <a:pathLst>
                <a:path w="38729" h="162619">
                  <a:moveTo>
                    <a:pt x="0" y="162619"/>
                  </a:moveTo>
                  <a:lnTo>
                    <a:pt x="387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25771" y="1238196"/>
              <a:ext cx="38729" cy="162619"/>
            </a:xfrm>
            <a:custGeom>
              <a:avLst/>
              <a:pathLst>
                <a:path w="38729" h="162619">
                  <a:moveTo>
                    <a:pt x="0" y="162619"/>
                  </a:moveTo>
                  <a:lnTo>
                    <a:pt x="387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25771" y="1238196"/>
              <a:ext cx="38729" cy="162619"/>
            </a:xfrm>
            <a:custGeom>
              <a:avLst/>
              <a:pathLst>
                <a:path w="38729" h="162619">
                  <a:moveTo>
                    <a:pt x="0" y="162619"/>
                  </a:moveTo>
                  <a:lnTo>
                    <a:pt x="387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25771" y="1238196"/>
              <a:ext cx="38729" cy="162619"/>
            </a:xfrm>
            <a:custGeom>
              <a:avLst/>
              <a:pathLst>
                <a:path w="38729" h="162619">
                  <a:moveTo>
                    <a:pt x="0" y="162619"/>
                  </a:moveTo>
                  <a:lnTo>
                    <a:pt x="3872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25771" y="1238196"/>
              <a:ext cx="38729" cy="162619"/>
            </a:xfrm>
            <a:custGeom>
              <a:avLst/>
              <a:pathLst>
                <a:path w="38729" h="162619">
                  <a:moveTo>
                    <a:pt x="0" y="162619"/>
                  </a:moveTo>
                  <a:lnTo>
                    <a:pt x="3872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25771" y="1238196"/>
              <a:ext cx="38729" cy="162619"/>
            </a:xfrm>
            <a:custGeom>
              <a:avLst/>
              <a:pathLst>
                <a:path w="38729" h="162619">
                  <a:moveTo>
                    <a:pt x="0" y="162619"/>
                  </a:moveTo>
                  <a:lnTo>
                    <a:pt x="3872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25771" y="1238196"/>
              <a:ext cx="38729" cy="162619"/>
            </a:xfrm>
            <a:custGeom>
              <a:avLst/>
              <a:pathLst>
                <a:path w="38729" h="162619">
                  <a:moveTo>
                    <a:pt x="0" y="162619"/>
                  </a:moveTo>
                  <a:lnTo>
                    <a:pt x="3872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25771" y="1238196"/>
              <a:ext cx="38729" cy="162619"/>
            </a:xfrm>
            <a:custGeom>
              <a:avLst/>
              <a:pathLst>
                <a:path w="38729" h="162619">
                  <a:moveTo>
                    <a:pt x="0" y="162619"/>
                  </a:moveTo>
                  <a:lnTo>
                    <a:pt x="3872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25771" y="1238196"/>
              <a:ext cx="38729" cy="162619"/>
            </a:xfrm>
            <a:custGeom>
              <a:avLst/>
              <a:pathLst>
                <a:path w="38729" h="162619">
                  <a:moveTo>
                    <a:pt x="0" y="162619"/>
                  </a:moveTo>
                  <a:lnTo>
                    <a:pt x="387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25771" y="1238196"/>
              <a:ext cx="38729" cy="162619"/>
            </a:xfrm>
            <a:custGeom>
              <a:avLst/>
              <a:pathLst>
                <a:path w="38729" h="162619">
                  <a:moveTo>
                    <a:pt x="0" y="162619"/>
                  </a:moveTo>
                  <a:lnTo>
                    <a:pt x="387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25771" y="1238196"/>
              <a:ext cx="38729" cy="162619"/>
            </a:xfrm>
            <a:custGeom>
              <a:avLst/>
              <a:pathLst>
                <a:path w="38729" h="162619">
                  <a:moveTo>
                    <a:pt x="0" y="162619"/>
                  </a:moveTo>
                  <a:lnTo>
                    <a:pt x="387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25771" y="1238196"/>
              <a:ext cx="38729" cy="162619"/>
            </a:xfrm>
            <a:custGeom>
              <a:avLst/>
              <a:pathLst>
                <a:path w="38729" h="162619">
                  <a:moveTo>
                    <a:pt x="0" y="162619"/>
                  </a:moveTo>
                  <a:lnTo>
                    <a:pt x="387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25771" y="1238196"/>
              <a:ext cx="38729" cy="162619"/>
            </a:xfrm>
            <a:custGeom>
              <a:avLst/>
              <a:pathLst>
                <a:path w="38729" h="162619">
                  <a:moveTo>
                    <a:pt x="0" y="162619"/>
                  </a:moveTo>
                  <a:lnTo>
                    <a:pt x="3872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25771" y="1238196"/>
              <a:ext cx="38729" cy="162619"/>
            </a:xfrm>
            <a:custGeom>
              <a:avLst/>
              <a:pathLst>
                <a:path w="38729" h="162619">
                  <a:moveTo>
                    <a:pt x="0" y="162619"/>
                  </a:moveTo>
                  <a:lnTo>
                    <a:pt x="3872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25771" y="1084078"/>
              <a:ext cx="205885" cy="321277"/>
            </a:xfrm>
            <a:custGeom>
              <a:avLst/>
              <a:pathLst>
                <a:path w="205885" h="321277">
                  <a:moveTo>
                    <a:pt x="0" y="316737"/>
                  </a:moveTo>
                  <a:lnTo>
                    <a:pt x="5225" y="317893"/>
                  </a:lnTo>
                  <a:lnTo>
                    <a:pt x="10485" y="318882"/>
                  </a:lnTo>
                  <a:lnTo>
                    <a:pt x="15774" y="319702"/>
                  </a:lnTo>
                  <a:lnTo>
                    <a:pt x="21087" y="320352"/>
                  </a:lnTo>
                  <a:lnTo>
                    <a:pt x="26417" y="320831"/>
                  </a:lnTo>
                  <a:lnTo>
                    <a:pt x="31760" y="321140"/>
                  </a:lnTo>
                  <a:lnTo>
                    <a:pt x="37111" y="321277"/>
                  </a:lnTo>
                  <a:lnTo>
                    <a:pt x="42463" y="321244"/>
                  </a:lnTo>
                  <a:lnTo>
                    <a:pt x="47811" y="321038"/>
                  </a:lnTo>
                  <a:lnTo>
                    <a:pt x="53150" y="320662"/>
                  </a:lnTo>
                  <a:lnTo>
                    <a:pt x="58474" y="320115"/>
                  </a:lnTo>
                  <a:lnTo>
                    <a:pt x="63778" y="319398"/>
                  </a:lnTo>
                  <a:lnTo>
                    <a:pt x="69056" y="318511"/>
                  </a:lnTo>
                  <a:lnTo>
                    <a:pt x="74303" y="317456"/>
                  </a:lnTo>
                  <a:lnTo>
                    <a:pt x="79514" y="316234"/>
                  </a:lnTo>
                  <a:lnTo>
                    <a:pt x="84682" y="314845"/>
                  </a:lnTo>
                  <a:lnTo>
                    <a:pt x="89804" y="313292"/>
                  </a:lnTo>
                  <a:lnTo>
                    <a:pt x="94874" y="311575"/>
                  </a:lnTo>
                  <a:lnTo>
                    <a:pt x="99885" y="309697"/>
                  </a:lnTo>
                  <a:lnTo>
                    <a:pt x="104834" y="307659"/>
                  </a:lnTo>
                  <a:lnTo>
                    <a:pt x="109716" y="305464"/>
                  </a:lnTo>
                  <a:lnTo>
                    <a:pt x="114524" y="303114"/>
                  </a:lnTo>
                  <a:lnTo>
                    <a:pt x="119255" y="300612"/>
                  </a:lnTo>
                  <a:lnTo>
                    <a:pt x="123904" y="297959"/>
                  </a:lnTo>
                  <a:lnTo>
                    <a:pt x="128465" y="295158"/>
                  </a:lnTo>
                  <a:lnTo>
                    <a:pt x="132934" y="292213"/>
                  </a:lnTo>
                  <a:lnTo>
                    <a:pt x="137306" y="289127"/>
                  </a:lnTo>
                  <a:lnTo>
                    <a:pt x="141578" y="285902"/>
                  </a:lnTo>
                  <a:lnTo>
                    <a:pt x="145744" y="282542"/>
                  </a:lnTo>
                  <a:lnTo>
                    <a:pt x="149800" y="279051"/>
                  </a:lnTo>
                  <a:lnTo>
                    <a:pt x="153742" y="275431"/>
                  </a:lnTo>
                  <a:lnTo>
                    <a:pt x="157567" y="271687"/>
                  </a:lnTo>
                  <a:lnTo>
                    <a:pt x="161270" y="267822"/>
                  </a:lnTo>
                  <a:lnTo>
                    <a:pt x="164847" y="263841"/>
                  </a:lnTo>
                  <a:lnTo>
                    <a:pt x="168295" y="259748"/>
                  </a:lnTo>
                  <a:lnTo>
                    <a:pt x="171610" y="255546"/>
                  </a:lnTo>
                  <a:lnTo>
                    <a:pt x="174789" y="251240"/>
                  </a:lnTo>
                  <a:lnTo>
                    <a:pt x="177828" y="246835"/>
                  </a:lnTo>
                  <a:lnTo>
                    <a:pt x="180725" y="242334"/>
                  </a:lnTo>
                  <a:lnTo>
                    <a:pt x="183476" y="237743"/>
                  </a:lnTo>
                  <a:lnTo>
                    <a:pt x="186079" y="233067"/>
                  </a:lnTo>
                  <a:lnTo>
                    <a:pt x="188531" y="228309"/>
                  </a:lnTo>
                  <a:lnTo>
                    <a:pt x="190829" y="223476"/>
                  </a:lnTo>
                  <a:lnTo>
                    <a:pt x="192971" y="218571"/>
                  </a:lnTo>
                  <a:lnTo>
                    <a:pt x="194956" y="213600"/>
                  </a:lnTo>
                  <a:lnTo>
                    <a:pt x="196780" y="208569"/>
                  </a:lnTo>
                  <a:lnTo>
                    <a:pt x="198442" y="203481"/>
                  </a:lnTo>
                  <a:lnTo>
                    <a:pt x="199940" y="198343"/>
                  </a:lnTo>
                  <a:lnTo>
                    <a:pt x="201273" y="193160"/>
                  </a:lnTo>
                  <a:lnTo>
                    <a:pt x="202440" y="187936"/>
                  </a:lnTo>
                  <a:lnTo>
                    <a:pt x="203439" y="182678"/>
                  </a:lnTo>
                  <a:lnTo>
                    <a:pt x="204269" y="177391"/>
                  </a:lnTo>
                  <a:lnTo>
                    <a:pt x="204929" y="172080"/>
                  </a:lnTo>
                  <a:lnTo>
                    <a:pt x="205419" y="166750"/>
                  </a:lnTo>
                  <a:lnTo>
                    <a:pt x="205737" y="161407"/>
                  </a:lnTo>
                  <a:lnTo>
                    <a:pt x="205885" y="156057"/>
                  </a:lnTo>
                  <a:lnTo>
                    <a:pt x="205862" y="150705"/>
                  </a:lnTo>
                  <a:lnTo>
                    <a:pt x="205667" y="145357"/>
                  </a:lnTo>
                  <a:lnTo>
                    <a:pt x="205301" y="140017"/>
                  </a:lnTo>
                  <a:lnTo>
                    <a:pt x="204764" y="134692"/>
                  </a:lnTo>
                  <a:lnTo>
                    <a:pt x="204057" y="129387"/>
                  </a:lnTo>
                  <a:lnTo>
                    <a:pt x="203181" y="124107"/>
                  </a:lnTo>
                  <a:lnTo>
                    <a:pt x="202136" y="118858"/>
                  </a:lnTo>
                  <a:lnTo>
                    <a:pt x="200923" y="113645"/>
                  </a:lnTo>
                  <a:lnTo>
                    <a:pt x="199544" y="108473"/>
                  </a:lnTo>
                  <a:lnTo>
                    <a:pt x="198001" y="103349"/>
                  </a:lnTo>
                  <a:lnTo>
                    <a:pt x="196294" y="98276"/>
                  </a:lnTo>
                  <a:lnTo>
                    <a:pt x="194425" y="93261"/>
                  </a:lnTo>
                  <a:lnTo>
                    <a:pt x="192397" y="88308"/>
                  </a:lnTo>
                  <a:lnTo>
                    <a:pt x="190212" y="83422"/>
                  </a:lnTo>
                  <a:lnTo>
                    <a:pt x="187871" y="78609"/>
                  </a:lnTo>
                  <a:lnTo>
                    <a:pt x="185377" y="73873"/>
                  </a:lnTo>
                  <a:lnTo>
                    <a:pt x="182733" y="69220"/>
                  </a:lnTo>
                  <a:lnTo>
                    <a:pt x="179942" y="64653"/>
                  </a:lnTo>
                  <a:lnTo>
                    <a:pt x="177006" y="60179"/>
                  </a:lnTo>
                  <a:lnTo>
                    <a:pt x="173927" y="55800"/>
                  </a:lnTo>
                  <a:lnTo>
                    <a:pt x="170711" y="51523"/>
                  </a:lnTo>
                  <a:lnTo>
                    <a:pt x="167359" y="47350"/>
                  </a:lnTo>
                  <a:lnTo>
                    <a:pt x="163875" y="43287"/>
                  </a:lnTo>
                  <a:lnTo>
                    <a:pt x="160263" y="39338"/>
                  </a:lnTo>
                  <a:lnTo>
                    <a:pt x="156526" y="35506"/>
                  </a:lnTo>
                  <a:lnTo>
                    <a:pt x="152669" y="31796"/>
                  </a:lnTo>
                  <a:lnTo>
                    <a:pt x="148695" y="28211"/>
                  </a:lnTo>
                  <a:lnTo>
                    <a:pt x="144608" y="24755"/>
                  </a:lnTo>
                  <a:lnTo>
                    <a:pt x="140412" y="21432"/>
                  </a:lnTo>
                  <a:lnTo>
                    <a:pt x="136112" y="18245"/>
                  </a:lnTo>
                  <a:lnTo>
                    <a:pt x="131713" y="15197"/>
                  </a:lnTo>
                  <a:lnTo>
                    <a:pt x="127218" y="12292"/>
                  </a:lnTo>
                  <a:lnTo>
                    <a:pt x="122633" y="9532"/>
                  </a:lnTo>
                  <a:lnTo>
                    <a:pt x="117961" y="6920"/>
                  </a:lnTo>
                  <a:lnTo>
                    <a:pt x="113208" y="4459"/>
                  </a:lnTo>
                  <a:lnTo>
                    <a:pt x="108379" y="2151"/>
                  </a:lnTo>
                  <a:lnTo>
                    <a:pt x="103479" y="0"/>
                  </a:lnTo>
                  <a:lnTo>
                    <a:pt x="38729" y="1541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071028"/>
              <a:ext cx="64749" cy="167167"/>
            </a:xfrm>
            <a:custGeom>
              <a:avLst/>
              <a:pathLst>
                <a:path w="64749" h="167167">
                  <a:moveTo>
                    <a:pt x="64749" y="13049"/>
                  </a:moveTo>
                  <a:lnTo>
                    <a:pt x="59135" y="10809"/>
                  </a:lnTo>
                  <a:lnTo>
                    <a:pt x="53444" y="8773"/>
                  </a:lnTo>
                  <a:lnTo>
                    <a:pt x="47683" y="6945"/>
                  </a:lnTo>
                  <a:lnTo>
                    <a:pt x="41860" y="5326"/>
                  </a:lnTo>
                  <a:lnTo>
                    <a:pt x="35982" y="3918"/>
                  </a:lnTo>
                  <a:lnTo>
                    <a:pt x="30057" y="2724"/>
                  </a:lnTo>
                  <a:lnTo>
                    <a:pt x="24093" y="1745"/>
                  </a:lnTo>
                  <a:lnTo>
                    <a:pt x="18097" y="982"/>
                  </a:lnTo>
                  <a:lnTo>
                    <a:pt x="12078" y="436"/>
                  </a:lnTo>
                  <a:lnTo>
                    <a:pt x="6043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78464" y="1322571"/>
              <a:ext cx="110256" cy="167167"/>
            </a:xfrm>
            <a:custGeom>
              <a:avLst/>
              <a:pathLst>
                <a:path w="110256" h="167167">
                  <a:moveTo>
                    <a:pt x="110256" y="0"/>
                  </a:moveTo>
                  <a:lnTo>
                    <a:pt x="104524" y="98"/>
                  </a:lnTo>
                  <a:lnTo>
                    <a:pt x="98798" y="393"/>
                  </a:lnTo>
                  <a:lnTo>
                    <a:pt x="93086" y="884"/>
                  </a:lnTo>
                  <a:lnTo>
                    <a:pt x="87395" y="1570"/>
                  </a:lnTo>
                  <a:lnTo>
                    <a:pt x="81730" y="2451"/>
                  </a:lnTo>
                  <a:lnTo>
                    <a:pt x="76098" y="3526"/>
                  </a:lnTo>
                  <a:lnTo>
                    <a:pt x="70507" y="4794"/>
                  </a:lnTo>
                  <a:lnTo>
                    <a:pt x="64963" y="6252"/>
                  </a:lnTo>
                  <a:lnTo>
                    <a:pt x="59472" y="7900"/>
                  </a:lnTo>
                  <a:lnTo>
                    <a:pt x="54040" y="9735"/>
                  </a:lnTo>
                  <a:lnTo>
                    <a:pt x="48675" y="11755"/>
                  </a:lnTo>
                  <a:lnTo>
                    <a:pt x="43382" y="13958"/>
                  </a:lnTo>
                  <a:lnTo>
                    <a:pt x="38168" y="16341"/>
                  </a:lnTo>
                  <a:lnTo>
                    <a:pt x="33039" y="18902"/>
                  </a:lnTo>
                  <a:lnTo>
                    <a:pt x="28000" y="21637"/>
                  </a:lnTo>
                  <a:lnTo>
                    <a:pt x="23058" y="24543"/>
                  </a:lnTo>
                  <a:lnTo>
                    <a:pt x="18219" y="27617"/>
                  </a:lnTo>
                  <a:lnTo>
                    <a:pt x="13488" y="30855"/>
                  </a:lnTo>
                  <a:lnTo>
                    <a:pt x="8871" y="34253"/>
                  </a:lnTo>
                  <a:lnTo>
                    <a:pt x="4373" y="37808"/>
                  </a:lnTo>
                  <a:lnTo>
                    <a:pt x="0" y="41515"/>
                  </a:lnTo>
                  <a:lnTo>
                    <a:pt x="11025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78464" y="1364086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78464" y="1364086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78464" y="1364086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78464" y="1364086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78464" y="1364086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78464" y="1364086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78464" y="1364086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78464" y="1364086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78464" y="1364086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78464" y="1364086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78464" y="1364086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78464" y="1364086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78464" y="1364086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78464" y="1364086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78464" y="1364086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78464" y="1364086"/>
              <a:ext cx="110256" cy="125652"/>
            </a:xfrm>
            <a:custGeom>
              <a:avLst/>
              <a:pathLst>
                <a:path w="110256" h="125652">
                  <a:moveTo>
                    <a:pt x="0" y="0"/>
                  </a:moveTo>
                  <a:lnTo>
                    <a:pt x="110256" y="1256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21554" y="1345684"/>
              <a:ext cx="334331" cy="311203"/>
            </a:xfrm>
            <a:custGeom>
              <a:avLst/>
              <a:pathLst>
                <a:path w="334331" h="311203">
                  <a:moveTo>
                    <a:pt x="56909" y="18402"/>
                  </a:moveTo>
                  <a:lnTo>
                    <a:pt x="52990" y="21953"/>
                  </a:lnTo>
                  <a:lnTo>
                    <a:pt x="49184" y="25626"/>
                  </a:lnTo>
                  <a:lnTo>
                    <a:pt x="45497" y="29418"/>
                  </a:lnTo>
                  <a:lnTo>
                    <a:pt x="41931" y="33324"/>
                  </a:lnTo>
                  <a:lnTo>
                    <a:pt x="38491" y="37341"/>
                  </a:lnTo>
                  <a:lnTo>
                    <a:pt x="35179" y="41465"/>
                  </a:lnTo>
                  <a:lnTo>
                    <a:pt x="32000" y="45692"/>
                  </a:lnTo>
                  <a:lnTo>
                    <a:pt x="28956" y="50017"/>
                  </a:lnTo>
                  <a:lnTo>
                    <a:pt x="26050" y="54437"/>
                  </a:lnTo>
                  <a:lnTo>
                    <a:pt x="23286" y="58946"/>
                  </a:lnTo>
                  <a:lnTo>
                    <a:pt x="20665" y="63540"/>
                  </a:lnTo>
                  <a:lnTo>
                    <a:pt x="18191" y="68215"/>
                  </a:lnTo>
                  <a:lnTo>
                    <a:pt x="15867" y="72966"/>
                  </a:lnTo>
                  <a:lnTo>
                    <a:pt x="13694" y="77788"/>
                  </a:lnTo>
                  <a:lnTo>
                    <a:pt x="11674" y="82676"/>
                  </a:lnTo>
                  <a:lnTo>
                    <a:pt x="9810" y="87626"/>
                  </a:lnTo>
                  <a:lnTo>
                    <a:pt x="8104" y="92632"/>
                  </a:lnTo>
                  <a:lnTo>
                    <a:pt x="6557" y="97690"/>
                  </a:lnTo>
                  <a:lnTo>
                    <a:pt x="5170" y="102794"/>
                  </a:lnTo>
                  <a:lnTo>
                    <a:pt x="3946" y="107939"/>
                  </a:lnTo>
                  <a:lnTo>
                    <a:pt x="2885" y="113121"/>
                  </a:lnTo>
                  <a:lnTo>
                    <a:pt x="1989" y="118333"/>
                  </a:lnTo>
                  <a:lnTo>
                    <a:pt x="1258" y="123572"/>
                  </a:lnTo>
                  <a:lnTo>
                    <a:pt x="693" y="128831"/>
                  </a:lnTo>
                  <a:lnTo>
                    <a:pt x="295" y="134105"/>
                  </a:lnTo>
                  <a:lnTo>
                    <a:pt x="63" y="139389"/>
                  </a:lnTo>
                  <a:lnTo>
                    <a:pt x="0" y="144677"/>
                  </a:lnTo>
                  <a:lnTo>
                    <a:pt x="103" y="149965"/>
                  </a:lnTo>
                  <a:lnTo>
                    <a:pt x="373" y="155247"/>
                  </a:lnTo>
                  <a:lnTo>
                    <a:pt x="811" y="160518"/>
                  </a:lnTo>
                  <a:lnTo>
                    <a:pt x="1415" y="165773"/>
                  </a:lnTo>
                  <a:lnTo>
                    <a:pt x="2185" y="171005"/>
                  </a:lnTo>
                  <a:lnTo>
                    <a:pt x="3120" y="176211"/>
                  </a:lnTo>
                  <a:lnTo>
                    <a:pt x="4220" y="181385"/>
                  </a:lnTo>
                  <a:lnTo>
                    <a:pt x="5482" y="186521"/>
                  </a:lnTo>
                  <a:lnTo>
                    <a:pt x="6907" y="191614"/>
                  </a:lnTo>
                  <a:lnTo>
                    <a:pt x="8491" y="196661"/>
                  </a:lnTo>
                  <a:lnTo>
                    <a:pt x="10235" y="201654"/>
                  </a:lnTo>
                  <a:lnTo>
                    <a:pt x="12136" y="206590"/>
                  </a:lnTo>
                  <a:lnTo>
                    <a:pt x="14192" y="211463"/>
                  </a:lnTo>
                  <a:lnTo>
                    <a:pt x="16401" y="216268"/>
                  </a:lnTo>
                  <a:lnTo>
                    <a:pt x="18761" y="221002"/>
                  </a:lnTo>
                  <a:lnTo>
                    <a:pt x="21269" y="225658"/>
                  </a:lnTo>
                  <a:lnTo>
                    <a:pt x="23924" y="230233"/>
                  </a:lnTo>
                  <a:lnTo>
                    <a:pt x="26722" y="234721"/>
                  </a:lnTo>
                  <a:lnTo>
                    <a:pt x="29660" y="239119"/>
                  </a:lnTo>
                  <a:lnTo>
                    <a:pt x="32737" y="243421"/>
                  </a:lnTo>
                  <a:lnTo>
                    <a:pt x="35947" y="247624"/>
                  </a:lnTo>
                  <a:lnTo>
                    <a:pt x="39290" y="251723"/>
                  </a:lnTo>
                  <a:lnTo>
                    <a:pt x="42760" y="255715"/>
                  </a:lnTo>
                  <a:lnTo>
                    <a:pt x="46354" y="259595"/>
                  </a:lnTo>
                  <a:lnTo>
                    <a:pt x="50070" y="263359"/>
                  </a:lnTo>
                  <a:lnTo>
                    <a:pt x="53903" y="267003"/>
                  </a:lnTo>
                  <a:lnTo>
                    <a:pt x="57849" y="270525"/>
                  </a:lnTo>
                  <a:lnTo>
                    <a:pt x="61905" y="273920"/>
                  </a:lnTo>
                  <a:lnTo>
                    <a:pt x="66066" y="277185"/>
                  </a:lnTo>
                  <a:lnTo>
                    <a:pt x="70328" y="280316"/>
                  </a:lnTo>
                  <a:lnTo>
                    <a:pt x="74687" y="283312"/>
                  </a:lnTo>
                  <a:lnTo>
                    <a:pt x="79139" y="286168"/>
                  </a:lnTo>
                  <a:lnTo>
                    <a:pt x="83679" y="288881"/>
                  </a:lnTo>
                  <a:lnTo>
                    <a:pt x="88302" y="291450"/>
                  </a:lnTo>
                  <a:lnTo>
                    <a:pt x="93005" y="293871"/>
                  </a:lnTo>
                  <a:lnTo>
                    <a:pt x="97781" y="296142"/>
                  </a:lnTo>
                  <a:lnTo>
                    <a:pt x="102627" y="298261"/>
                  </a:lnTo>
                  <a:lnTo>
                    <a:pt x="107538" y="300225"/>
                  </a:lnTo>
                  <a:lnTo>
                    <a:pt x="112508" y="302034"/>
                  </a:lnTo>
                  <a:lnTo>
                    <a:pt x="117533" y="303684"/>
                  </a:lnTo>
                  <a:lnTo>
                    <a:pt x="122608" y="305174"/>
                  </a:lnTo>
                  <a:lnTo>
                    <a:pt x="127727" y="306503"/>
                  </a:lnTo>
                  <a:lnTo>
                    <a:pt x="132886" y="307669"/>
                  </a:lnTo>
                  <a:lnTo>
                    <a:pt x="138079" y="308672"/>
                  </a:lnTo>
                  <a:lnTo>
                    <a:pt x="143302" y="309510"/>
                  </a:lnTo>
                  <a:lnTo>
                    <a:pt x="148548" y="310182"/>
                  </a:lnTo>
                  <a:lnTo>
                    <a:pt x="153813" y="310687"/>
                  </a:lnTo>
                  <a:lnTo>
                    <a:pt x="159091" y="311027"/>
                  </a:lnTo>
                  <a:lnTo>
                    <a:pt x="164377" y="311198"/>
                  </a:lnTo>
                  <a:lnTo>
                    <a:pt x="169666" y="311203"/>
                  </a:lnTo>
                  <a:lnTo>
                    <a:pt x="174953" y="311040"/>
                  </a:lnTo>
                  <a:lnTo>
                    <a:pt x="180232" y="310710"/>
                  </a:lnTo>
                  <a:lnTo>
                    <a:pt x="185497" y="310214"/>
                  </a:lnTo>
                  <a:lnTo>
                    <a:pt x="190745" y="309550"/>
                  </a:lnTo>
                  <a:lnTo>
                    <a:pt x="195968" y="308722"/>
                  </a:lnTo>
                  <a:lnTo>
                    <a:pt x="201163" y="307728"/>
                  </a:lnTo>
                  <a:lnTo>
                    <a:pt x="206324" y="306571"/>
                  </a:lnTo>
                  <a:lnTo>
                    <a:pt x="211446" y="305251"/>
                  </a:lnTo>
                  <a:lnTo>
                    <a:pt x="216523" y="303769"/>
                  </a:lnTo>
                  <a:lnTo>
                    <a:pt x="221551" y="302128"/>
                  </a:lnTo>
                  <a:lnTo>
                    <a:pt x="226524" y="300328"/>
                  </a:lnTo>
                  <a:lnTo>
                    <a:pt x="231438" y="298372"/>
                  </a:lnTo>
                  <a:lnTo>
                    <a:pt x="236288" y="296261"/>
                  </a:lnTo>
                  <a:lnTo>
                    <a:pt x="241069" y="293999"/>
                  </a:lnTo>
                  <a:lnTo>
                    <a:pt x="245775" y="291586"/>
                  </a:lnTo>
                  <a:lnTo>
                    <a:pt x="250403" y="289025"/>
                  </a:lnTo>
                  <a:lnTo>
                    <a:pt x="254948" y="286319"/>
                  </a:lnTo>
                  <a:lnTo>
                    <a:pt x="259404" y="283471"/>
                  </a:lnTo>
                  <a:lnTo>
                    <a:pt x="263769" y="280483"/>
                  </a:lnTo>
                  <a:lnTo>
                    <a:pt x="268036" y="277359"/>
                  </a:lnTo>
                  <a:lnTo>
                    <a:pt x="272203" y="274101"/>
                  </a:lnTo>
                  <a:lnTo>
                    <a:pt x="276264" y="270713"/>
                  </a:lnTo>
                  <a:lnTo>
                    <a:pt x="280217" y="267198"/>
                  </a:lnTo>
                  <a:lnTo>
                    <a:pt x="284056" y="263560"/>
                  </a:lnTo>
                  <a:lnTo>
                    <a:pt x="287778" y="259803"/>
                  </a:lnTo>
                  <a:lnTo>
                    <a:pt x="291379" y="255929"/>
                  </a:lnTo>
                  <a:lnTo>
                    <a:pt x="294856" y="251944"/>
                  </a:lnTo>
                  <a:lnTo>
                    <a:pt x="298205" y="247850"/>
                  </a:lnTo>
                  <a:lnTo>
                    <a:pt x="301423" y="243653"/>
                  </a:lnTo>
                  <a:lnTo>
                    <a:pt x="304507" y="239356"/>
                  </a:lnTo>
                  <a:lnTo>
                    <a:pt x="307453" y="234963"/>
                  </a:lnTo>
                  <a:lnTo>
                    <a:pt x="310259" y="230479"/>
                  </a:lnTo>
                  <a:lnTo>
                    <a:pt x="312921" y="225909"/>
                  </a:lnTo>
                  <a:lnTo>
                    <a:pt x="315438" y="221257"/>
                  </a:lnTo>
                  <a:lnTo>
                    <a:pt x="317806" y="216528"/>
                  </a:lnTo>
                  <a:lnTo>
                    <a:pt x="320023" y="211726"/>
                  </a:lnTo>
                  <a:lnTo>
                    <a:pt x="322088" y="206857"/>
                  </a:lnTo>
                  <a:lnTo>
                    <a:pt x="323997" y="201924"/>
                  </a:lnTo>
                  <a:lnTo>
                    <a:pt x="325749" y="196934"/>
                  </a:lnTo>
                  <a:lnTo>
                    <a:pt x="327343" y="191891"/>
                  </a:lnTo>
                  <a:lnTo>
                    <a:pt x="328776" y="186800"/>
                  </a:lnTo>
                  <a:lnTo>
                    <a:pt x="330047" y="181666"/>
                  </a:lnTo>
                  <a:lnTo>
                    <a:pt x="331155" y="176494"/>
                  </a:lnTo>
                  <a:lnTo>
                    <a:pt x="332100" y="171290"/>
                  </a:lnTo>
                  <a:lnTo>
                    <a:pt x="332879" y="166058"/>
                  </a:lnTo>
                  <a:lnTo>
                    <a:pt x="333492" y="160805"/>
                  </a:lnTo>
                  <a:lnTo>
                    <a:pt x="333939" y="155535"/>
                  </a:lnTo>
                  <a:lnTo>
                    <a:pt x="334218" y="150253"/>
                  </a:lnTo>
                  <a:lnTo>
                    <a:pt x="334331" y="144965"/>
                  </a:lnTo>
                  <a:lnTo>
                    <a:pt x="334276" y="139677"/>
                  </a:lnTo>
                  <a:lnTo>
                    <a:pt x="334054" y="134392"/>
                  </a:lnTo>
                  <a:lnTo>
                    <a:pt x="333665" y="129118"/>
                  </a:lnTo>
                  <a:lnTo>
                    <a:pt x="333109" y="123858"/>
                  </a:lnTo>
                  <a:lnTo>
                    <a:pt x="332387" y="118618"/>
                  </a:lnTo>
                  <a:lnTo>
                    <a:pt x="331499" y="113404"/>
                  </a:lnTo>
                  <a:lnTo>
                    <a:pt x="330447" y="108221"/>
                  </a:lnTo>
                  <a:lnTo>
                    <a:pt x="329232" y="103073"/>
                  </a:lnTo>
                  <a:lnTo>
                    <a:pt x="327855" y="97967"/>
                  </a:lnTo>
                  <a:lnTo>
                    <a:pt x="326316" y="92906"/>
                  </a:lnTo>
                  <a:lnTo>
                    <a:pt x="324618" y="87897"/>
                  </a:lnTo>
                  <a:lnTo>
                    <a:pt x="322763" y="82944"/>
                  </a:lnTo>
                  <a:lnTo>
                    <a:pt x="320752" y="78052"/>
                  </a:lnTo>
                  <a:lnTo>
                    <a:pt x="318587" y="73227"/>
                  </a:lnTo>
                  <a:lnTo>
                    <a:pt x="316271" y="68472"/>
                  </a:lnTo>
                  <a:lnTo>
                    <a:pt x="313805" y="63793"/>
                  </a:lnTo>
                  <a:lnTo>
                    <a:pt x="311193" y="59194"/>
                  </a:lnTo>
                  <a:lnTo>
                    <a:pt x="308436" y="54680"/>
                  </a:lnTo>
                  <a:lnTo>
                    <a:pt x="305538" y="50256"/>
                  </a:lnTo>
                  <a:lnTo>
                    <a:pt x="302501" y="45925"/>
                  </a:lnTo>
                  <a:lnTo>
                    <a:pt x="299329" y="41693"/>
                  </a:lnTo>
                  <a:lnTo>
                    <a:pt x="296025" y="37563"/>
                  </a:lnTo>
                  <a:lnTo>
                    <a:pt x="292591" y="33540"/>
                  </a:lnTo>
                  <a:lnTo>
                    <a:pt x="289032" y="29628"/>
                  </a:lnTo>
                  <a:lnTo>
                    <a:pt x="285352" y="25829"/>
                  </a:lnTo>
                  <a:lnTo>
                    <a:pt x="281552" y="22150"/>
                  </a:lnTo>
                  <a:lnTo>
                    <a:pt x="277639" y="18592"/>
                  </a:lnTo>
                  <a:lnTo>
                    <a:pt x="273614" y="15160"/>
                  </a:lnTo>
                  <a:lnTo>
                    <a:pt x="269483" y="11857"/>
                  </a:lnTo>
                  <a:lnTo>
                    <a:pt x="265250" y="8686"/>
                  </a:lnTo>
                  <a:lnTo>
                    <a:pt x="260919" y="5651"/>
                  </a:lnTo>
                  <a:lnTo>
                    <a:pt x="256493" y="2755"/>
                  </a:lnTo>
                  <a:lnTo>
                    <a:pt x="251978" y="0"/>
                  </a:lnTo>
                  <a:lnTo>
                    <a:pt x="167166" y="1440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488720" y="1322571"/>
              <a:ext cx="84812" cy="167167"/>
            </a:xfrm>
            <a:custGeom>
              <a:avLst/>
              <a:pathLst>
                <a:path w="84812" h="167167">
                  <a:moveTo>
                    <a:pt x="84812" y="23112"/>
                  </a:moveTo>
                  <a:lnTo>
                    <a:pt x="79650" y="20195"/>
                  </a:lnTo>
                  <a:lnTo>
                    <a:pt x="74387" y="17462"/>
                  </a:lnTo>
                  <a:lnTo>
                    <a:pt x="69031" y="14918"/>
                  </a:lnTo>
                  <a:lnTo>
                    <a:pt x="63588" y="12566"/>
                  </a:lnTo>
                  <a:lnTo>
                    <a:pt x="58064" y="10408"/>
                  </a:lnTo>
                  <a:lnTo>
                    <a:pt x="52468" y="8447"/>
                  </a:lnTo>
                  <a:lnTo>
                    <a:pt x="46806" y="6686"/>
                  </a:lnTo>
                  <a:lnTo>
                    <a:pt x="41085" y="5127"/>
                  </a:lnTo>
                  <a:lnTo>
                    <a:pt x="35312" y="3772"/>
                  </a:lnTo>
                  <a:lnTo>
                    <a:pt x="29495" y="2622"/>
                  </a:lnTo>
                  <a:lnTo>
                    <a:pt x="23640" y="1680"/>
                  </a:lnTo>
                  <a:lnTo>
                    <a:pt x="17756" y="945"/>
                  </a:lnTo>
                  <a:lnTo>
                    <a:pt x="11850" y="420"/>
                  </a:lnTo>
                  <a:lnTo>
                    <a:pt x="5928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71620" y="1681503"/>
              <a:ext cx="114904" cy="167167"/>
            </a:xfrm>
            <a:custGeom>
              <a:avLst/>
              <a:pathLst>
                <a:path w="114904" h="167167">
                  <a:moveTo>
                    <a:pt x="114904" y="0"/>
                  </a:moveTo>
                  <a:lnTo>
                    <a:pt x="109397" y="90"/>
                  </a:lnTo>
                  <a:lnTo>
                    <a:pt x="103896" y="362"/>
                  </a:lnTo>
                  <a:lnTo>
                    <a:pt x="98407" y="816"/>
                  </a:lnTo>
                  <a:lnTo>
                    <a:pt x="92935" y="1449"/>
                  </a:lnTo>
                  <a:lnTo>
                    <a:pt x="87488" y="2263"/>
                  </a:lnTo>
                  <a:lnTo>
                    <a:pt x="82070" y="3256"/>
                  </a:lnTo>
                  <a:lnTo>
                    <a:pt x="76688" y="4426"/>
                  </a:lnTo>
                  <a:lnTo>
                    <a:pt x="71347" y="5774"/>
                  </a:lnTo>
                  <a:lnTo>
                    <a:pt x="66054" y="7296"/>
                  </a:lnTo>
                  <a:lnTo>
                    <a:pt x="60814" y="8992"/>
                  </a:lnTo>
                  <a:lnTo>
                    <a:pt x="55632" y="10860"/>
                  </a:lnTo>
                  <a:lnTo>
                    <a:pt x="50515" y="12898"/>
                  </a:lnTo>
                  <a:lnTo>
                    <a:pt x="45468" y="15103"/>
                  </a:lnTo>
                  <a:lnTo>
                    <a:pt x="40496" y="17473"/>
                  </a:lnTo>
                  <a:lnTo>
                    <a:pt x="35605" y="20005"/>
                  </a:lnTo>
                  <a:lnTo>
                    <a:pt x="30799" y="22698"/>
                  </a:lnTo>
                  <a:lnTo>
                    <a:pt x="26086" y="25547"/>
                  </a:lnTo>
                  <a:lnTo>
                    <a:pt x="21468" y="28550"/>
                  </a:lnTo>
                  <a:lnTo>
                    <a:pt x="16952" y="31703"/>
                  </a:lnTo>
                  <a:lnTo>
                    <a:pt x="12543" y="35004"/>
                  </a:lnTo>
                  <a:lnTo>
                    <a:pt x="8244" y="38448"/>
                  </a:lnTo>
                  <a:lnTo>
                    <a:pt x="4062" y="42031"/>
                  </a:lnTo>
                  <a:lnTo>
                    <a:pt x="0" y="45751"/>
                  </a:lnTo>
                  <a:lnTo>
                    <a:pt x="114904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71620" y="1727254"/>
              <a:ext cx="114904" cy="121416"/>
            </a:xfrm>
            <a:custGeom>
              <a:avLst/>
              <a:pathLst>
                <a:path w="114904" h="121416">
                  <a:moveTo>
                    <a:pt x="0" y="0"/>
                  </a:moveTo>
                  <a:lnTo>
                    <a:pt x="114904" y="1214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71620" y="1727254"/>
              <a:ext cx="114904" cy="121416"/>
            </a:xfrm>
            <a:custGeom>
              <a:avLst/>
              <a:pathLst>
                <a:path w="114904" h="121416">
                  <a:moveTo>
                    <a:pt x="0" y="0"/>
                  </a:moveTo>
                  <a:lnTo>
                    <a:pt x="114904" y="121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71620" y="1727254"/>
              <a:ext cx="114904" cy="121416"/>
            </a:xfrm>
            <a:custGeom>
              <a:avLst/>
              <a:pathLst>
                <a:path w="114904" h="121416">
                  <a:moveTo>
                    <a:pt x="0" y="0"/>
                  </a:moveTo>
                  <a:lnTo>
                    <a:pt x="114904" y="121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71620" y="1727254"/>
              <a:ext cx="114904" cy="121416"/>
            </a:xfrm>
            <a:custGeom>
              <a:avLst/>
              <a:pathLst>
                <a:path w="114904" h="121416">
                  <a:moveTo>
                    <a:pt x="0" y="0"/>
                  </a:moveTo>
                  <a:lnTo>
                    <a:pt x="114904" y="121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71620" y="1727254"/>
              <a:ext cx="114904" cy="121416"/>
            </a:xfrm>
            <a:custGeom>
              <a:avLst/>
              <a:pathLst>
                <a:path w="114904" h="121416">
                  <a:moveTo>
                    <a:pt x="0" y="0"/>
                  </a:moveTo>
                  <a:lnTo>
                    <a:pt x="114904" y="1214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71620" y="1727254"/>
              <a:ext cx="114904" cy="121416"/>
            </a:xfrm>
            <a:custGeom>
              <a:avLst/>
              <a:pathLst>
                <a:path w="114904" h="121416">
                  <a:moveTo>
                    <a:pt x="0" y="0"/>
                  </a:moveTo>
                  <a:lnTo>
                    <a:pt x="114904" y="1214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71620" y="1727254"/>
              <a:ext cx="114904" cy="121416"/>
            </a:xfrm>
            <a:custGeom>
              <a:avLst/>
              <a:pathLst>
                <a:path w="114904" h="121416">
                  <a:moveTo>
                    <a:pt x="0" y="0"/>
                  </a:moveTo>
                  <a:lnTo>
                    <a:pt x="114904" y="121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71620" y="1727254"/>
              <a:ext cx="114904" cy="121416"/>
            </a:xfrm>
            <a:custGeom>
              <a:avLst/>
              <a:pathLst>
                <a:path w="114904" h="121416">
                  <a:moveTo>
                    <a:pt x="0" y="0"/>
                  </a:moveTo>
                  <a:lnTo>
                    <a:pt x="114904" y="1214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71620" y="1727254"/>
              <a:ext cx="114904" cy="121416"/>
            </a:xfrm>
            <a:custGeom>
              <a:avLst/>
              <a:pathLst>
                <a:path w="114904" h="121416">
                  <a:moveTo>
                    <a:pt x="0" y="0"/>
                  </a:moveTo>
                  <a:lnTo>
                    <a:pt x="114904" y="1214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71620" y="1727254"/>
              <a:ext cx="114904" cy="121416"/>
            </a:xfrm>
            <a:custGeom>
              <a:avLst/>
              <a:pathLst>
                <a:path w="114904" h="121416">
                  <a:moveTo>
                    <a:pt x="0" y="0"/>
                  </a:moveTo>
                  <a:lnTo>
                    <a:pt x="114904" y="121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71620" y="1727254"/>
              <a:ext cx="114904" cy="121416"/>
            </a:xfrm>
            <a:custGeom>
              <a:avLst/>
              <a:pathLst>
                <a:path w="114904" h="121416">
                  <a:moveTo>
                    <a:pt x="0" y="0"/>
                  </a:moveTo>
                  <a:lnTo>
                    <a:pt x="114904" y="121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71620" y="1727254"/>
              <a:ext cx="114904" cy="121416"/>
            </a:xfrm>
            <a:custGeom>
              <a:avLst/>
              <a:pathLst>
                <a:path w="114904" h="121416">
                  <a:moveTo>
                    <a:pt x="0" y="0"/>
                  </a:moveTo>
                  <a:lnTo>
                    <a:pt x="114904" y="121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71620" y="1727254"/>
              <a:ext cx="114904" cy="121416"/>
            </a:xfrm>
            <a:custGeom>
              <a:avLst/>
              <a:pathLst>
                <a:path w="114904" h="121416">
                  <a:moveTo>
                    <a:pt x="0" y="0"/>
                  </a:moveTo>
                  <a:lnTo>
                    <a:pt x="114904" y="1214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71620" y="1727254"/>
              <a:ext cx="114904" cy="121416"/>
            </a:xfrm>
            <a:custGeom>
              <a:avLst/>
              <a:pathLst>
                <a:path w="114904" h="121416">
                  <a:moveTo>
                    <a:pt x="0" y="0"/>
                  </a:moveTo>
                  <a:lnTo>
                    <a:pt x="114904" y="1214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71620" y="1727254"/>
              <a:ext cx="114904" cy="121416"/>
            </a:xfrm>
            <a:custGeom>
              <a:avLst/>
              <a:pathLst>
                <a:path w="114904" h="121416">
                  <a:moveTo>
                    <a:pt x="0" y="0"/>
                  </a:moveTo>
                  <a:lnTo>
                    <a:pt x="114904" y="1214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69677" y="1727254"/>
              <a:ext cx="116847" cy="121416"/>
            </a:xfrm>
            <a:custGeom>
              <a:avLst/>
              <a:pathLst>
                <a:path w="116847" h="121416">
                  <a:moveTo>
                    <a:pt x="1942" y="0"/>
                  </a:moveTo>
                  <a:lnTo>
                    <a:pt x="0" y="1868"/>
                  </a:lnTo>
                  <a:lnTo>
                    <a:pt x="116847" y="1214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19359" y="1681503"/>
              <a:ext cx="334319" cy="334330"/>
            </a:xfrm>
            <a:custGeom>
              <a:avLst/>
              <a:pathLst>
                <a:path w="334319" h="334330">
                  <a:moveTo>
                    <a:pt x="50317" y="47619"/>
                  </a:moveTo>
                  <a:lnTo>
                    <a:pt x="46591" y="51378"/>
                  </a:lnTo>
                  <a:lnTo>
                    <a:pt x="42986" y="55253"/>
                  </a:lnTo>
                  <a:lnTo>
                    <a:pt x="39506" y="59240"/>
                  </a:lnTo>
                  <a:lnTo>
                    <a:pt x="36153" y="63336"/>
                  </a:lnTo>
                  <a:lnTo>
                    <a:pt x="32932" y="67535"/>
                  </a:lnTo>
                  <a:lnTo>
                    <a:pt x="29845" y="71835"/>
                  </a:lnTo>
                  <a:lnTo>
                    <a:pt x="26896" y="76230"/>
                  </a:lnTo>
                  <a:lnTo>
                    <a:pt x="24087" y="80716"/>
                  </a:lnTo>
                  <a:lnTo>
                    <a:pt x="21422" y="85288"/>
                  </a:lnTo>
                  <a:lnTo>
                    <a:pt x="18903" y="89943"/>
                  </a:lnTo>
                  <a:lnTo>
                    <a:pt x="16533" y="94675"/>
                  </a:lnTo>
                  <a:lnTo>
                    <a:pt x="14314" y="99480"/>
                  </a:lnTo>
                  <a:lnTo>
                    <a:pt x="12247" y="104353"/>
                  </a:lnTo>
                  <a:lnTo>
                    <a:pt x="10337" y="109288"/>
                  </a:lnTo>
                  <a:lnTo>
                    <a:pt x="8583" y="114282"/>
                  </a:lnTo>
                  <a:lnTo>
                    <a:pt x="6988" y="119329"/>
                  </a:lnTo>
                  <a:lnTo>
                    <a:pt x="5554" y="124424"/>
                  </a:lnTo>
                  <a:lnTo>
                    <a:pt x="4282" y="129561"/>
                  </a:lnTo>
                  <a:lnTo>
                    <a:pt x="3173" y="134736"/>
                  </a:lnTo>
                  <a:lnTo>
                    <a:pt x="2229" y="139944"/>
                  </a:lnTo>
                  <a:lnTo>
                    <a:pt x="1450" y="145179"/>
                  </a:lnTo>
                  <a:lnTo>
                    <a:pt x="837" y="150436"/>
                  </a:lnTo>
                  <a:lnTo>
                    <a:pt x="390" y="155710"/>
                  </a:lnTo>
                  <a:lnTo>
                    <a:pt x="111" y="160995"/>
                  </a:lnTo>
                  <a:lnTo>
                    <a:pt x="0" y="166287"/>
                  </a:lnTo>
                  <a:lnTo>
                    <a:pt x="55" y="171579"/>
                  </a:lnTo>
                  <a:lnTo>
                    <a:pt x="279" y="176867"/>
                  </a:lnTo>
                  <a:lnTo>
                    <a:pt x="670" y="182145"/>
                  </a:lnTo>
                  <a:lnTo>
                    <a:pt x="1227" y="187408"/>
                  </a:lnTo>
                  <a:lnTo>
                    <a:pt x="1951" y="192651"/>
                  </a:lnTo>
                  <a:lnTo>
                    <a:pt x="2841" y="197869"/>
                  </a:lnTo>
                  <a:lnTo>
                    <a:pt x="3895" y="203055"/>
                  </a:lnTo>
                  <a:lnTo>
                    <a:pt x="5113" y="208206"/>
                  </a:lnTo>
                  <a:lnTo>
                    <a:pt x="6493" y="213315"/>
                  </a:lnTo>
                  <a:lnTo>
                    <a:pt x="8035" y="218378"/>
                  </a:lnTo>
                  <a:lnTo>
                    <a:pt x="9736" y="223390"/>
                  </a:lnTo>
                  <a:lnTo>
                    <a:pt x="11594" y="228346"/>
                  </a:lnTo>
                  <a:lnTo>
                    <a:pt x="13609" y="233240"/>
                  </a:lnTo>
                  <a:lnTo>
                    <a:pt x="15778" y="238068"/>
                  </a:lnTo>
                  <a:lnTo>
                    <a:pt x="18098" y="242825"/>
                  </a:lnTo>
                  <a:lnTo>
                    <a:pt x="20568" y="247506"/>
                  </a:lnTo>
                  <a:lnTo>
                    <a:pt x="23185" y="252106"/>
                  </a:lnTo>
                  <a:lnTo>
                    <a:pt x="25946" y="256622"/>
                  </a:lnTo>
                  <a:lnTo>
                    <a:pt x="28848" y="261048"/>
                  </a:lnTo>
                  <a:lnTo>
                    <a:pt x="31890" y="265379"/>
                  </a:lnTo>
                  <a:lnTo>
                    <a:pt x="35067" y="269612"/>
                  </a:lnTo>
                  <a:lnTo>
                    <a:pt x="38376" y="273743"/>
                  </a:lnTo>
                  <a:lnTo>
                    <a:pt x="41814" y="277766"/>
                  </a:lnTo>
                  <a:lnTo>
                    <a:pt x="45378" y="281679"/>
                  </a:lnTo>
                  <a:lnTo>
                    <a:pt x="49064" y="285477"/>
                  </a:lnTo>
                  <a:lnTo>
                    <a:pt x="52869" y="289156"/>
                  </a:lnTo>
                  <a:lnTo>
                    <a:pt x="56788" y="292714"/>
                  </a:lnTo>
                  <a:lnTo>
                    <a:pt x="60818" y="296145"/>
                  </a:lnTo>
                  <a:lnTo>
                    <a:pt x="64954" y="299447"/>
                  </a:lnTo>
                  <a:lnTo>
                    <a:pt x="69193" y="302616"/>
                  </a:lnTo>
                  <a:lnTo>
                    <a:pt x="73530" y="305650"/>
                  </a:lnTo>
                  <a:lnTo>
                    <a:pt x="77961" y="308545"/>
                  </a:lnTo>
                  <a:lnTo>
                    <a:pt x="82481" y="311298"/>
                  </a:lnTo>
                  <a:lnTo>
                    <a:pt x="87086" y="313906"/>
                  </a:lnTo>
                  <a:lnTo>
                    <a:pt x="91772" y="316368"/>
                  </a:lnTo>
                  <a:lnTo>
                    <a:pt x="96533" y="318680"/>
                  </a:lnTo>
                  <a:lnTo>
                    <a:pt x="101364" y="320840"/>
                  </a:lnTo>
                  <a:lnTo>
                    <a:pt x="106262" y="322846"/>
                  </a:lnTo>
                  <a:lnTo>
                    <a:pt x="111221" y="324696"/>
                  </a:lnTo>
                  <a:lnTo>
                    <a:pt x="116236" y="326388"/>
                  </a:lnTo>
                  <a:lnTo>
                    <a:pt x="121302" y="327920"/>
                  </a:lnTo>
                  <a:lnTo>
                    <a:pt x="126414" y="329291"/>
                  </a:lnTo>
                  <a:lnTo>
                    <a:pt x="131567" y="330500"/>
                  </a:lnTo>
                  <a:lnTo>
                    <a:pt x="136755" y="331545"/>
                  </a:lnTo>
                  <a:lnTo>
                    <a:pt x="141974" y="332425"/>
                  </a:lnTo>
                  <a:lnTo>
                    <a:pt x="147218" y="333140"/>
                  </a:lnTo>
                  <a:lnTo>
                    <a:pt x="152482" y="333688"/>
                  </a:lnTo>
                  <a:lnTo>
                    <a:pt x="157761" y="334070"/>
                  </a:lnTo>
                  <a:lnTo>
                    <a:pt x="163050" y="334284"/>
                  </a:lnTo>
                  <a:lnTo>
                    <a:pt x="168342" y="334330"/>
                  </a:lnTo>
                  <a:lnTo>
                    <a:pt x="173633" y="334209"/>
                  </a:lnTo>
                  <a:lnTo>
                    <a:pt x="178918" y="333921"/>
                  </a:lnTo>
                  <a:lnTo>
                    <a:pt x="184191" y="333465"/>
                  </a:lnTo>
                  <a:lnTo>
                    <a:pt x="189447" y="332843"/>
                  </a:lnTo>
                  <a:lnTo>
                    <a:pt x="194681" y="332054"/>
                  </a:lnTo>
                  <a:lnTo>
                    <a:pt x="199887" y="331101"/>
                  </a:lnTo>
                  <a:lnTo>
                    <a:pt x="205060" y="329983"/>
                  </a:lnTo>
                  <a:lnTo>
                    <a:pt x="210195" y="328701"/>
                  </a:lnTo>
                  <a:lnTo>
                    <a:pt x="215287" y="327258"/>
                  </a:lnTo>
                  <a:lnTo>
                    <a:pt x="220331" y="325654"/>
                  </a:lnTo>
                  <a:lnTo>
                    <a:pt x="225322" y="323892"/>
                  </a:lnTo>
                  <a:lnTo>
                    <a:pt x="230254" y="321972"/>
                  </a:lnTo>
                  <a:lnTo>
                    <a:pt x="235123" y="319898"/>
                  </a:lnTo>
                  <a:lnTo>
                    <a:pt x="239924" y="317670"/>
                  </a:lnTo>
                  <a:lnTo>
                    <a:pt x="244652" y="315291"/>
                  </a:lnTo>
                  <a:lnTo>
                    <a:pt x="249302" y="312764"/>
                  </a:lnTo>
                  <a:lnTo>
                    <a:pt x="253870" y="310090"/>
                  </a:lnTo>
                  <a:lnTo>
                    <a:pt x="258351" y="307274"/>
                  </a:lnTo>
                  <a:lnTo>
                    <a:pt x="262741" y="304317"/>
                  </a:lnTo>
                  <a:lnTo>
                    <a:pt x="267035" y="301223"/>
                  </a:lnTo>
                  <a:lnTo>
                    <a:pt x="271228" y="297994"/>
                  </a:lnTo>
                  <a:lnTo>
                    <a:pt x="275318" y="294634"/>
                  </a:lnTo>
                  <a:lnTo>
                    <a:pt x="279299" y="291146"/>
                  </a:lnTo>
                  <a:lnTo>
                    <a:pt x="283167" y="287534"/>
                  </a:lnTo>
                  <a:lnTo>
                    <a:pt x="286920" y="283802"/>
                  </a:lnTo>
                  <a:lnTo>
                    <a:pt x="290552" y="279952"/>
                  </a:lnTo>
                  <a:lnTo>
                    <a:pt x="294060" y="275990"/>
                  </a:lnTo>
                  <a:lnTo>
                    <a:pt x="297442" y="271918"/>
                  </a:lnTo>
                  <a:lnTo>
                    <a:pt x="300693" y="267741"/>
                  </a:lnTo>
                  <a:lnTo>
                    <a:pt x="303810" y="263464"/>
                  </a:lnTo>
                  <a:lnTo>
                    <a:pt x="306790" y="259090"/>
                  </a:lnTo>
                  <a:lnTo>
                    <a:pt x="309630" y="254624"/>
                  </a:lnTo>
                  <a:lnTo>
                    <a:pt x="312327" y="250070"/>
                  </a:lnTo>
                  <a:lnTo>
                    <a:pt x="314878" y="245433"/>
                  </a:lnTo>
                  <a:lnTo>
                    <a:pt x="317282" y="240718"/>
                  </a:lnTo>
                  <a:lnTo>
                    <a:pt x="319535" y="235929"/>
                  </a:lnTo>
                  <a:lnTo>
                    <a:pt x="321636" y="231071"/>
                  </a:lnTo>
                  <a:lnTo>
                    <a:pt x="323581" y="226148"/>
                  </a:lnTo>
                  <a:lnTo>
                    <a:pt x="325370" y="221167"/>
                  </a:lnTo>
                  <a:lnTo>
                    <a:pt x="327000" y="216132"/>
                  </a:lnTo>
                  <a:lnTo>
                    <a:pt x="328470" y="211047"/>
                  </a:lnTo>
                  <a:lnTo>
                    <a:pt x="329778" y="205919"/>
                  </a:lnTo>
                  <a:lnTo>
                    <a:pt x="330924" y="200752"/>
                  </a:lnTo>
                  <a:lnTo>
                    <a:pt x="331905" y="195551"/>
                  </a:lnTo>
                  <a:lnTo>
                    <a:pt x="332721" y="190322"/>
                  </a:lnTo>
                  <a:lnTo>
                    <a:pt x="333371" y="185069"/>
                  </a:lnTo>
                  <a:lnTo>
                    <a:pt x="333854" y="179798"/>
                  </a:lnTo>
                  <a:lnTo>
                    <a:pt x="334170" y="174515"/>
                  </a:lnTo>
                  <a:lnTo>
                    <a:pt x="334319" y="169225"/>
                  </a:lnTo>
                  <a:lnTo>
                    <a:pt x="334301" y="163932"/>
                  </a:lnTo>
                  <a:lnTo>
                    <a:pt x="334115" y="158643"/>
                  </a:lnTo>
                  <a:lnTo>
                    <a:pt x="333761" y="153362"/>
                  </a:lnTo>
                  <a:lnTo>
                    <a:pt x="333241" y="148095"/>
                  </a:lnTo>
                  <a:lnTo>
                    <a:pt x="332554" y="142847"/>
                  </a:lnTo>
                  <a:lnTo>
                    <a:pt x="331701" y="137623"/>
                  </a:lnTo>
                  <a:lnTo>
                    <a:pt x="330683" y="132430"/>
                  </a:lnTo>
                  <a:lnTo>
                    <a:pt x="329501" y="127271"/>
                  </a:lnTo>
                  <a:lnTo>
                    <a:pt x="328157" y="122151"/>
                  </a:lnTo>
                  <a:lnTo>
                    <a:pt x="326651" y="117077"/>
                  </a:lnTo>
                  <a:lnTo>
                    <a:pt x="324986" y="112054"/>
                  </a:lnTo>
                  <a:lnTo>
                    <a:pt x="323162" y="107085"/>
                  </a:lnTo>
                  <a:lnTo>
                    <a:pt x="321182" y="102177"/>
                  </a:lnTo>
                  <a:lnTo>
                    <a:pt x="319047" y="97334"/>
                  </a:lnTo>
                  <a:lnTo>
                    <a:pt x="316760" y="92561"/>
                  </a:lnTo>
                  <a:lnTo>
                    <a:pt x="314324" y="87862"/>
                  </a:lnTo>
                  <a:lnTo>
                    <a:pt x="311739" y="83244"/>
                  </a:lnTo>
                  <a:lnTo>
                    <a:pt x="309010" y="78709"/>
                  </a:lnTo>
                  <a:lnTo>
                    <a:pt x="306139" y="74263"/>
                  </a:lnTo>
                  <a:lnTo>
                    <a:pt x="303128" y="69910"/>
                  </a:lnTo>
                  <a:lnTo>
                    <a:pt x="299981" y="65654"/>
                  </a:lnTo>
                  <a:lnTo>
                    <a:pt x="296701" y="61501"/>
                  </a:lnTo>
                  <a:lnTo>
                    <a:pt x="293291" y="57453"/>
                  </a:lnTo>
                  <a:lnTo>
                    <a:pt x="289754" y="53515"/>
                  </a:lnTo>
                  <a:lnTo>
                    <a:pt x="286095" y="49691"/>
                  </a:lnTo>
                  <a:lnTo>
                    <a:pt x="282317" y="45985"/>
                  </a:lnTo>
                  <a:lnTo>
                    <a:pt x="278423" y="42401"/>
                  </a:lnTo>
                  <a:lnTo>
                    <a:pt x="274417" y="38941"/>
                  </a:lnTo>
                  <a:lnTo>
                    <a:pt x="270304" y="35610"/>
                  </a:lnTo>
                  <a:lnTo>
                    <a:pt x="266088" y="32411"/>
                  </a:lnTo>
                  <a:lnTo>
                    <a:pt x="261772" y="29347"/>
                  </a:lnTo>
                  <a:lnTo>
                    <a:pt x="257362" y="26421"/>
                  </a:lnTo>
                  <a:lnTo>
                    <a:pt x="252861" y="23636"/>
                  </a:lnTo>
                  <a:lnTo>
                    <a:pt x="248275" y="20995"/>
                  </a:lnTo>
                  <a:lnTo>
                    <a:pt x="243607" y="18501"/>
                  </a:lnTo>
                  <a:lnTo>
                    <a:pt x="238862" y="16156"/>
                  </a:lnTo>
                  <a:lnTo>
                    <a:pt x="234045" y="13962"/>
                  </a:lnTo>
                  <a:lnTo>
                    <a:pt x="229162" y="11921"/>
                  </a:lnTo>
                  <a:lnTo>
                    <a:pt x="224216" y="10036"/>
                  </a:lnTo>
                  <a:lnTo>
                    <a:pt x="219213" y="8309"/>
                  </a:lnTo>
                  <a:lnTo>
                    <a:pt x="214158" y="6741"/>
                  </a:lnTo>
                  <a:lnTo>
                    <a:pt x="209056" y="5334"/>
                  </a:lnTo>
                  <a:lnTo>
                    <a:pt x="203912" y="4089"/>
                  </a:lnTo>
                  <a:lnTo>
                    <a:pt x="198731" y="3007"/>
                  </a:lnTo>
                  <a:lnTo>
                    <a:pt x="193519" y="2090"/>
                  </a:lnTo>
                  <a:lnTo>
                    <a:pt x="188280" y="1338"/>
                  </a:lnTo>
                  <a:lnTo>
                    <a:pt x="183019" y="753"/>
                  </a:lnTo>
                  <a:lnTo>
                    <a:pt x="177743" y="335"/>
                  </a:lnTo>
                  <a:lnTo>
                    <a:pt x="172457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85885" y="2126963"/>
              <a:ext cx="95402" cy="167167"/>
            </a:xfrm>
            <a:custGeom>
              <a:avLst/>
              <a:pathLst>
                <a:path w="95402" h="167167">
                  <a:moveTo>
                    <a:pt x="95402" y="0"/>
                  </a:moveTo>
                  <a:lnTo>
                    <a:pt x="89762" y="95"/>
                  </a:lnTo>
                  <a:lnTo>
                    <a:pt x="84129" y="380"/>
                  </a:lnTo>
                  <a:lnTo>
                    <a:pt x="78509" y="855"/>
                  </a:lnTo>
                  <a:lnTo>
                    <a:pt x="72908" y="1520"/>
                  </a:lnTo>
                  <a:lnTo>
                    <a:pt x="67333" y="2373"/>
                  </a:lnTo>
                  <a:lnTo>
                    <a:pt x="61789" y="3414"/>
                  </a:lnTo>
                  <a:lnTo>
                    <a:pt x="56284" y="4641"/>
                  </a:lnTo>
                  <a:lnTo>
                    <a:pt x="50823" y="6053"/>
                  </a:lnTo>
                  <a:lnTo>
                    <a:pt x="45413" y="7649"/>
                  </a:lnTo>
                  <a:lnTo>
                    <a:pt x="40060" y="9426"/>
                  </a:lnTo>
                  <a:lnTo>
                    <a:pt x="34770" y="11383"/>
                  </a:lnTo>
                  <a:lnTo>
                    <a:pt x="29549" y="13517"/>
                  </a:lnTo>
                  <a:lnTo>
                    <a:pt x="24403" y="15826"/>
                  </a:lnTo>
                  <a:lnTo>
                    <a:pt x="19338" y="18307"/>
                  </a:lnTo>
                  <a:lnTo>
                    <a:pt x="14360" y="20958"/>
                  </a:lnTo>
                  <a:lnTo>
                    <a:pt x="9473" y="23775"/>
                  </a:lnTo>
                  <a:lnTo>
                    <a:pt x="4685" y="26755"/>
                  </a:lnTo>
                  <a:lnTo>
                    <a:pt x="0" y="29896"/>
                  </a:lnTo>
                  <a:lnTo>
                    <a:pt x="9540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85885" y="215685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85885" y="215685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85885" y="215685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85885" y="215685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85885" y="215685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85885" y="215685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85885" y="215685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85885" y="215685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85885" y="215685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85885" y="215685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85885" y="215685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85885" y="215685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85885" y="215685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85885" y="2156859"/>
              <a:ext cx="95402" cy="137271"/>
            </a:xfrm>
            <a:custGeom>
              <a:avLst/>
              <a:pathLst>
                <a:path w="95402" h="137271">
                  <a:moveTo>
                    <a:pt x="0" y="0"/>
                  </a:moveTo>
                  <a:lnTo>
                    <a:pt x="95402" y="1372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14131" y="2127255"/>
              <a:ext cx="334312" cy="334041"/>
            </a:xfrm>
            <a:custGeom>
              <a:avLst/>
              <a:pathLst>
                <a:path w="334312" h="334041">
                  <a:moveTo>
                    <a:pt x="71754" y="29604"/>
                  </a:moveTo>
                  <a:lnTo>
                    <a:pt x="67446" y="32700"/>
                  </a:lnTo>
                  <a:lnTo>
                    <a:pt x="63240" y="35931"/>
                  </a:lnTo>
                  <a:lnTo>
                    <a:pt x="59137" y="39294"/>
                  </a:lnTo>
                  <a:lnTo>
                    <a:pt x="55144" y="42785"/>
                  </a:lnTo>
                  <a:lnTo>
                    <a:pt x="51263" y="46401"/>
                  </a:lnTo>
                  <a:lnTo>
                    <a:pt x="47499" y="50139"/>
                  </a:lnTo>
                  <a:lnTo>
                    <a:pt x="43856" y="53994"/>
                  </a:lnTo>
                  <a:lnTo>
                    <a:pt x="40337" y="57963"/>
                  </a:lnTo>
                  <a:lnTo>
                    <a:pt x="36945" y="62042"/>
                  </a:lnTo>
                  <a:lnTo>
                    <a:pt x="33684" y="66226"/>
                  </a:lnTo>
                  <a:lnTo>
                    <a:pt x="30558" y="70511"/>
                  </a:lnTo>
                  <a:lnTo>
                    <a:pt x="27570" y="74893"/>
                  </a:lnTo>
                  <a:lnTo>
                    <a:pt x="24721" y="79368"/>
                  </a:lnTo>
                  <a:lnTo>
                    <a:pt x="22017" y="83932"/>
                  </a:lnTo>
                  <a:lnTo>
                    <a:pt x="19458" y="88578"/>
                  </a:lnTo>
                  <a:lnTo>
                    <a:pt x="17049" y="93304"/>
                  </a:lnTo>
                  <a:lnTo>
                    <a:pt x="14790" y="98103"/>
                  </a:lnTo>
                  <a:lnTo>
                    <a:pt x="12685" y="102972"/>
                  </a:lnTo>
                  <a:lnTo>
                    <a:pt x="10735" y="107905"/>
                  </a:lnTo>
                  <a:lnTo>
                    <a:pt x="8943" y="112898"/>
                  </a:lnTo>
                  <a:lnTo>
                    <a:pt x="7310" y="117945"/>
                  </a:lnTo>
                  <a:lnTo>
                    <a:pt x="5838" y="123041"/>
                  </a:lnTo>
                  <a:lnTo>
                    <a:pt x="4528" y="128181"/>
                  </a:lnTo>
                  <a:lnTo>
                    <a:pt x="3383" y="133360"/>
                  </a:lnTo>
                  <a:lnTo>
                    <a:pt x="2402" y="138573"/>
                  </a:lnTo>
                  <a:lnTo>
                    <a:pt x="1587" y="143815"/>
                  </a:lnTo>
                  <a:lnTo>
                    <a:pt x="938" y="149080"/>
                  </a:lnTo>
                  <a:lnTo>
                    <a:pt x="457" y="154362"/>
                  </a:lnTo>
                  <a:lnTo>
                    <a:pt x="144" y="159657"/>
                  </a:lnTo>
                  <a:lnTo>
                    <a:pt x="0" y="164960"/>
                  </a:lnTo>
                  <a:lnTo>
                    <a:pt x="23" y="170264"/>
                  </a:lnTo>
                  <a:lnTo>
                    <a:pt x="215" y="175565"/>
                  </a:lnTo>
                  <a:lnTo>
                    <a:pt x="574" y="180858"/>
                  </a:lnTo>
                  <a:lnTo>
                    <a:pt x="1102" y="186136"/>
                  </a:lnTo>
                  <a:lnTo>
                    <a:pt x="1797" y="191395"/>
                  </a:lnTo>
                  <a:lnTo>
                    <a:pt x="2658" y="196629"/>
                  </a:lnTo>
                  <a:lnTo>
                    <a:pt x="3685" y="201833"/>
                  </a:lnTo>
                  <a:lnTo>
                    <a:pt x="4876" y="207002"/>
                  </a:lnTo>
                  <a:lnTo>
                    <a:pt x="6231" y="212130"/>
                  </a:lnTo>
                  <a:lnTo>
                    <a:pt x="7748" y="217213"/>
                  </a:lnTo>
                  <a:lnTo>
                    <a:pt x="9425" y="222245"/>
                  </a:lnTo>
                  <a:lnTo>
                    <a:pt x="11261" y="227222"/>
                  </a:lnTo>
                  <a:lnTo>
                    <a:pt x="13254" y="232138"/>
                  </a:lnTo>
                  <a:lnTo>
                    <a:pt x="15402" y="236988"/>
                  </a:lnTo>
                  <a:lnTo>
                    <a:pt x="17703" y="241767"/>
                  </a:lnTo>
                  <a:lnTo>
                    <a:pt x="20155" y="246471"/>
                  </a:lnTo>
                  <a:lnTo>
                    <a:pt x="22754" y="251095"/>
                  </a:lnTo>
                  <a:lnTo>
                    <a:pt x="25499" y="255634"/>
                  </a:lnTo>
                  <a:lnTo>
                    <a:pt x="28386" y="260084"/>
                  </a:lnTo>
                  <a:lnTo>
                    <a:pt x="31414" y="264440"/>
                  </a:lnTo>
                  <a:lnTo>
                    <a:pt x="34577" y="268698"/>
                  </a:lnTo>
                  <a:lnTo>
                    <a:pt x="37875" y="272853"/>
                  </a:lnTo>
                  <a:lnTo>
                    <a:pt x="41302" y="276901"/>
                  </a:lnTo>
                  <a:lnTo>
                    <a:pt x="44856" y="280839"/>
                  </a:lnTo>
                  <a:lnTo>
                    <a:pt x="48534" y="284662"/>
                  </a:lnTo>
                  <a:lnTo>
                    <a:pt x="52331" y="288366"/>
                  </a:lnTo>
                  <a:lnTo>
                    <a:pt x="56243" y="291948"/>
                  </a:lnTo>
                  <a:lnTo>
                    <a:pt x="60267" y="295404"/>
                  </a:lnTo>
                  <a:lnTo>
                    <a:pt x="64399" y="298730"/>
                  </a:lnTo>
                  <a:lnTo>
                    <a:pt x="68634" y="301924"/>
                  </a:lnTo>
                  <a:lnTo>
                    <a:pt x="72968" y="304982"/>
                  </a:lnTo>
                  <a:lnTo>
                    <a:pt x="77398" y="307901"/>
                  </a:lnTo>
                  <a:lnTo>
                    <a:pt x="81917" y="310678"/>
                  </a:lnTo>
                  <a:lnTo>
                    <a:pt x="86523" y="313310"/>
                  </a:lnTo>
                  <a:lnTo>
                    <a:pt x="91209" y="315794"/>
                  </a:lnTo>
                  <a:lnTo>
                    <a:pt x="95972" y="318129"/>
                  </a:lnTo>
                  <a:lnTo>
                    <a:pt x="100807" y="320311"/>
                  </a:lnTo>
                  <a:lnTo>
                    <a:pt x="105709" y="322339"/>
                  </a:lnTo>
                  <a:lnTo>
                    <a:pt x="110672" y="324211"/>
                  </a:lnTo>
                  <a:lnTo>
                    <a:pt x="115692" y="325923"/>
                  </a:lnTo>
                  <a:lnTo>
                    <a:pt x="120764" y="327476"/>
                  </a:lnTo>
                  <a:lnTo>
                    <a:pt x="125883" y="328867"/>
                  </a:lnTo>
                  <a:lnTo>
                    <a:pt x="131044" y="330095"/>
                  </a:lnTo>
                  <a:lnTo>
                    <a:pt x="136240" y="331159"/>
                  </a:lnTo>
                  <a:lnTo>
                    <a:pt x="141468" y="332057"/>
                  </a:lnTo>
                  <a:lnTo>
                    <a:pt x="146722" y="332789"/>
                  </a:lnTo>
                  <a:lnTo>
                    <a:pt x="151996" y="333353"/>
                  </a:lnTo>
                  <a:lnTo>
                    <a:pt x="157286" y="333751"/>
                  </a:lnTo>
                  <a:lnTo>
                    <a:pt x="162585" y="333980"/>
                  </a:lnTo>
                  <a:lnTo>
                    <a:pt x="167889" y="334041"/>
                  </a:lnTo>
                  <a:lnTo>
                    <a:pt x="173193" y="333933"/>
                  </a:lnTo>
                  <a:lnTo>
                    <a:pt x="178490" y="333658"/>
                  </a:lnTo>
                  <a:lnTo>
                    <a:pt x="183776" y="333214"/>
                  </a:lnTo>
                  <a:lnTo>
                    <a:pt x="189045" y="332603"/>
                  </a:lnTo>
                  <a:lnTo>
                    <a:pt x="194292" y="331825"/>
                  </a:lnTo>
                  <a:lnTo>
                    <a:pt x="199512" y="330881"/>
                  </a:lnTo>
                  <a:lnTo>
                    <a:pt x="204699" y="329772"/>
                  </a:lnTo>
                  <a:lnTo>
                    <a:pt x="209849" y="328499"/>
                  </a:lnTo>
                  <a:lnTo>
                    <a:pt x="214955" y="327063"/>
                  </a:lnTo>
                  <a:lnTo>
                    <a:pt x="220013" y="325466"/>
                  </a:lnTo>
                  <a:lnTo>
                    <a:pt x="225019" y="323709"/>
                  </a:lnTo>
                  <a:lnTo>
                    <a:pt x="229965" y="321794"/>
                  </a:lnTo>
                  <a:lnTo>
                    <a:pt x="234849" y="319723"/>
                  </a:lnTo>
                  <a:lnTo>
                    <a:pt x="239664" y="317499"/>
                  </a:lnTo>
                  <a:lnTo>
                    <a:pt x="244407" y="315122"/>
                  </a:lnTo>
                  <a:lnTo>
                    <a:pt x="249071" y="312597"/>
                  </a:lnTo>
                  <a:lnTo>
                    <a:pt x="253654" y="309924"/>
                  </a:lnTo>
                  <a:lnTo>
                    <a:pt x="258149" y="307108"/>
                  </a:lnTo>
                  <a:lnTo>
                    <a:pt x="262552" y="304150"/>
                  </a:lnTo>
                  <a:lnTo>
                    <a:pt x="266859" y="301055"/>
                  </a:lnTo>
                  <a:lnTo>
                    <a:pt x="271066" y="297824"/>
                  </a:lnTo>
                  <a:lnTo>
                    <a:pt x="275169" y="294461"/>
                  </a:lnTo>
                  <a:lnTo>
                    <a:pt x="279162" y="290970"/>
                  </a:lnTo>
                  <a:lnTo>
                    <a:pt x="283043" y="287354"/>
                  </a:lnTo>
                  <a:lnTo>
                    <a:pt x="286807" y="283616"/>
                  </a:lnTo>
                  <a:lnTo>
                    <a:pt x="290451" y="279761"/>
                  </a:lnTo>
                  <a:lnTo>
                    <a:pt x="293970" y="275792"/>
                  </a:lnTo>
                  <a:lnTo>
                    <a:pt x="297362" y="271714"/>
                  </a:lnTo>
                  <a:lnTo>
                    <a:pt x="300623" y="267530"/>
                  </a:lnTo>
                  <a:lnTo>
                    <a:pt x="303749" y="263245"/>
                  </a:lnTo>
                  <a:lnTo>
                    <a:pt x="306738" y="258863"/>
                  </a:lnTo>
                  <a:lnTo>
                    <a:pt x="309586" y="254388"/>
                  </a:lnTo>
                  <a:lnTo>
                    <a:pt x="312291" y="249825"/>
                  </a:lnTo>
                  <a:lnTo>
                    <a:pt x="314850" y="245178"/>
                  </a:lnTo>
                  <a:lnTo>
                    <a:pt x="317260" y="240453"/>
                  </a:lnTo>
                  <a:lnTo>
                    <a:pt x="319519" y="235653"/>
                  </a:lnTo>
                  <a:lnTo>
                    <a:pt x="321624" y="230785"/>
                  </a:lnTo>
                  <a:lnTo>
                    <a:pt x="323574" y="225852"/>
                  </a:lnTo>
                  <a:lnTo>
                    <a:pt x="325367" y="220859"/>
                  </a:lnTo>
                  <a:lnTo>
                    <a:pt x="327000" y="215812"/>
                  </a:lnTo>
                  <a:lnTo>
                    <a:pt x="328472" y="210716"/>
                  </a:lnTo>
                  <a:lnTo>
                    <a:pt x="329782" y="205576"/>
                  </a:lnTo>
                  <a:lnTo>
                    <a:pt x="330928" y="200397"/>
                  </a:lnTo>
                  <a:lnTo>
                    <a:pt x="331909" y="195184"/>
                  </a:lnTo>
                  <a:lnTo>
                    <a:pt x="332724" y="189942"/>
                  </a:lnTo>
                  <a:lnTo>
                    <a:pt x="333373" y="184678"/>
                  </a:lnTo>
                  <a:lnTo>
                    <a:pt x="333854" y="179395"/>
                  </a:lnTo>
                  <a:lnTo>
                    <a:pt x="334167" y="174100"/>
                  </a:lnTo>
                  <a:lnTo>
                    <a:pt x="334312" y="168797"/>
                  </a:lnTo>
                  <a:lnTo>
                    <a:pt x="334289" y="163493"/>
                  </a:lnTo>
                  <a:lnTo>
                    <a:pt x="334098" y="158192"/>
                  </a:lnTo>
                  <a:lnTo>
                    <a:pt x="333738" y="152900"/>
                  </a:lnTo>
                  <a:lnTo>
                    <a:pt x="333211" y="147622"/>
                  </a:lnTo>
                  <a:lnTo>
                    <a:pt x="332517" y="142363"/>
                  </a:lnTo>
                  <a:lnTo>
                    <a:pt x="331656" y="137129"/>
                  </a:lnTo>
                  <a:lnTo>
                    <a:pt x="330629" y="131924"/>
                  </a:lnTo>
                  <a:lnTo>
                    <a:pt x="329438" y="126755"/>
                  </a:lnTo>
                  <a:lnTo>
                    <a:pt x="328083" y="121627"/>
                  </a:lnTo>
                  <a:lnTo>
                    <a:pt x="326567" y="116544"/>
                  </a:lnTo>
                  <a:lnTo>
                    <a:pt x="324889" y="111511"/>
                  </a:lnTo>
                  <a:lnTo>
                    <a:pt x="323053" y="106535"/>
                  </a:lnTo>
                  <a:lnTo>
                    <a:pt x="321061" y="101619"/>
                  </a:lnTo>
                  <a:lnTo>
                    <a:pt x="318913" y="96769"/>
                  </a:lnTo>
                  <a:lnTo>
                    <a:pt x="316612" y="91989"/>
                  </a:lnTo>
                  <a:lnTo>
                    <a:pt x="314161" y="87285"/>
                  </a:lnTo>
                  <a:lnTo>
                    <a:pt x="311562" y="82661"/>
                  </a:lnTo>
                  <a:lnTo>
                    <a:pt x="308817" y="78122"/>
                  </a:lnTo>
                  <a:lnTo>
                    <a:pt x="305930" y="73672"/>
                  </a:lnTo>
                  <a:lnTo>
                    <a:pt x="302903" y="69316"/>
                  </a:lnTo>
                  <a:lnTo>
                    <a:pt x="299739" y="65058"/>
                  </a:lnTo>
                  <a:lnTo>
                    <a:pt x="296442" y="60903"/>
                  </a:lnTo>
                  <a:lnTo>
                    <a:pt x="293015" y="56854"/>
                  </a:lnTo>
                  <a:lnTo>
                    <a:pt x="289461" y="52917"/>
                  </a:lnTo>
                  <a:lnTo>
                    <a:pt x="285784" y="49093"/>
                  </a:lnTo>
                  <a:lnTo>
                    <a:pt x="281987" y="45389"/>
                  </a:lnTo>
                  <a:lnTo>
                    <a:pt x="278075" y="41807"/>
                  </a:lnTo>
                  <a:lnTo>
                    <a:pt x="274051" y="38351"/>
                  </a:lnTo>
                  <a:lnTo>
                    <a:pt x="269919" y="35024"/>
                  </a:lnTo>
                  <a:lnTo>
                    <a:pt x="265684" y="31830"/>
                  </a:lnTo>
                  <a:lnTo>
                    <a:pt x="261350" y="28772"/>
                  </a:lnTo>
                  <a:lnTo>
                    <a:pt x="256921" y="25853"/>
                  </a:lnTo>
                  <a:lnTo>
                    <a:pt x="252401" y="23076"/>
                  </a:lnTo>
                  <a:lnTo>
                    <a:pt x="247796" y="20444"/>
                  </a:lnTo>
                  <a:lnTo>
                    <a:pt x="243110" y="17959"/>
                  </a:lnTo>
                  <a:lnTo>
                    <a:pt x="238347" y="15624"/>
                  </a:lnTo>
                  <a:lnTo>
                    <a:pt x="233512" y="13441"/>
                  </a:lnTo>
                  <a:lnTo>
                    <a:pt x="228610" y="11413"/>
                  </a:lnTo>
                  <a:lnTo>
                    <a:pt x="223647" y="9542"/>
                  </a:lnTo>
                  <a:lnTo>
                    <a:pt x="218627" y="7829"/>
                  </a:lnTo>
                  <a:lnTo>
                    <a:pt x="213555" y="6276"/>
                  </a:lnTo>
                  <a:lnTo>
                    <a:pt x="208436" y="4884"/>
                  </a:lnTo>
                  <a:lnTo>
                    <a:pt x="203276" y="3656"/>
                  </a:lnTo>
                  <a:lnTo>
                    <a:pt x="198079" y="2592"/>
                  </a:lnTo>
                  <a:lnTo>
                    <a:pt x="192851" y="1694"/>
                  </a:lnTo>
                  <a:lnTo>
                    <a:pt x="187598" y="962"/>
                  </a:lnTo>
                  <a:lnTo>
                    <a:pt x="182323" y="397"/>
                  </a:lnTo>
                  <a:lnTo>
                    <a:pt x="177034" y="0"/>
                  </a:lnTo>
                  <a:lnTo>
                    <a:pt x="167156" y="1668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781287" y="2126963"/>
              <a:ext cx="9877" cy="167167"/>
            </a:xfrm>
            <a:custGeom>
              <a:avLst/>
              <a:pathLst>
                <a:path w="9877" h="167167">
                  <a:moveTo>
                    <a:pt x="9877" y="29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423599" y="2633064"/>
              <a:ext cx="334301" cy="334334"/>
            </a:xfrm>
            <a:custGeom>
              <a:avLst/>
              <a:pathLst>
                <a:path w="334301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49" y="757"/>
                  </a:lnTo>
                  <a:lnTo>
                    <a:pt x="145974" y="1346"/>
                  </a:lnTo>
                  <a:lnTo>
                    <a:pt x="140721" y="2102"/>
                  </a:lnTo>
                  <a:lnTo>
                    <a:pt x="135494" y="3024"/>
                  </a:lnTo>
                  <a:lnTo>
                    <a:pt x="130299" y="4112"/>
                  </a:lnTo>
                  <a:lnTo>
                    <a:pt x="125141" y="5364"/>
                  </a:lnTo>
                  <a:lnTo>
                    <a:pt x="120026" y="6779"/>
                  </a:lnTo>
                  <a:lnTo>
                    <a:pt x="114958" y="8355"/>
                  </a:lnTo>
                  <a:lnTo>
                    <a:pt x="109942" y="10092"/>
                  </a:lnTo>
                  <a:lnTo>
                    <a:pt x="104985" y="11988"/>
                  </a:lnTo>
                  <a:lnTo>
                    <a:pt x="100090" y="14039"/>
                  </a:lnTo>
                  <a:lnTo>
                    <a:pt x="95262" y="16245"/>
                  </a:lnTo>
                  <a:lnTo>
                    <a:pt x="90507" y="18603"/>
                  </a:lnTo>
                  <a:lnTo>
                    <a:pt x="85830" y="21111"/>
                  </a:lnTo>
                  <a:lnTo>
                    <a:pt x="81234" y="23766"/>
                  </a:lnTo>
                  <a:lnTo>
                    <a:pt x="76725" y="26566"/>
                  </a:lnTo>
                  <a:lnTo>
                    <a:pt x="72307" y="29508"/>
                  </a:lnTo>
                  <a:lnTo>
                    <a:pt x="67985" y="32588"/>
                  </a:lnTo>
                  <a:lnTo>
                    <a:pt x="63762" y="35804"/>
                  </a:lnTo>
                  <a:lnTo>
                    <a:pt x="59644" y="39152"/>
                  </a:lnTo>
                  <a:lnTo>
                    <a:pt x="55634" y="42629"/>
                  </a:lnTo>
                  <a:lnTo>
                    <a:pt x="51737" y="46232"/>
                  </a:lnTo>
                  <a:lnTo>
                    <a:pt x="47956" y="49957"/>
                  </a:lnTo>
                  <a:lnTo>
                    <a:pt x="44295" y="53800"/>
                  </a:lnTo>
                  <a:lnTo>
                    <a:pt x="40758" y="57757"/>
                  </a:lnTo>
                  <a:lnTo>
                    <a:pt x="37348" y="61825"/>
                  </a:lnTo>
                  <a:lnTo>
                    <a:pt x="34070" y="65999"/>
                  </a:lnTo>
                  <a:lnTo>
                    <a:pt x="30925" y="70274"/>
                  </a:lnTo>
                  <a:lnTo>
                    <a:pt x="27918" y="74648"/>
                  </a:lnTo>
                  <a:lnTo>
                    <a:pt x="25051" y="79114"/>
                  </a:lnTo>
                  <a:lnTo>
                    <a:pt x="22327" y="83670"/>
                  </a:lnTo>
                  <a:lnTo>
                    <a:pt x="19749" y="88309"/>
                  </a:lnTo>
                  <a:lnTo>
                    <a:pt x="17320" y="93028"/>
                  </a:lnTo>
                  <a:lnTo>
                    <a:pt x="15042" y="97822"/>
                  </a:lnTo>
                  <a:lnTo>
                    <a:pt x="12917" y="102686"/>
                  </a:lnTo>
                  <a:lnTo>
                    <a:pt x="10948" y="107615"/>
                  </a:lnTo>
                  <a:lnTo>
                    <a:pt x="9136" y="112603"/>
                  </a:lnTo>
                  <a:lnTo>
                    <a:pt x="7484" y="117647"/>
                  </a:lnTo>
                  <a:lnTo>
                    <a:pt x="5992" y="122741"/>
                  </a:lnTo>
                  <a:lnTo>
                    <a:pt x="4663" y="127879"/>
                  </a:lnTo>
                  <a:lnTo>
                    <a:pt x="3498" y="133057"/>
                  </a:lnTo>
                  <a:lnTo>
                    <a:pt x="2497" y="138270"/>
                  </a:lnTo>
                  <a:lnTo>
                    <a:pt x="1663" y="143511"/>
                  </a:lnTo>
                  <a:lnTo>
                    <a:pt x="995" y="148777"/>
                  </a:lnTo>
                  <a:lnTo>
                    <a:pt x="495" y="154061"/>
                  </a:lnTo>
                  <a:lnTo>
                    <a:pt x="163" y="159358"/>
                  </a:lnTo>
                  <a:lnTo>
                    <a:pt x="0" y="164663"/>
                  </a:lnTo>
                  <a:lnTo>
                    <a:pt x="4" y="169970"/>
                  </a:lnTo>
                  <a:lnTo>
                    <a:pt x="178" y="175275"/>
                  </a:lnTo>
                  <a:lnTo>
                    <a:pt x="519" y="180572"/>
                  </a:lnTo>
                  <a:lnTo>
                    <a:pt x="1029" y="185855"/>
                  </a:lnTo>
                  <a:lnTo>
                    <a:pt x="1706" y="191119"/>
                  </a:lnTo>
                  <a:lnTo>
                    <a:pt x="2549" y="196359"/>
                  </a:lnTo>
                  <a:lnTo>
                    <a:pt x="3559" y="201570"/>
                  </a:lnTo>
                  <a:lnTo>
                    <a:pt x="4734" y="206746"/>
                  </a:lnTo>
                  <a:lnTo>
                    <a:pt x="6072" y="211882"/>
                  </a:lnTo>
                  <a:lnTo>
                    <a:pt x="7573" y="216973"/>
                  </a:lnTo>
                  <a:lnTo>
                    <a:pt x="9234" y="222014"/>
                  </a:lnTo>
                  <a:lnTo>
                    <a:pt x="11055" y="226999"/>
                  </a:lnTo>
                  <a:lnTo>
                    <a:pt x="13033" y="231924"/>
                  </a:lnTo>
                  <a:lnTo>
                    <a:pt x="15167" y="236784"/>
                  </a:lnTo>
                  <a:lnTo>
                    <a:pt x="17453" y="241574"/>
                  </a:lnTo>
                  <a:lnTo>
                    <a:pt x="19891" y="246289"/>
                  </a:lnTo>
                  <a:lnTo>
                    <a:pt x="22477" y="250924"/>
                  </a:lnTo>
                  <a:lnTo>
                    <a:pt x="25209" y="255474"/>
                  </a:lnTo>
                  <a:lnTo>
                    <a:pt x="28084" y="259936"/>
                  </a:lnTo>
                  <a:lnTo>
                    <a:pt x="31099" y="264304"/>
                  </a:lnTo>
                  <a:lnTo>
                    <a:pt x="34251" y="268574"/>
                  </a:lnTo>
                  <a:lnTo>
                    <a:pt x="37537" y="272741"/>
                  </a:lnTo>
                  <a:lnTo>
                    <a:pt x="40954" y="276803"/>
                  </a:lnTo>
                  <a:lnTo>
                    <a:pt x="44498" y="280754"/>
                  </a:lnTo>
                  <a:lnTo>
                    <a:pt x="48166" y="284590"/>
                  </a:lnTo>
                  <a:lnTo>
                    <a:pt x="51954" y="288308"/>
                  </a:lnTo>
                  <a:lnTo>
                    <a:pt x="55858" y="291904"/>
                  </a:lnTo>
                  <a:lnTo>
                    <a:pt x="59874" y="295374"/>
                  </a:lnTo>
                  <a:lnTo>
                    <a:pt x="63998" y="298715"/>
                  </a:lnTo>
                  <a:lnTo>
                    <a:pt x="68226" y="301923"/>
                  </a:lnTo>
                  <a:lnTo>
                    <a:pt x="72554" y="304996"/>
                  </a:lnTo>
                  <a:lnTo>
                    <a:pt x="76977" y="307929"/>
                  </a:lnTo>
                  <a:lnTo>
                    <a:pt x="81491" y="310721"/>
                  </a:lnTo>
                  <a:lnTo>
                    <a:pt x="86091" y="313368"/>
                  </a:lnTo>
                  <a:lnTo>
                    <a:pt x="90774" y="315868"/>
                  </a:lnTo>
                  <a:lnTo>
                    <a:pt x="95533" y="318217"/>
                  </a:lnTo>
                  <a:lnTo>
                    <a:pt x="100364" y="320415"/>
                  </a:lnTo>
                  <a:lnTo>
                    <a:pt x="105263" y="322457"/>
                  </a:lnTo>
                  <a:lnTo>
                    <a:pt x="110224" y="324344"/>
                  </a:lnTo>
                  <a:lnTo>
                    <a:pt x="115242" y="326072"/>
                  </a:lnTo>
                  <a:lnTo>
                    <a:pt x="120313" y="327639"/>
                  </a:lnTo>
                  <a:lnTo>
                    <a:pt x="125431" y="329045"/>
                  </a:lnTo>
                  <a:lnTo>
                    <a:pt x="130591" y="330288"/>
                  </a:lnTo>
                  <a:lnTo>
                    <a:pt x="135788" y="331366"/>
                  </a:lnTo>
                  <a:lnTo>
                    <a:pt x="141016" y="332279"/>
                  </a:lnTo>
                  <a:lnTo>
                    <a:pt x="146271" y="333026"/>
                  </a:lnTo>
                  <a:lnTo>
                    <a:pt x="151547" y="333605"/>
                  </a:lnTo>
                  <a:lnTo>
                    <a:pt x="156839" y="334016"/>
                  </a:lnTo>
                  <a:lnTo>
                    <a:pt x="162141" y="334259"/>
                  </a:lnTo>
                  <a:lnTo>
                    <a:pt x="167448" y="334334"/>
                  </a:lnTo>
                  <a:lnTo>
                    <a:pt x="172754" y="334240"/>
                  </a:lnTo>
                  <a:lnTo>
                    <a:pt x="178056" y="333978"/>
                  </a:lnTo>
                  <a:lnTo>
                    <a:pt x="183346" y="333548"/>
                  </a:lnTo>
                  <a:lnTo>
                    <a:pt x="188619" y="332950"/>
                  </a:lnTo>
                  <a:lnTo>
                    <a:pt x="193872" y="332185"/>
                  </a:lnTo>
                  <a:lnTo>
                    <a:pt x="199097" y="331253"/>
                  </a:lnTo>
                  <a:lnTo>
                    <a:pt x="204290" y="330156"/>
                  </a:lnTo>
                  <a:lnTo>
                    <a:pt x="209445" y="328895"/>
                  </a:lnTo>
                  <a:lnTo>
                    <a:pt x="214558" y="327471"/>
                  </a:lnTo>
                  <a:lnTo>
                    <a:pt x="219623" y="325885"/>
                  </a:lnTo>
                  <a:lnTo>
                    <a:pt x="224635" y="324139"/>
                  </a:lnTo>
                  <a:lnTo>
                    <a:pt x="229590" y="322235"/>
                  </a:lnTo>
                  <a:lnTo>
                    <a:pt x="234481" y="320174"/>
                  </a:lnTo>
                  <a:lnTo>
                    <a:pt x="239304" y="317960"/>
                  </a:lnTo>
                  <a:lnTo>
                    <a:pt x="244055" y="315593"/>
                  </a:lnTo>
                  <a:lnTo>
                    <a:pt x="248728" y="313077"/>
                  </a:lnTo>
                  <a:lnTo>
                    <a:pt x="253319" y="310413"/>
                  </a:lnTo>
                  <a:lnTo>
                    <a:pt x="257823" y="307605"/>
                  </a:lnTo>
                  <a:lnTo>
                    <a:pt x="262236" y="304656"/>
                  </a:lnTo>
                  <a:lnTo>
                    <a:pt x="266553" y="301568"/>
                  </a:lnTo>
                  <a:lnTo>
                    <a:pt x="270769" y="298345"/>
                  </a:lnTo>
                  <a:lnTo>
                    <a:pt x="274882" y="294989"/>
                  </a:lnTo>
                  <a:lnTo>
                    <a:pt x="278885" y="291504"/>
                  </a:lnTo>
                  <a:lnTo>
                    <a:pt x="282776" y="287895"/>
                  </a:lnTo>
                  <a:lnTo>
                    <a:pt x="286550" y="284163"/>
                  </a:lnTo>
                  <a:lnTo>
                    <a:pt x="290204" y="280314"/>
                  </a:lnTo>
                  <a:lnTo>
                    <a:pt x="293734" y="276350"/>
                  </a:lnTo>
                  <a:lnTo>
                    <a:pt x="297137" y="272276"/>
                  </a:lnTo>
                  <a:lnTo>
                    <a:pt x="300408" y="268097"/>
                  </a:lnTo>
                  <a:lnTo>
                    <a:pt x="303545" y="263815"/>
                  </a:lnTo>
                  <a:lnTo>
                    <a:pt x="306544" y="259437"/>
                  </a:lnTo>
                  <a:lnTo>
                    <a:pt x="309403" y="254965"/>
                  </a:lnTo>
                  <a:lnTo>
                    <a:pt x="312119" y="250405"/>
                  </a:lnTo>
                  <a:lnTo>
                    <a:pt x="314688" y="245760"/>
                  </a:lnTo>
                  <a:lnTo>
                    <a:pt x="317109" y="241037"/>
                  </a:lnTo>
                  <a:lnTo>
                    <a:pt x="319378" y="236239"/>
                  </a:lnTo>
                  <a:lnTo>
                    <a:pt x="321494" y="231372"/>
                  </a:lnTo>
                  <a:lnTo>
                    <a:pt x="323455" y="226439"/>
                  </a:lnTo>
                  <a:lnTo>
                    <a:pt x="325258" y="221447"/>
                  </a:lnTo>
                  <a:lnTo>
                    <a:pt x="326901" y="216401"/>
                  </a:lnTo>
                  <a:lnTo>
                    <a:pt x="328384" y="211304"/>
                  </a:lnTo>
                  <a:lnTo>
                    <a:pt x="329703" y="206163"/>
                  </a:lnTo>
                  <a:lnTo>
                    <a:pt x="330860" y="200983"/>
                  </a:lnTo>
                  <a:lnTo>
                    <a:pt x="331851" y="195769"/>
                  </a:lnTo>
                  <a:lnTo>
                    <a:pt x="332676" y="190526"/>
                  </a:lnTo>
                  <a:lnTo>
                    <a:pt x="333334" y="185259"/>
                  </a:lnTo>
                  <a:lnTo>
                    <a:pt x="333824" y="179975"/>
                  </a:lnTo>
                  <a:lnTo>
                    <a:pt x="334147" y="174677"/>
                  </a:lnTo>
                  <a:lnTo>
                    <a:pt x="334301" y="169372"/>
                  </a:lnTo>
                  <a:lnTo>
                    <a:pt x="334287" y="164064"/>
                  </a:lnTo>
                  <a:lnTo>
                    <a:pt x="334104" y="158760"/>
                  </a:lnTo>
                  <a:lnTo>
                    <a:pt x="333753" y="153464"/>
                  </a:lnTo>
                  <a:lnTo>
                    <a:pt x="333234" y="148181"/>
                  </a:lnTo>
                  <a:lnTo>
                    <a:pt x="332548" y="142918"/>
                  </a:lnTo>
                  <a:lnTo>
                    <a:pt x="331694" y="137680"/>
                  </a:lnTo>
                  <a:lnTo>
                    <a:pt x="330675" y="132471"/>
                  </a:lnTo>
                  <a:lnTo>
                    <a:pt x="329492" y="127297"/>
                  </a:lnTo>
                  <a:lnTo>
                    <a:pt x="328144" y="122164"/>
                  </a:lnTo>
                  <a:lnTo>
                    <a:pt x="326634" y="117075"/>
                  </a:lnTo>
                  <a:lnTo>
                    <a:pt x="324964" y="112037"/>
                  </a:lnTo>
                  <a:lnTo>
                    <a:pt x="323134" y="107055"/>
                  </a:lnTo>
                  <a:lnTo>
                    <a:pt x="321147" y="102134"/>
                  </a:lnTo>
                  <a:lnTo>
                    <a:pt x="319005" y="97278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30342"/>
              <a:ext cx="151856" cy="69889"/>
            </a:xfrm>
            <a:custGeom>
              <a:avLst/>
              <a:pathLst>
                <a:path w="151856" h="69889">
                  <a:moveTo>
                    <a:pt x="151856" y="0"/>
                  </a:moveTo>
                  <a:lnTo>
                    <a:pt x="0" y="698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30342"/>
              <a:ext cx="151856" cy="69889"/>
            </a:xfrm>
            <a:custGeom>
              <a:avLst/>
              <a:pathLst>
                <a:path w="151856" h="69889">
                  <a:moveTo>
                    <a:pt x="151856" y="0"/>
                  </a:moveTo>
                  <a:lnTo>
                    <a:pt x="0" y="698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30342"/>
              <a:ext cx="151856" cy="69889"/>
            </a:xfrm>
            <a:custGeom>
              <a:avLst/>
              <a:pathLst>
                <a:path w="151856" h="69889">
                  <a:moveTo>
                    <a:pt x="151856" y="0"/>
                  </a:moveTo>
                  <a:lnTo>
                    <a:pt x="0" y="698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30342"/>
              <a:ext cx="151856" cy="69889"/>
            </a:xfrm>
            <a:custGeom>
              <a:avLst/>
              <a:pathLst>
                <a:path w="151856" h="69889">
                  <a:moveTo>
                    <a:pt x="151856" y="0"/>
                  </a:moveTo>
                  <a:lnTo>
                    <a:pt x="0" y="698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30342"/>
              <a:ext cx="151856" cy="69889"/>
            </a:xfrm>
            <a:custGeom>
              <a:avLst/>
              <a:pathLst>
                <a:path w="151856" h="69889">
                  <a:moveTo>
                    <a:pt x="151856" y="0"/>
                  </a:moveTo>
                  <a:lnTo>
                    <a:pt x="0" y="698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30342"/>
              <a:ext cx="151856" cy="69889"/>
            </a:xfrm>
            <a:custGeom>
              <a:avLst/>
              <a:pathLst>
                <a:path w="151856" h="69889">
                  <a:moveTo>
                    <a:pt x="151856" y="0"/>
                  </a:moveTo>
                  <a:lnTo>
                    <a:pt x="0" y="698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30342"/>
              <a:ext cx="151856" cy="69889"/>
            </a:xfrm>
            <a:custGeom>
              <a:avLst/>
              <a:pathLst>
                <a:path w="151856" h="69889">
                  <a:moveTo>
                    <a:pt x="151856" y="0"/>
                  </a:moveTo>
                  <a:lnTo>
                    <a:pt x="0" y="698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30342"/>
              <a:ext cx="151856" cy="69889"/>
            </a:xfrm>
            <a:custGeom>
              <a:avLst/>
              <a:pathLst>
                <a:path w="151856" h="69889">
                  <a:moveTo>
                    <a:pt x="151856" y="0"/>
                  </a:moveTo>
                  <a:lnTo>
                    <a:pt x="0" y="69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30342"/>
              <a:ext cx="151856" cy="69889"/>
            </a:xfrm>
            <a:custGeom>
              <a:avLst/>
              <a:pathLst>
                <a:path w="151856" h="69889">
                  <a:moveTo>
                    <a:pt x="151856" y="0"/>
                  </a:moveTo>
                  <a:lnTo>
                    <a:pt x="0" y="69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30342"/>
              <a:ext cx="151856" cy="69889"/>
            </a:xfrm>
            <a:custGeom>
              <a:avLst/>
              <a:pathLst>
                <a:path w="151856" h="69889">
                  <a:moveTo>
                    <a:pt x="151856" y="0"/>
                  </a:moveTo>
                  <a:lnTo>
                    <a:pt x="0" y="69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30342"/>
              <a:ext cx="151856" cy="69889"/>
            </a:xfrm>
            <a:custGeom>
              <a:avLst/>
              <a:pathLst>
                <a:path w="151856" h="69889">
                  <a:moveTo>
                    <a:pt x="151856" y="0"/>
                  </a:moveTo>
                  <a:lnTo>
                    <a:pt x="0" y="698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30342"/>
              <a:ext cx="151856" cy="69889"/>
            </a:xfrm>
            <a:custGeom>
              <a:avLst/>
              <a:pathLst>
                <a:path w="151856" h="69889">
                  <a:moveTo>
                    <a:pt x="151856" y="0"/>
                  </a:moveTo>
                  <a:lnTo>
                    <a:pt x="0" y="698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30342"/>
              <a:ext cx="151856" cy="69889"/>
            </a:xfrm>
            <a:custGeom>
              <a:avLst/>
              <a:pathLst>
                <a:path w="151856" h="69889">
                  <a:moveTo>
                    <a:pt x="151856" y="0"/>
                  </a:moveTo>
                  <a:lnTo>
                    <a:pt x="0" y="698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47541"/>
              <a:ext cx="151856" cy="152690"/>
            </a:xfrm>
            <a:custGeom>
              <a:avLst/>
              <a:pathLst>
                <a:path w="151856" h="152690">
                  <a:moveTo>
                    <a:pt x="151856" y="82801"/>
                  </a:moveTo>
                  <a:lnTo>
                    <a:pt x="149370" y="77635"/>
                  </a:lnTo>
                  <a:lnTo>
                    <a:pt x="146709" y="72557"/>
                  </a:lnTo>
                  <a:lnTo>
                    <a:pt x="143875" y="67573"/>
                  </a:lnTo>
                  <a:lnTo>
                    <a:pt x="140872" y="62690"/>
                  </a:lnTo>
                  <a:lnTo>
                    <a:pt x="137703" y="57913"/>
                  </a:lnTo>
                  <a:lnTo>
                    <a:pt x="134372" y="53246"/>
                  </a:lnTo>
                  <a:lnTo>
                    <a:pt x="130883" y="48697"/>
                  </a:lnTo>
                  <a:lnTo>
                    <a:pt x="127240" y="44270"/>
                  </a:lnTo>
                  <a:lnTo>
                    <a:pt x="123447" y="39971"/>
                  </a:lnTo>
                  <a:lnTo>
                    <a:pt x="119510" y="35804"/>
                  </a:lnTo>
                  <a:lnTo>
                    <a:pt x="115431" y="31775"/>
                  </a:lnTo>
                  <a:lnTo>
                    <a:pt x="111217" y="27888"/>
                  </a:lnTo>
                  <a:lnTo>
                    <a:pt x="106873" y="24148"/>
                  </a:lnTo>
                  <a:lnTo>
                    <a:pt x="102402" y="20559"/>
                  </a:lnTo>
                  <a:lnTo>
                    <a:pt x="97811" y="17125"/>
                  </a:lnTo>
                  <a:lnTo>
                    <a:pt x="93105" y="13851"/>
                  </a:lnTo>
                  <a:lnTo>
                    <a:pt x="88289" y="10740"/>
                  </a:lnTo>
                  <a:lnTo>
                    <a:pt x="83370" y="7796"/>
                  </a:lnTo>
                  <a:lnTo>
                    <a:pt x="78353" y="5023"/>
                  </a:lnTo>
                  <a:lnTo>
                    <a:pt x="73243" y="2423"/>
                  </a:lnTo>
                  <a:lnTo>
                    <a:pt x="68047" y="0"/>
                  </a:lnTo>
                  <a:lnTo>
                    <a:pt x="0" y="1526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633064"/>
              <a:ext cx="68047" cy="167167"/>
            </a:xfrm>
            <a:custGeom>
              <a:avLst/>
              <a:pathLst>
                <a:path w="68047" h="167167">
                  <a:moveTo>
                    <a:pt x="68047" y="14476"/>
                  </a:moveTo>
                  <a:lnTo>
                    <a:pt x="62672" y="12193"/>
                  </a:lnTo>
                  <a:lnTo>
                    <a:pt x="57221" y="10098"/>
                  </a:lnTo>
                  <a:lnTo>
                    <a:pt x="51700" y="8195"/>
                  </a:lnTo>
                  <a:lnTo>
                    <a:pt x="46115" y="6486"/>
                  </a:lnTo>
                  <a:lnTo>
                    <a:pt x="40475" y="4974"/>
                  </a:lnTo>
                  <a:lnTo>
                    <a:pt x="34785" y="3659"/>
                  </a:lnTo>
                  <a:lnTo>
                    <a:pt x="29052" y="2543"/>
                  </a:lnTo>
                  <a:lnTo>
                    <a:pt x="23284" y="1629"/>
                  </a:lnTo>
                  <a:lnTo>
                    <a:pt x="17488" y="917"/>
                  </a:lnTo>
                  <a:lnTo>
                    <a:pt x="11670" y="407"/>
                  </a:lnTo>
                  <a:lnTo>
                    <a:pt x="5839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358828" y="3170392"/>
              <a:ext cx="334314" cy="334332"/>
            </a:xfrm>
            <a:custGeom>
              <a:avLst/>
              <a:pathLst>
                <a:path w="334314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7" y="335"/>
                  </a:lnTo>
                  <a:lnTo>
                    <a:pt x="151288" y="754"/>
                  </a:lnTo>
                  <a:lnTo>
                    <a:pt x="146024" y="1340"/>
                  </a:lnTo>
                  <a:lnTo>
                    <a:pt x="140782" y="2093"/>
                  </a:lnTo>
                  <a:lnTo>
                    <a:pt x="135566" y="3011"/>
                  </a:lnTo>
                  <a:lnTo>
                    <a:pt x="130382" y="4094"/>
                  </a:lnTo>
                  <a:lnTo>
                    <a:pt x="125235" y="5340"/>
                  </a:lnTo>
                  <a:lnTo>
                    <a:pt x="120130" y="6749"/>
                  </a:lnTo>
                  <a:lnTo>
                    <a:pt x="115072" y="8319"/>
                  </a:lnTo>
                  <a:lnTo>
                    <a:pt x="110067" y="10049"/>
                  </a:lnTo>
                  <a:lnTo>
                    <a:pt x="105118" y="11936"/>
                  </a:lnTo>
                  <a:lnTo>
                    <a:pt x="100232" y="13979"/>
                  </a:lnTo>
                  <a:lnTo>
                    <a:pt x="95413" y="16175"/>
                  </a:lnTo>
                  <a:lnTo>
                    <a:pt x="90667" y="18523"/>
                  </a:lnTo>
                  <a:lnTo>
                    <a:pt x="85996" y="21021"/>
                  </a:lnTo>
                  <a:lnTo>
                    <a:pt x="81408" y="23665"/>
                  </a:lnTo>
                  <a:lnTo>
                    <a:pt x="76905" y="26453"/>
                  </a:lnTo>
                  <a:lnTo>
                    <a:pt x="72493" y="29382"/>
                  </a:lnTo>
                  <a:lnTo>
                    <a:pt x="68176" y="32450"/>
                  </a:lnTo>
                  <a:lnTo>
                    <a:pt x="63959" y="35653"/>
                  </a:lnTo>
                  <a:lnTo>
                    <a:pt x="59844" y="38987"/>
                  </a:lnTo>
                  <a:lnTo>
                    <a:pt x="55838" y="42451"/>
                  </a:lnTo>
                  <a:lnTo>
                    <a:pt x="51943" y="46039"/>
                  </a:lnTo>
                  <a:lnTo>
                    <a:pt x="48164" y="49750"/>
                  </a:lnTo>
                  <a:lnTo>
                    <a:pt x="44505" y="53578"/>
                  </a:lnTo>
                  <a:lnTo>
                    <a:pt x="40968" y="57520"/>
                  </a:lnTo>
                  <a:lnTo>
                    <a:pt x="37558" y="61572"/>
                  </a:lnTo>
                  <a:lnTo>
                    <a:pt x="34278" y="65730"/>
                  </a:lnTo>
                  <a:lnTo>
                    <a:pt x="31132" y="69990"/>
                  </a:lnTo>
                  <a:lnTo>
                    <a:pt x="28122" y="74347"/>
                  </a:lnTo>
                  <a:lnTo>
                    <a:pt x="25251" y="78798"/>
                  </a:lnTo>
                  <a:lnTo>
                    <a:pt x="22523" y="83337"/>
                  </a:lnTo>
                  <a:lnTo>
                    <a:pt x="19941" y="87960"/>
                  </a:lnTo>
                  <a:lnTo>
                    <a:pt x="17505" y="92663"/>
                  </a:lnTo>
                  <a:lnTo>
                    <a:pt x="15221" y="97441"/>
                  </a:lnTo>
                  <a:lnTo>
                    <a:pt x="13088" y="102288"/>
                  </a:lnTo>
                  <a:lnTo>
                    <a:pt x="11110" y="107201"/>
                  </a:lnTo>
                  <a:lnTo>
                    <a:pt x="9289" y="112174"/>
                  </a:lnTo>
                  <a:lnTo>
                    <a:pt x="7626" y="117202"/>
                  </a:lnTo>
                  <a:lnTo>
                    <a:pt x="6124" y="122281"/>
                  </a:lnTo>
                  <a:lnTo>
                    <a:pt x="4783" y="127404"/>
                  </a:lnTo>
                  <a:lnTo>
                    <a:pt x="3605" y="132567"/>
                  </a:lnTo>
                  <a:lnTo>
                    <a:pt x="2591" y="137765"/>
                  </a:lnTo>
                  <a:lnTo>
                    <a:pt x="1742" y="142993"/>
                  </a:lnTo>
                  <a:lnTo>
                    <a:pt x="1059" y="148244"/>
                  </a:lnTo>
                  <a:lnTo>
                    <a:pt x="543" y="153515"/>
                  </a:lnTo>
                  <a:lnTo>
                    <a:pt x="194" y="158799"/>
                  </a:lnTo>
                  <a:lnTo>
                    <a:pt x="13" y="164092"/>
                  </a:lnTo>
                  <a:lnTo>
                    <a:pt x="0" y="169388"/>
                  </a:lnTo>
                  <a:lnTo>
                    <a:pt x="154" y="174682"/>
                  </a:lnTo>
                  <a:lnTo>
                    <a:pt x="476" y="179968"/>
                  </a:lnTo>
                  <a:lnTo>
                    <a:pt x="965" y="185241"/>
                  </a:lnTo>
                  <a:lnTo>
                    <a:pt x="1621" y="190496"/>
                  </a:lnTo>
                  <a:lnTo>
                    <a:pt x="2443" y="195728"/>
                  </a:lnTo>
                  <a:lnTo>
                    <a:pt x="3430" y="200931"/>
                  </a:lnTo>
                  <a:lnTo>
                    <a:pt x="4582" y="206100"/>
                  </a:lnTo>
                  <a:lnTo>
                    <a:pt x="5897" y="211230"/>
                  </a:lnTo>
                  <a:lnTo>
                    <a:pt x="7373" y="216316"/>
                  </a:lnTo>
                  <a:lnTo>
                    <a:pt x="9010" y="221353"/>
                  </a:lnTo>
                  <a:lnTo>
                    <a:pt x="10806" y="226335"/>
                  </a:lnTo>
                  <a:lnTo>
                    <a:pt x="12759" y="231258"/>
                  </a:lnTo>
                  <a:lnTo>
                    <a:pt x="14866" y="236116"/>
                  </a:lnTo>
                  <a:lnTo>
                    <a:pt x="17127" y="240906"/>
                  </a:lnTo>
                  <a:lnTo>
                    <a:pt x="19538" y="245621"/>
                  </a:lnTo>
                  <a:lnTo>
                    <a:pt x="22097" y="250257"/>
                  </a:lnTo>
                  <a:lnTo>
                    <a:pt x="24802" y="254810"/>
                  </a:lnTo>
                  <a:lnTo>
                    <a:pt x="27650" y="259276"/>
                  </a:lnTo>
                  <a:lnTo>
                    <a:pt x="30637" y="263648"/>
                  </a:lnTo>
                  <a:lnTo>
                    <a:pt x="33762" y="267924"/>
                  </a:lnTo>
                  <a:lnTo>
                    <a:pt x="37021" y="272099"/>
                  </a:lnTo>
                  <a:lnTo>
                    <a:pt x="40410" y="276168"/>
                  </a:lnTo>
                  <a:lnTo>
                    <a:pt x="43926" y="280128"/>
                  </a:lnTo>
                  <a:lnTo>
                    <a:pt x="47566" y="283975"/>
                  </a:lnTo>
                  <a:lnTo>
                    <a:pt x="51326" y="287705"/>
                  </a:lnTo>
                  <a:lnTo>
                    <a:pt x="55203" y="291313"/>
                  </a:lnTo>
                  <a:lnTo>
                    <a:pt x="59191" y="294797"/>
                  </a:lnTo>
                  <a:lnTo>
                    <a:pt x="63288" y="298153"/>
                  </a:lnTo>
                  <a:lnTo>
                    <a:pt x="67490" y="301377"/>
                  </a:lnTo>
                  <a:lnTo>
                    <a:pt x="71791" y="304467"/>
                  </a:lnTo>
                  <a:lnTo>
                    <a:pt x="76188" y="307418"/>
                  </a:lnTo>
                  <a:lnTo>
                    <a:pt x="80676" y="310229"/>
                  </a:lnTo>
                  <a:lnTo>
                    <a:pt x="85251" y="312897"/>
                  </a:lnTo>
                  <a:lnTo>
                    <a:pt x="89909" y="315418"/>
                  </a:lnTo>
                  <a:lnTo>
                    <a:pt x="94643" y="317790"/>
                  </a:lnTo>
                  <a:lnTo>
                    <a:pt x="99451" y="320012"/>
                  </a:lnTo>
                  <a:lnTo>
                    <a:pt x="104327" y="322079"/>
                  </a:lnTo>
                  <a:lnTo>
                    <a:pt x="109265" y="323992"/>
                  </a:lnTo>
                  <a:lnTo>
                    <a:pt x="114262" y="325747"/>
                  </a:lnTo>
                  <a:lnTo>
                    <a:pt x="119312" y="327343"/>
                  </a:lnTo>
                  <a:lnTo>
                    <a:pt x="124409" y="328778"/>
                  </a:lnTo>
                  <a:lnTo>
                    <a:pt x="129550" y="330050"/>
                  </a:lnTo>
                  <a:lnTo>
                    <a:pt x="134729" y="331160"/>
                  </a:lnTo>
                  <a:lnTo>
                    <a:pt x="139940" y="332105"/>
                  </a:lnTo>
                  <a:lnTo>
                    <a:pt x="145178" y="332884"/>
                  </a:lnTo>
                  <a:lnTo>
                    <a:pt x="150438" y="333497"/>
                  </a:lnTo>
                  <a:lnTo>
                    <a:pt x="155715" y="333943"/>
                  </a:lnTo>
                  <a:lnTo>
                    <a:pt x="161004" y="334221"/>
                  </a:lnTo>
                  <a:lnTo>
                    <a:pt x="166299" y="334332"/>
                  </a:lnTo>
                  <a:lnTo>
                    <a:pt x="171594" y="334275"/>
                  </a:lnTo>
                  <a:lnTo>
                    <a:pt x="176885" y="334051"/>
                  </a:lnTo>
                  <a:lnTo>
                    <a:pt x="182167" y="333659"/>
                  </a:lnTo>
                  <a:lnTo>
                    <a:pt x="187433" y="333100"/>
                  </a:lnTo>
                  <a:lnTo>
                    <a:pt x="192679" y="332374"/>
                  </a:lnTo>
                  <a:lnTo>
                    <a:pt x="197899" y="331482"/>
                  </a:lnTo>
                  <a:lnTo>
                    <a:pt x="203089" y="330426"/>
                  </a:lnTo>
                  <a:lnTo>
                    <a:pt x="208242" y="329206"/>
                  </a:lnTo>
                  <a:lnTo>
                    <a:pt x="213355" y="327823"/>
                  </a:lnTo>
                  <a:lnTo>
                    <a:pt x="218420" y="326279"/>
                  </a:lnTo>
                  <a:lnTo>
                    <a:pt x="223435" y="324575"/>
                  </a:lnTo>
                  <a:lnTo>
                    <a:pt x="228393" y="322713"/>
                  </a:lnTo>
                  <a:lnTo>
                    <a:pt x="233289" y="320695"/>
                  </a:lnTo>
                  <a:lnTo>
                    <a:pt x="238119" y="318523"/>
                  </a:lnTo>
                  <a:lnTo>
                    <a:pt x="242878" y="316199"/>
                  </a:lnTo>
                  <a:lnTo>
                    <a:pt x="247561" y="313726"/>
                  </a:lnTo>
                  <a:lnTo>
                    <a:pt x="252163" y="311105"/>
                  </a:lnTo>
                  <a:lnTo>
                    <a:pt x="256679" y="308340"/>
                  </a:lnTo>
                  <a:lnTo>
                    <a:pt x="261106" y="305433"/>
                  </a:lnTo>
                  <a:lnTo>
                    <a:pt x="265439" y="302388"/>
                  </a:lnTo>
                  <a:lnTo>
                    <a:pt x="269673" y="299206"/>
                  </a:lnTo>
                  <a:lnTo>
                    <a:pt x="273804" y="295893"/>
                  </a:lnTo>
                  <a:lnTo>
                    <a:pt x="277828" y="292450"/>
                  </a:lnTo>
                  <a:lnTo>
                    <a:pt x="281741" y="288881"/>
                  </a:lnTo>
                  <a:lnTo>
                    <a:pt x="285539" y="285190"/>
                  </a:lnTo>
                  <a:lnTo>
                    <a:pt x="289218" y="281381"/>
                  </a:lnTo>
                  <a:lnTo>
                    <a:pt x="292775" y="277457"/>
                  </a:lnTo>
                  <a:lnTo>
                    <a:pt x="296205" y="273422"/>
                  </a:lnTo>
                  <a:lnTo>
                    <a:pt x="299506" y="269281"/>
                  </a:lnTo>
                  <a:lnTo>
                    <a:pt x="302675" y="265037"/>
                  </a:lnTo>
                  <a:lnTo>
                    <a:pt x="305707" y="260695"/>
                  </a:lnTo>
                  <a:lnTo>
                    <a:pt x="308600" y="256260"/>
                  </a:lnTo>
                  <a:lnTo>
                    <a:pt x="311351" y="251734"/>
                  </a:lnTo>
                  <a:lnTo>
                    <a:pt x="313957" y="247124"/>
                  </a:lnTo>
                  <a:lnTo>
                    <a:pt x="316417" y="242434"/>
                  </a:lnTo>
                  <a:lnTo>
                    <a:pt x="318726" y="237668"/>
                  </a:lnTo>
                  <a:lnTo>
                    <a:pt x="320883" y="232831"/>
                  </a:lnTo>
                  <a:lnTo>
                    <a:pt x="322886" y="227929"/>
                  </a:lnTo>
                  <a:lnTo>
                    <a:pt x="324732" y="222965"/>
                  </a:lnTo>
                  <a:lnTo>
                    <a:pt x="326421" y="217945"/>
                  </a:lnTo>
                  <a:lnTo>
                    <a:pt x="327949" y="212875"/>
                  </a:lnTo>
                  <a:lnTo>
                    <a:pt x="329317" y="207759"/>
                  </a:lnTo>
                  <a:lnTo>
                    <a:pt x="330521" y="202601"/>
                  </a:lnTo>
                  <a:lnTo>
                    <a:pt x="331561" y="197409"/>
                  </a:lnTo>
                  <a:lnTo>
                    <a:pt x="332437" y="192186"/>
                  </a:lnTo>
                  <a:lnTo>
                    <a:pt x="333146" y="186937"/>
                  </a:lnTo>
                  <a:lnTo>
                    <a:pt x="333689" y="181669"/>
                  </a:lnTo>
                  <a:lnTo>
                    <a:pt x="334065" y="176387"/>
                  </a:lnTo>
                  <a:lnTo>
                    <a:pt x="334273" y="171095"/>
                  </a:lnTo>
                  <a:lnTo>
                    <a:pt x="334314" y="165799"/>
                  </a:lnTo>
                  <a:lnTo>
                    <a:pt x="334187" y="160505"/>
                  </a:lnTo>
                  <a:lnTo>
                    <a:pt x="333892" y="155217"/>
                  </a:lnTo>
                  <a:lnTo>
                    <a:pt x="333430" y="149941"/>
                  </a:lnTo>
                  <a:lnTo>
                    <a:pt x="332801" y="144683"/>
                  </a:lnTo>
                  <a:lnTo>
                    <a:pt x="332005" y="139447"/>
                  </a:lnTo>
                  <a:lnTo>
                    <a:pt x="331045" y="134239"/>
                  </a:lnTo>
                  <a:lnTo>
                    <a:pt x="329919" y="129064"/>
                  </a:lnTo>
                  <a:lnTo>
                    <a:pt x="328631" y="123927"/>
                  </a:lnTo>
                  <a:lnTo>
                    <a:pt x="327180" y="118834"/>
                  </a:lnTo>
                  <a:lnTo>
                    <a:pt x="325569" y="113789"/>
                  </a:lnTo>
                  <a:lnTo>
                    <a:pt x="323798" y="108798"/>
                  </a:lnTo>
                  <a:lnTo>
                    <a:pt x="321871" y="103865"/>
                  </a:lnTo>
                  <a:lnTo>
                    <a:pt x="319788" y="98996"/>
                  </a:lnTo>
                  <a:lnTo>
                    <a:pt x="317552" y="94195"/>
                  </a:lnTo>
                  <a:lnTo>
                    <a:pt x="315165" y="89468"/>
                  </a:lnTo>
                  <a:lnTo>
                    <a:pt x="312629" y="84818"/>
                  </a:lnTo>
                  <a:lnTo>
                    <a:pt x="309948" y="80251"/>
                  </a:lnTo>
                  <a:lnTo>
                    <a:pt x="307123" y="75772"/>
                  </a:lnTo>
                  <a:lnTo>
                    <a:pt x="304158" y="71384"/>
                  </a:lnTo>
                  <a:lnTo>
                    <a:pt x="301055" y="67092"/>
                  </a:lnTo>
                  <a:lnTo>
                    <a:pt x="297818" y="62901"/>
                  </a:lnTo>
                  <a:lnTo>
                    <a:pt x="294449" y="58814"/>
                  </a:lnTo>
                  <a:lnTo>
                    <a:pt x="290953" y="54836"/>
                  </a:lnTo>
                  <a:lnTo>
                    <a:pt x="287333" y="50971"/>
                  </a:lnTo>
                  <a:lnTo>
                    <a:pt x="283592" y="47222"/>
                  </a:lnTo>
                  <a:lnTo>
                    <a:pt x="279734" y="43594"/>
                  </a:lnTo>
                  <a:lnTo>
                    <a:pt x="275763" y="40090"/>
                  </a:lnTo>
                  <a:lnTo>
                    <a:pt x="271684" y="36713"/>
                  </a:lnTo>
                  <a:lnTo>
                    <a:pt x="267499" y="33468"/>
                  </a:lnTo>
                  <a:lnTo>
                    <a:pt x="263213" y="30356"/>
                  </a:lnTo>
                  <a:lnTo>
                    <a:pt x="258831" y="27382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97774"/>
              <a:ext cx="91679" cy="139785"/>
            </a:xfrm>
            <a:custGeom>
              <a:avLst/>
              <a:pathLst>
                <a:path w="91679" h="139785">
                  <a:moveTo>
                    <a:pt x="91679" y="0"/>
                  </a:moveTo>
                  <a:lnTo>
                    <a:pt x="0" y="1397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97774"/>
              <a:ext cx="91679" cy="139785"/>
            </a:xfrm>
            <a:custGeom>
              <a:avLst/>
              <a:pathLst>
                <a:path w="91679" h="139785">
                  <a:moveTo>
                    <a:pt x="91679" y="0"/>
                  </a:moveTo>
                  <a:lnTo>
                    <a:pt x="0" y="13978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97774"/>
              <a:ext cx="91679" cy="139785"/>
            </a:xfrm>
            <a:custGeom>
              <a:avLst/>
              <a:pathLst>
                <a:path w="91679" h="139785">
                  <a:moveTo>
                    <a:pt x="91679" y="0"/>
                  </a:moveTo>
                  <a:lnTo>
                    <a:pt x="0" y="13978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97774"/>
              <a:ext cx="91679" cy="139785"/>
            </a:xfrm>
            <a:custGeom>
              <a:avLst/>
              <a:pathLst>
                <a:path w="91679" h="139785">
                  <a:moveTo>
                    <a:pt x="91679" y="0"/>
                  </a:moveTo>
                  <a:lnTo>
                    <a:pt x="0" y="1397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97774"/>
              <a:ext cx="91679" cy="139785"/>
            </a:xfrm>
            <a:custGeom>
              <a:avLst/>
              <a:pathLst>
                <a:path w="91679" h="139785">
                  <a:moveTo>
                    <a:pt x="91679" y="0"/>
                  </a:moveTo>
                  <a:lnTo>
                    <a:pt x="0" y="13978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97774"/>
              <a:ext cx="91679" cy="139785"/>
            </a:xfrm>
            <a:custGeom>
              <a:avLst/>
              <a:pathLst>
                <a:path w="91679" h="139785">
                  <a:moveTo>
                    <a:pt x="91679" y="0"/>
                  </a:moveTo>
                  <a:lnTo>
                    <a:pt x="0" y="13978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97774"/>
              <a:ext cx="91679" cy="139785"/>
            </a:xfrm>
            <a:custGeom>
              <a:avLst/>
              <a:pathLst>
                <a:path w="91679" h="139785">
                  <a:moveTo>
                    <a:pt x="91679" y="0"/>
                  </a:moveTo>
                  <a:lnTo>
                    <a:pt x="0" y="1397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97774"/>
              <a:ext cx="91679" cy="139785"/>
            </a:xfrm>
            <a:custGeom>
              <a:avLst/>
              <a:pathLst>
                <a:path w="91679" h="139785">
                  <a:moveTo>
                    <a:pt x="91679" y="0"/>
                  </a:moveTo>
                  <a:lnTo>
                    <a:pt x="0" y="1397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197774"/>
              <a:ext cx="91679" cy="139785"/>
            </a:xfrm>
            <a:custGeom>
              <a:avLst/>
              <a:pathLst>
                <a:path w="91679" h="139785">
                  <a:moveTo>
                    <a:pt x="91679" y="0"/>
                  </a:moveTo>
                  <a:lnTo>
                    <a:pt x="0" y="1397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197774"/>
              <a:ext cx="91679" cy="139785"/>
            </a:xfrm>
            <a:custGeom>
              <a:avLst/>
              <a:pathLst>
                <a:path w="91679" h="139785">
                  <a:moveTo>
                    <a:pt x="91679" y="0"/>
                  </a:moveTo>
                  <a:lnTo>
                    <a:pt x="0" y="1397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197774"/>
              <a:ext cx="91679" cy="139785"/>
            </a:xfrm>
            <a:custGeom>
              <a:avLst/>
              <a:pathLst>
                <a:path w="91679" h="139785">
                  <a:moveTo>
                    <a:pt x="91679" y="0"/>
                  </a:moveTo>
                  <a:lnTo>
                    <a:pt x="0" y="1397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197774"/>
              <a:ext cx="91679" cy="139785"/>
            </a:xfrm>
            <a:custGeom>
              <a:avLst/>
              <a:pathLst>
                <a:path w="91679" h="139785">
                  <a:moveTo>
                    <a:pt x="91679" y="0"/>
                  </a:moveTo>
                  <a:lnTo>
                    <a:pt x="0" y="1397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190417"/>
              <a:ext cx="91679" cy="147142"/>
            </a:xfrm>
            <a:custGeom>
              <a:avLst/>
              <a:pathLst>
                <a:path w="91679" h="147142">
                  <a:moveTo>
                    <a:pt x="91679" y="7357"/>
                  </a:moveTo>
                  <a:lnTo>
                    <a:pt x="79334" y="0"/>
                  </a:lnTo>
                  <a:lnTo>
                    <a:pt x="0" y="14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170392"/>
              <a:ext cx="79334" cy="167167"/>
            </a:xfrm>
            <a:custGeom>
              <a:avLst/>
              <a:pathLst>
                <a:path w="79334" h="167167">
                  <a:moveTo>
                    <a:pt x="79334" y="20024"/>
                  </a:moveTo>
                  <a:lnTo>
                    <a:pt x="74088" y="17314"/>
                  </a:lnTo>
                  <a:lnTo>
                    <a:pt x="68750" y="14791"/>
                  </a:lnTo>
                  <a:lnTo>
                    <a:pt x="63326" y="12459"/>
                  </a:lnTo>
                  <a:lnTo>
                    <a:pt x="57824" y="10319"/>
                  </a:lnTo>
                  <a:lnTo>
                    <a:pt x="52249" y="8375"/>
                  </a:lnTo>
                  <a:lnTo>
                    <a:pt x="46609" y="6629"/>
                  </a:lnTo>
                  <a:lnTo>
                    <a:pt x="40911" y="5083"/>
                  </a:lnTo>
                  <a:lnTo>
                    <a:pt x="35161" y="3739"/>
                  </a:lnTo>
                  <a:lnTo>
                    <a:pt x="29368" y="2600"/>
                  </a:lnTo>
                  <a:lnTo>
                    <a:pt x="23539" y="1665"/>
                  </a:lnTo>
                  <a:lnTo>
                    <a:pt x="17680" y="937"/>
                  </a:lnTo>
                  <a:lnTo>
                    <a:pt x="11799" y="416"/>
                  </a:lnTo>
                  <a:lnTo>
                    <a:pt x="5903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423595" y="3707720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8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5" y="2092"/>
                  </a:lnTo>
                  <a:lnTo>
                    <a:pt x="135569" y="3010"/>
                  </a:lnTo>
                  <a:lnTo>
                    <a:pt x="130386" y="4093"/>
                  </a:lnTo>
                  <a:lnTo>
                    <a:pt x="125239" y="5339"/>
                  </a:lnTo>
                  <a:lnTo>
                    <a:pt x="120134" y="6748"/>
                  </a:lnTo>
                  <a:lnTo>
                    <a:pt x="115077" y="8318"/>
                  </a:lnTo>
                  <a:lnTo>
                    <a:pt x="110072" y="10047"/>
                  </a:lnTo>
                  <a:lnTo>
                    <a:pt x="105124" y="11934"/>
                  </a:lnTo>
                  <a:lnTo>
                    <a:pt x="100238" y="13976"/>
                  </a:lnTo>
                  <a:lnTo>
                    <a:pt x="95420" y="16172"/>
                  </a:lnTo>
                  <a:lnTo>
                    <a:pt x="90673" y="18520"/>
                  </a:lnTo>
                  <a:lnTo>
                    <a:pt x="86003" y="21017"/>
                  </a:lnTo>
                  <a:lnTo>
                    <a:pt x="81415" y="23661"/>
                  </a:lnTo>
                  <a:lnTo>
                    <a:pt x="76912" y="26448"/>
                  </a:lnTo>
                  <a:lnTo>
                    <a:pt x="72501" y="29377"/>
                  </a:lnTo>
                  <a:lnTo>
                    <a:pt x="68184" y="32444"/>
                  </a:lnTo>
                  <a:lnTo>
                    <a:pt x="63966" y="35647"/>
                  </a:lnTo>
                  <a:lnTo>
                    <a:pt x="59852" y="38981"/>
                  </a:lnTo>
                  <a:lnTo>
                    <a:pt x="55846" y="42444"/>
                  </a:lnTo>
                  <a:lnTo>
                    <a:pt x="51951" y="46032"/>
                  </a:lnTo>
                  <a:lnTo>
                    <a:pt x="48172" y="49742"/>
                  </a:lnTo>
                  <a:lnTo>
                    <a:pt x="44513" y="53569"/>
                  </a:lnTo>
                  <a:lnTo>
                    <a:pt x="40976" y="57510"/>
                  </a:lnTo>
                  <a:lnTo>
                    <a:pt x="37566" y="61562"/>
                  </a:lnTo>
                  <a:lnTo>
                    <a:pt x="34287" y="65719"/>
                  </a:lnTo>
                  <a:lnTo>
                    <a:pt x="31140" y="69979"/>
                  </a:lnTo>
                  <a:lnTo>
                    <a:pt x="28130" y="74335"/>
                  </a:lnTo>
                  <a:lnTo>
                    <a:pt x="25259" y="78785"/>
                  </a:lnTo>
                  <a:lnTo>
                    <a:pt x="22531" y="83324"/>
                  </a:lnTo>
                  <a:lnTo>
                    <a:pt x="19948" y="87947"/>
                  </a:lnTo>
                  <a:lnTo>
                    <a:pt x="17513" y="92649"/>
                  </a:lnTo>
                  <a:lnTo>
                    <a:pt x="15228" y="97426"/>
                  </a:lnTo>
                  <a:lnTo>
                    <a:pt x="13095" y="102273"/>
                  </a:lnTo>
                  <a:lnTo>
                    <a:pt x="11117" y="107185"/>
                  </a:lnTo>
                  <a:lnTo>
                    <a:pt x="9295" y="112157"/>
                  </a:lnTo>
                  <a:lnTo>
                    <a:pt x="7632" y="117185"/>
                  </a:lnTo>
                  <a:lnTo>
                    <a:pt x="6129" y="122263"/>
                  </a:lnTo>
                  <a:lnTo>
                    <a:pt x="4788" y="127385"/>
                  </a:lnTo>
                  <a:lnTo>
                    <a:pt x="3609" y="132548"/>
                  </a:lnTo>
                  <a:lnTo>
                    <a:pt x="2595" y="137745"/>
                  </a:lnTo>
                  <a:lnTo>
                    <a:pt x="1745" y="142972"/>
                  </a:lnTo>
                  <a:lnTo>
                    <a:pt x="1062" y="148224"/>
                  </a:lnTo>
                  <a:lnTo>
                    <a:pt x="545" y="153494"/>
                  </a:lnTo>
                  <a:lnTo>
                    <a:pt x="196" y="158778"/>
                  </a:lnTo>
                  <a:lnTo>
                    <a:pt x="14" y="164070"/>
                  </a:lnTo>
                  <a:lnTo>
                    <a:pt x="0" y="169365"/>
                  </a:lnTo>
                  <a:lnTo>
                    <a:pt x="153" y="174659"/>
                  </a:lnTo>
                  <a:lnTo>
                    <a:pt x="474" y="179944"/>
                  </a:lnTo>
                  <a:lnTo>
                    <a:pt x="962" y="185217"/>
                  </a:lnTo>
                  <a:lnTo>
                    <a:pt x="1618" y="190472"/>
                  </a:lnTo>
                  <a:lnTo>
                    <a:pt x="2439" y="195704"/>
                  </a:lnTo>
                  <a:lnTo>
                    <a:pt x="3425" y="200906"/>
                  </a:lnTo>
                  <a:lnTo>
                    <a:pt x="4576" y="206075"/>
                  </a:lnTo>
                  <a:lnTo>
                    <a:pt x="5890" y="211205"/>
                  </a:lnTo>
                  <a:lnTo>
                    <a:pt x="7366" y="216291"/>
                  </a:lnTo>
                  <a:lnTo>
                    <a:pt x="9002" y="221327"/>
                  </a:lnTo>
                  <a:lnTo>
                    <a:pt x="10797" y="226309"/>
                  </a:lnTo>
                  <a:lnTo>
                    <a:pt x="12748" y="231232"/>
                  </a:lnTo>
                  <a:lnTo>
                    <a:pt x="14855" y="236090"/>
                  </a:lnTo>
                  <a:lnTo>
                    <a:pt x="17114" y="240880"/>
                  </a:lnTo>
                  <a:lnTo>
                    <a:pt x="19524" y="245595"/>
                  </a:lnTo>
                  <a:lnTo>
                    <a:pt x="22083" y="250231"/>
                  </a:lnTo>
                  <a:lnTo>
                    <a:pt x="24786" y="254785"/>
                  </a:lnTo>
                  <a:lnTo>
                    <a:pt x="27633" y="259250"/>
                  </a:lnTo>
                  <a:lnTo>
                    <a:pt x="30620" y="263623"/>
                  </a:lnTo>
                  <a:lnTo>
                    <a:pt x="33743" y="267899"/>
                  </a:lnTo>
                  <a:lnTo>
                    <a:pt x="37001" y="272074"/>
                  </a:lnTo>
                  <a:lnTo>
                    <a:pt x="40389" y="276144"/>
                  </a:lnTo>
                  <a:lnTo>
                    <a:pt x="43904" y="280104"/>
                  </a:lnTo>
                  <a:lnTo>
                    <a:pt x="47543" y="283951"/>
                  </a:lnTo>
                  <a:lnTo>
                    <a:pt x="51302" y="287681"/>
                  </a:lnTo>
                  <a:lnTo>
                    <a:pt x="55177" y="291290"/>
                  </a:lnTo>
                  <a:lnTo>
                    <a:pt x="59165" y="294774"/>
                  </a:lnTo>
                  <a:lnTo>
                    <a:pt x="63261" y="298131"/>
                  </a:lnTo>
                  <a:lnTo>
                    <a:pt x="67461" y="301356"/>
                  </a:lnTo>
                  <a:lnTo>
                    <a:pt x="71761" y="304446"/>
                  </a:lnTo>
                  <a:lnTo>
                    <a:pt x="76157" y="307398"/>
                  </a:lnTo>
                  <a:lnTo>
                    <a:pt x="80645" y="310210"/>
                  </a:lnTo>
                  <a:lnTo>
                    <a:pt x="85219" y="312878"/>
                  </a:lnTo>
                  <a:lnTo>
                    <a:pt x="89875" y="315400"/>
                  </a:lnTo>
                  <a:lnTo>
                    <a:pt x="94609" y="317774"/>
                  </a:lnTo>
                  <a:lnTo>
                    <a:pt x="99416" y="319996"/>
                  </a:lnTo>
                  <a:lnTo>
                    <a:pt x="104290" y="322065"/>
                  </a:lnTo>
                  <a:lnTo>
                    <a:pt x="109228" y="323978"/>
                  </a:lnTo>
                  <a:lnTo>
                    <a:pt x="114224" y="325734"/>
                  </a:lnTo>
                  <a:lnTo>
                    <a:pt x="119273" y="327331"/>
                  </a:lnTo>
                  <a:lnTo>
                    <a:pt x="124370" y="328767"/>
                  </a:lnTo>
                  <a:lnTo>
                    <a:pt x="129510" y="330041"/>
                  </a:lnTo>
                  <a:lnTo>
                    <a:pt x="134687" y="331152"/>
                  </a:lnTo>
                  <a:lnTo>
                    <a:pt x="139898" y="332098"/>
                  </a:lnTo>
                  <a:lnTo>
                    <a:pt x="145135" y="332878"/>
                  </a:lnTo>
                  <a:lnTo>
                    <a:pt x="150395" y="333492"/>
                  </a:lnTo>
                  <a:lnTo>
                    <a:pt x="155672" y="333940"/>
                  </a:lnTo>
                  <a:lnTo>
                    <a:pt x="160960" y="334220"/>
                  </a:lnTo>
                  <a:lnTo>
                    <a:pt x="166254" y="334332"/>
                  </a:lnTo>
                  <a:lnTo>
                    <a:pt x="171549" y="334277"/>
                  </a:lnTo>
                  <a:lnTo>
                    <a:pt x="176840" y="334053"/>
                  </a:lnTo>
                  <a:lnTo>
                    <a:pt x="182121" y="333663"/>
                  </a:lnTo>
                  <a:lnTo>
                    <a:pt x="187387" y="333105"/>
                  </a:lnTo>
                  <a:lnTo>
                    <a:pt x="192633" y="332381"/>
                  </a:lnTo>
                  <a:lnTo>
                    <a:pt x="197853" y="331491"/>
                  </a:lnTo>
                  <a:lnTo>
                    <a:pt x="203042" y="330436"/>
                  </a:lnTo>
                  <a:lnTo>
                    <a:pt x="208196" y="329218"/>
                  </a:lnTo>
                  <a:lnTo>
                    <a:pt x="213308" y="327836"/>
                  </a:lnTo>
                  <a:lnTo>
                    <a:pt x="218374" y="326294"/>
                  </a:lnTo>
                  <a:lnTo>
                    <a:pt x="223388" y="324592"/>
                  </a:lnTo>
                  <a:lnTo>
                    <a:pt x="228346" y="322731"/>
                  </a:lnTo>
                  <a:lnTo>
                    <a:pt x="233243" y="320715"/>
                  </a:lnTo>
                  <a:lnTo>
                    <a:pt x="238073" y="318545"/>
                  </a:lnTo>
                  <a:lnTo>
                    <a:pt x="242832" y="316223"/>
                  </a:lnTo>
                  <a:lnTo>
                    <a:pt x="247515" y="313751"/>
                  </a:lnTo>
                  <a:lnTo>
                    <a:pt x="252118" y="311132"/>
                  </a:lnTo>
                  <a:lnTo>
                    <a:pt x="256635" y="308368"/>
                  </a:lnTo>
                  <a:lnTo>
                    <a:pt x="261062" y="305463"/>
                  </a:lnTo>
                  <a:lnTo>
                    <a:pt x="265396" y="302419"/>
                  </a:lnTo>
                  <a:lnTo>
                    <a:pt x="269630" y="299240"/>
                  </a:lnTo>
                  <a:lnTo>
                    <a:pt x="273762" y="295928"/>
                  </a:lnTo>
                  <a:lnTo>
                    <a:pt x="277787" y="292486"/>
                  </a:lnTo>
                  <a:lnTo>
                    <a:pt x="281701" y="288919"/>
                  </a:lnTo>
                  <a:lnTo>
                    <a:pt x="285500" y="285230"/>
                  </a:lnTo>
                  <a:lnTo>
                    <a:pt x="289180" y="281422"/>
                  </a:lnTo>
                  <a:lnTo>
                    <a:pt x="292737" y="277500"/>
                  </a:lnTo>
                  <a:lnTo>
                    <a:pt x="296169" y="273467"/>
                  </a:lnTo>
                  <a:lnTo>
                    <a:pt x="299471" y="269327"/>
                  </a:lnTo>
                  <a:lnTo>
                    <a:pt x="302641" y="265085"/>
                  </a:lnTo>
                  <a:lnTo>
                    <a:pt x="305674" y="260744"/>
                  </a:lnTo>
                  <a:lnTo>
                    <a:pt x="308568" y="256310"/>
                  </a:lnTo>
                  <a:lnTo>
                    <a:pt x="311321" y="251786"/>
                  </a:lnTo>
                  <a:lnTo>
                    <a:pt x="313929" y="247177"/>
                  </a:lnTo>
                  <a:lnTo>
                    <a:pt x="316389" y="242488"/>
                  </a:lnTo>
                  <a:lnTo>
                    <a:pt x="318700" y="237723"/>
                  </a:lnTo>
                  <a:lnTo>
                    <a:pt x="320859" y="232888"/>
                  </a:lnTo>
                  <a:lnTo>
                    <a:pt x="322864" y="227987"/>
                  </a:lnTo>
                  <a:lnTo>
                    <a:pt x="324712" y="223024"/>
                  </a:lnTo>
                  <a:lnTo>
                    <a:pt x="326402" y="218006"/>
                  </a:lnTo>
                  <a:lnTo>
                    <a:pt x="327932" y="212936"/>
                  </a:lnTo>
                  <a:lnTo>
                    <a:pt x="329301" y="207821"/>
                  </a:lnTo>
                  <a:lnTo>
                    <a:pt x="330508" y="202664"/>
                  </a:lnTo>
                  <a:lnTo>
                    <a:pt x="331550" y="197472"/>
                  </a:lnTo>
                  <a:lnTo>
                    <a:pt x="332427" y="192250"/>
                  </a:lnTo>
                  <a:lnTo>
                    <a:pt x="333139" y="187003"/>
                  </a:lnTo>
                  <a:lnTo>
                    <a:pt x="333684" y="181735"/>
                  </a:lnTo>
                  <a:lnTo>
                    <a:pt x="334062" y="176453"/>
                  </a:lnTo>
                  <a:lnTo>
                    <a:pt x="334272" y="171162"/>
                  </a:lnTo>
                  <a:lnTo>
                    <a:pt x="334315" y="165867"/>
                  </a:lnTo>
                  <a:lnTo>
                    <a:pt x="334190" y="160573"/>
                  </a:lnTo>
                  <a:lnTo>
                    <a:pt x="333897" y="155285"/>
                  </a:lnTo>
                  <a:lnTo>
                    <a:pt x="333437" y="150010"/>
                  </a:lnTo>
                  <a:lnTo>
                    <a:pt x="332810" y="144752"/>
                  </a:lnTo>
                  <a:lnTo>
                    <a:pt x="332017" y="139516"/>
                  </a:lnTo>
                  <a:lnTo>
                    <a:pt x="331059" y="134308"/>
                  </a:lnTo>
                  <a:lnTo>
                    <a:pt x="329936" y="129133"/>
                  </a:lnTo>
                  <a:lnTo>
                    <a:pt x="328649" y="123996"/>
                  </a:lnTo>
                  <a:lnTo>
                    <a:pt x="327201" y="118903"/>
                  </a:lnTo>
                  <a:lnTo>
                    <a:pt x="325592" y="113858"/>
                  </a:lnTo>
                  <a:lnTo>
                    <a:pt x="323824" y="108866"/>
                  </a:lnTo>
                  <a:lnTo>
                    <a:pt x="321899" y="103933"/>
                  </a:lnTo>
                  <a:lnTo>
                    <a:pt x="319818" y="99063"/>
                  </a:lnTo>
                  <a:lnTo>
                    <a:pt x="317585" y="94262"/>
                  </a:lnTo>
                  <a:lnTo>
                    <a:pt x="315200" y="89534"/>
                  </a:lnTo>
                  <a:lnTo>
                    <a:pt x="312667" y="84883"/>
                  </a:lnTo>
                  <a:lnTo>
                    <a:pt x="309987" y="80316"/>
                  </a:lnTo>
                  <a:lnTo>
                    <a:pt x="307165" y="75835"/>
                  </a:lnTo>
                  <a:lnTo>
                    <a:pt x="304202" y="71446"/>
                  </a:lnTo>
                  <a:lnTo>
                    <a:pt x="301101" y="67154"/>
                  </a:lnTo>
                  <a:lnTo>
                    <a:pt x="297866" y="62961"/>
                  </a:lnTo>
                  <a:lnTo>
                    <a:pt x="294500" y="58873"/>
                  </a:lnTo>
                  <a:lnTo>
                    <a:pt x="291006" y="54894"/>
                  </a:lnTo>
                  <a:lnTo>
                    <a:pt x="287388" y="51027"/>
                  </a:lnTo>
                  <a:lnTo>
                    <a:pt x="283649" y="47277"/>
                  </a:lnTo>
                  <a:lnTo>
                    <a:pt x="279793" y="43648"/>
                  </a:lnTo>
                  <a:lnTo>
                    <a:pt x="275824" y="40142"/>
                  </a:lnTo>
                  <a:lnTo>
                    <a:pt x="271746" y="36764"/>
                  </a:lnTo>
                  <a:lnTo>
                    <a:pt x="267564" y="33516"/>
                  </a:lnTo>
                  <a:lnTo>
                    <a:pt x="263280" y="30403"/>
                  </a:lnTo>
                  <a:lnTo>
                    <a:pt x="258900" y="27427"/>
                  </a:lnTo>
                  <a:lnTo>
                    <a:pt x="254428" y="24591"/>
                  </a:lnTo>
                  <a:lnTo>
                    <a:pt x="249868" y="21898"/>
                  </a:lnTo>
                  <a:lnTo>
                    <a:pt x="245225" y="19351"/>
                  </a:lnTo>
                  <a:lnTo>
                    <a:pt x="240504" y="16952"/>
                  </a:lnTo>
                  <a:lnTo>
                    <a:pt x="235710" y="14704"/>
                  </a:lnTo>
                  <a:lnTo>
                    <a:pt x="230846" y="12609"/>
                  </a:lnTo>
                  <a:lnTo>
                    <a:pt x="225919" y="10669"/>
                  </a:lnTo>
                  <a:lnTo>
                    <a:pt x="220933" y="8887"/>
                  </a:lnTo>
                  <a:lnTo>
                    <a:pt x="215892" y="7263"/>
                  </a:lnTo>
                  <a:lnTo>
                    <a:pt x="210803" y="5799"/>
                  </a:lnTo>
                  <a:lnTo>
                    <a:pt x="205670" y="4498"/>
                  </a:lnTo>
                  <a:lnTo>
                    <a:pt x="200498" y="3359"/>
                  </a:lnTo>
                  <a:lnTo>
                    <a:pt x="195293" y="2385"/>
                  </a:lnTo>
                  <a:lnTo>
                    <a:pt x="190060" y="1576"/>
                  </a:lnTo>
                  <a:lnTo>
                    <a:pt x="184804" y="934"/>
                  </a:lnTo>
                  <a:lnTo>
                    <a:pt x="179530" y="458"/>
                  </a:lnTo>
                  <a:lnTo>
                    <a:pt x="174243" y="150"/>
                  </a:lnTo>
                  <a:lnTo>
                    <a:pt x="168949" y="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07730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07720"/>
              <a:ext cx="1796" cy="167167"/>
            </a:xfrm>
            <a:custGeom>
              <a:avLst/>
              <a:pathLst>
                <a:path w="1796" h="167167">
                  <a:moveTo>
                    <a:pt x="1796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14134" y="4213821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8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5" y="2092"/>
                  </a:lnTo>
                  <a:lnTo>
                    <a:pt x="135569" y="3010"/>
                  </a:lnTo>
                  <a:lnTo>
                    <a:pt x="130386" y="4093"/>
                  </a:lnTo>
                  <a:lnTo>
                    <a:pt x="125239" y="5339"/>
                  </a:lnTo>
                  <a:lnTo>
                    <a:pt x="120134" y="6748"/>
                  </a:lnTo>
                  <a:lnTo>
                    <a:pt x="115077" y="8318"/>
                  </a:lnTo>
                  <a:lnTo>
                    <a:pt x="110072" y="10047"/>
                  </a:lnTo>
                  <a:lnTo>
                    <a:pt x="105124" y="11934"/>
                  </a:lnTo>
                  <a:lnTo>
                    <a:pt x="100238" y="13976"/>
                  </a:lnTo>
                  <a:lnTo>
                    <a:pt x="95420" y="16172"/>
                  </a:lnTo>
                  <a:lnTo>
                    <a:pt x="90673" y="18520"/>
                  </a:lnTo>
                  <a:lnTo>
                    <a:pt x="86003" y="21017"/>
                  </a:lnTo>
                  <a:lnTo>
                    <a:pt x="81415" y="23661"/>
                  </a:lnTo>
                  <a:lnTo>
                    <a:pt x="76912" y="26448"/>
                  </a:lnTo>
                  <a:lnTo>
                    <a:pt x="72501" y="29377"/>
                  </a:lnTo>
                  <a:lnTo>
                    <a:pt x="68184" y="32444"/>
                  </a:lnTo>
                  <a:lnTo>
                    <a:pt x="63966" y="35647"/>
                  </a:lnTo>
                  <a:lnTo>
                    <a:pt x="59852" y="38981"/>
                  </a:lnTo>
                  <a:lnTo>
                    <a:pt x="55846" y="42444"/>
                  </a:lnTo>
                  <a:lnTo>
                    <a:pt x="51951" y="46032"/>
                  </a:lnTo>
                  <a:lnTo>
                    <a:pt x="48172" y="49742"/>
                  </a:lnTo>
                  <a:lnTo>
                    <a:pt x="44513" y="53569"/>
                  </a:lnTo>
                  <a:lnTo>
                    <a:pt x="40976" y="57510"/>
                  </a:lnTo>
                  <a:lnTo>
                    <a:pt x="37566" y="61562"/>
                  </a:lnTo>
                  <a:lnTo>
                    <a:pt x="34287" y="65719"/>
                  </a:lnTo>
                  <a:lnTo>
                    <a:pt x="31140" y="69979"/>
                  </a:lnTo>
                  <a:lnTo>
                    <a:pt x="28130" y="74335"/>
                  </a:lnTo>
                  <a:lnTo>
                    <a:pt x="25259" y="78785"/>
                  </a:lnTo>
                  <a:lnTo>
                    <a:pt x="22531" y="83324"/>
                  </a:lnTo>
                  <a:lnTo>
                    <a:pt x="19948" y="87947"/>
                  </a:lnTo>
                  <a:lnTo>
                    <a:pt x="17513" y="92649"/>
                  </a:lnTo>
                  <a:lnTo>
                    <a:pt x="15228" y="97426"/>
                  </a:lnTo>
                  <a:lnTo>
                    <a:pt x="13095" y="102273"/>
                  </a:lnTo>
                  <a:lnTo>
                    <a:pt x="11117" y="107185"/>
                  </a:lnTo>
                  <a:lnTo>
                    <a:pt x="9295" y="112157"/>
                  </a:lnTo>
                  <a:lnTo>
                    <a:pt x="7632" y="117185"/>
                  </a:lnTo>
                  <a:lnTo>
                    <a:pt x="6129" y="122263"/>
                  </a:lnTo>
                  <a:lnTo>
                    <a:pt x="4788" y="127385"/>
                  </a:lnTo>
                  <a:lnTo>
                    <a:pt x="3609" y="132548"/>
                  </a:lnTo>
                  <a:lnTo>
                    <a:pt x="2595" y="137745"/>
                  </a:lnTo>
                  <a:lnTo>
                    <a:pt x="1745" y="142972"/>
                  </a:lnTo>
                  <a:lnTo>
                    <a:pt x="1062" y="148224"/>
                  </a:lnTo>
                  <a:lnTo>
                    <a:pt x="545" y="153494"/>
                  </a:lnTo>
                  <a:lnTo>
                    <a:pt x="196" y="158778"/>
                  </a:lnTo>
                  <a:lnTo>
                    <a:pt x="14" y="164070"/>
                  </a:lnTo>
                  <a:lnTo>
                    <a:pt x="0" y="169365"/>
                  </a:lnTo>
                  <a:lnTo>
                    <a:pt x="153" y="174659"/>
                  </a:lnTo>
                  <a:lnTo>
                    <a:pt x="474" y="179944"/>
                  </a:lnTo>
                  <a:lnTo>
                    <a:pt x="962" y="185217"/>
                  </a:lnTo>
                  <a:lnTo>
                    <a:pt x="1618" y="190472"/>
                  </a:lnTo>
                  <a:lnTo>
                    <a:pt x="2439" y="195704"/>
                  </a:lnTo>
                  <a:lnTo>
                    <a:pt x="3425" y="200906"/>
                  </a:lnTo>
                  <a:lnTo>
                    <a:pt x="4576" y="206075"/>
                  </a:lnTo>
                  <a:lnTo>
                    <a:pt x="5890" y="211205"/>
                  </a:lnTo>
                  <a:lnTo>
                    <a:pt x="7366" y="216291"/>
                  </a:lnTo>
                  <a:lnTo>
                    <a:pt x="9002" y="221327"/>
                  </a:lnTo>
                  <a:lnTo>
                    <a:pt x="10797" y="226309"/>
                  </a:lnTo>
                  <a:lnTo>
                    <a:pt x="12748" y="231232"/>
                  </a:lnTo>
                  <a:lnTo>
                    <a:pt x="14855" y="236090"/>
                  </a:lnTo>
                  <a:lnTo>
                    <a:pt x="17114" y="240880"/>
                  </a:lnTo>
                  <a:lnTo>
                    <a:pt x="19524" y="245595"/>
                  </a:lnTo>
                  <a:lnTo>
                    <a:pt x="22083" y="250231"/>
                  </a:lnTo>
                  <a:lnTo>
                    <a:pt x="24786" y="254785"/>
                  </a:lnTo>
                  <a:lnTo>
                    <a:pt x="27633" y="259250"/>
                  </a:lnTo>
                  <a:lnTo>
                    <a:pt x="30620" y="263623"/>
                  </a:lnTo>
                  <a:lnTo>
                    <a:pt x="33743" y="267899"/>
                  </a:lnTo>
                  <a:lnTo>
                    <a:pt x="37001" y="272074"/>
                  </a:lnTo>
                  <a:lnTo>
                    <a:pt x="40389" y="276144"/>
                  </a:lnTo>
                  <a:lnTo>
                    <a:pt x="43904" y="280104"/>
                  </a:lnTo>
                  <a:lnTo>
                    <a:pt x="47543" y="283951"/>
                  </a:lnTo>
                  <a:lnTo>
                    <a:pt x="51302" y="287681"/>
                  </a:lnTo>
                  <a:lnTo>
                    <a:pt x="55177" y="291290"/>
                  </a:lnTo>
                  <a:lnTo>
                    <a:pt x="59165" y="294774"/>
                  </a:lnTo>
                  <a:lnTo>
                    <a:pt x="63261" y="298131"/>
                  </a:lnTo>
                  <a:lnTo>
                    <a:pt x="67461" y="301356"/>
                  </a:lnTo>
                  <a:lnTo>
                    <a:pt x="71761" y="304446"/>
                  </a:lnTo>
                  <a:lnTo>
                    <a:pt x="76157" y="307398"/>
                  </a:lnTo>
                  <a:lnTo>
                    <a:pt x="80645" y="310210"/>
                  </a:lnTo>
                  <a:lnTo>
                    <a:pt x="85219" y="312878"/>
                  </a:lnTo>
                  <a:lnTo>
                    <a:pt x="89875" y="315400"/>
                  </a:lnTo>
                  <a:lnTo>
                    <a:pt x="94609" y="317774"/>
                  </a:lnTo>
                  <a:lnTo>
                    <a:pt x="99416" y="319996"/>
                  </a:lnTo>
                  <a:lnTo>
                    <a:pt x="104290" y="322065"/>
                  </a:lnTo>
                  <a:lnTo>
                    <a:pt x="109228" y="323978"/>
                  </a:lnTo>
                  <a:lnTo>
                    <a:pt x="114224" y="325734"/>
                  </a:lnTo>
                  <a:lnTo>
                    <a:pt x="119273" y="327331"/>
                  </a:lnTo>
                  <a:lnTo>
                    <a:pt x="124370" y="328767"/>
                  </a:lnTo>
                  <a:lnTo>
                    <a:pt x="129510" y="330041"/>
                  </a:lnTo>
                  <a:lnTo>
                    <a:pt x="134687" y="331152"/>
                  </a:lnTo>
                  <a:lnTo>
                    <a:pt x="139898" y="332098"/>
                  </a:lnTo>
                  <a:lnTo>
                    <a:pt x="145135" y="332878"/>
                  </a:lnTo>
                  <a:lnTo>
                    <a:pt x="150395" y="333492"/>
                  </a:lnTo>
                  <a:lnTo>
                    <a:pt x="155672" y="333940"/>
                  </a:lnTo>
                  <a:lnTo>
                    <a:pt x="160960" y="334220"/>
                  </a:lnTo>
                  <a:lnTo>
                    <a:pt x="166254" y="334332"/>
                  </a:lnTo>
                  <a:lnTo>
                    <a:pt x="171549" y="334277"/>
                  </a:lnTo>
                  <a:lnTo>
                    <a:pt x="176840" y="334053"/>
                  </a:lnTo>
                  <a:lnTo>
                    <a:pt x="182121" y="333663"/>
                  </a:lnTo>
                  <a:lnTo>
                    <a:pt x="187387" y="333105"/>
                  </a:lnTo>
                  <a:lnTo>
                    <a:pt x="192633" y="332381"/>
                  </a:lnTo>
                  <a:lnTo>
                    <a:pt x="197853" y="331491"/>
                  </a:lnTo>
                  <a:lnTo>
                    <a:pt x="203042" y="330436"/>
                  </a:lnTo>
                  <a:lnTo>
                    <a:pt x="208196" y="329218"/>
                  </a:lnTo>
                  <a:lnTo>
                    <a:pt x="213308" y="327836"/>
                  </a:lnTo>
                  <a:lnTo>
                    <a:pt x="218374" y="326294"/>
                  </a:lnTo>
                  <a:lnTo>
                    <a:pt x="223388" y="324592"/>
                  </a:lnTo>
                  <a:lnTo>
                    <a:pt x="228346" y="322731"/>
                  </a:lnTo>
                  <a:lnTo>
                    <a:pt x="233243" y="320715"/>
                  </a:lnTo>
                  <a:lnTo>
                    <a:pt x="238073" y="318545"/>
                  </a:lnTo>
                  <a:lnTo>
                    <a:pt x="242832" y="316223"/>
                  </a:lnTo>
                  <a:lnTo>
                    <a:pt x="247515" y="313751"/>
                  </a:lnTo>
                  <a:lnTo>
                    <a:pt x="252118" y="311132"/>
                  </a:lnTo>
                  <a:lnTo>
                    <a:pt x="256635" y="308368"/>
                  </a:lnTo>
                  <a:lnTo>
                    <a:pt x="261062" y="305463"/>
                  </a:lnTo>
                  <a:lnTo>
                    <a:pt x="265396" y="302419"/>
                  </a:lnTo>
                  <a:lnTo>
                    <a:pt x="269630" y="299240"/>
                  </a:lnTo>
                  <a:lnTo>
                    <a:pt x="273762" y="295928"/>
                  </a:lnTo>
                  <a:lnTo>
                    <a:pt x="277787" y="292486"/>
                  </a:lnTo>
                  <a:lnTo>
                    <a:pt x="281701" y="288919"/>
                  </a:lnTo>
                  <a:lnTo>
                    <a:pt x="285500" y="285230"/>
                  </a:lnTo>
                  <a:lnTo>
                    <a:pt x="289180" y="281422"/>
                  </a:lnTo>
                  <a:lnTo>
                    <a:pt x="292737" y="277500"/>
                  </a:lnTo>
                  <a:lnTo>
                    <a:pt x="296169" y="273467"/>
                  </a:lnTo>
                  <a:lnTo>
                    <a:pt x="299471" y="269327"/>
                  </a:lnTo>
                  <a:lnTo>
                    <a:pt x="302641" y="265085"/>
                  </a:lnTo>
                  <a:lnTo>
                    <a:pt x="305674" y="260744"/>
                  </a:lnTo>
                  <a:lnTo>
                    <a:pt x="308568" y="256310"/>
                  </a:lnTo>
                  <a:lnTo>
                    <a:pt x="311321" y="251786"/>
                  </a:lnTo>
                  <a:lnTo>
                    <a:pt x="313929" y="247177"/>
                  </a:lnTo>
                  <a:lnTo>
                    <a:pt x="316389" y="242488"/>
                  </a:lnTo>
                  <a:lnTo>
                    <a:pt x="318700" y="237723"/>
                  </a:lnTo>
                  <a:lnTo>
                    <a:pt x="320859" y="232888"/>
                  </a:lnTo>
                  <a:lnTo>
                    <a:pt x="322864" y="227987"/>
                  </a:lnTo>
                  <a:lnTo>
                    <a:pt x="324712" y="223024"/>
                  </a:lnTo>
                  <a:lnTo>
                    <a:pt x="326402" y="218006"/>
                  </a:lnTo>
                  <a:lnTo>
                    <a:pt x="327932" y="212936"/>
                  </a:lnTo>
                  <a:lnTo>
                    <a:pt x="329301" y="207821"/>
                  </a:lnTo>
                  <a:lnTo>
                    <a:pt x="330508" y="202664"/>
                  </a:lnTo>
                  <a:lnTo>
                    <a:pt x="331550" y="197472"/>
                  </a:lnTo>
                  <a:lnTo>
                    <a:pt x="332427" y="192250"/>
                  </a:lnTo>
                  <a:lnTo>
                    <a:pt x="333139" y="187003"/>
                  </a:lnTo>
                  <a:lnTo>
                    <a:pt x="333684" y="181735"/>
                  </a:lnTo>
                  <a:lnTo>
                    <a:pt x="334062" y="176453"/>
                  </a:lnTo>
                  <a:lnTo>
                    <a:pt x="334272" y="171162"/>
                  </a:lnTo>
                  <a:lnTo>
                    <a:pt x="334315" y="165867"/>
                  </a:lnTo>
                  <a:lnTo>
                    <a:pt x="334190" y="160573"/>
                  </a:lnTo>
                  <a:lnTo>
                    <a:pt x="333897" y="155285"/>
                  </a:lnTo>
                  <a:lnTo>
                    <a:pt x="333437" y="150010"/>
                  </a:lnTo>
                  <a:lnTo>
                    <a:pt x="332810" y="144752"/>
                  </a:lnTo>
                  <a:lnTo>
                    <a:pt x="332017" y="139516"/>
                  </a:lnTo>
                  <a:lnTo>
                    <a:pt x="331059" y="134308"/>
                  </a:lnTo>
                  <a:lnTo>
                    <a:pt x="329936" y="129133"/>
                  </a:lnTo>
                  <a:lnTo>
                    <a:pt x="328649" y="123996"/>
                  </a:lnTo>
                  <a:lnTo>
                    <a:pt x="327201" y="118903"/>
                  </a:lnTo>
                  <a:lnTo>
                    <a:pt x="325592" y="113858"/>
                  </a:lnTo>
                  <a:lnTo>
                    <a:pt x="323824" y="108866"/>
                  </a:lnTo>
                  <a:lnTo>
                    <a:pt x="321899" y="103933"/>
                  </a:lnTo>
                  <a:lnTo>
                    <a:pt x="319818" y="99063"/>
                  </a:lnTo>
                  <a:lnTo>
                    <a:pt x="317585" y="94262"/>
                  </a:lnTo>
                  <a:lnTo>
                    <a:pt x="315200" y="89534"/>
                  </a:lnTo>
                  <a:lnTo>
                    <a:pt x="312667" y="84883"/>
                  </a:lnTo>
                  <a:lnTo>
                    <a:pt x="309987" y="80316"/>
                  </a:lnTo>
                  <a:lnTo>
                    <a:pt x="307165" y="75835"/>
                  </a:lnTo>
                  <a:lnTo>
                    <a:pt x="304202" y="71446"/>
                  </a:lnTo>
                  <a:lnTo>
                    <a:pt x="301101" y="67154"/>
                  </a:lnTo>
                  <a:lnTo>
                    <a:pt x="297866" y="62961"/>
                  </a:lnTo>
                  <a:lnTo>
                    <a:pt x="294500" y="58873"/>
                  </a:lnTo>
                  <a:lnTo>
                    <a:pt x="291006" y="54894"/>
                  </a:lnTo>
                  <a:lnTo>
                    <a:pt x="287388" y="51027"/>
                  </a:lnTo>
                  <a:lnTo>
                    <a:pt x="283649" y="47277"/>
                  </a:lnTo>
                  <a:lnTo>
                    <a:pt x="279793" y="43648"/>
                  </a:lnTo>
                  <a:lnTo>
                    <a:pt x="275824" y="40142"/>
                  </a:lnTo>
                  <a:lnTo>
                    <a:pt x="271746" y="36764"/>
                  </a:lnTo>
                  <a:lnTo>
                    <a:pt x="267564" y="33516"/>
                  </a:lnTo>
                  <a:lnTo>
                    <a:pt x="263280" y="30403"/>
                  </a:lnTo>
                  <a:lnTo>
                    <a:pt x="258900" y="27427"/>
                  </a:lnTo>
                  <a:lnTo>
                    <a:pt x="254428" y="24591"/>
                  </a:lnTo>
                  <a:lnTo>
                    <a:pt x="249868" y="21898"/>
                  </a:lnTo>
                  <a:lnTo>
                    <a:pt x="245225" y="19351"/>
                  </a:lnTo>
                  <a:lnTo>
                    <a:pt x="240504" y="16952"/>
                  </a:lnTo>
                  <a:lnTo>
                    <a:pt x="235710" y="14704"/>
                  </a:lnTo>
                  <a:lnTo>
                    <a:pt x="230846" y="12609"/>
                  </a:lnTo>
                  <a:lnTo>
                    <a:pt x="225919" y="10669"/>
                  </a:lnTo>
                  <a:lnTo>
                    <a:pt x="220933" y="8887"/>
                  </a:lnTo>
                  <a:lnTo>
                    <a:pt x="215892" y="7263"/>
                  </a:lnTo>
                  <a:lnTo>
                    <a:pt x="210803" y="5799"/>
                  </a:lnTo>
                  <a:lnTo>
                    <a:pt x="205670" y="4498"/>
                  </a:lnTo>
                  <a:lnTo>
                    <a:pt x="200498" y="3359"/>
                  </a:lnTo>
                  <a:lnTo>
                    <a:pt x="195293" y="2385"/>
                  </a:lnTo>
                  <a:lnTo>
                    <a:pt x="190060" y="1576"/>
                  </a:lnTo>
                  <a:lnTo>
                    <a:pt x="184804" y="934"/>
                  </a:lnTo>
                  <a:lnTo>
                    <a:pt x="179530" y="458"/>
                  </a:lnTo>
                  <a:lnTo>
                    <a:pt x="174243" y="150"/>
                  </a:lnTo>
                  <a:lnTo>
                    <a:pt x="168949" y="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3831"/>
              <a:ext cx="1796" cy="167157"/>
            </a:xfrm>
            <a:custGeom>
              <a:avLst/>
              <a:pathLst>
                <a:path w="1796" h="167157">
                  <a:moveTo>
                    <a:pt x="1796" y="0"/>
                  </a:moveTo>
                  <a:lnTo>
                    <a:pt x="0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3821"/>
              <a:ext cx="1796" cy="167167"/>
            </a:xfrm>
            <a:custGeom>
              <a:avLst/>
              <a:pathLst>
                <a:path w="1796" h="167167">
                  <a:moveTo>
                    <a:pt x="1796" y="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359" y="4659281"/>
              <a:ext cx="167164" cy="254866"/>
            </a:xfrm>
            <a:custGeom>
              <a:avLst/>
              <a:pathLst>
                <a:path w="167164" h="254866">
                  <a:moveTo>
                    <a:pt x="167164" y="0"/>
                  </a:moveTo>
                  <a:lnTo>
                    <a:pt x="161788" y="86"/>
                  </a:lnTo>
                  <a:lnTo>
                    <a:pt x="156417" y="345"/>
                  </a:lnTo>
                  <a:lnTo>
                    <a:pt x="151057" y="777"/>
                  </a:lnTo>
                  <a:lnTo>
                    <a:pt x="145714" y="1381"/>
                  </a:lnTo>
                  <a:lnTo>
                    <a:pt x="140393" y="2157"/>
                  </a:lnTo>
                  <a:lnTo>
                    <a:pt x="135100" y="3103"/>
                  </a:lnTo>
                  <a:lnTo>
                    <a:pt x="129840" y="4220"/>
                  </a:lnTo>
                  <a:lnTo>
                    <a:pt x="124619" y="5504"/>
                  </a:lnTo>
                  <a:lnTo>
                    <a:pt x="119441" y="6956"/>
                  </a:lnTo>
                  <a:lnTo>
                    <a:pt x="114313" y="8574"/>
                  </a:lnTo>
                  <a:lnTo>
                    <a:pt x="109240" y="10356"/>
                  </a:lnTo>
                  <a:lnTo>
                    <a:pt x="104227" y="12300"/>
                  </a:lnTo>
                  <a:lnTo>
                    <a:pt x="99278" y="14404"/>
                  </a:lnTo>
                  <a:lnTo>
                    <a:pt x="94400" y="16667"/>
                  </a:lnTo>
                  <a:lnTo>
                    <a:pt x="89598" y="19085"/>
                  </a:lnTo>
                  <a:lnTo>
                    <a:pt x="84875" y="21656"/>
                  </a:lnTo>
                  <a:lnTo>
                    <a:pt x="80238" y="24378"/>
                  </a:lnTo>
                  <a:lnTo>
                    <a:pt x="75690" y="27248"/>
                  </a:lnTo>
                  <a:lnTo>
                    <a:pt x="71238" y="30262"/>
                  </a:lnTo>
                  <a:lnTo>
                    <a:pt x="66884" y="33418"/>
                  </a:lnTo>
                  <a:lnTo>
                    <a:pt x="62634" y="36712"/>
                  </a:lnTo>
                  <a:lnTo>
                    <a:pt x="58493" y="40142"/>
                  </a:lnTo>
                  <a:lnTo>
                    <a:pt x="54463" y="43703"/>
                  </a:lnTo>
                  <a:lnTo>
                    <a:pt x="50551" y="47391"/>
                  </a:lnTo>
                  <a:lnTo>
                    <a:pt x="46759" y="51204"/>
                  </a:lnTo>
                  <a:lnTo>
                    <a:pt x="43092" y="55136"/>
                  </a:lnTo>
                  <a:lnTo>
                    <a:pt x="39553" y="59185"/>
                  </a:lnTo>
                  <a:lnTo>
                    <a:pt x="36146" y="63345"/>
                  </a:lnTo>
                  <a:lnTo>
                    <a:pt x="32874" y="67612"/>
                  </a:lnTo>
                  <a:lnTo>
                    <a:pt x="29742" y="71983"/>
                  </a:lnTo>
                  <a:lnTo>
                    <a:pt x="26752" y="76452"/>
                  </a:lnTo>
                  <a:lnTo>
                    <a:pt x="23907" y="81015"/>
                  </a:lnTo>
                  <a:lnTo>
                    <a:pt x="21210" y="85667"/>
                  </a:lnTo>
                  <a:lnTo>
                    <a:pt x="18664" y="90403"/>
                  </a:lnTo>
                  <a:lnTo>
                    <a:pt x="16272" y="95219"/>
                  </a:lnTo>
                  <a:lnTo>
                    <a:pt x="14036" y="100109"/>
                  </a:lnTo>
                  <a:lnTo>
                    <a:pt x="11959" y="105069"/>
                  </a:lnTo>
                  <a:lnTo>
                    <a:pt x="10042" y="110093"/>
                  </a:lnTo>
                  <a:lnTo>
                    <a:pt x="8288" y="115175"/>
                  </a:lnTo>
                  <a:lnTo>
                    <a:pt x="6698" y="120312"/>
                  </a:lnTo>
                  <a:lnTo>
                    <a:pt x="5274" y="125497"/>
                  </a:lnTo>
                  <a:lnTo>
                    <a:pt x="4017" y="130726"/>
                  </a:lnTo>
                  <a:lnTo>
                    <a:pt x="2930" y="135992"/>
                  </a:lnTo>
                  <a:lnTo>
                    <a:pt x="2012" y="141290"/>
                  </a:lnTo>
                  <a:lnTo>
                    <a:pt x="1265" y="146615"/>
                  </a:lnTo>
                  <a:lnTo>
                    <a:pt x="690" y="151961"/>
                  </a:lnTo>
                  <a:lnTo>
                    <a:pt x="287" y="157323"/>
                  </a:lnTo>
                  <a:lnTo>
                    <a:pt x="57" y="162695"/>
                  </a:lnTo>
                  <a:lnTo>
                    <a:pt x="0" y="168072"/>
                  </a:lnTo>
                  <a:lnTo>
                    <a:pt x="115" y="173448"/>
                  </a:lnTo>
                  <a:lnTo>
                    <a:pt x="404" y="178818"/>
                  </a:lnTo>
                  <a:lnTo>
                    <a:pt x="865" y="184175"/>
                  </a:lnTo>
                  <a:lnTo>
                    <a:pt x="1498" y="189515"/>
                  </a:lnTo>
                  <a:lnTo>
                    <a:pt x="2302" y="194831"/>
                  </a:lnTo>
                  <a:lnTo>
                    <a:pt x="3277" y="200119"/>
                  </a:lnTo>
                  <a:lnTo>
                    <a:pt x="4422" y="205373"/>
                  </a:lnTo>
                  <a:lnTo>
                    <a:pt x="5735" y="210588"/>
                  </a:lnTo>
                  <a:lnTo>
                    <a:pt x="7215" y="215757"/>
                  </a:lnTo>
                  <a:lnTo>
                    <a:pt x="8860" y="220876"/>
                  </a:lnTo>
                  <a:lnTo>
                    <a:pt x="10669" y="225940"/>
                  </a:lnTo>
                  <a:lnTo>
                    <a:pt x="12641" y="230943"/>
                  </a:lnTo>
                  <a:lnTo>
                    <a:pt x="14772" y="235879"/>
                  </a:lnTo>
                  <a:lnTo>
                    <a:pt x="17061" y="240745"/>
                  </a:lnTo>
                  <a:lnTo>
                    <a:pt x="19505" y="245535"/>
                  </a:lnTo>
                  <a:lnTo>
                    <a:pt x="22101" y="250243"/>
                  </a:lnTo>
                  <a:lnTo>
                    <a:pt x="24848" y="254866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44208" y="4826449"/>
              <a:ext cx="142316" cy="87698"/>
            </a:xfrm>
            <a:custGeom>
              <a:avLst/>
              <a:pathLst>
                <a:path w="142316" h="87698">
                  <a:moveTo>
                    <a:pt x="0" y="87698"/>
                  </a:moveTo>
                  <a:lnTo>
                    <a:pt x="14231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44208" y="4826449"/>
              <a:ext cx="142316" cy="87698"/>
            </a:xfrm>
            <a:custGeom>
              <a:avLst/>
              <a:pathLst>
                <a:path w="142316" h="87698">
                  <a:moveTo>
                    <a:pt x="0" y="87698"/>
                  </a:moveTo>
                  <a:lnTo>
                    <a:pt x="14231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44208" y="4826449"/>
              <a:ext cx="142316" cy="87698"/>
            </a:xfrm>
            <a:custGeom>
              <a:avLst/>
              <a:pathLst>
                <a:path w="142316" h="87698">
                  <a:moveTo>
                    <a:pt x="0" y="87698"/>
                  </a:moveTo>
                  <a:lnTo>
                    <a:pt x="14231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44208" y="4826449"/>
              <a:ext cx="142316" cy="87698"/>
            </a:xfrm>
            <a:custGeom>
              <a:avLst/>
              <a:pathLst>
                <a:path w="142316" h="87698">
                  <a:moveTo>
                    <a:pt x="0" y="87698"/>
                  </a:moveTo>
                  <a:lnTo>
                    <a:pt x="1423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44208" y="4826449"/>
              <a:ext cx="142316" cy="87698"/>
            </a:xfrm>
            <a:custGeom>
              <a:avLst/>
              <a:pathLst>
                <a:path w="142316" h="87698">
                  <a:moveTo>
                    <a:pt x="0" y="87698"/>
                  </a:moveTo>
                  <a:lnTo>
                    <a:pt x="1423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44208" y="4826449"/>
              <a:ext cx="142316" cy="87698"/>
            </a:xfrm>
            <a:custGeom>
              <a:avLst/>
              <a:pathLst>
                <a:path w="142316" h="87698">
                  <a:moveTo>
                    <a:pt x="0" y="87698"/>
                  </a:moveTo>
                  <a:lnTo>
                    <a:pt x="1423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44208" y="4826449"/>
              <a:ext cx="142316" cy="87698"/>
            </a:xfrm>
            <a:custGeom>
              <a:avLst/>
              <a:pathLst>
                <a:path w="142316" h="87698">
                  <a:moveTo>
                    <a:pt x="0" y="87698"/>
                  </a:moveTo>
                  <a:lnTo>
                    <a:pt x="14231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44208" y="4826449"/>
              <a:ext cx="142316" cy="87698"/>
            </a:xfrm>
            <a:custGeom>
              <a:avLst/>
              <a:pathLst>
                <a:path w="142316" h="87698">
                  <a:moveTo>
                    <a:pt x="0" y="87698"/>
                  </a:moveTo>
                  <a:lnTo>
                    <a:pt x="14231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44208" y="4826449"/>
              <a:ext cx="142316" cy="87698"/>
            </a:xfrm>
            <a:custGeom>
              <a:avLst/>
              <a:pathLst>
                <a:path w="142316" h="87698">
                  <a:moveTo>
                    <a:pt x="0" y="87698"/>
                  </a:moveTo>
                  <a:lnTo>
                    <a:pt x="14231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44208" y="4826449"/>
              <a:ext cx="142316" cy="105277"/>
            </a:xfrm>
            <a:custGeom>
              <a:avLst/>
              <a:pathLst>
                <a:path w="142316" h="105277">
                  <a:moveTo>
                    <a:pt x="0" y="87698"/>
                  </a:moveTo>
                  <a:lnTo>
                    <a:pt x="3901" y="93735"/>
                  </a:lnTo>
                  <a:lnTo>
                    <a:pt x="8058" y="99598"/>
                  </a:lnTo>
                  <a:lnTo>
                    <a:pt x="12463" y="105277"/>
                  </a:lnTo>
                  <a:lnTo>
                    <a:pt x="14231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56672" y="4659281"/>
              <a:ext cx="296999" cy="334334"/>
            </a:xfrm>
            <a:custGeom>
              <a:avLst/>
              <a:pathLst>
                <a:path w="296999" h="334334">
                  <a:moveTo>
                    <a:pt x="0" y="272444"/>
                  </a:moveTo>
                  <a:lnTo>
                    <a:pt x="3406" y="276512"/>
                  </a:lnTo>
                  <a:lnTo>
                    <a:pt x="6940" y="280470"/>
                  </a:lnTo>
                  <a:lnTo>
                    <a:pt x="10598" y="284314"/>
                  </a:lnTo>
                  <a:lnTo>
                    <a:pt x="14375" y="288039"/>
                  </a:lnTo>
                  <a:lnTo>
                    <a:pt x="18270" y="291643"/>
                  </a:lnTo>
                  <a:lnTo>
                    <a:pt x="22276" y="295122"/>
                  </a:lnTo>
                  <a:lnTo>
                    <a:pt x="26391" y="298471"/>
                  </a:lnTo>
                  <a:lnTo>
                    <a:pt x="30610" y="301689"/>
                  </a:lnTo>
                  <a:lnTo>
                    <a:pt x="34929" y="304770"/>
                  </a:lnTo>
                  <a:lnTo>
                    <a:pt x="39344" y="307713"/>
                  </a:lnTo>
                  <a:lnTo>
                    <a:pt x="43850" y="310515"/>
                  </a:lnTo>
                  <a:lnTo>
                    <a:pt x="48443" y="313172"/>
                  </a:lnTo>
                  <a:lnTo>
                    <a:pt x="53117" y="315682"/>
                  </a:lnTo>
                  <a:lnTo>
                    <a:pt x="57869" y="318043"/>
                  </a:lnTo>
                  <a:lnTo>
                    <a:pt x="62694" y="320251"/>
                  </a:lnTo>
                  <a:lnTo>
                    <a:pt x="67586" y="322305"/>
                  </a:lnTo>
                  <a:lnTo>
                    <a:pt x="72540" y="324203"/>
                  </a:lnTo>
                  <a:lnTo>
                    <a:pt x="77553" y="325943"/>
                  </a:lnTo>
                  <a:lnTo>
                    <a:pt x="82618" y="327523"/>
                  </a:lnTo>
                  <a:lnTo>
                    <a:pt x="87731" y="328941"/>
                  </a:lnTo>
                  <a:lnTo>
                    <a:pt x="92886" y="330196"/>
                  </a:lnTo>
                  <a:lnTo>
                    <a:pt x="98079" y="331287"/>
                  </a:lnTo>
                  <a:lnTo>
                    <a:pt x="103303" y="332213"/>
                  </a:lnTo>
                  <a:lnTo>
                    <a:pt x="108555" y="332972"/>
                  </a:lnTo>
                  <a:lnTo>
                    <a:pt x="113827" y="333565"/>
                  </a:lnTo>
                  <a:lnTo>
                    <a:pt x="119116" y="333989"/>
                  </a:lnTo>
                  <a:lnTo>
                    <a:pt x="124416" y="334246"/>
                  </a:lnTo>
                  <a:lnTo>
                    <a:pt x="129721" y="334334"/>
                  </a:lnTo>
                  <a:lnTo>
                    <a:pt x="135026" y="334254"/>
                  </a:lnTo>
                  <a:lnTo>
                    <a:pt x="140326" y="334006"/>
                  </a:lnTo>
                  <a:lnTo>
                    <a:pt x="145616" y="333589"/>
                  </a:lnTo>
                  <a:lnTo>
                    <a:pt x="150889" y="333005"/>
                  </a:lnTo>
                  <a:lnTo>
                    <a:pt x="156142" y="332254"/>
                  </a:lnTo>
                  <a:lnTo>
                    <a:pt x="161368" y="331337"/>
                  </a:lnTo>
                  <a:lnTo>
                    <a:pt x="166562" y="330254"/>
                  </a:lnTo>
                  <a:lnTo>
                    <a:pt x="171719" y="329007"/>
                  </a:lnTo>
                  <a:lnTo>
                    <a:pt x="176834" y="327596"/>
                  </a:lnTo>
                  <a:lnTo>
                    <a:pt x="181902" y="326025"/>
                  </a:lnTo>
                  <a:lnTo>
                    <a:pt x="186917" y="324293"/>
                  </a:lnTo>
                  <a:lnTo>
                    <a:pt x="191875" y="322403"/>
                  </a:lnTo>
                  <a:lnTo>
                    <a:pt x="196770" y="320356"/>
                  </a:lnTo>
                  <a:lnTo>
                    <a:pt x="201598" y="318155"/>
                  </a:lnTo>
                  <a:lnTo>
                    <a:pt x="206354" y="315802"/>
                  </a:lnTo>
                  <a:lnTo>
                    <a:pt x="211032" y="313299"/>
                  </a:lnTo>
                  <a:lnTo>
                    <a:pt x="215629" y="310649"/>
                  </a:lnTo>
                  <a:lnTo>
                    <a:pt x="220139" y="307855"/>
                  </a:lnTo>
                  <a:lnTo>
                    <a:pt x="224559" y="304919"/>
                  </a:lnTo>
                  <a:lnTo>
                    <a:pt x="228883" y="301844"/>
                  </a:lnTo>
                  <a:lnTo>
                    <a:pt x="233107" y="298633"/>
                  </a:lnTo>
                  <a:lnTo>
                    <a:pt x="237227" y="295290"/>
                  </a:lnTo>
                  <a:lnTo>
                    <a:pt x="241239" y="291818"/>
                  </a:lnTo>
                  <a:lnTo>
                    <a:pt x="245139" y="288220"/>
                  </a:lnTo>
                  <a:lnTo>
                    <a:pt x="248922" y="284500"/>
                  </a:lnTo>
                  <a:lnTo>
                    <a:pt x="252586" y="280663"/>
                  </a:lnTo>
                  <a:lnTo>
                    <a:pt x="256126" y="276710"/>
                  </a:lnTo>
                  <a:lnTo>
                    <a:pt x="259539" y="272648"/>
                  </a:lnTo>
                  <a:lnTo>
                    <a:pt x="262821" y="268479"/>
                  </a:lnTo>
                  <a:lnTo>
                    <a:pt x="265969" y="264208"/>
                  </a:lnTo>
                  <a:lnTo>
                    <a:pt x="268980" y="259839"/>
                  </a:lnTo>
                  <a:lnTo>
                    <a:pt x="271851" y="255377"/>
                  </a:lnTo>
                  <a:lnTo>
                    <a:pt x="274579" y="250826"/>
                  </a:lnTo>
                  <a:lnTo>
                    <a:pt x="277161" y="246191"/>
                  </a:lnTo>
                  <a:lnTo>
                    <a:pt x="279595" y="241476"/>
                  </a:lnTo>
                  <a:lnTo>
                    <a:pt x="281878" y="236687"/>
                  </a:lnTo>
                  <a:lnTo>
                    <a:pt x="284008" y="231827"/>
                  </a:lnTo>
                  <a:lnTo>
                    <a:pt x="285982" y="226902"/>
                  </a:lnTo>
                  <a:lnTo>
                    <a:pt x="287799" y="221917"/>
                  </a:lnTo>
                  <a:lnTo>
                    <a:pt x="289457" y="216877"/>
                  </a:lnTo>
                  <a:lnTo>
                    <a:pt x="290954" y="211787"/>
                  </a:lnTo>
                  <a:lnTo>
                    <a:pt x="292289" y="206651"/>
                  </a:lnTo>
                  <a:lnTo>
                    <a:pt x="293460" y="201476"/>
                  </a:lnTo>
                  <a:lnTo>
                    <a:pt x="294467" y="196267"/>
                  </a:lnTo>
                  <a:lnTo>
                    <a:pt x="295307" y="191028"/>
                  </a:lnTo>
                  <a:lnTo>
                    <a:pt x="295981" y="185765"/>
                  </a:lnTo>
                  <a:lnTo>
                    <a:pt x="296488" y="180483"/>
                  </a:lnTo>
                  <a:lnTo>
                    <a:pt x="296827" y="175188"/>
                  </a:lnTo>
                  <a:lnTo>
                    <a:pt x="296997" y="169885"/>
                  </a:lnTo>
                  <a:lnTo>
                    <a:pt x="296999" y="164579"/>
                  </a:lnTo>
                  <a:lnTo>
                    <a:pt x="296833" y="159276"/>
                  </a:lnTo>
                  <a:lnTo>
                    <a:pt x="296498" y="153981"/>
                  </a:lnTo>
                  <a:lnTo>
                    <a:pt x="295996" y="148699"/>
                  </a:lnTo>
                  <a:lnTo>
                    <a:pt x="295326" y="143435"/>
                  </a:lnTo>
                  <a:lnTo>
                    <a:pt x="294490" y="138196"/>
                  </a:lnTo>
                  <a:lnTo>
                    <a:pt x="293487" y="132986"/>
                  </a:lnTo>
                  <a:lnTo>
                    <a:pt x="292320" y="127810"/>
                  </a:lnTo>
                  <a:lnTo>
                    <a:pt x="290989" y="122673"/>
                  </a:lnTo>
                  <a:lnTo>
                    <a:pt x="289496" y="117582"/>
                  </a:lnTo>
                  <a:lnTo>
                    <a:pt x="287842" y="112541"/>
                  </a:lnTo>
                  <a:lnTo>
                    <a:pt x="286029" y="107554"/>
                  </a:lnTo>
                  <a:lnTo>
                    <a:pt x="284058" y="102628"/>
                  </a:lnTo>
                  <a:lnTo>
                    <a:pt x="281932" y="97766"/>
                  </a:lnTo>
                  <a:lnTo>
                    <a:pt x="279653" y="92975"/>
                  </a:lnTo>
                  <a:lnTo>
                    <a:pt x="277223" y="88258"/>
                  </a:lnTo>
                  <a:lnTo>
                    <a:pt x="274645" y="83621"/>
                  </a:lnTo>
                  <a:lnTo>
                    <a:pt x="271920" y="79068"/>
                  </a:lnTo>
                  <a:lnTo>
                    <a:pt x="269053" y="74604"/>
                  </a:lnTo>
                  <a:lnTo>
                    <a:pt x="266045" y="70233"/>
                  </a:lnTo>
                  <a:lnTo>
                    <a:pt x="262900" y="65959"/>
                  </a:lnTo>
                  <a:lnTo>
                    <a:pt x="259621" y="61788"/>
                  </a:lnTo>
                  <a:lnTo>
                    <a:pt x="256212" y="57723"/>
                  </a:lnTo>
                  <a:lnTo>
                    <a:pt x="252675" y="53768"/>
                  </a:lnTo>
                  <a:lnTo>
                    <a:pt x="249014" y="49927"/>
                  </a:lnTo>
                  <a:lnTo>
                    <a:pt x="245233" y="46204"/>
                  </a:lnTo>
                  <a:lnTo>
                    <a:pt x="241336" y="42603"/>
                  </a:lnTo>
                  <a:lnTo>
                    <a:pt x="237327" y="39128"/>
                  </a:lnTo>
                  <a:lnTo>
                    <a:pt x="233210" y="35782"/>
                  </a:lnTo>
                  <a:lnTo>
                    <a:pt x="228988" y="32568"/>
                  </a:lnTo>
                  <a:lnTo>
                    <a:pt x="224666" y="29489"/>
                  </a:lnTo>
                  <a:lnTo>
                    <a:pt x="220249" y="26550"/>
                  </a:lnTo>
                  <a:lnTo>
                    <a:pt x="215741" y="23752"/>
                  </a:lnTo>
                  <a:lnTo>
                    <a:pt x="211146" y="21098"/>
                  </a:lnTo>
                  <a:lnTo>
                    <a:pt x="206470" y="18592"/>
                  </a:lnTo>
                  <a:lnTo>
                    <a:pt x="201716" y="16235"/>
                  </a:lnTo>
                  <a:lnTo>
                    <a:pt x="196890" y="14030"/>
                  </a:lnTo>
                  <a:lnTo>
                    <a:pt x="191996" y="11980"/>
                  </a:lnTo>
                  <a:lnTo>
                    <a:pt x="187040" y="10086"/>
                  </a:lnTo>
                  <a:lnTo>
                    <a:pt x="182026" y="8350"/>
                  </a:lnTo>
                  <a:lnTo>
                    <a:pt x="176960" y="6774"/>
                  </a:lnTo>
                  <a:lnTo>
                    <a:pt x="171846" y="5360"/>
                  </a:lnTo>
                  <a:lnTo>
                    <a:pt x="166689" y="4109"/>
                  </a:lnTo>
                  <a:lnTo>
                    <a:pt x="161496" y="3022"/>
                  </a:lnTo>
                  <a:lnTo>
                    <a:pt x="156271" y="2100"/>
                  </a:lnTo>
                  <a:lnTo>
                    <a:pt x="151019" y="1345"/>
                  </a:lnTo>
                  <a:lnTo>
                    <a:pt x="145746" y="757"/>
                  </a:lnTo>
                  <a:lnTo>
                    <a:pt x="140457" y="336"/>
                  </a:lnTo>
                  <a:lnTo>
                    <a:pt x="135157" y="84"/>
                  </a:lnTo>
                  <a:lnTo>
                    <a:pt x="129852" y="0"/>
                  </a:lnTo>
                  <a:lnTo>
                    <a:pt x="1298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6923" y="5018213"/>
              <a:ext cx="1796" cy="167167"/>
            </a:xfrm>
            <a:custGeom>
              <a:avLst/>
              <a:pathLst>
                <a:path w="1796" h="167167">
                  <a:moveTo>
                    <a:pt x="1796" y="0"/>
                  </a:moveTo>
                  <a:lnTo>
                    <a:pt x="0" y="9"/>
                  </a:lnTo>
                  <a:lnTo>
                    <a:pt x="1796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6923" y="5018223"/>
              <a:ext cx="1796" cy="167157"/>
            </a:xfrm>
            <a:custGeom>
              <a:avLst/>
              <a:pathLst>
                <a:path w="1796" h="167157">
                  <a:moveTo>
                    <a:pt x="0" y="0"/>
                  </a:moveTo>
                  <a:lnTo>
                    <a:pt x="1796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321555" y="5018223"/>
              <a:ext cx="334330" cy="334316"/>
            </a:xfrm>
            <a:custGeom>
              <a:avLst/>
              <a:pathLst>
                <a:path w="334330" h="334316">
                  <a:moveTo>
                    <a:pt x="165368" y="0"/>
                  </a:moveTo>
                  <a:lnTo>
                    <a:pt x="160065" y="141"/>
                  </a:lnTo>
                  <a:lnTo>
                    <a:pt x="154770" y="450"/>
                  </a:lnTo>
                  <a:lnTo>
                    <a:pt x="149488" y="927"/>
                  </a:lnTo>
                  <a:lnTo>
                    <a:pt x="144223" y="1572"/>
                  </a:lnTo>
                  <a:lnTo>
                    <a:pt x="138981" y="2383"/>
                  </a:lnTo>
                  <a:lnTo>
                    <a:pt x="133768" y="3360"/>
                  </a:lnTo>
                  <a:lnTo>
                    <a:pt x="128588" y="4502"/>
                  </a:lnTo>
                  <a:lnTo>
                    <a:pt x="123447" y="5808"/>
                  </a:lnTo>
                  <a:lnTo>
                    <a:pt x="118350" y="7276"/>
                  </a:lnTo>
                  <a:lnTo>
                    <a:pt x="113303" y="8905"/>
                  </a:lnTo>
                  <a:lnTo>
                    <a:pt x="108309" y="10693"/>
                  </a:lnTo>
                  <a:lnTo>
                    <a:pt x="103375" y="12639"/>
                  </a:lnTo>
                  <a:lnTo>
                    <a:pt x="98505" y="14741"/>
                  </a:lnTo>
                  <a:lnTo>
                    <a:pt x="93704" y="16996"/>
                  </a:lnTo>
                  <a:lnTo>
                    <a:pt x="88977" y="19402"/>
                  </a:lnTo>
                  <a:lnTo>
                    <a:pt x="84329" y="21957"/>
                  </a:lnTo>
                  <a:lnTo>
                    <a:pt x="79764" y="24658"/>
                  </a:lnTo>
                  <a:lnTo>
                    <a:pt x="75287" y="27502"/>
                  </a:lnTo>
                  <a:lnTo>
                    <a:pt x="70903" y="30488"/>
                  </a:lnTo>
                  <a:lnTo>
                    <a:pt x="66615" y="33610"/>
                  </a:lnTo>
                  <a:lnTo>
                    <a:pt x="62429" y="36867"/>
                  </a:lnTo>
                  <a:lnTo>
                    <a:pt x="58348" y="40256"/>
                  </a:lnTo>
                  <a:lnTo>
                    <a:pt x="54377" y="43772"/>
                  </a:lnTo>
                  <a:lnTo>
                    <a:pt x="50520" y="47412"/>
                  </a:lnTo>
                  <a:lnTo>
                    <a:pt x="46779" y="51173"/>
                  </a:lnTo>
                  <a:lnTo>
                    <a:pt x="43160" y="55051"/>
                  </a:lnTo>
                  <a:lnTo>
                    <a:pt x="39666" y="59041"/>
                  </a:lnTo>
                  <a:lnTo>
                    <a:pt x="36300" y="63141"/>
                  </a:lnTo>
                  <a:lnTo>
                    <a:pt x="33066" y="67345"/>
                  </a:lnTo>
                  <a:lnTo>
                    <a:pt x="29967" y="71649"/>
                  </a:lnTo>
                  <a:lnTo>
                    <a:pt x="27006" y="76050"/>
                  </a:lnTo>
                  <a:lnTo>
                    <a:pt x="24186" y="80542"/>
                  </a:lnTo>
                  <a:lnTo>
                    <a:pt x="21510" y="85122"/>
                  </a:lnTo>
                  <a:lnTo>
                    <a:pt x="18981" y="89784"/>
                  </a:lnTo>
                  <a:lnTo>
                    <a:pt x="16601" y="94524"/>
                  </a:lnTo>
                  <a:lnTo>
                    <a:pt x="14372" y="99338"/>
                  </a:lnTo>
                  <a:lnTo>
                    <a:pt x="12298" y="104219"/>
                  </a:lnTo>
                  <a:lnTo>
                    <a:pt x="10379" y="109164"/>
                  </a:lnTo>
                  <a:lnTo>
                    <a:pt x="8618" y="114167"/>
                  </a:lnTo>
                  <a:lnTo>
                    <a:pt x="7017" y="119224"/>
                  </a:lnTo>
                  <a:lnTo>
                    <a:pt x="5577" y="124329"/>
                  </a:lnTo>
                  <a:lnTo>
                    <a:pt x="4299" y="129477"/>
                  </a:lnTo>
                  <a:lnTo>
                    <a:pt x="3186" y="134663"/>
                  </a:lnTo>
                  <a:lnTo>
                    <a:pt x="2237" y="139881"/>
                  </a:lnTo>
                  <a:lnTo>
                    <a:pt x="1455" y="145127"/>
                  </a:lnTo>
                  <a:lnTo>
                    <a:pt x="840" y="150396"/>
                  </a:lnTo>
                  <a:lnTo>
                    <a:pt x="392" y="155681"/>
                  </a:lnTo>
                  <a:lnTo>
                    <a:pt x="111" y="160978"/>
                  </a:lnTo>
                  <a:lnTo>
                    <a:pt x="0" y="166280"/>
                  </a:lnTo>
                  <a:lnTo>
                    <a:pt x="56" y="171584"/>
                  </a:lnTo>
                  <a:lnTo>
                    <a:pt x="280" y="176884"/>
                  </a:lnTo>
                  <a:lnTo>
                    <a:pt x="673" y="182173"/>
                  </a:lnTo>
                  <a:lnTo>
                    <a:pt x="1233" y="187448"/>
                  </a:lnTo>
                  <a:lnTo>
                    <a:pt x="1960" y="192702"/>
                  </a:lnTo>
                  <a:lnTo>
                    <a:pt x="2854" y="197930"/>
                  </a:lnTo>
                  <a:lnTo>
                    <a:pt x="3913" y="203127"/>
                  </a:lnTo>
                  <a:lnTo>
                    <a:pt x="5136" y="208288"/>
                  </a:lnTo>
                  <a:lnTo>
                    <a:pt x="6523" y="213408"/>
                  </a:lnTo>
                  <a:lnTo>
                    <a:pt x="8071" y="218481"/>
                  </a:lnTo>
                  <a:lnTo>
                    <a:pt x="9779" y="223503"/>
                  </a:lnTo>
                  <a:lnTo>
                    <a:pt x="11646" y="228467"/>
                  </a:lnTo>
                  <a:lnTo>
                    <a:pt x="13669" y="233370"/>
                  </a:lnTo>
                  <a:lnTo>
                    <a:pt x="15847" y="238207"/>
                  </a:lnTo>
                  <a:lnTo>
                    <a:pt x="18178" y="242972"/>
                  </a:lnTo>
                  <a:lnTo>
                    <a:pt x="20658" y="247660"/>
                  </a:lnTo>
                  <a:lnTo>
                    <a:pt x="23286" y="252268"/>
                  </a:lnTo>
                  <a:lnTo>
                    <a:pt x="26058" y="256789"/>
                  </a:lnTo>
                  <a:lnTo>
                    <a:pt x="28973" y="261221"/>
                  </a:lnTo>
                  <a:lnTo>
                    <a:pt x="32026" y="265558"/>
                  </a:lnTo>
                  <a:lnTo>
                    <a:pt x="35216" y="269795"/>
                  </a:lnTo>
                  <a:lnTo>
                    <a:pt x="38539" y="273930"/>
                  </a:lnTo>
                  <a:lnTo>
                    <a:pt x="41991" y="277957"/>
                  </a:lnTo>
                  <a:lnTo>
                    <a:pt x="45569" y="281872"/>
                  </a:lnTo>
                  <a:lnTo>
                    <a:pt x="49270" y="285672"/>
                  </a:lnTo>
                  <a:lnTo>
                    <a:pt x="53089" y="289353"/>
                  </a:lnTo>
                  <a:lnTo>
                    <a:pt x="57023" y="292910"/>
                  </a:lnTo>
                  <a:lnTo>
                    <a:pt x="61068" y="296341"/>
                  </a:lnTo>
                  <a:lnTo>
                    <a:pt x="65220" y="299642"/>
                  </a:lnTo>
                  <a:lnTo>
                    <a:pt x="69474" y="302810"/>
                  </a:lnTo>
                  <a:lnTo>
                    <a:pt x="73827" y="305841"/>
                  </a:lnTo>
                  <a:lnTo>
                    <a:pt x="78274" y="308732"/>
                  </a:lnTo>
                  <a:lnTo>
                    <a:pt x="82810" y="311481"/>
                  </a:lnTo>
                  <a:lnTo>
                    <a:pt x="87431" y="314084"/>
                  </a:lnTo>
                  <a:lnTo>
                    <a:pt x="92133" y="316540"/>
                  </a:lnTo>
                  <a:lnTo>
                    <a:pt x="96910" y="318845"/>
                  </a:lnTo>
                  <a:lnTo>
                    <a:pt x="101758" y="320998"/>
                  </a:lnTo>
                  <a:lnTo>
                    <a:pt x="106671" y="322995"/>
                  </a:lnTo>
                  <a:lnTo>
                    <a:pt x="111646" y="324836"/>
                  </a:lnTo>
                  <a:lnTo>
                    <a:pt x="116676" y="326518"/>
                  </a:lnTo>
                  <a:lnTo>
                    <a:pt x="121757" y="328040"/>
                  </a:lnTo>
                  <a:lnTo>
                    <a:pt x="126884" y="329399"/>
                  </a:lnTo>
                  <a:lnTo>
                    <a:pt x="132051" y="330595"/>
                  </a:lnTo>
                  <a:lnTo>
                    <a:pt x="137254" y="331627"/>
                  </a:lnTo>
                  <a:lnTo>
                    <a:pt x="142487" y="332493"/>
                  </a:lnTo>
                  <a:lnTo>
                    <a:pt x="147745" y="333193"/>
                  </a:lnTo>
                  <a:lnTo>
                    <a:pt x="153022" y="333725"/>
                  </a:lnTo>
                  <a:lnTo>
                    <a:pt x="158314" y="334090"/>
                  </a:lnTo>
                  <a:lnTo>
                    <a:pt x="163614" y="334287"/>
                  </a:lnTo>
                  <a:lnTo>
                    <a:pt x="168918" y="334316"/>
                  </a:lnTo>
                  <a:lnTo>
                    <a:pt x="174221" y="334176"/>
                  </a:lnTo>
                  <a:lnTo>
                    <a:pt x="179516" y="333868"/>
                  </a:lnTo>
                  <a:lnTo>
                    <a:pt x="184798" y="333392"/>
                  </a:lnTo>
                  <a:lnTo>
                    <a:pt x="190063" y="332749"/>
                  </a:lnTo>
                  <a:lnTo>
                    <a:pt x="195305" y="331939"/>
                  </a:lnTo>
                  <a:lnTo>
                    <a:pt x="200519" y="330963"/>
                  </a:lnTo>
                  <a:lnTo>
                    <a:pt x="205699" y="329823"/>
                  </a:lnTo>
                  <a:lnTo>
                    <a:pt x="210840" y="328518"/>
                  </a:lnTo>
                  <a:lnTo>
                    <a:pt x="215937" y="327052"/>
                  </a:lnTo>
                  <a:lnTo>
                    <a:pt x="220986" y="325424"/>
                  </a:lnTo>
                  <a:lnTo>
                    <a:pt x="225980" y="323637"/>
                  </a:lnTo>
                  <a:lnTo>
                    <a:pt x="230914" y="321692"/>
                  </a:lnTo>
                  <a:lnTo>
                    <a:pt x="235785" y="319592"/>
                  </a:lnTo>
                  <a:lnTo>
                    <a:pt x="240586" y="317338"/>
                  </a:lnTo>
                  <a:lnTo>
                    <a:pt x="245314" y="314933"/>
                  </a:lnTo>
                  <a:lnTo>
                    <a:pt x="249963" y="312379"/>
                  </a:lnTo>
                  <a:lnTo>
                    <a:pt x="254528" y="309679"/>
                  </a:lnTo>
                  <a:lnTo>
                    <a:pt x="259006" y="306836"/>
                  </a:lnTo>
                  <a:lnTo>
                    <a:pt x="263391" y="303852"/>
                  </a:lnTo>
                  <a:lnTo>
                    <a:pt x="267679" y="300730"/>
                  </a:lnTo>
                  <a:lnTo>
                    <a:pt x="271866" y="297474"/>
                  </a:lnTo>
                  <a:lnTo>
                    <a:pt x="275948" y="294087"/>
                  </a:lnTo>
                  <a:lnTo>
                    <a:pt x="279920" y="290572"/>
                  </a:lnTo>
                  <a:lnTo>
                    <a:pt x="283779" y="286933"/>
                  </a:lnTo>
                  <a:lnTo>
                    <a:pt x="287520" y="283173"/>
                  </a:lnTo>
                  <a:lnTo>
                    <a:pt x="291140" y="279296"/>
                  </a:lnTo>
                  <a:lnTo>
                    <a:pt x="294635" y="275306"/>
                  </a:lnTo>
                  <a:lnTo>
                    <a:pt x="298002" y="271208"/>
                  </a:lnTo>
                  <a:lnTo>
                    <a:pt x="301237" y="267005"/>
                  </a:lnTo>
                  <a:lnTo>
                    <a:pt x="304337" y="262701"/>
                  </a:lnTo>
                  <a:lnTo>
                    <a:pt x="307300" y="258301"/>
                  </a:lnTo>
                  <a:lnTo>
                    <a:pt x="310121" y="253809"/>
                  </a:lnTo>
                  <a:lnTo>
                    <a:pt x="312798" y="249230"/>
                  </a:lnTo>
                  <a:lnTo>
                    <a:pt x="315328" y="244569"/>
                  </a:lnTo>
                  <a:lnTo>
                    <a:pt x="317709" y="239829"/>
                  </a:lnTo>
                  <a:lnTo>
                    <a:pt x="319939" y="235017"/>
                  </a:lnTo>
                  <a:lnTo>
                    <a:pt x="322015" y="230136"/>
                  </a:lnTo>
                  <a:lnTo>
                    <a:pt x="323935" y="225191"/>
                  </a:lnTo>
                  <a:lnTo>
                    <a:pt x="325697" y="220188"/>
                  </a:lnTo>
                  <a:lnTo>
                    <a:pt x="327300" y="215132"/>
                  </a:lnTo>
                  <a:lnTo>
                    <a:pt x="328742" y="210028"/>
                  </a:lnTo>
                  <a:lnTo>
                    <a:pt x="330020" y="204880"/>
                  </a:lnTo>
                  <a:lnTo>
                    <a:pt x="331135" y="199694"/>
                  </a:lnTo>
                  <a:lnTo>
                    <a:pt x="332085" y="194476"/>
                  </a:lnTo>
                  <a:lnTo>
                    <a:pt x="332868" y="189230"/>
                  </a:lnTo>
                  <a:lnTo>
                    <a:pt x="333485" y="183962"/>
                  </a:lnTo>
                  <a:lnTo>
                    <a:pt x="333935" y="178677"/>
                  </a:lnTo>
                  <a:lnTo>
                    <a:pt x="334216" y="173380"/>
                  </a:lnTo>
                  <a:lnTo>
                    <a:pt x="334330" y="168077"/>
                  </a:lnTo>
                  <a:lnTo>
                    <a:pt x="334275" y="162774"/>
                  </a:lnTo>
                  <a:lnTo>
                    <a:pt x="334051" y="157474"/>
                  </a:lnTo>
                  <a:lnTo>
                    <a:pt x="333660" y="152185"/>
                  </a:lnTo>
                  <a:lnTo>
                    <a:pt x="333101" y="146910"/>
                  </a:lnTo>
                  <a:lnTo>
                    <a:pt x="332375" y="141656"/>
                  </a:lnTo>
                  <a:lnTo>
                    <a:pt x="331483" y="136427"/>
                  </a:lnTo>
                  <a:lnTo>
                    <a:pt x="330426" y="131230"/>
                  </a:lnTo>
                  <a:lnTo>
                    <a:pt x="329204" y="126068"/>
                  </a:lnTo>
                  <a:lnTo>
                    <a:pt x="327819" y="120948"/>
                  </a:lnTo>
                  <a:lnTo>
                    <a:pt x="326272" y="115875"/>
                  </a:lnTo>
                  <a:lnTo>
                    <a:pt x="324565" y="110853"/>
                  </a:lnTo>
                  <a:lnTo>
                    <a:pt x="322699" y="105887"/>
                  </a:lnTo>
                  <a:lnTo>
                    <a:pt x="320677" y="100984"/>
                  </a:lnTo>
                  <a:lnTo>
                    <a:pt x="318500" y="96147"/>
                  </a:lnTo>
                  <a:lnTo>
                    <a:pt x="316171" y="91382"/>
                  </a:lnTo>
                  <a:lnTo>
                    <a:pt x="313692" y="86692"/>
                  </a:lnTo>
                  <a:lnTo>
                    <a:pt x="311066" y="82084"/>
                  </a:lnTo>
                  <a:lnTo>
                    <a:pt x="308294" y="77562"/>
                  </a:lnTo>
                  <a:lnTo>
                    <a:pt x="305381" y="73130"/>
                  </a:lnTo>
                  <a:lnTo>
                    <a:pt x="302328" y="68792"/>
                  </a:lnTo>
                  <a:lnTo>
                    <a:pt x="299140" y="64553"/>
                  </a:lnTo>
                  <a:lnTo>
                    <a:pt x="295818" y="60418"/>
                  </a:lnTo>
                  <a:lnTo>
                    <a:pt x="292367" y="56390"/>
                  </a:lnTo>
                  <a:lnTo>
                    <a:pt x="288790" y="52474"/>
                  </a:lnTo>
                  <a:lnTo>
                    <a:pt x="285090" y="48673"/>
                  </a:lnTo>
                  <a:lnTo>
                    <a:pt x="281272" y="44991"/>
                  </a:lnTo>
                  <a:lnTo>
                    <a:pt x="277339" y="41433"/>
                  </a:lnTo>
                  <a:lnTo>
                    <a:pt x="273295" y="38001"/>
                  </a:lnTo>
                  <a:lnTo>
                    <a:pt x="269144" y="34699"/>
                  </a:lnTo>
                  <a:lnTo>
                    <a:pt x="264890" y="31530"/>
                  </a:lnTo>
                  <a:lnTo>
                    <a:pt x="260538" y="28498"/>
                  </a:lnTo>
                  <a:lnTo>
                    <a:pt x="256092" y="25606"/>
                  </a:lnTo>
                  <a:lnTo>
                    <a:pt x="251556" y="22856"/>
                  </a:lnTo>
                  <a:lnTo>
                    <a:pt x="246936" y="20251"/>
                  </a:lnTo>
                  <a:lnTo>
                    <a:pt x="242235" y="17794"/>
                  </a:lnTo>
                  <a:lnTo>
                    <a:pt x="237459" y="15488"/>
                  </a:lnTo>
                  <a:lnTo>
                    <a:pt x="232612" y="13334"/>
                  </a:lnTo>
                  <a:lnTo>
                    <a:pt x="227699" y="11335"/>
                  </a:lnTo>
                  <a:lnTo>
                    <a:pt x="222725" y="9493"/>
                  </a:lnTo>
                  <a:lnTo>
                    <a:pt x="217695" y="7810"/>
                  </a:lnTo>
                  <a:lnTo>
                    <a:pt x="212614" y="6287"/>
                  </a:lnTo>
                  <a:lnTo>
                    <a:pt x="207487" y="4926"/>
                  </a:lnTo>
                  <a:lnTo>
                    <a:pt x="202320" y="3728"/>
                  </a:lnTo>
                  <a:lnTo>
                    <a:pt x="197118" y="2695"/>
                  </a:lnTo>
                  <a:lnTo>
                    <a:pt x="191885" y="1828"/>
                  </a:lnTo>
                  <a:lnTo>
                    <a:pt x="186627" y="1127"/>
                  </a:lnTo>
                  <a:lnTo>
                    <a:pt x="181350" y="593"/>
                  </a:lnTo>
                  <a:lnTo>
                    <a:pt x="176059" y="227"/>
                  </a:lnTo>
                  <a:lnTo>
                    <a:pt x="170758" y="28"/>
                  </a:lnTo>
                  <a:lnTo>
                    <a:pt x="167165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8720" y="5018213"/>
              <a:ext cx="3593" cy="167167"/>
            </a:xfrm>
            <a:custGeom>
              <a:avLst/>
              <a:pathLst>
                <a:path w="3593" h="167167">
                  <a:moveTo>
                    <a:pt x="3593" y="3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797336" y="5269756"/>
              <a:ext cx="167164" cy="268203"/>
            </a:xfrm>
            <a:custGeom>
              <a:avLst/>
              <a:pathLst>
                <a:path w="167164" h="268203">
                  <a:moveTo>
                    <a:pt x="167164" y="0"/>
                  </a:moveTo>
                  <a:lnTo>
                    <a:pt x="161787" y="86"/>
                  </a:lnTo>
                  <a:lnTo>
                    <a:pt x="156416" y="345"/>
                  </a:lnTo>
                  <a:lnTo>
                    <a:pt x="151055" y="777"/>
                  </a:lnTo>
                  <a:lnTo>
                    <a:pt x="145712" y="1382"/>
                  </a:lnTo>
                  <a:lnTo>
                    <a:pt x="140390" y="2158"/>
                  </a:lnTo>
                  <a:lnTo>
                    <a:pt x="135097" y="3104"/>
                  </a:lnTo>
                  <a:lnTo>
                    <a:pt x="129836" y="4220"/>
                  </a:lnTo>
                  <a:lnTo>
                    <a:pt x="124614" y="5505"/>
                  </a:lnTo>
                  <a:lnTo>
                    <a:pt x="119436" y="6958"/>
                  </a:lnTo>
                  <a:lnTo>
                    <a:pt x="114308" y="8576"/>
                  </a:lnTo>
                  <a:lnTo>
                    <a:pt x="109234" y="10358"/>
                  </a:lnTo>
                  <a:lnTo>
                    <a:pt x="104220" y="12303"/>
                  </a:lnTo>
                  <a:lnTo>
                    <a:pt x="99271" y="14407"/>
                  </a:lnTo>
                  <a:lnTo>
                    <a:pt x="94393" y="16670"/>
                  </a:lnTo>
                  <a:lnTo>
                    <a:pt x="89590" y="19089"/>
                  </a:lnTo>
                  <a:lnTo>
                    <a:pt x="84867" y="21661"/>
                  </a:lnTo>
                  <a:lnTo>
                    <a:pt x="80229" y="24383"/>
                  </a:lnTo>
                  <a:lnTo>
                    <a:pt x="75681" y="27253"/>
                  </a:lnTo>
                  <a:lnTo>
                    <a:pt x="71228" y="30268"/>
                  </a:lnTo>
                  <a:lnTo>
                    <a:pt x="66874" y="33425"/>
                  </a:lnTo>
                  <a:lnTo>
                    <a:pt x="62624" y="36720"/>
                  </a:lnTo>
                  <a:lnTo>
                    <a:pt x="58483" y="40150"/>
                  </a:lnTo>
                  <a:lnTo>
                    <a:pt x="54453" y="43712"/>
                  </a:lnTo>
                  <a:lnTo>
                    <a:pt x="50541" y="47401"/>
                  </a:lnTo>
                  <a:lnTo>
                    <a:pt x="46749" y="51214"/>
                  </a:lnTo>
                  <a:lnTo>
                    <a:pt x="43081" y="55148"/>
                  </a:lnTo>
                  <a:lnTo>
                    <a:pt x="39542" y="59197"/>
                  </a:lnTo>
                  <a:lnTo>
                    <a:pt x="36135" y="63358"/>
                  </a:lnTo>
                  <a:lnTo>
                    <a:pt x="32864" y="67626"/>
                  </a:lnTo>
                  <a:lnTo>
                    <a:pt x="29732" y="71997"/>
                  </a:lnTo>
                  <a:lnTo>
                    <a:pt x="26742" y="76467"/>
                  </a:lnTo>
                  <a:lnTo>
                    <a:pt x="23897" y="81031"/>
                  </a:lnTo>
                  <a:lnTo>
                    <a:pt x="21200" y="85684"/>
                  </a:lnTo>
                  <a:lnTo>
                    <a:pt x="18655" y="90421"/>
                  </a:lnTo>
                  <a:lnTo>
                    <a:pt x="16263" y="95238"/>
                  </a:lnTo>
                  <a:lnTo>
                    <a:pt x="14028" y="100129"/>
                  </a:lnTo>
                  <a:lnTo>
                    <a:pt x="11951" y="105089"/>
                  </a:lnTo>
                  <a:lnTo>
                    <a:pt x="10034" y="110114"/>
                  </a:lnTo>
                  <a:lnTo>
                    <a:pt x="8280" y="115197"/>
                  </a:lnTo>
                  <a:lnTo>
                    <a:pt x="6691" y="120335"/>
                  </a:lnTo>
                  <a:lnTo>
                    <a:pt x="5268" y="125521"/>
                  </a:lnTo>
                  <a:lnTo>
                    <a:pt x="4012" y="130750"/>
                  </a:lnTo>
                  <a:lnTo>
                    <a:pt x="2925" y="136017"/>
                  </a:lnTo>
                  <a:lnTo>
                    <a:pt x="2008" y="141316"/>
                  </a:lnTo>
                  <a:lnTo>
                    <a:pt x="1262" y="146641"/>
                  </a:lnTo>
                  <a:lnTo>
                    <a:pt x="687" y="151988"/>
                  </a:lnTo>
                  <a:lnTo>
                    <a:pt x="285" y="157351"/>
                  </a:lnTo>
                  <a:lnTo>
                    <a:pt x="56" y="162724"/>
                  </a:lnTo>
                  <a:lnTo>
                    <a:pt x="0" y="168101"/>
                  </a:lnTo>
                  <a:lnTo>
                    <a:pt x="116" y="173478"/>
                  </a:lnTo>
                  <a:lnTo>
                    <a:pt x="405" y="178848"/>
                  </a:lnTo>
                  <a:lnTo>
                    <a:pt x="867" y="184206"/>
                  </a:lnTo>
                  <a:lnTo>
                    <a:pt x="1502" y="189546"/>
                  </a:lnTo>
                  <a:lnTo>
                    <a:pt x="2307" y="194863"/>
                  </a:lnTo>
                  <a:lnTo>
                    <a:pt x="3283" y="200151"/>
                  </a:lnTo>
                  <a:lnTo>
                    <a:pt x="4429" y="205405"/>
                  </a:lnTo>
                  <a:lnTo>
                    <a:pt x="5743" y="210620"/>
                  </a:lnTo>
                  <a:lnTo>
                    <a:pt x="7224" y="215790"/>
                  </a:lnTo>
                  <a:lnTo>
                    <a:pt x="8871" y="220909"/>
                  </a:lnTo>
                  <a:lnTo>
                    <a:pt x="10682" y="225973"/>
                  </a:lnTo>
                  <a:lnTo>
                    <a:pt x="12654" y="230976"/>
                  </a:lnTo>
                  <a:lnTo>
                    <a:pt x="14787" y="235913"/>
                  </a:lnTo>
                  <a:lnTo>
                    <a:pt x="17077" y="240779"/>
                  </a:lnTo>
                  <a:lnTo>
                    <a:pt x="19522" y="245568"/>
                  </a:lnTo>
                  <a:lnTo>
                    <a:pt x="22120" y="250277"/>
                  </a:lnTo>
                  <a:lnTo>
                    <a:pt x="24869" y="254899"/>
                  </a:lnTo>
                  <a:lnTo>
                    <a:pt x="27764" y="259431"/>
                  </a:lnTo>
                  <a:lnTo>
                    <a:pt x="30804" y="263867"/>
                  </a:lnTo>
                  <a:lnTo>
                    <a:pt x="33985" y="268203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831322" y="5269756"/>
              <a:ext cx="300327" cy="334334"/>
            </a:xfrm>
            <a:custGeom>
              <a:avLst/>
              <a:pathLst>
                <a:path w="300327" h="334334">
                  <a:moveTo>
                    <a:pt x="0" y="268203"/>
                  </a:moveTo>
                  <a:lnTo>
                    <a:pt x="3273" y="272379"/>
                  </a:lnTo>
                  <a:lnTo>
                    <a:pt x="6678" y="276449"/>
                  </a:lnTo>
                  <a:lnTo>
                    <a:pt x="10211" y="280409"/>
                  </a:lnTo>
                  <a:lnTo>
                    <a:pt x="13867" y="284255"/>
                  </a:lnTo>
                  <a:lnTo>
                    <a:pt x="17643" y="287983"/>
                  </a:lnTo>
                  <a:lnTo>
                    <a:pt x="21536" y="291589"/>
                  </a:lnTo>
                  <a:lnTo>
                    <a:pt x="25542" y="295070"/>
                  </a:lnTo>
                  <a:lnTo>
                    <a:pt x="29655" y="298422"/>
                  </a:lnTo>
                  <a:lnTo>
                    <a:pt x="33874" y="301642"/>
                  </a:lnTo>
                  <a:lnTo>
                    <a:pt x="38192" y="304726"/>
                  </a:lnTo>
                  <a:lnTo>
                    <a:pt x="42606" y="307671"/>
                  </a:lnTo>
                  <a:lnTo>
                    <a:pt x="47111" y="310475"/>
                  </a:lnTo>
                  <a:lnTo>
                    <a:pt x="51703" y="313135"/>
                  </a:lnTo>
                  <a:lnTo>
                    <a:pt x="56377" y="315647"/>
                  </a:lnTo>
                  <a:lnTo>
                    <a:pt x="61129" y="318010"/>
                  </a:lnTo>
                  <a:lnTo>
                    <a:pt x="65953" y="320221"/>
                  </a:lnTo>
                  <a:lnTo>
                    <a:pt x="70844" y="322278"/>
                  </a:lnTo>
                  <a:lnTo>
                    <a:pt x="75799" y="324178"/>
                  </a:lnTo>
                  <a:lnTo>
                    <a:pt x="80811" y="325920"/>
                  </a:lnTo>
                  <a:lnTo>
                    <a:pt x="85877" y="327502"/>
                  </a:lnTo>
                  <a:lnTo>
                    <a:pt x="90989" y="328923"/>
                  </a:lnTo>
                  <a:lnTo>
                    <a:pt x="96145" y="330181"/>
                  </a:lnTo>
                  <a:lnTo>
                    <a:pt x="101337" y="331274"/>
                  </a:lnTo>
                  <a:lnTo>
                    <a:pt x="106562" y="332202"/>
                  </a:lnTo>
                  <a:lnTo>
                    <a:pt x="111814" y="332963"/>
                  </a:lnTo>
                  <a:lnTo>
                    <a:pt x="117087" y="333558"/>
                  </a:lnTo>
                  <a:lnTo>
                    <a:pt x="122376" y="333985"/>
                  </a:lnTo>
                  <a:lnTo>
                    <a:pt x="127676" y="334244"/>
                  </a:lnTo>
                  <a:lnTo>
                    <a:pt x="132982" y="334334"/>
                  </a:lnTo>
                  <a:lnTo>
                    <a:pt x="138288" y="334256"/>
                  </a:lnTo>
                  <a:lnTo>
                    <a:pt x="143589" y="334010"/>
                  </a:lnTo>
                  <a:lnTo>
                    <a:pt x="148879" y="333595"/>
                  </a:lnTo>
                  <a:lnTo>
                    <a:pt x="154154" y="333013"/>
                  </a:lnTo>
                  <a:lnTo>
                    <a:pt x="159407" y="332264"/>
                  </a:lnTo>
                  <a:lnTo>
                    <a:pt x="164634" y="331348"/>
                  </a:lnTo>
                  <a:lnTo>
                    <a:pt x="169829" y="330267"/>
                  </a:lnTo>
                  <a:lnTo>
                    <a:pt x="174988" y="329022"/>
                  </a:lnTo>
                  <a:lnTo>
                    <a:pt x="180104" y="327613"/>
                  </a:lnTo>
                  <a:lnTo>
                    <a:pt x="185173" y="326043"/>
                  </a:lnTo>
                  <a:lnTo>
                    <a:pt x="190189" y="324313"/>
                  </a:lnTo>
                  <a:lnTo>
                    <a:pt x="195148" y="322424"/>
                  </a:lnTo>
                  <a:lnTo>
                    <a:pt x="200045" y="320379"/>
                  </a:lnTo>
                  <a:lnTo>
                    <a:pt x="204874" y="318179"/>
                  </a:lnTo>
                  <a:lnTo>
                    <a:pt x="209631" y="315828"/>
                  </a:lnTo>
                  <a:lnTo>
                    <a:pt x="214311" y="313326"/>
                  </a:lnTo>
                  <a:lnTo>
                    <a:pt x="218909" y="310677"/>
                  </a:lnTo>
                  <a:lnTo>
                    <a:pt x="223421" y="307884"/>
                  </a:lnTo>
                  <a:lnTo>
                    <a:pt x="227842" y="304949"/>
                  </a:lnTo>
                  <a:lnTo>
                    <a:pt x="232167" y="301875"/>
                  </a:lnTo>
                  <a:lnTo>
                    <a:pt x="236393" y="298665"/>
                  </a:lnTo>
                  <a:lnTo>
                    <a:pt x="240515" y="295323"/>
                  </a:lnTo>
                  <a:lnTo>
                    <a:pt x="244528" y="291851"/>
                  </a:lnTo>
                  <a:lnTo>
                    <a:pt x="248430" y="288254"/>
                  </a:lnTo>
                  <a:lnTo>
                    <a:pt x="252215" y="284535"/>
                  </a:lnTo>
                  <a:lnTo>
                    <a:pt x="255880" y="280698"/>
                  </a:lnTo>
                  <a:lnTo>
                    <a:pt x="259422" y="276746"/>
                  </a:lnTo>
                  <a:lnTo>
                    <a:pt x="262836" y="272684"/>
                  </a:lnTo>
                  <a:lnTo>
                    <a:pt x="266120" y="268516"/>
                  </a:lnTo>
                  <a:lnTo>
                    <a:pt x="269270" y="264245"/>
                  </a:lnTo>
                  <a:lnTo>
                    <a:pt x="272282" y="259877"/>
                  </a:lnTo>
                  <a:lnTo>
                    <a:pt x="275155" y="255415"/>
                  </a:lnTo>
                  <a:lnTo>
                    <a:pt x="277884" y="250864"/>
                  </a:lnTo>
                  <a:lnTo>
                    <a:pt x="280468" y="246229"/>
                  </a:lnTo>
                  <a:lnTo>
                    <a:pt x="282903" y="241514"/>
                  </a:lnTo>
                  <a:lnTo>
                    <a:pt x="285188" y="236725"/>
                  </a:lnTo>
                  <a:lnTo>
                    <a:pt x="287319" y="231865"/>
                  </a:lnTo>
                  <a:lnTo>
                    <a:pt x="289295" y="226940"/>
                  </a:lnTo>
                  <a:lnTo>
                    <a:pt x="291113" y="221955"/>
                  </a:lnTo>
                  <a:lnTo>
                    <a:pt x="292772" y="216914"/>
                  </a:lnTo>
                  <a:lnTo>
                    <a:pt x="294271" y="211824"/>
                  </a:lnTo>
                  <a:lnTo>
                    <a:pt x="295607" y="206688"/>
                  </a:lnTo>
                  <a:lnTo>
                    <a:pt x="296780" y="201513"/>
                  </a:lnTo>
                  <a:lnTo>
                    <a:pt x="297788" y="196303"/>
                  </a:lnTo>
                  <a:lnTo>
                    <a:pt x="298629" y="191063"/>
                  </a:lnTo>
                  <a:lnTo>
                    <a:pt x="299304" y="185800"/>
                  </a:lnTo>
                  <a:lnTo>
                    <a:pt x="299812" y="180518"/>
                  </a:lnTo>
                  <a:lnTo>
                    <a:pt x="300152" y="175222"/>
                  </a:lnTo>
                  <a:lnTo>
                    <a:pt x="300324" y="169918"/>
                  </a:lnTo>
                  <a:lnTo>
                    <a:pt x="300327" y="164612"/>
                  </a:lnTo>
                  <a:lnTo>
                    <a:pt x="300161" y="159308"/>
                  </a:lnTo>
                  <a:lnTo>
                    <a:pt x="299828" y="154012"/>
                  </a:lnTo>
                  <a:lnTo>
                    <a:pt x="299326" y="148729"/>
                  </a:lnTo>
                  <a:lnTo>
                    <a:pt x="298657" y="143465"/>
                  </a:lnTo>
                  <a:lnTo>
                    <a:pt x="297822" y="138225"/>
                  </a:lnTo>
                  <a:lnTo>
                    <a:pt x="296820" y="133013"/>
                  </a:lnTo>
                  <a:lnTo>
                    <a:pt x="295654" y="127837"/>
                  </a:lnTo>
                  <a:lnTo>
                    <a:pt x="294323" y="122700"/>
                  </a:lnTo>
                  <a:lnTo>
                    <a:pt x="292831" y="117607"/>
                  </a:lnTo>
                  <a:lnTo>
                    <a:pt x="291177" y="112565"/>
                  </a:lnTo>
                  <a:lnTo>
                    <a:pt x="289365" y="107578"/>
                  </a:lnTo>
                  <a:lnTo>
                    <a:pt x="287395" y="102650"/>
                  </a:lnTo>
                  <a:lnTo>
                    <a:pt x="285269" y="97788"/>
                  </a:lnTo>
                  <a:lnTo>
                    <a:pt x="282991" y="92996"/>
                  </a:lnTo>
                  <a:lnTo>
                    <a:pt x="280561" y="88278"/>
                  </a:lnTo>
                  <a:lnTo>
                    <a:pt x="277983" y="83640"/>
                  </a:lnTo>
                  <a:lnTo>
                    <a:pt x="275259" y="79086"/>
                  </a:lnTo>
                  <a:lnTo>
                    <a:pt x="272391" y="74621"/>
                  </a:lnTo>
                  <a:lnTo>
                    <a:pt x="269384" y="70249"/>
                  </a:lnTo>
                  <a:lnTo>
                    <a:pt x="266239" y="65975"/>
                  </a:lnTo>
                  <a:lnTo>
                    <a:pt x="262960" y="61802"/>
                  </a:lnTo>
                  <a:lnTo>
                    <a:pt x="259551" y="57736"/>
                  </a:lnTo>
                  <a:lnTo>
                    <a:pt x="256014" y="53780"/>
                  </a:lnTo>
                  <a:lnTo>
                    <a:pt x="252353" y="49939"/>
                  </a:lnTo>
                  <a:lnTo>
                    <a:pt x="248572" y="46215"/>
                  </a:lnTo>
                  <a:lnTo>
                    <a:pt x="244675" y="42613"/>
                  </a:lnTo>
                  <a:lnTo>
                    <a:pt x="240665" y="39137"/>
                  </a:lnTo>
                  <a:lnTo>
                    <a:pt x="236548" y="35790"/>
                  </a:lnTo>
                  <a:lnTo>
                    <a:pt x="232326" y="32576"/>
                  </a:lnTo>
                  <a:lnTo>
                    <a:pt x="228004" y="29496"/>
                  </a:lnTo>
                  <a:lnTo>
                    <a:pt x="223586" y="26556"/>
                  </a:lnTo>
                  <a:lnTo>
                    <a:pt x="219078" y="23757"/>
                  </a:lnTo>
                  <a:lnTo>
                    <a:pt x="214483" y="21103"/>
                  </a:lnTo>
                  <a:lnTo>
                    <a:pt x="209806" y="18596"/>
                  </a:lnTo>
                  <a:lnTo>
                    <a:pt x="205052" y="16239"/>
                  </a:lnTo>
                  <a:lnTo>
                    <a:pt x="200225" y="14034"/>
                  </a:lnTo>
                  <a:lnTo>
                    <a:pt x="195331" y="11983"/>
                  </a:lnTo>
                  <a:lnTo>
                    <a:pt x="190374" y="10088"/>
                  </a:lnTo>
                  <a:lnTo>
                    <a:pt x="185359" y="8352"/>
                  </a:lnTo>
                  <a:lnTo>
                    <a:pt x="180292" y="6776"/>
                  </a:lnTo>
                  <a:lnTo>
                    <a:pt x="175178" y="5361"/>
                  </a:lnTo>
                  <a:lnTo>
                    <a:pt x="170021" y="4110"/>
                  </a:lnTo>
                  <a:lnTo>
                    <a:pt x="164827" y="3023"/>
                  </a:lnTo>
                  <a:lnTo>
                    <a:pt x="159601" y="2101"/>
                  </a:lnTo>
                  <a:lnTo>
                    <a:pt x="154349" y="1345"/>
                  </a:lnTo>
                  <a:lnTo>
                    <a:pt x="149075" y="757"/>
                  </a:lnTo>
                  <a:lnTo>
                    <a:pt x="143785" y="336"/>
                  </a:lnTo>
                  <a:lnTo>
                    <a:pt x="138485" y="84"/>
                  </a:lnTo>
                  <a:lnTo>
                    <a:pt x="133179" y="0"/>
                  </a:lnTo>
                  <a:lnTo>
                    <a:pt x="13317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59377" y="5399291"/>
              <a:ext cx="26838" cy="167167"/>
            </a:xfrm>
            <a:custGeom>
              <a:avLst/>
              <a:pathLst>
                <a:path w="26838" h="167167">
                  <a:moveTo>
                    <a:pt x="26838" y="0"/>
                  </a:moveTo>
                  <a:lnTo>
                    <a:pt x="20101" y="135"/>
                  </a:lnTo>
                  <a:lnTo>
                    <a:pt x="13375" y="542"/>
                  </a:lnTo>
                  <a:lnTo>
                    <a:pt x="6671" y="1220"/>
                  </a:lnTo>
                  <a:lnTo>
                    <a:pt x="0" y="2168"/>
                  </a:lnTo>
                  <a:lnTo>
                    <a:pt x="2683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59377" y="5401460"/>
              <a:ext cx="26838" cy="164998"/>
            </a:xfrm>
            <a:custGeom>
              <a:avLst/>
              <a:pathLst>
                <a:path w="26838" h="164998">
                  <a:moveTo>
                    <a:pt x="0" y="0"/>
                  </a:moveTo>
                  <a:lnTo>
                    <a:pt x="26838" y="16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59377" y="5401460"/>
              <a:ext cx="26838" cy="164998"/>
            </a:xfrm>
            <a:custGeom>
              <a:avLst/>
              <a:pathLst>
                <a:path w="26838" h="164998">
                  <a:moveTo>
                    <a:pt x="0" y="0"/>
                  </a:moveTo>
                  <a:lnTo>
                    <a:pt x="26838" y="16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59377" y="5401460"/>
              <a:ext cx="26838" cy="164998"/>
            </a:xfrm>
            <a:custGeom>
              <a:avLst/>
              <a:pathLst>
                <a:path w="26838" h="164998">
                  <a:moveTo>
                    <a:pt x="0" y="0"/>
                  </a:moveTo>
                  <a:lnTo>
                    <a:pt x="26838" y="16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59377" y="5401460"/>
              <a:ext cx="26838" cy="164998"/>
            </a:xfrm>
            <a:custGeom>
              <a:avLst/>
              <a:pathLst>
                <a:path w="26838" h="164998">
                  <a:moveTo>
                    <a:pt x="0" y="0"/>
                  </a:moveTo>
                  <a:lnTo>
                    <a:pt x="26838" y="1649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59377" y="5401460"/>
              <a:ext cx="26838" cy="164998"/>
            </a:xfrm>
            <a:custGeom>
              <a:avLst/>
              <a:pathLst>
                <a:path w="26838" h="164998">
                  <a:moveTo>
                    <a:pt x="0" y="0"/>
                  </a:moveTo>
                  <a:lnTo>
                    <a:pt x="26838" y="1649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59377" y="5401460"/>
              <a:ext cx="26838" cy="164998"/>
            </a:xfrm>
            <a:custGeom>
              <a:avLst/>
              <a:pathLst>
                <a:path w="26838" h="164998">
                  <a:moveTo>
                    <a:pt x="0" y="0"/>
                  </a:moveTo>
                  <a:lnTo>
                    <a:pt x="26838" y="1649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319061" y="5399909"/>
              <a:ext cx="334321" cy="333709"/>
            </a:xfrm>
            <a:custGeom>
              <a:avLst/>
              <a:pathLst>
                <a:path w="334321" h="333709">
                  <a:moveTo>
                    <a:pt x="140316" y="1550"/>
                  </a:moveTo>
                  <a:lnTo>
                    <a:pt x="135116" y="2481"/>
                  </a:lnTo>
                  <a:lnTo>
                    <a:pt x="129948" y="3575"/>
                  </a:lnTo>
                  <a:lnTo>
                    <a:pt x="124817" y="4832"/>
                  </a:lnTo>
                  <a:lnTo>
                    <a:pt x="119728" y="6250"/>
                  </a:lnTo>
                  <a:lnTo>
                    <a:pt x="114687" y="7829"/>
                  </a:lnTo>
                  <a:lnTo>
                    <a:pt x="109698" y="9566"/>
                  </a:lnTo>
                  <a:lnTo>
                    <a:pt x="104767" y="11460"/>
                  </a:lnTo>
                  <a:lnTo>
                    <a:pt x="99897" y="13508"/>
                  </a:lnTo>
                  <a:lnTo>
                    <a:pt x="95096" y="15710"/>
                  </a:lnTo>
                  <a:lnTo>
                    <a:pt x="90365" y="18062"/>
                  </a:lnTo>
                  <a:lnTo>
                    <a:pt x="85712" y="20562"/>
                  </a:lnTo>
                  <a:lnTo>
                    <a:pt x="81140" y="23208"/>
                  </a:lnTo>
                  <a:lnTo>
                    <a:pt x="76654" y="25998"/>
                  </a:lnTo>
                  <a:lnTo>
                    <a:pt x="72258" y="28927"/>
                  </a:lnTo>
                  <a:lnTo>
                    <a:pt x="67957" y="31994"/>
                  </a:lnTo>
                  <a:lnTo>
                    <a:pt x="63755" y="35196"/>
                  </a:lnTo>
                  <a:lnTo>
                    <a:pt x="59657" y="38528"/>
                  </a:lnTo>
                  <a:lnTo>
                    <a:pt x="55665" y="41989"/>
                  </a:lnTo>
                  <a:lnTo>
                    <a:pt x="51785" y="45574"/>
                  </a:lnTo>
                  <a:lnTo>
                    <a:pt x="48020" y="49279"/>
                  </a:lnTo>
                  <a:lnTo>
                    <a:pt x="44375" y="53102"/>
                  </a:lnTo>
                  <a:lnTo>
                    <a:pt x="40851" y="57038"/>
                  </a:lnTo>
                  <a:lnTo>
                    <a:pt x="37454" y="61084"/>
                  </a:lnTo>
                  <a:lnTo>
                    <a:pt x="34187" y="65234"/>
                  </a:lnTo>
                  <a:lnTo>
                    <a:pt x="31052" y="69486"/>
                  </a:lnTo>
                  <a:lnTo>
                    <a:pt x="28053" y="73835"/>
                  </a:lnTo>
                  <a:lnTo>
                    <a:pt x="25193" y="78276"/>
                  </a:lnTo>
                  <a:lnTo>
                    <a:pt x="22475" y="82806"/>
                  </a:lnTo>
                  <a:lnTo>
                    <a:pt x="19901" y="87419"/>
                  </a:lnTo>
                  <a:lnTo>
                    <a:pt x="17474" y="92111"/>
                  </a:lnTo>
                  <a:lnTo>
                    <a:pt x="15197" y="96878"/>
                  </a:lnTo>
                  <a:lnTo>
                    <a:pt x="13072" y="101714"/>
                  </a:lnTo>
                  <a:lnTo>
                    <a:pt x="11100" y="106615"/>
                  </a:lnTo>
                  <a:lnTo>
                    <a:pt x="9284" y="111575"/>
                  </a:lnTo>
                  <a:lnTo>
                    <a:pt x="7626" y="116591"/>
                  </a:lnTo>
                  <a:lnTo>
                    <a:pt x="6127" y="121656"/>
                  </a:lnTo>
                  <a:lnTo>
                    <a:pt x="4789" y="126767"/>
                  </a:lnTo>
                  <a:lnTo>
                    <a:pt x="3613" y="131917"/>
                  </a:lnTo>
                  <a:lnTo>
                    <a:pt x="2601" y="137101"/>
                  </a:lnTo>
                  <a:lnTo>
                    <a:pt x="1752" y="142315"/>
                  </a:lnTo>
                  <a:lnTo>
                    <a:pt x="1069" y="147554"/>
                  </a:lnTo>
                  <a:lnTo>
                    <a:pt x="552" y="152811"/>
                  </a:lnTo>
                  <a:lnTo>
                    <a:pt x="201" y="158082"/>
                  </a:lnTo>
                  <a:lnTo>
                    <a:pt x="17" y="163361"/>
                  </a:lnTo>
                  <a:lnTo>
                    <a:pt x="0" y="168644"/>
                  </a:lnTo>
                  <a:lnTo>
                    <a:pt x="149" y="173924"/>
                  </a:lnTo>
                  <a:lnTo>
                    <a:pt x="466" y="179197"/>
                  </a:lnTo>
                  <a:lnTo>
                    <a:pt x="948" y="184458"/>
                  </a:lnTo>
                  <a:lnTo>
                    <a:pt x="1597" y="189700"/>
                  </a:lnTo>
                  <a:lnTo>
                    <a:pt x="2411" y="194920"/>
                  </a:lnTo>
                  <a:lnTo>
                    <a:pt x="3390" y="200111"/>
                  </a:lnTo>
                  <a:lnTo>
                    <a:pt x="4532" y="205268"/>
                  </a:lnTo>
                  <a:lnTo>
                    <a:pt x="5837" y="210387"/>
                  </a:lnTo>
                  <a:lnTo>
                    <a:pt x="7303" y="215463"/>
                  </a:lnTo>
                  <a:lnTo>
                    <a:pt x="8928" y="220489"/>
                  </a:lnTo>
                  <a:lnTo>
                    <a:pt x="10711" y="225461"/>
                  </a:lnTo>
                  <a:lnTo>
                    <a:pt x="12651" y="230375"/>
                  </a:lnTo>
                  <a:lnTo>
                    <a:pt x="14744" y="235225"/>
                  </a:lnTo>
                  <a:lnTo>
                    <a:pt x="16990" y="240006"/>
                  </a:lnTo>
                  <a:lnTo>
                    <a:pt x="19386" y="244714"/>
                  </a:lnTo>
                  <a:lnTo>
                    <a:pt x="21930" y="249344"/>
                  </a:lnTo>
                  <a:lnTo>
                    <a:pt x="24619" y="253891"/>
                  </a:lnTo>
                  <a:lnTo>
                    <a:pt x="27449" y="258351"/>
                  </a:lnTo>
                  <a:lnTo>
                    <a:pt x="30420" y="262720"/>
                  </a:lnTo>
                  <a:lnTo>
                    <a:pt x="33527" y="266992"/>
                  </a:lnTo>
                  <a:lnTo>
                    <a:pt x="36767" y="271164"/>
                  </a:lnTo>
                  <a:lnTo>
                    <a:pt x="40138" y="275231"/>
                  </a:lnTo>
                  <a:lnTo>
                    <a:pt x="43635" y="279190"/>
                  </a:lnTo>
                  <a:lnTo>
                    <a:pt x="47256" y="283037"/>
                  </a:lnTo>
                  <a:lnTo>
                    <a:pt x="50996" y="286767"/>
                  </a:lnTo>
                  <a:lnTo>
                    <a:pt x="54853" y="290377"/>
                  </a:lnTo>
                  <a:lnTo>
                    <a:pt x="58821" y="293864"/>
                  </a:lnTo>
                  <a:lnTo>
                    <a:pt x="62898" y="297223"/>
                  </a:lnTo>
                  <a:lnTo>
                    <a:pt x="67079" y="300452"/>
                  </a:lnTo>
                  <a:lnTo>
                    <a:pt x="71360" y="303547"/>
                  </a:lnTo>
                  <a:lnTo>
                    <a:pt x="75736" y="306506"/>
                  </a:lnTo>
                  <a:lnTo>
                    <a:pt x="80204" y="309324"/>
                  </a:lnTo>
                  <a:lnTo>
                    <a:pt x="84759" y="312000"/>
                  </a:lnTo>
                  <a:lnTo>
                    <a:pt x="89396" y="314531"/>
                  </a:lnTo>
                  <a:lnTo>
                    <a:pt x="94110" y="316914"/>
                  </a:lnTo>
                  <a:lnTo>
                    <a:pt x="98898" y="319147"/>
                  </a:lnTo>
                  <a:lnTo>
                    <a:pt x="103753" y="321227"/>
                  </a:lnTo>
                  <a:lnTo>
                    <a:pt x="108672" y="323153"/>
                  </a:lnTo>
                  <a:lnTo>
                    <a:pt x="113650" y="324923"/>
                  </a:lnTo>
                  <a:lnTo>
                    <a:pt x="118680" y="326534"/>
                  </a:lnTo>
                  <a:lnTo>
                    <a:pt x="123760" y="327986"/>
                  </a:lnTo>
                  <a:lnTo>
                    <a:pt x="128882" y="329277"/>
                  </a:lnTo>
                  <a:lnTo>
                    <a:pt x="134043" y="330405"/>
                  </a:lnTo>
                  <a:lnTo>
                    <a:pt x="139237" y="331369"/>
                  </a:lnTo>
                  <a:lnTo>
                    <a:pt x="144458" y="332169"/>
                  </a:lnTo>
                  <a:lnTo>
                    <a:pt x="149703" y="332803"/>
                  </a:lnTo>
                  <a:lnTo>
                    <a:pt x="154964" y="333272"/>
                  </a:lnTo>
                  <a:lnTo>
                    <a:pt x="160238" y="333574"/>
                  </a:lnTo>
                  <a:lnTo>
                    <a:pt x="165519" y="333709"/>
                  </a:lnTo>
                  <a:lnTo>
                    <a:pt x="170802" y="333677"/>
                  </a:lnTo>
                  <a:lnTo>
                    <a:pt x="176080" y="333478"/>
                  </a:lnTo>
                  <a:lnTo>
                    <a:pt x="181350" y="333113"/>
                  </a:lnTo>
                  <a:lnTo>
                    <a:pt x="186606" y="332581"/>
                  </a:lnTo>
                  <a:lnTo>
                    <a:pt x="191842" y="331883"/>
                  </a:lnTo>
                  <a:lnTo>
                    <a:pt x="197054" y="331021"/>
                  </a:lnTo>
                  <a:lnTo>
                    <a:pt x="202236" y="329994"/>
                  </a:lnTo>
                  <a:lnTo>
                    <a:pt x="207383" y="328804"/>
                  </a:lnTo>
                  <a:lnTo>
                    <a:pt x="212489" y="327452"/>
                  </a:lnTo>
                  <a:lnTo>
                    <a:pt x="217551" y="325939"/>
                  </a:lnTo>
                  <a:lnTo>
                    <a:pt x="222562" y="324267"/>
                  </a:lnTo>
                  <a:lnTo>
                    <a:pt x="227517" y="322438"/>
                  </a:lnTo>
                  <a:lnTo>
                    <a:pt x="232413" y="320453"/>
                  </a:lnTo>
                  <a:lnTo>
                    <a:pt x="237243" y="318314"/>
                  </a:lnTo>
                  <a:lnTo>
                    <a:pt x="242003" y="316023"/>
                  </a:lnTo>
                  <a:lnTo>
                    <a:pt x="246689" y="313584"/>
                  </a:lnTo>
                  <a:lnTo>
                    <a:pt x="251295" y="310997"/>
                  </a:lnTo>
                  <a:lnTo>
                    <a:pt x="255817" y="308267"/>
                  </a:lnTo>
                  <a:lnTo>
                    <a:pt x="260250" y="305394"/>
                  </a:lnTo>
                  <a:lnTo>
                    <a:pt x="264591" y="302384"/>
                  </a:lnTo>
                  <a:lnTo>
                    <a:pt x="268834" y="299237"/>
                  </a:lnTo>
                  <a:lnTo>
                    <a:pt x="272976" y="295958"/>
                  </a:lnTo>
                  <a:lnTo>
                    <a:pt x="277012" y="292550"/>
                  </a:lnTo>
                  <a:lnTo>
                    <a:pt x="280938" y="289016"/>
                  </a:lnTo>
                  <a:lnTo>
                    <a:pt x="284751" y="285359"/>
                  </a:lnTo>
                  <a:lnTo>
                    <a:pt x="288446" y="281585"/>
                  </a:lnTo>
                  <a:lnTo>
                    <a:pt x="292020" y="277695"/>
                  </a:lnTo>
                  <a:lnTo>
                    <a:pt x="295470" y="273694"/>
                  </a:lnTo>
                  <a:lnTo>
                    <a:pt x="298791" y="269586"/>
                  </a:lnTo>
                  <a:lnTo>
                    <a:pt x="301981" y="265375"/>
                  </a:lnTo>
                  <a:lnTo>
                    <a:pt x="305036" y="261066"/>
                  </a:lnTo>
                  <a:lnTo>
                    <a:pt x="307954" y="256662"/>
                  </a:lnTo>
                  <a:lnTo>
                    <a:pt x="310731" y="252168"/>
                  </a:lnTo>
                  <a:lnTo>
                    <a:pt x="313364" y="247589"/>
                  </a:lnTo>
                  <a:lnTo>
                    <a:pt x="315852" y="242929"/>
                  </a:lnTo>
                  <a:lnTo>
                    <a:pt x="318191" y="238192"/>
                  </a:lnTo>
                  <a:lnTo>
                    <a:pt x="320379" y="233384"/>
                  </a:lnTo>
                  <a:lnTo>
                    <a:pt x="322414" y="228510"/>
                  </a:lnTo>
                  <a:lnTo>
                    <a:pt x="324295" y="223573"/>
                  </a:lnTo>
                  <a:lnTo>
                    <a:pt x="326018" y="218579"/>
                  </a:lnTo>
                  <a:lnTo>
                    <a:pt x="327583" y="213534"/>
                  </a:lnTo>
                  <a:lnTo>
                    <a:pt x="328987" y="208441"/>
                  </a:lnTo>
                  <a:lnTo>
                    <a:pt x="330230" y="203307"/>
                  </a:lnTo>
                  <a:lnTo>
                    <a:pt x="331310" y="198136"/>
                  </a:lnTo>
                  <a:lnTo>
                    <a:pt x="332226" y="192933"/>
                  </a:lnTo>
                  <a:lnTo>
                    <a:pt x="332977" y="187705"/>
                  </a:lnTo>
                  <a:lnTo>
                    <a:pt x="333563" y="182455"/>
                  </a:lnTo>
                  <a:lnTo>
                    <a:pt x="333982" y="177189"/>
                  </a:lnTo>
                  <a:lnTo>
                    <a:pt x="334235" y="171912"/>
                  </a:lnTo>
                  <a:lnTo>
                    <a:pt x="334321" y="166630"/>
                  </a:lnTo>
                  <a:lnTo>
                    <a:pt x="334240" y="161348"/>
                  </a:lnTo>
                  <a:lnTo>
                    <a:pt x="333993" y="156072"/>
                  </a:lnTo>
                  <a:lnTo>
                    <a:pt x="333578" y="150805"/>
                  </a:lnTo>
                  <a:lnTo>
                    <a:pt x="332998" y="145555"/>
                  </a:lnTo>
                  <a:lnTo>
                    <a:pt x="332252" y="140325"/>
                  </a:lnTo>
                  <a:lnTo>
                    <a:pt x="331341" y="135122"/>
                  </a:lnTo>
                  <a:lnTo>
                    <a:pt x="330266" y="129950"/>
                  </a:lnTo>
                  <a:lnTo>
                    <a:pt x="329028" y="124814"/>
                  </a:lnTo>
                  <a:lnTo>
                    <a:pt x="327628" y="119720"/>
                  </a:lnTo>
                  <a:lnTo>
                    <a:pt x="326068" y="114673"/>
                  </a:lnTo>
                  <a:lnTo>
                    <a:pt x="324350" y="109678"/>
                  </a:lnTo>
                  <a:lnTo>
                    <a:pt x="322475" y="104740"/>
                  </a:lnTo>
                  <a:lnTo>
                    <a:pt x="320444" y="99863"/>
                  </a:lnTo>
                  <a:lnTo>
                    <a:pt x="318260" y="95053"/>
                  </a:lnTo>
                  <a:lnTo>
                    <a:pt x="315926" y="90314"/>
                  </a:lnTo>
                  <a:lnTo>
                    <a:pt x="313443" y="85651"/>
                  </a:lnTo>
                  <a:lnTo>
                    <a:pt x="310814" y="81070"/>
                  </a:lnTo>
                  <a:lnTo>
                    <a:pt x="308041" y="76573"/>
                  </a:lnTo>
                  <a:lnTo>
                    <a:pt x="305128" y="72166"/>
                  </a:lnTo>
                  <a:lnTo>
                    <a:pt x="302077" y="67854"/>
                  </a:lnTo>
                  <a:lnTo>
                    <a:pt x="298891" y="63640"/>
                  </a:lnTo>
                  <a:lnTo>
                    <a:pt x="295574" y="59529"/>
                  </a:lnTo>
                  <a:lnTo>
                    <a:pt x="292128" y="55525"/>
                  </a:lnTo>
                  <a:lnTo>
                    <a:pt x="288558" y="51632"/>
                  </a:lnTo>
                  <a:lnTo>
                    <a:pt x="284866" y="47853"/>
                  </a:lnTo>
                  <a:lnTo>
                    <a:pt x="281057" y="44193"/>
                  </a:lnTo>
                  <a:lnTo>
                    <a:pt x="277134" y="40655"/>
                  </a:lnTo>
                  <a:lnTo>
                    <a:pt x="273101" y="37243"/>
                  </a:lnTo>
                  <a:lnTo>
                    <a:pt x="268963" y="33960"/>
                  </a:lnTo>
                  <a:lnTo>
                    <a:pt x="264723" y="30809"/>
                  </a:lnTo>
                  <a:lnTo>
                    <a:pt x="260385" y="27794"/>
                  </a:lnTo>
                  <a:lnTo>
                    <a:pt x="255954" y="24918"/>
                  </a:lnTo>
                  <a:lnTo>
                    <a:pt x="251435" y="22183"/>
                  </a:lnTo>
                  <a:lnTo>
                    <a:pt x="246831" y="19592"/>
                  </a:lnTo>
                  <a:lnTo>
                    <a:pt x="242148" y="17148"/>
                  </a:lnTo>
                  <a:lnTo>
                    <a:pt x="237390" y="14853"/>
                  </a:lnTo>
                  <a:lnTo>
                    <a:pt x="232562" y="12709"/>
                  </a:lnTo>
                  <a:lnTo>
                    <a:pt x="227669" y="10719"/>
                  </a:lnTo>
                  <a:lnTo>
                    <a:pt x="222715" y="8885"/>
                  </a:lnTo>
                  <a:lnTo>
                    <a:pt x="217705" y="7208"/>
                  </a:lnTo>
                  <a:lnTo>
                    <a:pt x="212645" y="5691"/>
                  </a:lnTo>
                  <a:lnTo>
                    <a:pt x="207540" y="4334"/>
                  </a:lnTo>
                  <a:lnTo>
                    <a:pt x="202395" y="3139"/>
                  </a:lnTo>
                  <a:lnTo>
                    <a:pt x="197214" y="2107"/>
                  </a:lnTo>
                  <a:lnTo>
                    <a:pt x="192003" y="1239"/>
                  </a:lnTo>
                  <a:lnTo>
                    <a:pt x="186767" y="536"/>
                  </a:lnTo>
                  <a:lnTo>
                    <a:pt x="181512" y="0"/>
                  </a:lnTo>
                  <a:lnTo>
                    <a:pt x="167154" y="1665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86215" y="5399291"/>
              <a:ext cx="14358" cy="167167"/>
            </a:xfrm>
            <a:custGeom>
              <a:avLst/>
              <a:pathLst>
                <a:path w="14358" h="167167">
                  <a:moveTo>
                    <a:pt x="14358" y="61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856377" y="5399291"/>
              <a:ext cx="167166" cy="326139"/>
            </a:xfrm>
            <a:custGeom>
              <a:avLst/>
              <a:pathLst>
                <a:path w="167166" h="326139">
                  <a:moveTo>
                    <a:pt x="167166" y="0"/>
                  </a:moveTo>
                  <a:lnTo>
                    <a:pt x="161796" y="86"/>
                  </a:lnTo>
                  <a:lnTo>
                    <a:pt x="156432" y="344"/>
                  </a:lnTo>
                  <a:lnTo>
                    <a:pt x="151079" y="775"/>
                  </a:lnTo>
                  <a:lnTo>
                    <a:pt x="145743" y="1378"/>
                  </a:lnTo>
                  <a:lnTo>
                    <a:pt x="140428" y="2152"/>
                  </a:lnTo>
                  <a:lnTo>
                    <a:pt x="135142" y="3096"/>
                  </a:lnTo>
                  <a:lnTo>
                    <a:pt x="129888" y="4209"/>
                  </a:lnTo>
                  <a:lnTo>
                    <a:pt x="124673" y="5490"/>
                  </a:lnTo>
                  <a:lnTo>
                    <a:pt x="119502" y="6939"/>
                  </a:lnTo>
                  <a:lnTo>
                    <a:pt x="114379" y="8553"/>
                  </a:lnTo>
                  <a:lnTo>
                    <a:pt x="109312" y="10330"/>
                  </a:lnTo>
                  <a:lnTo>
                    <a:pt x="104304" y="12269"/>
                  </a:lnTo>
                  <a:lnTo>
                    <a:pt x="99361" y="14368"/>
                  </a:lnTo>
                  <a:lnTo>
                    <a:pt x="94488" y="16625"/>
                  </a:lnTo>
                  <a:lnTo>
                    <a:pt x="89689" y="19037"/>
                  </a:lnTo>
                  <a:lnTo>
                    <a:pt x="84971" y="21603"/>
                  </a:lnTo>
                  <a:lnTo>
                    <a:pt x="80338" y="24318"/>
                  </a:lnTo>
                  <a:lnTo>
                    <a:pt x="75794" y="27181"/>
                  </a:lnTo>
                  <a:lnTo>
                    <a:pt x="71345" y="30188"/>
                  </a:lnTo>
                  <a:lnTo>
                    <a:pt x="66994" y="33336"/>
                  </a:lnTo>
                  <a:lnTo>
                    <a:pt x="62747" y="36623"/>
                  </a:lnTo>
                  <a:lnTo>
                    <a:pt x="58608" y="40045"/>
                  </a:lnTo>
                  <a:lnTo>
                    <a:pt x="54581" y="43597"/>
                  </a:lnTo>
                  <a:lnTo>
                    <a:pt x="50669" y="47277"/>
                  </a:lnTo>
                  <a:lnTo>
                    <a:pt x="46879" y="51081"/>
                  </a:lnTo>
                  <a:lnTo>
                    <a:pt x="43212" y="55005"/>
                  </a:lnTo>
                  <a:lnTo>
                    <a:pt x="39673" y="59044"/>
                  </a:lnTo>
                  <a:lnTo>
                    <a:pt x="36266" y="63195"/>
                  </a:lnTo>
                  <a:lnTo>
                    <a:pt x="32994" y="67454"/>
                  </a:lnTo>
                  <a:lnTo>
                    <a:pt x="29860" y="71815"/>
                  </a:lnTo>
                  <a:lnTo>
                    <a:pt x="26868" y="76275"/>
                  </a:lnTo>
                  <a:lnTo>
                    <a:pt x="24021" y="80828"/>
                  </a:lnTo>
                  <a:lnTo>
                    <a:pt x="21321" y="85471"/>
                  </a:lnTo>
                  <a:lnTo>
                    <a:pt x="18772" y="90198"/>
                  </a:lnTo>
                  <a:lnTo>
                    <a:pt x="16377" y="95004"/>
                  </a:lnTo>
                  <a:lnTo>
                    <a:pt x="14136" y="99885"/>
                  </a:lnTo>
                  <a:lnTo>
                    <a:pt x="12054" y="104835"/>
                  </a:lnTo>
                  <a:lnTo>
                    <a:pt x="10132" y="109849"/>
                  </a:lnTo>
                  <a:lnTo>
                    <a:pt x="8372" y="114923"/>
                  </a:lnTo>
                  <a:lnTo>
                    <a:pt x="6776" y="120051"/>
                  </a:lnTo>
                  <a:lnTo>
                    <a:pt x="5345" y="125227"/>
                  </a:lnTo>
                  <a:lnTo>
                    <a:pt x="4081" y="130447"/>
                  </a:lnTo>
                  <a:lnTo>
                    <a:pt x="2986" y="135704"/>
                  </a:lnTo>
                  <a:lnTo>
                    <a:pt x="2060" y="140994"/>
                  </a:lnTo>
                  <a:lnTo>
                    <a:pt x="1305" y="146311"/>
                  </a:lnTo>
                  <a:lnTo>
                    <a:pt x="720" y="151649"/>
                  </a:lnTo>
                  <a:lnTo>
                    <a:pt x="308" y="157004"/>
                  </a:lnTo>
                  <a:lnTo>
                    <a:pt x="67" y="162369"/>
                  </a:lnTo>
                  <a:lnTo>
                    <a:pt x="0" y="167739"/>
                  </a:lnTo>
                  <a:lnTo>
                    <a:pt x="104" y="173108"/>
                  </a:lnTo>
                  <a:lnTo>
                    <a:pt x="381" y="178471"/>
                  </a:lnTo>
                  <a:lnTo>
                    <a:pt x="830" y="183823"/>
                  </a:lnTo>
                  <a:lnTo>
                    <a:pt x="1451" y="189157"/>
                  </a:lnTo>
                  <a:lnTo>
                    <a:pt x="2243" y="194469"/>
                  </a:lnTo>
                  <a:lnTo>
                    <a:pt x="3205" y="199752"/>
                  </a:lnTo>
                  <a:lnTo>
                    <a:pt x="4336" y="205002"/>
                  </a:lnTo>
                  <a:lnTo>
                    <a:pt x="5636" y="210213"/>
                  </a:lnTo>
                  <a:lnTo>
                    <a:pt x="7102" y="215379"/>
                  </a:lnTo>
                  <a:lnTo>
                    <a:pt x="8733" y="220496"/>
                  </a:lnTo>
                  <a:lnTo>
                    <a:pt x="10528" y="225557"/>
                  </a:lnTo>
                  <a:lnTo>
                    <a:pt x="12484" y="230559"/>
                  </a:lnTo>
                  <a:lnTo>
                    <a:pt x="14600" y="235494"/>
                  </a:lnTo>
                  <a:lnTo>
                    <a:pt x="16874" y="240360"/>
                  </a:lnTo>
                  <a:lnTo>
                    <a:pt x="19302" y="245150"/>
                  </a:lnTo>
                  <a:lnTo>
                    <a:pt x="21884" y="249859"/>
                  </a:lnTo>
                  <a:lnTo>
                    <a:pt x="24615" y="254483"/>
                  </a:lnTo>
                  <a:lnTo>
                    <a:pt x="27493" y="259017"/>
                  </a:lnTo>
                  <a:lnTo>
                    <a:pt x="30515" y="263456"/>
                  </a:lnTo>
                  <a:lnTo>
                    <a:pt x="33679" y="267796"/>
                  </a:lnTo>
                  <a:lnTo>
                    <a:pt x="36980" y="272032"/>
                  </a:lnTo>
                  <a:lnTo>
                    <a:pt x="40416" y="276159"/>
                  </a:lnTo>
                  <a:lnTo>
                    <a:pt x="43982" y="280174"/>
                  </a:lnTo>
                  <a:lnTo>
                    <a:pt x="47675" y="284073"/>
                  </a:lnTo>
                  <a:lnTo>
                    <a:pt x="51492" y="287851"/>
                  </a:lnTo>
                  <a:lnTo>
                    <a:pt x="55429" y="291504"/>
                  </a:lnTo>
                  <a:lnTo>
                    <a:pt x="59480" y="295029"/>
                  </a:lnTo>
                  <a:lnTo>
                    <a:pt x="63643" y="298422"/>
                  </a:lnTo>
                  <a:lnTo>
                    <a:pt x="67912" y="301680"/>
                  </a:lnTo>
                  <a:lnTo>
                    <a:pt x="72284" y="304798"/>
                  </a:lnTo>
                  <a:lnTo>
                    <a:pt x="76754" y="307775"/>
                  </a:lnTo>
                  <a:lnTo>
                    <a:pt x="81317" y="310607"/>
                  </a:lnTo>
                  <a:lnTo>
                    <a:pt x="85969" y="313290"/>
                  </a:lnTo>
                  <a:lnTo>
                    <a:pt x="90705" y="315823"/>
                  </a:lnTo>
                  <a:lnTo>
                    <a:pt x="95519" y="318202"/>
                  </a:lnTo>
                  <a:lnTo>
                    <a:pt x="100408" y="320426"/>
                  </a:lnTo>
                  <a:lnTo>
                    <a:pt x="105365" y="322491"/>
                  </a:lnTo>
                  <a:lnTo>
                    <a:pt x="110386" y="324396"/>
                  </a:lnTo>
                  <a:lnTo>
                    <a:pt x="115466" y="326139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71843" y="5566459"/>
              <a:ext cx="51700" cy="158971"/>
            </a:xfrm>
            <a:custGeom>
              <a:avLst/>
              <a:pathLst>
                <a:path w="51700" h="158971">
                  <a:moveTo>
                    <a:pt x="0" y="158971"/>
                  </a:moveTo>
                  <a:lnTo>
                    <a:pt x="5170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71843" y="5566459"/>
              <a:ext cx="51700" cy="158971"/>
            </a:xfrm>
            <a:custGeom>
              <a:avLst/>
              <a:pathLst>
                <a:path w="51700" h="158971">
                  <a:moveTo>
                    <a:pt x="0" y="158971"/>
                  </a:moveTo>
                  <a:lnTo>
                    <a:pt x="5170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71843" y="5566459"/>
              <a:ext cx="51700" cy="158971"/>
            </a:xfrm>
            <a:custGeom>
              <a:avLst/>
              <a:pathLst>
                <a:path w="51700" h="158971">
                  <a:moveTo>
                    <a:pt x="0" y="158971"/>
                  </a:moveTo>
                  <a:lnTo>
                    <a:pt x="5170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71843" y="5566459"/>
              <a:ext cx="51700" cy="158971"/>
            </a:xfrm>
            <a:custGeom>
              <a:avLst/>
              <a:pathLst>
                <a:path w="51700" h="158971">
                  <a:moveTo>
                    <a:pt x="0" y="158971"/>
                  </a:moveTo>
                  <a:lnTo>
                    <a:pt x="5170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71843" y="5566459"/>
              <a:ext cx="51700" cy="158971"/>
            </a:xfrm>
            <a:custGeom>
              <a:avLst/>
              <a:pathLst>
                <a:path w="51700" h="158971">
                  <a:moveTo>
                    <a:pt x="0" y="158971"/>
                  </a:moveTo>
                  <a:lnTo>
                    <a:pt x="5170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971843" y="5566459"/>
              <a:ext cx="164963" cy="167144"/>
            </a:xfrm>
            <a:custGeom>
              <a:avLst/>
              <a:pathLst>
                <a:path w="164963" h="167144">
                  <a:moveTo>
                    <a:pt x="0" y="158971"/>
                  </a:moveTo>
                  <a:lnTo>
                    <a:pt x="5287" y="160595"/>
                  </a:lnTo>
                  <a:lnTo>
                    <a:pt x="10625" y="162042"/>
                  </a:lnTo>
                  <a:lnTo>
                    <a:pt x="16009" y="163312"/>
                  </a:lnTo>
                  <a:lnTo>
                    <a:pt x="21431" y="164404"/>
                  </a:lnTo>
                  <a:lnTo>
                    <a:pt x="26887" y="165315"/>
                  </a:lnTo>
                  <a:lnTo>
                    <a:pt x="32369" y="166046"/>
                  </a:lnTo>
                  <a:lnTo>
                    <a:pt x="37873" y="166594"/>
                  </a:lnTo>
                  <a:lnTo>
                    <a:pt x="43392" y="166960"/>
                  </a:lnTo>
                  <a:lnTo>
                    <a:pt x="48920" y="167144"/>
                  </a:lnTo>
                  <a:lnTo>
                    <a:pt x="54451" y="167144"/>
                  </a:lnTo>
                  <a:lnTo>
                    <a:pt x="59979" y="166962"/>
                  </a:lnTo>
                  <a:lnTo>
                    <a:pt x="65498" y="166596"/>
                  </a:lnTo>
                  <a:lnTo>
                    <a:pt x="71002" y="166049"/>
                  </a:lnTo>
                  <a:lnTo>
                    <a:pt x="76485" y="165319"/>
                  </a:lnTo>
                  <a:lnTo>
                    <a:pt x="81941" y="164409"/>
                  </a:lnTo>
                  <a:lnTo>
                    <a:pt x="87363" y="163318"/>
                  </a:lnTo>
                  <a:lnTo>
                    <a:pt x="92747" y="162049"/>
                  </a:lnTo>
                  <a:lnTo>
                    <a:pt x="98086" y="160602"/>
                  </a:lnTo>
                  <a:lnTo>
                    <a:pt x="103373" y="158980"/>
                  </a:lnTo>
                  <a:lnTo>
                    <a:pt x="108605" y="157183"/>
                  </a:lnTo>
                  <a:lnTo>
                    <a:pt x="113774" y="155215"/>
                  </a:lnTo>
                  <a:lnTo>
                    <a:pt x="118875" y="153076"/>
                  </a:lnTo>
                  <a:lnTo>
                    <a:pt x="123902" y="150770"/>
                  </a:lnTo>
                  <a:lnTo>
                    <a:pt x="128850" y="148299"/>
                  </a:lnTo>
                  <a:lnTo>
                    <a:pt x="133714" y="145665"/>
                  </a:lnTo>
                  <a:lnTo>
                    <a:pt x="138488" y="142872"/>
                  </a:lnTo>
                  <a:lnTo>
                    <a:pt x="143168" y="139923"/>
                  </a:lnTo>
                  <a:lnTo>
                    <a:pt x="147747" y="136820"/>
                  </a:lnTo>
                  <a:lnTo>
                    <a:pt x="152220" y="133568"/>
                  </a:lnTo>
                  <a:lnTo>
                    <a:pt x="156584" y="130169"/>
                  </a:lnTo>
                  <a:lnTo>
                    <a:pt x="160833" y="126628"/>
                  </a:lnTo>
                  <a:lnTo>
                    <a:pt x="164963" y="122949"/>
                  </a:lnTo>
                  <a:lnTo>
                    <a:pt x="5170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023544" y="5399291"/>
              <a:ext cx="167165" cy="290116"/>
            </a:xfrm>
            <a:custGeom>
              <a:avLst/>
              <a:pathLst>
                <a:path w="167165" h="290116">
                  <a:moveTo>
                    <a:pt x="113262" y="290116"/>
                  </a:moveTo>
                  <a:lnTo>
                    <a:pt x="117134" y="286434"/>
                  </a:lnTo>
                  <a:lnTo>
                    <a:pt x="120885" y="282629"/>
                  </a:lnTo>
                  <a:lnTo>
                    <a:pt x="124513" y="278707"/>
                  </a:lnTo>
                  <a:lnTo>
                    <a:pt x="128014" y="274671"/>
                  </a:lnTo>
                  <a:lnTo>
                    <a:pt x="131384" y="270525"/>
                  </a:lnTo>
                  <a:lnTo>
                    <a:pt x="134620" y="266274"/>
                  </a:lnTo>
                  <a:lnTo>
                    <a:pt x="137719" y="261921"/>
                  </a:lnTo>
                  <a:lnTo>
                    <a:pt x="140676" y="257472"/>
                  </a:lnTo>
                  <a:lnTo>
                    <a:pt x="143490" y="252930"/>
                  </a:lnTo>
                  <a:lnTo>
                    <a:pt x="146158" y="248301"/>
                  </a:lnTo>
                  <a:lnTo>
                    <a:pt x="148676" y="243589"/>
                  </a:lnTo>
                  <a:lnTo>
                    <a:pt x="151042" y="238798"/>
                  </a:lnTo>
                  <a:lnTo>
                    <a:pt x="153254" y="233935"/>
                  </a:lnTo>
                  <a:lnTo>
                    <a:pt x="155310" y="229003"/>
                  </a:lnTo>
                  <a:lnTo>
                    <a:pt x="157206" y="224008"/>
                  </a:lnTo>
                  <a:lnTo>
                    <a:pt x="158943" y="218956"/>
                  </a:lnTo>
                  <a:lnTo>
                    <a:pt x="160516" y="213850"/>
                  </a:lnTo>
                  <a:lnTo>
                    <a:pt x="161926" y="208696"/>
                  </a:lnTo>
                  <a:lnTo>
                    <a:pt x="163171" y="203500"/>
                  </a:lnTo>
                  <a:lnTo>
                    <a:pt x="164248" y="198267"/>
                  </a:lnTo>
                  <a:lnTo>
                    <a:pt x="165158" y="193003"/>
                  </a:lnTo>
                  <a:lnTo>
                    <a:pt x="165900" y="187711"/>
                  </a:lnTo>
                  <a:lnTo>
                    <a:pt x="166472" y="182399"/>
                  </a:lnTo>
                  <a:lnTo>
                    <a:pt x="166873" y="177072"/>
                  </a:lnTo>
                  <a:lnTo>
                    <a:pt x="167105" y="171734"/>
                  </a:lnTo>
                  <a:lnTo>
                    <a:pt x="167165" y="166391"/>
                  </a:lnTo>
                  <a:lnTo>
                    <a:pt x="167055" y="161050"/>
                  </a:lnTo>
                  <a:lnTo>
                    <a:pt x="166774" y="155714"/>
                  </a:lnTo>
                  <a:lnTo>
                    <a:pt x="166323" y="150390"/>
                  </a:lnTo>
                  <a:lnTo>
                    <a:pt x="165702" y="145084"/>
                  </a:lnTo>
                  <a:lnTo>
                    <a:pt x="164912" y="139800"/>
                  </a:lnTo>
                  <a:lnTo>
                    <a:pt x="163953" y="134544"/>
                  </a:lnTo>
                  <a:lnTo>
                    <a:pt x="162826" y="129321"/>
                  </a:lnTo>
                  <a:lnTo>
                    <a:pt x="161534" y="124137"/>
                  </a:lnTo>
                  <a:lnTo>
                    <a:pt x="160076" y="118996"/>
                  </a:lnTo>
                  <a:lnTo>
                    <a:pt x="158455" y="113906"/>
                  </a:lnTo>
                  <a:lnTo>
                    <a:pt x="156672" y="108869"/>
                  </a:lnTo>
                  <a:lnTo>
                    <a:pt x="154729" y="103892"/>
                  </a:lnTo>
                  <a:lnTo>
                    <a:pt x="152628" y="98980"/>
                  </a:lnTo>
                  <a:lnTo>
                    <a:pt x="150371" y="94137"/>
                  </a:lnTo>
                  <a:lnTo>
                    <a:pt x="147960" y="89369"/>
                  </a:lnTo>
                  <a:lnTo>
                    <a:pt x="145399" y="84680"/>
                  </a:lnTo>
                  <a:lnTo>
                    <a:pt x="142688" y="80076"/>
                  </a:lnTo>
                  <a:lnTo>
                    <a:pt x="139832" y="75560"/>
                  </a:lnTo>
                  <a:lnTo>
                    <a:pt x="136833" y="71139"/>
                  </a:lnTo>
                  <a:lnTo>
                    <a:pt x="133695" y="66815"/>
                  </a:lnTo>
                  <a:lnTo>
                    <a:pt x="130419" y="62594"/>
                  </a:lnTo>
                  <a:lnTo>
                    <a:pt x="127011" y="58479"/>
                  </a:lnTo>
                  <a:lnTo>
                    <a:pt x="123473" y="54476"/>
                  </a:lnTo>
                  <a:lnTo>
                    <a:pt x="119808" y="50587"/>
                  </a:lnTo>
                  <a:lnTo>
                    <a:pt x="116022" y="46818"/>
                  </a:lnTo>
                  <a:lnTo>
                    <a:pt x="112117" y="43172"/>
                  </a:lnTo>
                  <a:lnTo>
                    <a:pt x="108097" y="39652"/>
                  </a:lnTo>
                  <a:lnTo>
                    <a:pt x="103967" y="36263"/>
                  </a:lnTo>
                  <a:lnTo>
                    <a:pt x="99730" y="33008"/>
                  </a:lnTo>
                  <a:lnTo>
                    <a:pt x="95392" y="29889"/>
                  </a:lnTo>
                  <a:lnTo>
                    <a:pt x="90956" y="26911"/>
                  </a:lnTo>
                  <a:lnTo>
                    <a:pt x="86428" y="24076"/>
                  </a:lnTo>
                  <a:lnTo>
                    <a:pt x="81811" y="21387"/>
                  </a:lnTo>
                  <a:lnTo>
                    <a:pt x="77110" y="18847"/>
                  </a:lnTo>
                  <a:lnTo>
                    <a:pt x="72331" y="16458"/>
                  </a:lnTo>
                  <a:lnTo>
                    <a:pt x="67478" y="14224"/>
                  </a:lnTo>
                  <a:lnTo>
                    <a:pt x="62556" y="12145"/>
                  </a:lnTo>
                  <a:lnTo>
                    <a:pt x="57570" y="10226"/>
                  </a:lnTo>
                  <a:lnTo>
                    <a:pt x="52525" y="8466"/>
                  </a:lnTo>
                  <a:lnTo>
                    <a:pt x="47427" y="6868"/>
                  </a:lnTo>
                  <a:lnTo>
                    <a:pt x="42280" y="5435"/>
                  </a:lnTo>
                  <a:lnTo>
                    <a:pt x="37090" y="4166"/>
                  </a:lnTo>
                  <a:lnTo>
                    <a:pt x="31862" y="3064"/>
                  </a:lnTo>
                  <a:lnTo>
                    <a:pt x="26601" y="2130"/>
                  </a:lnTo>
                  <a:lnTo>
                    <a:pt x="21314" y="1364"/>
                  </a:lnTo>
                  <a:lnTo>
                    <a:pt x="16004" y="767"/>
                  </a:lnTo>
                  <a:lnTo>
                    <a:pt x="10678" y="341"/>
                  </a:lnTo>
                  <a:lnTo>
                    <a:pt x="5342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399085" y="5269756"/>
              <a:ext cx="146172" cy="167167"/>
            </a:xfrm>
            <a:custGeom>
              <a:avLst/>
              <a:pathLst>
                <a:path w="146172" h="167167">
                  <a:moveTo>
                    <a:pt x="146172" y="0"/>
                  </a:moveTo>
                  <a:lnTo>
                    <a:pt x="140614" y="92"/>
                  </a:lnTo>
                  <a:lnTo>
                    <a:pt x="135062" y="369"/>
                  </a:lnTo>
                  <a:lnTo>
                    <a:pt x="129522" y="831"/>
                  </a:lnTo>
                  <a:lnTo>
                    <a:pt x="124000" y="1476"/>
                  </a:lnTo>
                  <a:lnTo>
                    <a:pt x="118503" y="2305"/>
                  </a:lnTo>
                  <a:lnTo>
                    <a:pt x="113037" y="3316"/>
                  </a:lnTo>
                  <a:lnTo>
                    <a:pt x="107607" y="4509"/>
                  </a:lnTo>
                  <a:lnTo>
                    <a:pt x="102220" y="5881"/>
                  </a:lnTo>
                  <a:lnTo>
                    <a:pt x="96881" y="7432"/>
                  </a:lnTo>
                  <a:lnTo>
                    <a:pt x="91597" y="9159"/>
                  </a:lnTo>
                  <a:lnTo>
                    <a:pt x="86373" y="11061"/>
                  </a:lnTo>
                  <a:lnTo>
                    <a:pt x="81216" y="13136"/>
                  </a:lnTo>
                  <a:lnTo>
                    <a:pt x="76130" y="15381"/>
                  </a:lnTo>
                  <a:lnTo>
                    <a:pt x="71122" y="17794"/>
                  </a:lnTo>
                  <a:lnTo>
                    <a:pt x="66196" y="20372"/>
                  </a:lnTo>
                  <a:lnTo>
                    <a:pt x="61360" y="23112"/>
                  </a:lnTo>
                  <a:lnTo>
                    <a:pt x="56617" y="26012"/>
                  </a:lnTo>
                  <a:lnTo>
                    <a:pt x="51973" y="29068"/>
                  </a:lnTo>
                  <a:lnTo>
                    <a:pt x="47433" y="32276"/>
                  </a:lnTo>
                  <a:lnTo>
                    <a:pt x="43002" y="35634"/>
                  </a:lnTo>
                  <a:lnTo>
                    <a:pt x="38686" y="39137"/>
                  </a:lnTo>
                  <a:lnTo>
                    <a:pt x="34488" y="42782"/>
                  </a:lnTo>
                  <a:lnTo>
                    <a:pt x="30414" y="46564"/>
                  </a:lnTo>
                  <a:lnTo>
                    <a:pt x="26468" y="50480"/>
                  </a:lnTo>
                  <a:lnTo>
                    <a:pt x="22654" y="54525"/>
                  </a:lnTo>
                  <a:lnTo>
                    <a:pt x="18977" y="58694"/>
                  </a:lnTo>
                  <a:lnTo>
                    <a:pt x="15441" y="62984"/>
                  </a:lnTo>
                  <a:lnTo>
                    <a:pt x="12049" y="67388"/>
                  </a:lnTo>
                  <a:lnTo>
                    <a:pt x="8805" y="71903"/>
                  </a:lnTo>
                  <a:lnTo>
                    <a:pt x="5714" y="76523"/>
                  </a:lnTo>
                  <a:lnTo>
                    <a:pt x="2777" y="81244"/>
                  </a:lnTo>
                  <a:lnTo>
                    <a:pt x="0" y="86059"/>
                  </a:lnTo>
                  <a:lnTo>
                    <a:pt x="14617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399085" y="5355816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399085" y="5355816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399085" y="5355816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399085" y="5355816"/>
              <a:ext cx="146172" cy="81107"/>
            </a:xfrm>
            <a:custGeom>
              <a:avLst/>
              <a:pathLst>
                <a:path w="146172" h="81107">
                  <a:moveTo>
                    <a:pt x="0" y="0"/>
                  </a:moveTo>
                  <a:lnTo>
                    <a:pt x="146172" y="811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378809" y="5355816"/>
              <a:ext cx="166449" cy="81107"/>
            </a:xfrm>
            <a:custGeom>
              <a:avLst/>
              <a:pathLst>
                <a:path w="166449" h="81107">
                  <a:moveTo>
                    <a:pt x="20276" y="0"/>
                  </a:moveTo>
                  <a:lnTo>
                    <a:pt x="17566" y="5088"/>
                  </a:lnTo>
                  <a:lnTo>
                    <a:pt x="15034" y="10267"/>
                  </a:lnTo>
                  <a:lnTo>
                    <a:pt x="12681" y="15530"/>
                  </a:lnTo>
                  <a:lnTo>
                    <a:pt x="10511" y="20871"/>
                  </a:lnTo>
                  <a:lnTo>
                    <a:pt x="8527" y="26284"/>
                  </a:lnTo>
                  <a:lnTo>
                    <a:pt x="6730" y="31762"/>
                  </a:lnTo>
                  <a:lnTo>
                    <a:pt x="5124" y="37299"/>
                  </a:lnTo>
                  <a:lnTo>
                    <a:pt x="3709" y="42888"/>
                  </a:lnTo>
                  <a:lnTo>
                    <a:pt x="2488" y="48522"/>
                  </a:lnTo>
                  <a:lnTo>
                    <a:pt x="1462" y="54195"/>
                  </a:lnTo>
                  <a:lnTo>
                    <a:pt x="632" y="59900"/>
                  </a:lnTo>
                  <a:lnTo>
                    <a:pt x="0" y="65630"/>
                  </a:lnTo>
                  <a:lnTo>
                    <a:pt x="166449" y="811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378091" y="5269756"/>
              <a:ext cx="334323" cy="334328"/>
            </a:xfrm>
            <a:custGeom>
              <a:avLst/>
              <a:pathLst>
                <a:path w="334323" h="334328">
                  <a:moveTo>
                    <a:pt x="717" y="151690"/>
                  </a:moveTo>
                  <a:lnTo>
                    <a:pt x="309" y="156994"/>
                  </a:lnTo>
                  <a:lnTo>
                    <a:pt x="70" y="162308"/>
                  </a:lnTo>
                  <a:lnTo>
                    <a:pt x="0" y="167627"/>
                  </a:lnTo>
                  <a:lnTo>
                    <a:pt x="99" y="172945"/>
                  </a:lnTo>
                  <a:lnTo>
                    <a:pt x="367" y="178258"/>
                  </a:lnTo>
                  <a:lnTo>
                    <a:pt x="804" y="183559"/>
                  </a:lnTo>
                  <a:lnTo>
                    <a:pt x="1410" y="188844"/>
                  </a:lnTo>
                  <a:lnTo>
                    <a:pt x="2184" y="194107"/>
                  </a:lnTo>
                  <a:lnTo>
                    <a:pt x="3124" y="199342"/>
                  </a:lnTo>
                  <a:lnTo>
                    <a:pt x="4231" y="204545"/>
                  </a:lnTo>
                  <a:lnTo>
                    <a:pt x="5503" y="209710"/>
                  </a:lnTo>
                  <a:lnTo>
                    <a:pt x="6938" y="214832"/>
                  </a:lnTo>
                  <a:lnTo>
                    <a:pt x="8536" y="219906"/>
                  </a:lnTo>
                  <a:lnTo>
                    <a:pt x="10294" y="224926"/>
                  </a:lnTo>
                  <a:lnTo>
                    <a:pt x="12211" y="229888"/>
                  </a:lnTo>
                  <a:lnTo>
                    <a:pt x="14285" y="234787"/>
                  </a:lnTo>
                  <a:lnTo>
                    <a:pt x="16514" y="239616"/>
                  </a:lnTo>
                  <a:lnTo>
                    <a:pt x="18896" y="244373"/>
                  </a:lnTo>
                  <a:lnTo>
                    <a:pt x="21427" y="249051"/>
                  </a:lnTo>
                  <a:lnTo>
                    <a:pt x="24106" y="253647"/>
                  </a:lnTo>
                  <a:lnTo>
                    <a:pt x="26930" y="258155"/>
                  </a:lnTo>
                  <a:lnTo>
                    <a:pt x="29896" y="262570"/>
                  </a:lnTo>
                  <a:lnTo>
                    <a:pt x="33001" y="266890"/>
                  </a:lnTo>
                  <a:lnTo>
                    <a:pt x="36242" y="271108"/>
                  </a:lnTo>
                  <a:lnTo>
                    <a:pt x="39615" y="275221"/>
                  </a:lnTo>
                  <a:lnTo>
                    <a:pt x="43117" y="279224"/>
                  </a:lnTo>
                  <a:lnTo>
                    <a:pt x="46746" y="283114"/>
                  </a:lnTo>
                  <a:lnTo>
                    <a:pt x="50496" y="286887"/>
                  </a:lnTo>
                  <a:lnTo>
                    <a:pt x="54364" y="290538"/>
                  </a:lnTo>
                  <a:lnTo>
                    <a:pt x="58346" y="294065"/>
                  </a:lnTo>
                  <a:lnTo>
                    <a:pt x="62439" y="297463"/>
                  </a:lnTo>
                  <a:lnTo>
                    <a:pt x="66637" y="300729"/>
                  </a:lnTo>
                  <a:lnTo>
                    <a:pt x="70938" y="303860"/>
                  </a:lnTo>
                  <a:lnTo>
                    <a:pt x="75335" y="306852"/>
                  </a:lnTo>
                  <a:lnTo>
                    <a:pt x="79826" y="309703"/>
                  </a:lnTo>
                  <a:lnTo>
                    <a:pt x="84405" y="312410"/>
                  </a:lnTo>
                  <a:lnTo>
                    <a:pt x="89068" y="314970"/>
                  </a:lnTo>
                  <a:lnTo>
                    <a:pt x="93811" y="317380"/>
                  </a:lnTo>
                  <a:lnTo>
                    <a:pt x="98627" y="319638"/>
                  </a:lnTo>
                  <a:lnTo>
                    <a:pt x="103513" y="321741"/>
                  </a:lnTo>
                  <a:lnTo>
                    <a:pt x="108463" y="323688"/>
                  </a:lnTo>
                  <a:lnTo>
                    <a:pt x="113473" y="325477"/>
                  </a:lnTo>
                  <a:lnTo>
                    <a:pt x="118537" y="327105"/>
                  </a:lnTo>
                  <a:lnTo>
                    <a:pt x="123650" y="328571"/>
                  </a:lnTo>
                  <a:lnTo>
                    <a:pt x="128807" y="329874"/>
                  </a:lnTo>
                  <a:lnTo>
                    <a:pt x="134004" y="331012"/>
                  </a:lnTo>
                  <a:lnTo>
                    <a:pt x="139233" y="331984"/>
                  </a:lnTo>
                  <a:lnTo>
                    <a:pt x="144491" y="332789"/>
                  </a:lnTo>
                  <a:lnTo>
                    <a:pt x="149772" y="333427"/>
                  </a:lnTo>
                  <a:lnTo>
                    <a:pt x="155071" y="333896"/>
                  </a:lnTo>
                  <a:lnTo>
                    <a:pt x="160382" y="334197"/>
                  </a:lnTo>
                  <a:lnTo>
                    <a:pt x="165700" y="334328"/>
                  </a:lnTo>
                  <a:lnTo>
                    <a:pt x="171019" y="334290"/>
                  </a:lnTo>
                  <a:lnTo>
                    <a:pt x="176334" y="334083"/>
                  </a:lnTo>
                  <a:lnTo>
                    <a:pt x="181640" y="333707"/>
                  </a:lnTo>
                  <a:lnTo>
                    <a:pt x="186932" y="333162"/>
                  </a:lnTo>
                  <a:lnTo>
                    <a:pt x="192203" y="332449"/>
                  </a:lnTo>
                  <a:lnTo>
                    <a:pt x="197449" y="331569"/>
                  </a:lnTo>
                  <a:lnTo>
                    <a:pt x="202664" y="330522"/>
                  </a:lnTo>
                  <a:lnTo>
                    <a:pt x="207844" y="329310"/>
                  </a:lnTo>
                  <a:lnTo>
                    <a:pt x="212982" y="327933"/>
                  </a:lnTo>
                  <a:lnTo>
                    <a:pt x="218074" y="326394"/>
                  </a:lnTo>
                  <a:lnTo>
                    <a:pt x="223114" y="324694"/>
                  </a:lnTo>
                  <a:lnTo>
                    <a:pt x="228098" y="322834"/>
                  </a:lnTo>
                  <a:lnTo>
                    <a:pt x="233020" y="320817"/>
                  </a:lnTo>
                  <a:lnTo>
                    <a:pt x="237875" y="318644"/>
                  </a:lnTo>
                  <a:lnTo>
                    <a:pt x="242659" y="316317"/>
                  </a:lnTo>
                  <a:lnTo>
                    <a:pt x="247366" y="313840"/>
                  </a:lnTo>
                  <a:lnTo>
                    <a:pt x="251992" y="311214"/>
                  </a:lnTo>
                  <a:lnTo>
                    <a:pt x="256532" y="308442"/>
                  </a:lnTo>
                  <a:lnTo>
                    <a:pt x="260982" y="305527"/>
                  </a:lnTo>
                  <a:lnTo>
                    <a:pt x="265336" y="302473"/>
                  </a:lnTo>
                  <a:lnTo>
                    <a:pt x="269592" y="299281"/>
                  </a:lnTo>
                  <a:lnTo>
                    <a:pt x="273743" y="295955"/>
                  </a:lnTo>
                  <a:lnTo>
                    <a:pt x="277787" y="292499"/>
                  </a:lnTo>
                  <a:lnTo>
                    <a:pt x="281718" y="288916"/>
                  </a:lnTo>
                  <a:lnTo>
                    <a:pt x="285534" y="285210"/>
                  </a:lnTo>
                  <a:lnTo>
                    <a:pt x="289230" y="281384"/>
                  </a:lnTo>
                  <a:lnTo>
                    <a:pt x="292802" y="277442"/>
                  </a:lnTo>
                  <a:lnTo>
                    <a:pt x="296247" y="273389"/>
                  </a:lnTo>
                  <a:lnTo>
                    <a:pt x="299561" y="269228"/>
                  </a:lnTo>
                  <a:lnTo>
                    <a:pt x="302741" y="264964"/>
                  </a:lnTo>
                  <a:lnTo>
                    <a:pt x="305784" y="260601"/>
                  </a:lnTo>
                  <a:lnTo>
                    <a:pt x="308687" y="256144"/>
                  </a:lnTo>
                  <a:lnTo>
                    <a:pt x="311446" y="251596"/>
                  </a:lnTo>
                  <a:lnTo>
                    <a:pt x="314059" y="246963"/>
                  </a:lnTo>
                  <a:lnTo>
                    <a:pt x="316524" y="242249"/>
                  </a:lnTo>
                  <a:lnTo>
                    <a:pt x="318837" y="237459"/>
                  </a:lnTo>
                  <a:lnTo>
                    <a:pt x="320997" y="232598"/>
                  </a:lnTo>
                  <a:lnTo>
                    <a:pt x="323001" y="227670"/>
                  </a:lnTo>
                  <a:lnTo>
                    <a:pt x="324847" y="222681"/>
                  </a:lnTo>
                  <a:lnTo>
                    <a:pt x="326533" y="217636"/>
                  </a:lnTo>
                  <a:lnTo>
                    <a:pt x="328058" y="212540"/>
                  </a:lnTo>
                  <a:lnTo>
                    <a:pt x="329420" y="207398"/>
                  </a:lnTo>
                  <a:lnTo>
                    <a:pt x="330618" y="202216"/>
                  </a:lnTo>
                  <a:lnTo>
                    <a:pt x="331651" y="196997"/>
                  </a:lnTo>
                  <a:lnTo>
                    <a:pt x="332516" y="191749"/>
                  </a:lnTo>
                  <a:lnTo>
                    <a:pt x="333215" y="186476"/>
                  </a:lnTo>
                  <a:lnTo>
                    <a:pt x="333745" y="181183"/>
                  </a:lnTo>
                  <a:lnTo>
                    <a:pt x="334107" y="175876"/>
                  </a:lnTo>
                  <a:lnTo>
                    <a:pt x="334299" y="170560"/>
                  </a:lnTo>
                  <a:lnTo>
                    <a:pt x="334323" y="165241"/>
                  </a:lnTo>
                  <a:lnTo>
                    <a:pt x="334177" y="159923"/>
                  </a:lnTo>
                  <a:lnTo>
                    <a:pt x="333862" y="154613"/>
                  </a:lnTo>
                  <a:lnTo>
                    <a:pt x="333378" y="149316"/>
                  </a:lnTo>
                  <a:lnTo>
                    <a:pt x="332726" y="144037"/>
                  </a:lnTo>
                  <a:lnTo>
                    <a:pt x="331906" y="138781"/>
                  </a:lnTo>
                  <a:lnTo>
                    <a:pt x="330919" y="133554"/>
                  </a:lnTo>
                  <a:lnTo>
                    <a:pt x="329767" y="128361"/>
                  </a:lnTo>
                  <a:lnTo>
                    <a:pt x="328450" y="123207"/>
                  </a:lnTo>
                  <a:lnTo>
                    <a:pt x="326970" y="118098"/>
                  </a:lnTo>
                  <a:lnTo>
                    <a:pt x="325328" y="113038"/>
                  </a:lnTo>
                  <a:lnTo>
                    <a:pt x="323525" y="108033"/>
                  </a:lnTo>
                  <a:lnTo>
                    <a:pt x="321565" y="103089"/>
                  </a:lnTo>
                  <a:lnTo>
                    <a:pt x="319448" y="98209"/>
                  </a:lnTo>
                  <a:lnTo>
                    <a:pt x="317177" y="93398"/>
                  </a:lnTo>
                  <a:lnTo>
                    <a:pt x="314754" y="88663"/>
                  </a:lnTo>
                  <a:lnTo>
                    <a:pt x="312181" y="84007"/>
                  </a:lnTo>
                  <a:lnTo>
                    <a:pt x="309462" y="79435"/>
                  </a:lnTo>
                  <a:lnTo>
                    <a:pt x="306599" y="74952"/>
                  </a:lnTo>
                  <a:lnTo>
                    <a:pt x="303594" y="70563"/>
                  </a:lnTo>
                  <a:lnTo>
                    <a:pt x="300452" y="66271"/>
                  </a:lnTo>
                  <a:lnTo>
                    <a:pt x="297174" y="62081"/>
                  </a:lnTo>
                  <a:lnTo>
                    <a:pt x="293765" y="57998"/>
                  </a:lnTo>
                  <a:lnTo>
                    <a:pt x="290227" y="54026"/>
                  </a:lnTo>
                  <a:lnTo>
                    <a:pt x="286565" y="50167"/>
                  </a:lnTo>
                  <a:lnTo>
                    <a:pt x="282782" y="46428"/>
                  </a:lnTo>
                  <a:lnTo>
                    <a:pt x="278882" y="42810"/>
                  </a:lnTo>
                  <a:lnTo>
                    <a:pt x="274869" y="39319"/>
                  </a:lnTo>
                  <a:lnTo>
                    <a:pt x="270747" y="35957"/>
                  </a:lnTo>
                  <a:lnTo>
                    <a:pt x="266520" y="32728"/>
                  </a:lnTo>
                  <a:lnTo>
                    <a:pt x="262192" y="29635"/>
                  </a:lnTo>
                  <a:lnTo>
                    <a:pt x="257768" y="26681"/>
                  </a:lnTo>
                  <a:lnTo>
                    <a:pt x="253252" y="23870"/>
                  </a:lnTo>
                  <a:lnTo>
                    <a:pt x="248650" y="21203"/>
                  </a:lnTo>
                  <a:lnTo>
                    <a:pt x="243964" y="18685"/>
                  </a:lnTo>
                  <a:lnTo>
                    <a:pt x="239201" y="16316"/>
                  </a:lnTo>
                  <a:lnTo>
                    <a:pt x="234365" y="14101"/>
                  </a:lnTo>
                  <a:lnTo>
                    <a:pt x="229461" y="12040"/>
                  </a:lnTo>
                  <a:lnTo>
                    <a:pt x="224494" y="10137"/>
                  </a:lnTo>
                  <a:lnTo>
                    <a:pt x="219469" y="8392"/>
                  </a:lnTo>
                  <a:lnTo>
                    <a:pt x="214391" y="6809"/>
                  </a:lnTo>
                  <a:lnTo>
                    <a:pt x="209265" y="5387"/>
                  </a:lnTo>
                  <a:lnTo>
                    <a:pt x="204096" y="4130"/>
                  </a:lnTo>
                  <a:lnTo>
                    <a:pt x="198890" y="3037"/>
                  </a:lnTo>
                  <a:lnTo>
                    <a:pt x="193652" y="2111"/>
                  </a:lnTo>
                  <a:lnTo>
                    <a:pt x="188387" y="1352"/>
                  </a:lnTo>
                  <a:lnTo>
                    <a:pt x="183101" y="761"/>
                  </a:lnTo>
                  <a:lnTo>
                    <a:pt x="177798" y="338"/>
                  </a:lnTo>
                  <a:lnTo>
                    <a:pt x="172485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3871" y="5018213"/>
              <a:ext cx="167167" cy="167167"/>
            </a:xfrm>
            <a:custGeom>
              <a:avLst/>
              <a:pathLst>
                <a:path w="167167" h="167167">
                  <a:moveTo>
                    <a:pt x="167167" y="0"/>
                  </a:moveTo>
                  <a:lnTo>
                    <a:pt x="161702" y="89"/>
                  </a:lnTo>
                  <a:lnTo>
                    <a:pt x="156243" y="357"/>
                  </a:lnTo>
                  <a:lnTo>
                    <a:pt x="150795" y="803"/>
                  </a:lnTo>
                  <a:lnTo>
                    <a:pt x="145366" y="1427"/>
                  </a:lnTo>
                  <a:lnTo>
                    <a:pt x="139959" y="2228"/>
                  </a:lnTo>
                  <a:lnTo>
                    <a:pt x="134582" y="3206"/>
                  </a:lnTo>
                  <a:lnTo>
                    <a:pt x="129239" y="4359"/>
                  </a:lnTo>
                  <a:lnTo>
                    <a:pt x="123937" y="5686"/>
                  </a:lnTo>
                  <a:lnTo>
                    <a:pt x="118681" y="7185"/>
                  </a:lnTo>
                  <a:lnTo>
                    <a:pt x="113477" y="8856"/>
                  </a:lnTo>
                  <a:lnTo>
                    <a:pt x="108330" y="10696"/>
                  </a:lnTo>
                  <a:lnTo>
                    <a:pt x="103246" y="12703"/>
                  </a:lnTo>
                  <a:lnTo>
                    <a:pt x="98231" y="14875"/>
                  </a:lnTo>
                  <a:lnTo>
                    <a:pt x="93289" y="17210"/>
                  </a:lnTo>
                  <a:lnTo>
                    <a:pt x="88427" y="19705"/>
                  </a:lnTo>
                  <a:lnTo>
                    <a:pt x="83648" y="22358"/>
                  </a:lnTo>
                  <a:lnTo>
                    <a:pt x="78959" y="25166"/>
                  </a:lnTo>
                  <a:lnTo>
                    <a:pt x="74364" y="28126"/>
                  </a:lnTo>
                  <a:lnTo>
                    <a:pt x="69868" y="31234"/>
                  </a:lnTo>
                  <a:lnTo>
                    <a:pt x="65476" y="34487"/>
                  </a:lnTo>
                  <a:lnTo>
                    <a:pt x="61193" y="37882"/>
                  </a:lnTo>
                  <a:lnTo>
                    <a:pt x="57023" y="41416"/>
                  </a:lnTo>
                  <a:lnTo>
                    <a:pt x="52971" y="45084"/>
                  </a:lnTo>
                  <a:lnTo>
                    <a:pt x="49041" y="48882"/>
                  </a:lnTo>
                  <a:lnTo>
                    <a:pt x="45237" y="52807"/>
                  </a:lnTo>
                  <a:lnTo>
                    <a:pt x="41564" y="56854"/>
                  </a:lnTo>
                  <a:lnTo>
                    <a:pt x="38025" y="61019"/>
                  </a:lnTo>
                  <a:lnTo>
                    <a:pt x="34624" y="65298"/>
                  </a:lnTo>
                  <a:lnTo>
                    <a:pt x="31364" y="69685"/>
                  </a:lnTo>
                  <a:lnTo>
                    <a:pt x="28250" y="74177"/>
                  </a:lnTo>
                  <a:lnTo>
                    <a:pt x="25284" y="78768"/>
                  </a:lnTo>
                  <a:lnTo>
                    <a:pt x="22470" y="83454"/>
                  </a:lnTo>
                  <a:lnTo>
                    <a:pt x="19811" y="88229"/>
                  </a:lnTo>
                  <a:lnTo>
                    <a:pt x="17309" y="93088"/>
                  </a:lnTo>
                  <a:lnTo>
                    <a:pt x="14968" y="98027"/>
                  </a:lnTo>
                  <a:lnTo>
                    <a:pt x="12789" y="103039"/>
                  </a:lnTo>
                  <a:lnTo>
                    <a:pt x="10775" y="108120"/>
                  </a:lnTo>
                  <a:lnTo>
                    <a:pt x="8928" y="113264"/>
                  </a:lnTo>
                  <a:lnTo>
                    <a:pt x="7251" y="118466"/>
                  </a:lnTo>
                  <a:lnTo>
                    <a:pt x="5744" y="123720"/>
                  </a:lnTo>
                  <a:lnTo>
                    <a:pt x="4410" y="129020"/>
                  </a:lnTo>
                  <a:lnTo>
                    <a:pt x="3250" y="134361"/>
                  </a:lnTo>
                  <a:lnTo>
                    <a:pt x="2265" y="139738"/>
                  </a:lnTo>
                  <a:lnTo>
                    <a:pt x="1456" y="145143"/>
                  </a:lnTo>
                  <a:lnTo>
                    <a:pt x="825" y="150572"/>
                  </a:lnTo>
                  <a:lnTo>
                    <a:pt x="371" y="156019"/>
                  </a:lnTo>
                  <a:lnTo>
                    <a:pt x="96" y="161478"/>
                  </a:lnTo>
                  <a:lnTo>
                    <a:pt x="0" y="166942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3871" y="5185156"/>
              <a:ext cx="167167" cy="224"/>
            </a:xfrm>
            <a:custGeom>
              <a:avLst/>
              <a:pathLst>
                <a:path w="167167" h="224">
                  <a:moveTo>
                    <a:pt x="0" y="0"/>
                  </a:moveTo>
                  <a:lnTo>
                    <a:pt x="167167" y="2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53871" y="5185156"/>
              <a:ext cx="167167" cy="224"/>
            </a:xfrm>
            <a:custGeom>
              <a:avLst/>
              <a:pathLst>
                <a:path w="167167" h="224">
                  <a:moveTo>
                    <a:pt x="0" y="0"/>
                  </a:moveTo>
                  <a:lnTo>
                    <a:pt x="167167" y="2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3871" y="5185156"/>
              <a:ext cx="167167" cy="224"/>
            </a:xfrm>
            <a:custGeom>
              <a:avLst/>
              <a:pathLst>
                <a:path w="167167" h="224">
                  <a:moveTo>
                    <a:pt x="0" y="0"/>
                  </a:moveTo>
                  <a:lnTo>
                    <a:pt x="167167" y="2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3871" y="5185156"/>
              <a:ext cx="167167" cy="104802"/>
            </a:xfrm>
            <a:custGeom>
              <a:avLst/>
              <a:pathLst>
                <a:path w="167167" h="104802">
                  <a:moveTo>
                    <a:pt x="0" y="0"/>
                  </a:moveTo>
                  <a:lnTo>
                    <a:pt x="88" y="5659"/>
                  </a:lnTo>
                  <a:lnTo>
                    <a:pt x="368" y="11312"/>
                  </a:lnTo>
                  <a:lnTo>
                    <a:pt x="839" y="16953"/>
                  </a:lnTo>
                  <a:lnTo>
                    <a:pt x="1500" y="22575"/>
                  </a:lnTo>
                  <a:lnTo>
                    <a:pt x="2352" y="28170"/>
                  </a:lnTo>
                  <a:lnTo>
                    <a:pt x="3392" y="33734"/>
                  </a:lnTo>
                  <a:lnTo>
                    <a:pt x="4621" y="39260"/>
                  </a:lnTo>
                  <a:lnTo>
                    <a:pt x="6036" y="44740"/>
                  </a:lnTo>
                  <a:lnTo>
                    <a:pt x="7635" y="50170"/>
                  </a:lnTo>
                  <a:lnTo>
                    <a:pt x="9417" y="55542"/>
                  </a:lnTo>
                  <a:lnTo>
                    <a:pt x="11381" y="60851"/>
                  </a:lnTo>
                  <a:lnTo>
                    <a:pt x="13522" y="66090"/>
                  </a:lnTo>
                  <a:lnTo>
                    <a:pt x="15840" y="71254"/>
                  </a:lnTo>
                  <a:lnTo>
                    <a:pt x="18332" y="76337"/>
                  </a:lnTo>
                  <a:lnTo>
                    <a:pt x="20994" y="81332"/>
                  </a:lnTo>
                  <a:lnTo>
                    <a:pt x="23824" y="86234"/>
                  </a:lnTo>
                  <a:lnTo>
                    <a:pt x="26818" y="91038"/>
                  </a:lnTo>
                  <a:lnTo>
                    <a:pt x="29973" y="95737"/>
                  </a:lnTo>
                  <a:lnTo>
                    <a:pt x="33285" y="100327"/>
                  </a:lnTo>
                  <a:lnTo>
                    <a:pt x="36751" y="104802"/>
                  </a:lnTo>
                  <a:lnTo>
                    <a:pt x="167167" y="2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890622" y="5018213"/>
              <a:ext cx="297568" cy="334332"/>
            </a:xfrm>
            <a:custGeom>
              <a:avLst/>
              <a:pathLst>
                <a:path w="297568" h="334332">
                  <a:moveTo>
                    <a:pt x="0" y="271745"/>
                  </a:moveTo>
                  <a:lnTo>
                    <a:pt x="3389" y="275837"/>
                  </a:lnTo>
                  <a:lnTo>
                    <a:pt x="6906" y="279818"/>
                  </a:lnTo>
                  <a:lnTo>
                    <a:pt x="10548" y="283686"/>
                  </a:lnTo>
                  <a:lnTo>
                    <a:pt x="14312" y="287437"/>
                  </a:lnTo>
                  <a:lnTo>
                    <a:pt x="18192" y="291066"/>
                  </a:lnTo>
                  <a:lnTo>
                    <a:pt x="22186" y="294569"/>
                  </a:lnTo>
                  <a:lnTo>
                    <a:pt x="26289" y="297944"/>
                  </a:lnTo>
                  <a:lnTo>
                    <a:pt x="30498" y="301187"/>
                  </a:lnTo>
                  <a:lnTo>
                    <a:pt x="34807" y="304295"/>
                  </a:lnTo>
                  <a:lnTo>
                    <a:pt x="39213" y="307264"/>
                  </a:lnTo>
                  <a:lnTo>
                    <a:pt x="43711" y="310091"/>
                  </a:lnTo>
                  <a:lnTo>
                    <a:pt x="48297" y="312774"/>
                  </a:lnTo>
                  <a:lnTo>
                    <a:pt x="52966" y="315310"/>
                  </a:lnTo>
                  <a:lnTo>
                    <a:pt x="57712" y="317697"/>
                  </a:lnTo>
                  <a:lnTo>
                    <a:pt x="62533" y="319931"/>
                  </a:lnTo>
                  <a:lnTo>
                    <a:pt x="67422" y="322011"/>
                  </a:lnTo>
                  <a:lnTo>
                    <a:pt x="72374" y="323935"/>
                  </a:lnTo>
                  <a:lnTo>
                    <a:pt x="77385" y="325700"/>
                  </a:lnTo>
                  <a:lnTo>
                    <a:pt x="82450" y="327305"/>
                  </a:lnTo>
                  <a:lnTo>
                    <a:pt x="87563" y="328748"/>
                  </a:lnTo>
                  <a:lnTo>
                    <a:pt x="92719" y="330029"/>
                  </a:lnTo>
                  <a:lnTo>
                    <a:pt x="97914" y="331144"/>
                  </a:lnTo>
                  <a:lnTo>
                    <a:pt x="103141" y="332094"/>
                  </a:lnTo>
                  <a:lnTo>
                    <a:pt x="108396" y="332878"/>
                  </a:lnTo>
                  <a:lnTo>
                    <a:pt x="113673" y="333494"/>
                  </a:lnTo>
                  <a:lnTo>
                    <a:pt x="118967" y="333942"/>
                  </a:lnTo>
                  <a:lnTo>
                    <a:pt x="124273" y="334221"/>
                  </a:lnTo>
                  <a:lnTo>
                    <a:pt x="129584" y="334332"/>
                  </a:lnTo>
                  <a:lnTo>
                    <a:pt x="134897" y="334274"/>
                  </a:lnTo>
                  <a:lnTo>
                    <a:pt x="140205" y="334047"/>
                  </a:lnTo>
                  <a:lnTo>
                    <a:pt x="145503" y="333652"/>
                  </a:lnTo>
                  <a:lnTo>
                    <a:pt x="150786" y="333089"/>
                  </a:lnTo>
                  <a:lnTo>
                    <a:pt x="156049" y="332357"/>
                  </a:lnTo>
                  <a:lnTo>
                    <a:pt x="161285" y="331459"/>
                  </a:lnTo>
                  <a:lnTo>
                    <a:pt x="166491" y="330395"/>
                  </a:lnTo>
                  <a:lnTo>
                    <a:pt x="171659" y="329167"/>
                  </a:lnTo>
                  <a:lnTo>
                    <a:pt x="176787" y="327774"/>
                  </a:lnTo>
                  <a:lnTo>
                    <a:pt x="181867" y="326220"/>
                  </a:lnTo>
                  <a:lnTo>
                    <a:pt x="186895" y="324504"/>
                  </a:lnTo>
                  <a:lnTo>
                    <a:pt x="191867" y="322630"/>
                  </a:lnTo>
                  <a:lnTo>
                    <a:pt x="196776" y="320599"/>
                  </a:lnTo>
                  <a:lnTo>
                    <a:pt x="201618" y="318412"/>
                  </a:lnTo>
                  <a:lnTo>
                    <a:pt x="206389" y="316073"/>
                  </a:lnTo>
                  <a:lnTo>
                    <a:pt x="211082" y="313584"/>
                  </a:lnTo>
                  <a:lnTo>
                    <a:pt x="215694" y="310946"/>
                  </a:lnTo>
                  <a:lnTo>
                    <a:pt x="220220" y="308164"/>
                  </a:lnTo>
                  <a:lnTo>
                    <a:pt x="224656" y="305239"/>
                  </a:lnTo>
                  <a:lnTo>
                    <a:pt x="228996" y="302174"/>
                  </a:lnTo>
                  <a:lnTo>
                    <a:pt x="233236" y="298973"/>
                  </a:lnTo>
                  <a:lnTo>
                    <a:pt x="237373" y="295639"/>
                  </a:lnTo>
                  <a:lnTo>
                    <a:pt x="241401" y="292175"/>
                  </a:lnTo>
                  <a:lnTo>
                    <a:pt x="245318" y="288585"/>
                  </a:lnTo>
                  <a:lnTo>
                    <a:pt x="249118" y="284873"/>
                  </a:lnTo>
                  <a:lnTo>
                    <a:pt x="252799" y="281041"/>
                  </a:lnTo>
                  <a:lnTo>
                    <a:pt x="256356" y="277095"/>
                  </a:lnTo>
                  <a:lnTo>
                    <a:pt x="259785" y="273037"/>
                  </a:lnTo>
                  <a:lnTo>
                    <a:pt x="263084" y="268872"/>
                  </a:lnTo>
                  <a:lnTo>
                    <a:pt x="266249" y="264605"/>
                  </a:lnTo>
                  <a:lnTo>
                    <a:pt x="269277" y="260239"/>
                  </a:lnTo>
                  <a:lnTo>
                    <a:pt x="272165" y="255779"/>
                  </a:lnTo>
                  <a:lnTo>
                    <a:pt x="274909" y="251230"/>
                  </a:lnTo>
                  <a:lnTo>
                    <a:pt x="277507" y="246596"/>
                  </a:lnTo>
                  <a:lnTo>
                    <a:pt x="279957" y="241882"/>
                  </a:lnTo>
                  <a:lnTo>
                    <a:pt x="282256" y="237092"/>
                  </a:lnTo>
                  <a:lnTo>
                    <a:pt x="284401" y="232231"/>
                  </a:lnTo>
                  <a:lnTo>
                    <a:pt x="286391" y="227305"/>
                  </a:lnTo>
                  <a:lnTo>
                    <a:pt x="288224" y="222318"/>
                  </a:lnTo>
                  <a:lnTo>
                    <a:pt x="289896" y="217275"/>
                  </a:lnTo>
                  <a:lnTo>
                    <a:pt x="291408" y="212182"/>
                  </a:lnTo>
                  <a:lnTo>
                    <a:pt x="292757" y="207043"/>
                  </a:lnTo>
                  <a:lnTo>
                    <a:pt x="293943" y="201864"/>
                  </a:lnTo>
                  <a:lnTo>
                    <a:pt x="294963" y="196650"/>
                  </a:lnTo>
                  <a:lnTo>
                    <a:pt x="295816" y="191406"/>
                  </a:lnTo>
                  <a:lnTo>
                    <a:pt x="296503" y="186138"/>
                  </a:lnTo>
                  <a:lnTo>
                    <a:pt x="297022" y="180850"/>
                  </a:lnTo>
                  <a:lnTo>
                    <a:pt x="297373" y="175549"/>
                  </a:lnTo>
                  <a:lnTo>
                    <a:pt x="297555" y="170239"/>
                  </a:lnTo>
                  <a:lnTo>
                    <a:pt x="297568" y="164926"/>
                  </a:lnTo>
                  <a:lnTo>
                    <a:pt x="297412" y="159615"/>
                  </a:lnTo>
                  <a:lnTo>
                    <a:pt x="297088" y="154312"/>
                  </a:lnTo>
                  <a:lnTo>
                    <a:pt x="296595" y="149022"/>
                  </a:lnTo>
                  <a:lnTo>
                    <a:pt x="295935" y="143751"/>
                  </a:lnTo>
                  <a:lnTo>
                    <a:pt x="295107" y="138503"/>
                  </a:lnTo>
                  <a:lnTo>
                    <a:pt x="294113" y="133283"/>
                  </a:lnTo>
                  <a:lnTo>
                    <a:pt x="292954" y="128099"/>
                  </a:lnTo>
                  <a:lnTo>
                    <a:pt x="291630" y="122953"/>
                  </a:lnTo>
                  <a:lnTo>
                    <a:pt x="290144" y="117852"/>
                  </a:lnTo>
                  <a:lnTo>
                    <a:pt x="288496" y="112801"/>
                  </a:lnTo>
                  <a:lnTo>
                    <a:pt x="286688" y="107805"/>
                  </a:lnTo>
                  <a:lnTo>
                    <a:pt x="284723" y="102869"/>
                  </a:lnTo>
                  <a:lnTo>
                    <a:pt x="282602" y="97998"/>
                  </a:lnTo>
                  <a:lnTo>
                    <a:pt x="280327" y="93197"/>
                  </a:lnTo>
                  <a:lnTo>
                    <a:pt x="277901" y="88470"/>
                  </a:lnTo>
                  <a:lnTo>
                    <a:pt x="275325" y="83823"/>
                  </a:lnTo>
                  <a:lnTo>
                    <a:pt x="272604" y="79260"/>
                  </a:lnTo>
                  <a:lnTo>
                    <a:pt x="269738" y="74786"/>
                  </a:lnTo>
                  <a:lnTo>
                    <a:pt x="266732" y="70406"/>
                  </a:lnTo>
                  <a:lnTo>
                    <a:pt x="263588" y="66123"/>
                  </a:lnTo>
                  <a:lnTo>
                    <a:pt x="260310" y="61942"/>
                  </a:lnTo>
                  <a:lnTo>
                    <a:pt x="256901" y="57867"/>
                  </a:lnTo>
                  <a:lnTo>
                    <a:pt x="253364" y="53903"/>
                  </a:lnTo>
                  <a:lnTo>
                    <a:pt x="249702" y="50053"/>
                  </a:lnTo>
                  <a:lnTo>
                    <a:pt x="245920" y="46321"/>
                  </a:lnTo>
                  <a:lnTo>
                    <a:pt x="242022" y="42712"/>
                  </a:lnTo>
                  <a:lnTo>
                    <a:pt x="238010" y="39228"/>
                  </a:lnTo>
                  <a:lnTo>
                    <a:pt x="233890" y="35874"/>
                  </a:lnTo>
                  <a:lnTo>
                    <a:pt x="229666" y="32652"/>
                  </a:lnTo>
                  <a:lnTo>
                    <a:pt x="225341" y="29566"/>
                  </a:lnTo>
                  <a:lnTo>
                    <a:pt x="220920" y="26619"/>
                  </a:lnTo>
                  <a:lnTo>
                    <a:pt x="216408" y="23813"/>
                  </a:lnTo>
                  <a:lnTo>
                    <a:pt x="211809" y="21153"/>
                  </a:lnTo>
                  <a:lnTo>
                    <a:pt x="207128" y="18640"/>
                  </a:lnTo>
                  <a:lnTo>
                    <a:pt x="202370" y="16278"/>
                  </a:lnTo>
                  <a:lnTo>
                    <a:pt x="197538" y="14067"/>
                  </a:lnTo>
                  <a:lnTo>
                    <a:pt x="192639" y="12012"/>
                  </a:lnTo>
                  <a:lnTo>
                    <a:pt x="187677" y="10113"/>
                  </a:lnTo>
                  <a:lnTo>
                    <a:pt x="182657" y="8372"/>
                  </a:lnTo>
                  <a:lnTo>
                    <a:pt x="177585" y="6792"/>
                  </a:lnTo>
                  <a:lnTo>
                    <a:pt x="172464" y="5374"/>
                  </a:lnTo>
                  <a:lnTo>
                    <a:pt x="167302" y="4120"/>
                  </a:lnTo>
                  <a:lnTo>
                    <a:pt x="162102" y="3030"/>
                  </a:lnTo>
                  <a:lnTo>
                    <a:pt x="156870" y="2106"/>
                  </a:lnTo>
                  <a:lnTo>
                    <a:pt x="151611" y="1349"/>
                  </a:lnTo>
                  <a:lnTo>
                    <a:pt x="146331" y="759"/>
                  </a:lnTo>
                  <a:lnTo>
                    <a:pt x="141035" y="337"/>
                  </a:lnTo>
                  <a:lnTo>
                    <a:pt x="135728" y="84"/>
                  </a:lnTo>
                  <a:lnTo>
                    <a:pt x="130416" y="0"/>
                  </a:lnTo>
                  <a:lnTo>
                    <a:pt x="13041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256074" y="4659281"/>
              <a:ext cx="167160" cy="321111"/>
            </a:xfrm>
            <a:custGeom>
              <a:avLst/>
              <a:pathLst>
                <a:path w="167160" h="321111">
                  <a:moveTo>
                    <a:pt x="167160" y="0"/>
                  </a:moveTo>
                  <a:lnTo>
                    <a:pt x="161833" y="84"/>
                  </a:lnTo>
                  <a:lnTo>
                    <a:pt x="156511" y="339"/>
                  </a:lnTo>
                  <a:lnTo>
                    <a:pt x="151200" y="763"/>
                  </a:lnTo>
                  <a:lnTo>
                    <a:pt x="145905" y="1356"/>
                  </a:lnTo>
                  <a:lnTo>
                    <a:pt x="140631" y="2118"/>
                  </a:lnTo>
                  <a:lnTo>
                    <a:pt x="135385" y="3047"/>
                  </a:lnTo>
                  <a:lnTo>
                    <a:pt x="130171" y="4143"/>
                  </a:lnTo>
                  <a:lnTo>
                    <a:pt x="124994" y="5405"/>
                  </a:lnTo>
                  <a:lnTo>
                    <a:pt x="119861" y="6831"/>
                  </a:lnTo>
                  <a:lnTo>
                    <a:pt x="114775" y="8420"/>
                  </a:lnTo>
                  <a:lnTo>
                    <a:pt x="109742" y="10170"/>
                  </a:lnTo>
                  <a:lnTo>
                    <a:pt x="104768" y="12079"/>
                  </a:lnTo>
                  <a:lnTo>
                    <a:pt x="99858" y="14146"/>
                  </a:lnTo>
                  <a:lnTo>
                    <a:pt x="95015" y="16369"/>
                  </a:lnTo>
                  <a:lnTo>
                    <a:pt x="90246" y="18745"/>
                  </a:lnTo>
                  <a:lnTo>
                    <a:pt x="85555" y="21271"/>
                  </a:lnTo>
                  <a:lnTo>
                    <a:pt x="80947" y="23946"/>
                  </a:lnTo>
                  <a:lnTo>
                    <a:pt x="76427" y="26766"/>
                  </a:lnTo>
                  <a:lnTo>
                    <a:pt x="71998" y="29729"/>
                  </a:lnTo>
                  <a:lnTo>
                    <a:pt x="67667" y="32832"/>
                  </a:lnTo>
                  <a:lnTo>
                    <a:pt x="63436" y="36071"/>
                  </a:lnTo>
                  <a:lnTo>
                    <a:pt x="59311" y="39443"/>
                  </a:lnTo>
                  <a:lnTo>
                    <a:pt x="55295" y="42945"/>
                  </a:lnTo>
                  <a:lnTo>
                    <a:pt x="51393" y="46573"/>
                  </a:lnTo>
                  <a:lnTo>
                    <a:pt x="47609" y="50323"/>
                  </a:lnTo>
                  <a:lnTo>
                    <a:pt x="43946" y="54192"/>
                  </a:lnTo>
                  <a:lnTo>
                    <a:pt x="40408" y="58177"/>
                  </a:lnTo>
                  <a:lnTo>
                    <a:pt x="36999" y="62271"/>
                  </a:lnTo>
                  <a:lnTo>
                    <a:pt x="33723" y="66473"/>
                  </a:lnTo>
                  <a:lnTo>
                    <a:pt x="30581" y="70776"/>
                  </a:lnTo>
                  <a:lnTo>
                    <a:pt x="27579" y="75178"/>
                  </a:lnTo>
                  <a:lnTo>
                    <a:pt x="24718" y="79673"/>
                  </a:lnTo>
                  <a:lnTo>
                    <a:pt x="22002" y="84257"/>
                  </a:lnTo>
                  <a:lnTo>
                    <a:pt x="19434" y="88925"/>
                  </a:lnTo>
                  <a:lnTo>
                    <a:pt x="17015" y="93672"/>
                  </a:lnTo>
                  <a:lnTo>
                    <a:pt x="14749" y="98495"/>
                  </a:lnTo>
                  <a:lnTo>
                    <a:pt x="12638" y="103387"/>
                  </a:lnTo>
                  <a:lnTo>
                    <a:pt x="10684" y="108343"/>
                  </a:lnTo>
                  <a:lnTo>
                    <a:pt x="8889" y="113360"/>
                  </a:lnTo>
                  <a:lnTo>
                    <a:pt x="7255" y="118431"/>
                  </a:lnTo>
                  <a:lnTo>
                    <a:pt x="5783" y="123552"/>
                  </a:lnTo>
                  <a:lnTo>
                    <a:pt x="4475" y="128717"/>
                  </a:lnTo>
                  <a:lnTo>
                    <a:pt x="3332" y="133921"/>
                  </a:lnTo>
                  <a:lnTo>
                    <a:pt x="2356" y="139159"/>
                  </a:lnTo>
                  <a:lnTo>
                    <a:pt x="1547" y="144425"/>
                  </a:lnTo>
                  <a:lnTo>
                    <a:pt x="906" y="149715"/>
                  </a:lnTo>
                  <a:lnTo>
                    <a:pt x="435" y="155022"/>
                  </a:lnTo>
                  <a:lnTo>
                    <a:pt x="132" y="160341"/>
                  </a:lnTo>
                  <a:lnTo>
                    <a:pt x="0" y="165668"/>
                  </a:lnTo>
                  <a:lnTo>
                    <a:pt x="37" y="170996"/>
                  </a:lnTo>
                  <a:lnTo>
                    <a:pt x="244" y="176320"/>
                  </a:lnTo>
                  <a:lnTo>
                    <a:pt x="620" y="181634"/>
                  </a:lnTo>
                  <a:lnTo>
                    <a:pt x="1166" y="186935"/>
                  </a:lnTo>
                  <a:lnTo>
                    <a:pt x="1880" y="192215"/>
                  </a:lnTo>
                  <a:lnTo>
                    <a:pt x="2762" y="197469"/>
                  </a:lnTo>
                  <a:lnTo>
                    <a:pt x="3811" y="202693"/>
                  </a:lnTo>
                  <a:lnTo>
                    <a:pt x="5026" y="207880"/>
                  </a:lnTo>
                  <a:lnTo>
                    <a:pt x="6406" y="213027"/>
                  </a:lnTo>
                  <a:lnTo>
                    <a:pt x="7949" y="218126"/>
                  </a:lnTo>
                  <a:lnTo>
                    <a:pt x="9654" y="223174"/>
                  </a:lnTo>
                  <a:lnTo>
                    <a:pt x="11519" y="228165"/>
                  </a:lnTo>
                  <a:lnTo>
                    <a:pt x="13542" y="233095"/>
                  </a:lnTo>
                  <a:lnTo>
                    <a:pt x="15721" y="237957"/>
                  </a:lnTo>
                  <a:lnTo>
                    <a:pt x="18054" y="242747"/>
                  </a:lnTo>
                  <a:lnTo>
                    <a:pt x="20538" y="247460"/>
                  </a:lnTo>
                  <a:lnTo>
                    <a:pt x="23172" y="252092"/>
                  </a:lnTo>
                  <a:lnTo>
                    <a:pt x="25951" y="256638"/>
                  </a:lnTo>
                  <a:lnTo>
                    <a:pt x="28874" y="261092"/>
                  </a:lnTo>
                  <a:lnTo>
                    <a:pt x="31938" y="265452"/>
                  </a:lnTo>
                  <a:lnTo>
                    <a:pt x="35139" y="269711"/>
                  </a:lnTo>
                  <a:lnTo>
                    <a:pt x="38474" y="273866"/>
                  </a:lnTo>
                  <a:lnTo>
                    <a:pt x="41940" y="277913"/>
                  </a:lnTo>
                  <a:lnTo>
                    <a:pt x="45533" y="281848"/>
                  </a:lnTo>
                  <a:lnTo>
                    <a:pt x="49249" y="285665"/>
                  </a:lnTo>
                  <a:lnTo>
                    <a:pt x="53085" y="289363"/>
                  </a:lnTo>
                  <a:lnTo>
                    <a:pt x="57037" y="292936"/>
                  </a:lnTo>
                  <a:lnTo>
                    <a:pt x="61101" y="296382"/>
                  </a:lnTo>
                  <a:lnTo>
                    <a:pt x="65273" y="299696"/>
                  </a:lnTo>
                  <a:lnTo>
                    <a:pt x="69549" y="302876"/>
                  </a:lnTo>
                  <a:lnTo>
                    <a:pt x="73923" y="305918"/>
                  </a:lnTo>
                  <a:lnTo>
                    <a:pt x="78392" y="308819"/>
                  </a:lnTo>
                  <a:lnTo>
                    <a:pt x="82951" y="311576"/>
                  </a:lnTo>
                  <a:lnTo>
                    <a:pt x="87596" y="314186"/>
                  </a:lnTo>
                  <a:lnTo>
                    <a:pt x="92322" y="316647"/>
                  </a:lnTo>
                  <a:lnTo>
                    <a:pt x="97124" y="318956"/>
                  </a:lnTo>
                  <a:lnTo>
                    <a:pt x="101997" y="321111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358071" y="4826449"/>
              <a:ext cx="65163" cy="153943"/>
            </a:xfrm>
            <a:custGeom>
              <a:avLst/>
              <a:pathLst>
                <a:path w="65163" h="153943">
                  <a:moveTo>
                    <a:pt x="0" y="153943"/>
                  </a:moveTo>
                  <a:lnTo>
                    <a:pt x="6516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358071" y="4826449"/>
              <a:ext cx="65163" cy="153943"/>
            </a:xfrm>
            <a:custGeom>
              <a:avLst/>
              <a:pathLst>
                <a:path w="65163" h="153943">
                  <a:moveTo>
                    <a:pt x="0" y="153943"/>
                  </a:moveTo>
                  <a:lnTo>
                    <a:pt x="6516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358071" y="4826449"/>
              <a:ext cx="108248" cy="167166"/>
            </a:xfrm>
            <a:custGeom>
              <a:avLst/>
              <a:pathLst>
                <a:path w="108248" h="167166">
                  <a:moveTo>
                    <a:pt x="0" y="153943"/>
                  </a:moveTo>
                  <a:lnTo>
                    <a:pt x="5123" y="156013"/>
                  </a:lnTo>
                  <a:lnTo>
                    <a:pt x="10312" y="157912"/>
                  </a:lnTo>
                  <a:lnTo>
                    <a:pt x="15561" y="159638"/>
                  </a:lnTo>
                  <a:lnTo>
                    <a:pt x="20864" y="161190"/>
                  </a:lnTo>
                  <a:lnTo>
                    <a:pt x="26215" y="162566"/>
                  </a:lnTo>
                  <a:lnTo>
                    <a:pt x="31609" y="163765"/>
                  </a:lnTo>
                  <a:lnTo>
                    <a:pt x="37040" y="164784"/>
                  </a:lnTo>
                  <a:lnTo>
                    <a:pt x="42501" y="165624"/>
                  </a:lnTo>
                  <a:lnTo>
                    <a:pt x="47987" y="166282"/>
                  </a:lnTo>
                  <a:lnTo>
                    <a:pt x="53492" y="166759"/>
                  </a:lnTo>
                  <a:lnTo>
                    <a:pt x="59010" y="167054"/>
                  </a:lnTo>
                  <a:lnTo>
                    <a:pt x="64534" y="167166"/>
                  </a:lnTo>
                  <a:lnTo>
                    <a:pt x="70059" y="167095"/>
                  </a:lnTo>
                  <a:lnTo>
                    <a:pt x="75579" y="166842"/>
                  </a:lnTo>
                  <a:lnTo>
                    <a:pt x="81087" y="166407"/>
                  </a:lnTo>
                  <a:lnTo>
                    <a:pt x="86578" y="165790"/>
                  </a:lnTo>
                  <a:lnTo>
                    <a:pt x="92046" y="164991"/>
                  </a:lnTo>
                  <a:lnTo>
                    <a:pt x="97484" y="164013"/>
                  </a:lnTo>
                  <a:lnTo>
                    <a:pt x="102887" y="162855"/>
                  </a:lnTo>
                  <a:lnTo>
                    <a:pt x="108248" y="161519"/>
                  </a:lnTo>
                  <a:lnTo>
                    <a:pt x="6516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167166" cy="328687"/>
            </a:xfrm>
            <a:custGeom>
              <a:avLst/>
              <a:pathLst>
                <a:path w="167166" h="328687">
                  <a:moveTo>
                    <a:pt x="43085" y="328687"/>
                  </a:moveTo>
                  <a:lnTo>
                    <a:pt x="48232" y="327225"/>
                  </a:lnTo>
                  <a:lnTo>
                    <a:pt x="53330" y="325599"/>
                  </a:lnTo>
                  <a:lnTo>
                    <a:pt x="58373" y="323811"/>
                  </a:lnTo>
                  <a:lnTo>
                    <a:pt x="63357" y="321863"/>
                  </a:lnTo>
                  <a:lnTo>
                    <a:pt x="68275" y="319756"/>
                  </a:lnTo>
                  <a:lnTo>
                    <a:pt x="73124" y="317493"/>
                  </a:lnTo>
                  <a:lnTo>
                    <a:pt x="77897" y="315075"/>
                  </a:lnTo>
                  <a:lnTo>
                    <a:pt x="82591" y="312506"/>
                  </a:lnTo>
                  <a:lnTo>
                    <a:pt x="87201" y="309789"/>
                  </a:lnTo>
                  <a:lnTo>
                    <a:pt x="91720" y="306925"/>
                  </a:lnTo>
                  <a:lnTo>
                    <a:pt x="96146" y="303918"/>
                  </a:lnTo>
                  <a:lnTo>
                    <a:pt x="100474" y="300770"/>
                  </a:lnTo>
                  <a:lnTo>
                    <a:pt x="104698" y="297486"/>
                  </a:lnTo>
                  <a:lnTo>
                    <a:pt x="108815" y="294069"/>
                  </a:lnTo>
                  <a:lnTo>
                    <a:pt x="112821" y="290521"/>
                  </a:lnTo>
                  <a:lnTo>
                    <a:pt x="116711" y="286847"/>
                  </a:lnTo>
                  <a:lnTo>
                    <a:pt x="120482" y="283050"/>
                  </a:lnTo>
                  <a:lnTo>
                    <a:pt x="124129" y="279135"/>
                  </a:lnTo>
                  <a:lnTo>
                    <a:pt x="127649" y="275105"/>
                  </a:lnTo>
                  <a:lnTo>
                    <a:pt x="131038" y="270964"/>
                  </a:lnTo>
                  <a:lnTo>
                    <a:pt x="134293" y="266717"/>
                  </a:lnTo>
                  <a:lnTo>
                    <a:pt x="137410" y="262368"/>
                  </a:lnTo>
                  <a:lnTo>
                    <a:pt x="140387" y="257922"/>
                  </a:lnTo>
                  <a:lnTo>
                    <a:pt x="143219" y="253382"/>
                  </a:lnTo>
                  <a:lnTo>
                    <a:pt x="145905" y="248754"/>
                  </a:lnTo>
                  <a:lnTo>
                    <a:pt x="148442" y="244043"/>
                  </a:lnTo>
                  <a:lnTo>
                    <a:pt x="150826" y="239253"/>
                  </a:lnTo>
                  <a:lnTo>
                    <a:pt x="153056" y="234389"/>
                  </a:lnTo>
                  <a:lnTo>
                    <a:pt x="155129" y="229456"/>
                  </a:lnTo>
                  <a:lnTo>
                    <a:pt x="157043" y="224459"/>
                  </a:lnTo>
                  <a:lnTo>
                    <a:pt x="158796" y="219403"/>
                  </a:lnTo>
                  <a:lnTo>
                    <a:pt x="160386" y="214294"/>
                  </a:lnTo>
                  <a:lnTo>
                    <a:pt x="161813" y="209137"/>
                  </a:lnTo>
                  <a:lnTo>
                    <a:pt x="163073" y="203937"/>
                  </a:lnTo>
                  <a:lnTo>
                    <a:pt x="164166" y="198699"/>
                  </a:lnTo>
                  <a:lnTo>
                    <a:pt x="165091" y="193429"/>
                  </a:lnTo>
                  <a:lnTo>
                    <a:pt x="165847" y="188131"/>
                  </a:lnTo>
                  <a:lnTo>
                    <a:pt x="166433" y="182813"/>
                  </a:lnTo>
                  <a:lnTo>
                    <a:pt x="166849" y="177478"/>
                  </a:lnTo>
                  <a:lnTo>
                    <a:pt x="167093" y="172133"/>
                  </a:lnTo>
                  <a:lnTo>
                    <a:pt x="167166" y="166783"/>
                  </a:lnTo>
                  <a:lnTo>
                    <a:pt x="167069" y="161433"/>
                  </a:lnTo>
                  <a:lnTo>
                    <a:pt x="166799" y="156089"/>
                  </a:lnTo>
                  <a:lnTo>
                    <a:pt x="166359" y="150756"/>
                  </a:lnTo>
                  <a:lnTo>
                    <a:pt x="165749" y="145440"/>
                  </a:lnTo>
                  <a:lnTo>
                    <a:pt x="164969" y="140146"/>
                  </a:lnTo>
                  <a:lnTo>
                    <a:pt x="164019" y="134880"/>
                  </a:lnTo>
                  <a:lnTo>
                    <a:pt x="162902" y="129648"/>
                  </a:lnTo>
                  <a:lnTo>
                    <a:pt x="161618" y="124453"/>
                  </a:lnTo>
                  <a:lnTo>
                    <a:pt x="160168" y="119302"/>
                  </a:lnTo>
                  <a:lnTo>
                    <a:pt x="158554" y="114201"/>
                  </a:lnTo>
                  <a:lnTo>
                    <a:pt x="156778" y="109154"/>
                  </a:lnTo>
                  <a:lnTo>
                    <a:pt x="154841" y="104166"/>
                  </a:lnTo>
                  <a:lnTo>
                    <a:pt x="152745" y="99242"/>
                  </a:lnTo>
                  <a:lnTo>
                    <a:pt x="150493" y="94388"/>
                  </a:lnTo>
                  <a:lnTo>
                    <a:pt x="148086" y="89609"/>
                  </a:lnTo>
                  <a:lnTo>
                    <a:pt x="145528" y="84909"/>
                  </a:lnTo>
                  <a:lnTo>
                    <a:pt x="142821" y="80294"/>
                  </a:lnTo>
                  <a:lnTo>
                    <a:pt x="139968" y="75768"/>
                  </a:lnTo>
                  <a:lnTo>
                    <a:pt x="136971" y="71335"/>
                  </a:lnTo>
                  <a:lnTo>
                    <a:pt x="133834" y="67000"/>
                  </a:lnTo>
                  <a:lnTo>
                    <a:pt x="130559" y="62768"/>
                  </a:lnTo>
                  <a:lnTo>
                    <a:pt x="127151" y="58643"/>
                  </a:lnTo>
                  <a:lnTo>
                    <a:pt x="123613" y="54629"/>
                  </a:lnTo>
                  <a:lnTo>
                    <a:pt x="119948" y="50731"/>
                  </a:lnTo>
                  <a:lnTo>
                    <a:pt x="116160" y="46951"/>
                  </a:lnTo>
                  <a:lnTo>
                    <a:pt x="112253" y="43295"/>
                  </a:lnTo>
                  <a:lnTo>
                    <a:pt x="108231" y="39766"/>
                  </a:lnTo>
                  <a:lnTo>
                    <a:pt x="104098" y="36368"/>
                  </a:lnTo>
                  <a:lnTo>
                    <a:pt x="99858" y="33103"/>
                  </a:lnTo>
                  <a:lnTo>
                    <a:pt x="95517" y="29976"/>
                  </a:lnTo>
                  <a:lnTo>
                    <a:pt x="91077" y="26989"/>
                  </a:lnTo>
                  <a:lnTo>
                    <a:pt x="86544" y="24146"/>
                  </a:lnTo>
                  <a:lnTo>
                    <a:pt x="81922" y="21449"/>
                  </a:lnTo>
                  <a:lnTo>
                    <a:pt x="77217" y="18902"/>
                  </a:lnTo>
                  <a:lnTo>
                    <a:pt x="72432" y="16507"/>
                  </a:lnTo>
                  <a:lnTo>
                    <a:pt x="67573" y="14266"/>
                  </a:lnTo>
                  <a:lnTo>
                    <a:pt x="62645" y="12181"/>
                  </a:lnTo>
                  <a:lnTo>
                    <a:pt x="57652" y="10256"/>
                  </a:lnTo>
                  <a:lnTo>
                    <a:pt x="52601" y="8491"/>
                  </a:lnTo>
                  <a:lnTo>
                    <a:pt x="47496" y="6889"/>
                  </a:lnTo>
                  <a:lnTo>
                    <a:pt x="42342" y="5451"/>
                  </a:lnTo>
                  <a:lnTo>
                    <a:pt x="37144" y="4179"/>
                  </a:lnTo>
                  <a:lnTo>
                    <a:pt x="31909" y="3073"/>
                  </a:lnTo>
                  <a:lnTo>
                    <a:pt x="26641" y="2136"/>
                  </a:lnTo>
                  <a:lnTo>
                    <a:pt x="21345" y="1368"/>
                  </a:lnTo>
                  <a:lnTo>
                    <a:pt x="16028" y="770"/>
                  </a:lnTo>
                  <a:lnTo>
                    <a:pt x="10694" y="342"/>
                  </a:lnTo>
                  <a:lnTo>
                    <a:pt x="535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561323" y="4213821"/>
              <a:ext cx="214558" cy="334334"/>
            </a:xfrm>
            <a:custGeom>
              <a:avLst/>
              <a:pathLst>
                <a:path w="214558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0" y="336"/>
                  </a:lnTo>
                  <a:lnTo>
                    <a:pt x="151249" y="757"/>
                  </a:lnTo>
                  <a:lnTo>
                    <a:pt x="145974" y="1346"/>
                  </a:lnTo>
                  <a:lnTo>
                    <a:pt x="140721" y="2102"/>
                  </a:lnTo>
                  <a:lnTo>
                    <a:pt x="135494" y="3024"/>
                  </a:lnTo>
                  <a:lnTo>
                    <a:pt x="130299" y="4112"/>
                  </a:lnTo>
                  <a:lnTo>
                    <a:pt x="125141" y="5364"/>
                  </a:lnTo>
                  <a:lnTo>
                    <a:pt x="120026" y="6779"/>
                  </a:lnTo>
                  <a:lnTo>
                    <a:pt x="114958" y="8355"/>
                  </a:lnTo>
                  <a:lnTo>
                    <a:pt x="109942" y="10092"/>
                  </a:lnTo>
                  <a:lnTo>
                    <a:pt x="104985" y="11988"/>
                  </a:lnTo>
                  <a:lnTo>
                    <a:pt x="100090" y="14039"/>
                  </a:lnTo>
                  <a:lnTo>
                    <a:pt x="95262" y="16245"/>
                  </a:lnTo>
                  <a:lnTo>
                    <a:pt x="90507" y="18603"/>
                  </a:lnTo>
                  <a:lnTo>
                    <a:pt x="85830" y="21111"/>
                  </a:lnTo>
                  <a:lnTo>
                    <a:pt x="81234" y="23766"/>
                  </a:lnTo>
                  <a:lnTo>
                    <a:pt x="76725" y="26566"/>
                  </a:lnTo>
                  <a:lnTo>
                    <a:pt x="72307" y="29508"/>
                  </a:lnTo>
                  <a:lnTo>
                    <a:pt x="67985" y="32588"/>
                  </a:lnTo>
                  <a:lnTo>
                    <a:pt x="63762" y="35804"/>
                  </a:lnTo>
                  <a:lnTo>
                    <a:pt x="59644" y="39152"/>
                  </a:lnTo>
                  <a:lnTo>
                    <a:pt x="55634" y="42629"/>
                  </a:lnTo>
                  <a:lnTo>
                    <a:pt x="51737" y="46232"/>
                  </a:lnTo>
                  <a:lnTo>
                    <a:pt x="47956" y="49957"/>
                  </a:lnTo>
                  <a:lnTo>
                    <a:pt x="44295" y="53800"/>
                  </a:lnTo>
                  <a:lnTo>
                    <a:pt x="40758" y="57757"/>
                  </a:lnTo>
                  <a:lnTo>
                    <a:pt x="37348" y="61825"/>
                  </a:lnTo>
                  <a:lnTo>
                    <a:pt x="34070" y="65999"/>
                  </a:lnTo>
                  <a:lnTo>
                    <a:pt x="30925" y="70274"/>
                  </a:lnTo>
                  <a:lnTo>
                    <a:pt x="27918" y="74648"/>
                  </a:lnTo>
                  <a:lnTo>
                    <a:pt x="25051" y="79114"/>
                  </a:lnTo>
                  <a:lnTo>
                    <a:pt x="22327" y="83670"/>
                  </a:lnTo>
                  <a:lnTo>
                    <a:pt x="19749" y="88309"/>
                  </a:lnTo>
                  <a:lnTo>
                    <a:pt x="17320" y="93028"/>
                  </a:lnTo>
                  <a:lnTo>
                    <a:pt x="15042" y="97822"/>
                  </a:lnTo>
                  <a:lnTo>
                    <a:pt x="12917" y="102686"/>
                  </a:lnTo>
                  <a:lnTo>
                    <a:pt x="10948" y="107615"/>
                  </a:lnTo>
                  <a:lnTo>
                    <a:pt x="9136" y="112603"/>
                  </a:lnTo>
                  <a:lnTo>
                    <a:pt x="7484" y="117647"/>
                  </a:lnTo>
                  <a:lnTo>
                    <a:pt x="5992" y="122741"/>
                  </a:lnTo>
                  <a:lnTo>
                    <a:pt x="4663" y="127879"/>
                  </a:lnTo>
                  <a:lnTo>
                    <a:pt x="3498" y="133057"/>
                  </a:lnTo>
                  <a:lnTo>
                    <a:pt x="2497" y="138270"/>
                  </a:lnTo>
                  <a:lnTo>
                    <a:pt x="1663" y="143511"/>
                  </a:lnTo>
                  <a:lnTo>
                    <a:pt x="995" y="148777"/>
                  </a:lnTo>
                  <a:lnTo>
                    <a:pt x="495" y="154061"/>
                  </a:lnTo>
                  <a:lnTo>
                    <a:pt x="163" y="159358"/>
                  </a:lnTo>
                  <a:lnTo>
                    <a:pt x="0" y="164663"/>
                  </a:lnTo>
                  <a:lnTo>
                    <a:pt x="4" y="169970"/>
                  </a:lnTo>
                  <a:lnTo>
                    <a:pt x="178" y="175275"/>
                  </a:lnTo>
                  <a:lnTo>
                    <a:pt x="519" y="180572"/>
                  </a:lnTo>
                  <a:lnTo>
                    <a:pt x="1029" y="185855"/>
                  </a:lnTo>
                  <a:lnTo>
                    <a:pt x="1706" y="191119"/>
                  </a:lnTo>
                  <a:lnTo>
                    <a:pt x="2549" y="196359"/>
                  </a:lnTo>
                  <a:lnTo>
                    <a:pt x="3559" y="201570"/>
                  </a:lnTo>
                  <a:lnTo>
                    <a:pt x="4734" y="206746"/>
                  </a:lnTo>
                  <a:lnTo>
                    <a:pt x="6072" y="211882"/>
                  </a:lnTo>
                  <a:lnTo>
                    <a:pt x="7573" y="216973"/>
                  </a:lnTo>
                  <a:lnTo>
                    <a:pt x="9234" y="222014"/>
                  </a:lnTo>
                  <a:lnTo>
                    <a:pt x="11055" y="226999"/>
                  </a:lnTo>
                  <a:lnTo>
                    <a:pt x="13033" y="231924"/>
                  </a:lnTo>
                  <a:lnTo>
                    <a:pt x="15167" y="236784"/>
                  </a:lnTo>
                  <a:lnTo>
                    <a:pt x="17453" y="241574"/>
                  </a:lnTo>
                  <a:lnTo>
                    <a:pt x="19891" y="246289"/>
                  </a:lnTo>
                  <a:lnTo>
                    <a:pt x="22477" y="250924"/>
                  </a:lnTo>
                  <a:lnTo>
                    <a:pt x="25209" y="255474"/>
                  </a:lnTo>
                  <a:lnTo>
                    <a:pt x="28084" y="259936"/>
                  </a:lnTo>
                  <a:lnTo>
                    <a:pt x="31099" y="264304"/>
                  </a:lnTo>
                  <a:lnTo>
                    <a:pt x="34251" y="268574"/>
                  </a:lnTo>
                  <a:lnTo>
                    <a:pt x="37537" y="272741"/>
                  </a:lnTo>
                  <a:lnTo>
                    <a:pt x="40954" y="276803"/>
                  </a:lnTo>
                  <a:lnTo>
                    <a:pt x="44498" y="280754"/>
                  </a:lnTo>
                  <a:lnTo>
                    <a:pt x="48166" y="284590"/>
                  </a:lnTo>
                  <a:lnTo>
                    <a:pt x="51954" y="288308"/>
                  </a:lnTo>
                  <a:lnTo>
                    <a:pt x="55858" y="291904"/>
                  </a:lnTo>
                  <a:lnTo>
                    <a:pt x="59874" y="295374"/>
                  </a:lnTo>
                  <a:lnTo>
                    <a:pt x="63998" y="298715"/>
                  </a:lnTo>
                  <a:lnTo>
                    <a:pt x="68226" y="301923"/>
                  </a:lnTo>
                  <a:lnTo>
                    <a:pt x="72554" y="304996"/>
                  </a:lnTo>
                  <a:lnTo>
                    <a:pt x="76977" y="307929"/>
                  </a:lnTo>
                  <a:lnTo>
                    <a:pt x="81491" y="310721"/>
                  </a:lnTo>
                  <a:lnTo>
                    <a:pt x="86091" y="313368"/>
                  </a:lnTo>
                  <a:lnTo>
                    <a:pt x="90774" y="315868"/>
                  </a:lnTo>
                  <a:lnTo>
                    <a:pt x="95533" y="318217"/>
                  </a:lnTo>
                  <a:lnTo>
                    <a:pt x="100364" y="320415"/>
                  </a:lnTo>
                  <a:lnTo>
                    <a:pt x="105263" y="322457"/>
                  </a:lnTo>
                  <a:lnTo>
                    <a:pt x="110224" y="324344"/>
                  </a:lnTo>
                  <a:lnTo>
                    <a:pt x="115242" y="326072"/>
                  </a:lnTo>
                  <a:lnTo>
                    <a:pt x="120313" y="327639"/>
                  </a:lnTo>
                  <a:lnTo>
                    <a:pt x="125431" y="329045"/>
                  </a:lnTo>
                  <a:lnTo>
                    <a:pt x="130591" y="330288"/>
                  </a:lnTo>
                  <a:lnTo>
                    <a:pt x="135788" y="331366"/>
                  </a:lnTo>
                  <a:lnTo>
                    <a:pt x="141016" y="332279"/>
                  </a:lnTo>
                  <a:lnTo>
                    <a:pt x="146271" y="333026"/>
                  </a:lnTo>
                  <a:lnTo>
                    <a:pt x="151547" y="333605"/>
                  </a:lnTo>
                  <a:lnTo>
                    <a:pt x="156839" y="334016"/>
                  </a:lnTo>
                  <a:lnTo>
                    <a:pt x="162141" y="334259"/>
                  </a:lnTo>
                  <a:lnTo>
                    <a:pt x="167448" y="334334"/>
                  </a:lnTo>
                  <a:lnTo>
                    <a:pt x="172754" y="334240"/>
                  </a:lnTo>
                  <a:lnTo>
                    <a:pt x="178056" y="333978"/>
                  </a:lnTo>
                  <a:lnTo>
                    <a:pt x="183346" y="333548"/>
                  </a:lnTo>
                  <a:lnTo>
                    <a:pt x="188619" y="332950"/>
                  </a:lnTo>
                  <a:lnTo>
                    <a:pt x="193872" y="332185"/>
                  </a:lnTo>
                  <a:lnTo>
                    <a:pt x="199097" y="331253"/>
                  </a:lnTo>
                  <a:lnTo>
                    <a:pt x="204290" y="330156"/>
                  </a:lnTo>
                  <a:lnTo>
                    <a:pt x="209445" y="328895"/>
                  </a:lnTo>
                  <a:lnTo>
                    <a:pt x="214558" y="327471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80988"/>
              <a:ext cx="47409" cy="160303"/>
            </a:xfrm>
            <a:custGeom>
              <a:avLst/>
              <a:pathLst>
                <a:path w="47409" h="160303">
                  <a:moveTo>
                    <a:pt x="47409" y="16030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380988"/>
              <a:ext cx="143711" cy="160303"/>
            </a:xfrm>
            <a:custGeom>
              <a:avLst/>
              <a:pathLst>
                <a:path w="143711" h="160303">
                  <a:moveTo>
                    <a:pt x="47409" y="160303"/>
                  </a:moveTo>
                  <a:lnTo>
                    <a:pt x="52825" y="158601"/>
                  </a:lnTo>
                  <a:lnTo>
                    <a:pt x="58179" y="156716"/>
                  </a:lnTo>
                  <a:lnTo>
                    <a:pt x="63467" y="154650"/>
                  </a:lnTo>
                  <a:lnTo>
                    <a:pt x="68681" y="152406"/>
                  </a:lnTo>
                  <a:lnTo>
                    <a:pt x="73816" y="149986"/>
                  </a:lnTo>
                  <a:lnTo>
                    <a:pt x="78866" y="147394"/>
                  </a:lnTo>
                  <a:lnTo>
                    <a:pt x="83825" y="144631"/>
                  </a:lnTo>
                  <a:lnTo>
                    <a:pt x="88687" y="141702"/>
                  </a:lnTo>
                  <a:lnTo>
                    <a:pt x="93447" y="138609"/>
                  </a:lnTo>
                  <a:lnTo>
                    <a:pt x="98099" y="135356"/>
                  </a:lnTo>
                  <a:lnTo>
                    <a:pt x="102639" y="131947"/>
                  </a:lnTo>
                  <a:lnTo>
                    <a:pt x="107059" y="128386"/>
                  </a:lnTo>
                  <a:lnTo>
                    <a:pt x="111357" y="124677"/>
                  </a:lnTo>
                  <a:lnTo>
                    <a:pt x="115526" y="120824"/>
                  </a:lnTo>
                  <a:lnTo>
                    <a:pt x="119561" y="116832"/>
                  </a:lnTo>
                  <a:lnTo>
                    <a:pt x="123459" y="112706"/>
                  </a:lnTo>
                  <a:lnTo>
                    <a:pt x="127215" y="108449"/>
                  </a:lnTo>
                  <a:lnTo>
                    <a:pt x="130823" y="104067"/>
                  </a:lnTo>
                  <a:lnTo>
                    <a:pt x="134281" y="99565"/>
                  </a:lnTo>
                  <a:lnTo>
                    <a:pt x="137585" y="94949"/>
                  </a:lnTo>
                  <a:lnTo>
                    <a:pt x="140729" y="90222"/>
                  </a:lnTo>
                  <a:lnTo>
                    <a:pt x="143711" y="85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167163" cy="252560"/>
            </a:xfrm>
            <a:custGeom>
              <a:avLst/>
              <a:pathLst>
                <a:path w="167163" h="252560">
                  <a:moveTo>
                    <a:pt x="143711" y="252560"/>
                  </a:moveTo>
                  <a:lnTo>
                    <a:pt x="146363" y="247929"/>
                  </a:lnTo>
                  <a:lnTo>
                    <a:pt x="148867" y="243216"/>
                  </a:lnTo>
                  <a:lnTo>
                    <a:pt x="151218" y="238426"/>
                  </a:lnTo>
                  <a:lnTo>
                    <a:pt x="153416" y="233563"/>
                  </a:lnTo>
                  <a:lnTo>
                    <a:pt x="155457" y="228633"/>
                  </a:lnTo>
                  <a:lnTo>
                    <a:pt x="157339" y="223640"/>
                  </a:lnTo>
                  <a:lnTo>
                    <a:pt x="159062" y="218589"/>
                  </a:lnTo>
                  <a:lnTo>
                    <a:pt x="160622" y="213486"/>
                  </a:lnTo>
                  <a:lnTo>
                    <a:pt x="162018" y="208335"/>
                  </a:lnTo>
                  <a:lnTo>
                    <a:pt x="163250" y="203143"/>
                  </a:lnTo>
                  <a:lnTo>
                    <a:pt x="164315" y="197914"/>
                  </a:lnTo>
                  <a:lnTo>
                    <a:pt x="165213" y="192654"/>
                  </a:lnTo>
                  <a:lnTo>
                    <a:pt x="165942" y="187368"/>
                  </a:lnTo>
                  <a:lnTo>
                    <a:pt x="166502" y="182061"/>
                  </a:lnTo>
                  <a:lnTo>
                    <a:pt x="166893" y="176739"/>
                  </a:lnTo>
                  <a:lnTo>
                    <a:pt x="167113" y="171407"/>
                  </a:lnTo>
                  <a:lnTo>
                    <a:pt x="167163" y="166071"/>
                  </a:lnTo>
                  <a:lnTo>
                    <a:pt x="167043" y="160736"/>
                  </a:lnTo>
                  <a:lnTo>
                    <a:pt x="166753" y="155408"/>
                  </a:lnTo>
                  <a:lnTo>
                    <a:pt x="166293" y="150091"/>
                  </a:lnTo>
                  <a:lnTo>
                    <a:pt x="165663" y="144792"/>
                  </a:lnTo>
                  <a:lnTo>
                    <a:pt x="164864" y="139516"/>
                  </a:lnTo>
                  <a:lnTo>
                    <a:pt x="163898" y="134268"/>
                  </a:lnTo>
                  <a:lnTo>
                    <a:pt x="162764" y="129053"/>
                  </a:lnTo>
                  <a:lnTo>
                    <a:pt x="161465" y="123878"/>
                  </a:lnTo>
                  <a:lnTo>
                    <a:pt x="160001" y="118746"/>
                  </a:lnTo>
                  <a:lnTo>
                    <a:pt x="158374" y="113664"/>
                  </a:lnTo>
                  <a:lnTo>
                    <a:pt x="156585" y="108636"/>
                  </a:lnTo>
                  <a:lnTo>
                    <a:pt x="154637" y="103668"/>
                  </a:lnTo>
                  <a:lnTo>
                    <a:pt x="152532" y="98765"/>
                  </a:lnTo>
                  <a:lnTo>
                    <a:pt x="150271" y="93931"/>
                  </a:lnTo>
                  <a:lnTo>
                    <a:pt x="147857" y="89172"/>
                  </a:lnTo>
                  <a:lnTo>
                    <a:pt x="145292" y="84493"/>
                  </a:lnTo>
                  <a:lnTo>
                    <a:pt x="142579" y="79897"/>
                  </a:lnTo>
                  <a:lnTo>
                    <a:pt x="139721" y="75391"/>
                  </a:lnTo>
                  <a:lnTo>
                    <a:pt x="136721" y="70978"/>
                  </a:lnTo>
                  <a:lnTo>
                    <a:pt x="133581" y="66663"/>
                  </a:lnTo>
                  <a:lnTo>
                    <a:pt x="130305" y="62451"/>
                  </a:lnTo>
                  <a:lnTo>
                    <a:pt x="126896" y="58345"/>
                  </a:lnTo>
                  <a:lnTo>
                    <a:pt x="123358" y="54350"/>
                  </a:lnTo>
                  <a:lnTo>
                    <a:pt x="119694" y="50470"/>
                  </a:lnTo>
                  <a:lnTo>
                    <a:pt x="115909" y="46710"/>
                  </a:lnTo>
                  <a:lnTo>
                    <a:pt x="112005" y="43071"/>
                  </a:lnTo>
                  <a:lnTo>
                    <a:pt x="107987" y="39560"/>
                  </a:lnTo>
                  <a:lnTo>
                    <a:pt x="103859" y="36178"/>
                  </a:lnTo>
                  <a:lnTo>
                    <a:pt x="99625" y="32930"/>
                  </a:lnTo>
                  <a:lnTo>
                    <a:pt x="95290" y="29818"/>
                  </a:lnTo>
                  <a:lnTo>
                    <a:pt x="90858" y="26847"/>
                  </a:lnTo>
                  <a:lnTo>
                    <a:pt x="86333" y="24018"/>
                  </a:lnTo>
                  <a:lnTo>
                    <a:pt x="81720" y="21336"/>
                  </a:lnTo>
                  <a:lnTo>
                    <a:pt x="77023" y="18802"/>
                  </a:lnTo>
                  <a:lnTo>
                    <a:pt x="72249" y="16419"/>
                  </a:lnTo>
                  <a:lnTo>
                    <a:pt x="67400" y="14189"/>
                  </a:lnTo>
                  <a:lnTo>
                    <a:pt x="62483" y="12116"/>
                  </a:lnTo>
                  <a:lnTo>
                    <a:pt x="57502" y="10201"/>
                  </a:lnTo>
                  <a:lnTo>
                    <a:pt x="52463" y="8445"/>
                  </a:lnTo>
                  <a:lnTo>
                    <a:pt x="47370" y="6852"/>
                  </a:lnTo>
                  <a:lnTo>
                    <a:pt x="42229" y="5421"/>
                  </a:lnTo>
                  <a:lnTo>
                    <a:pt x="37045" y="4156"/>
                  </a:lnTo>
                  <a:lnTo>
                    <a:pt x="31823" y="3057"/>
                  </a:lnTo>
                  <a:lnTo>
                    <a:pt x="26569" y="2124"/>
                  </a:lnTo>
                  <a:lnTo>
                    <a:pt x="21288" y="1361"/>
                  </a:lnTo>
                  <a:lnTo>
                    <a:pt x="15985" y="766"/>
                  </a:lnTo>
                  <a:lnTo>
                    <a:pt x="10665" y="340"/>
                  </a:lnTo>
                  <a:lnTo>
                    <a:pt x="5335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751857" y="3707720"/>
              <a:ext cx="210239" cy="334331"/>
            </a:xfrm>
            <a:custGeom>
              <a:avLst/>
              <a:pathLst>
                <a:path w="210239" h="334331">
                  <a:moveTo>
                    <a:pt x="167153" y="0"/>
                  </a:moveTo>
                  <a:lnTo>
                    <a:pt x="161839" y="84"/>
                  </a:lnTo>
                  <a:lnTo>
                    <a:pt x="156530" y="337"/>
                  </a:lnTo>
                  <a:lnTo>
                    <a:pt x="151231" y="759"/>
                  </a:lnTo>
                  <a:lnTo>
                    <a:pt x="145949" y="1350"/>
                  </a:lnTo>
                  <a:lnTo>
                    <a:pt x="140688" y="2108"/>
                  </a:lnTo>
                  <a:lnTo>
                    <a:pt x="135454" y="3033"/>
                  </a:lnTo>
                  <a:lnTo>
                    <a:pt x="130252" y="4123"/>
                  </a:lnTo>
                  <a:lnTo>
                    <a:pt x="125087" y="5379"/>
                  </a:lnTo>
                  <a:lnTo>
                    <a:pt x="119965" y="6798"/>
                  </a:lnTo>
                  <a:lnTo>
                    <a:pt x="114890" y="8379"/>
                  </a:lnTo>
                  <a:lnTo>
                    <a:pt x="109869" y="10121"/>
                  </a:lnTo>
                  <a:lnTo>
                    <a:pt x="104905" y="12022"/>
                  </a:lnTo>
                  <a:lnTo>
                    <a:pt x="100004" y="14079"/>
                  </a:lnTo>
                  <a:lnTo>
                    <a:pt x="95171" y="16291"/>
                  </a:lnTo>
                  <a:lnTo>
                    <a:pt x="90411" y="18656"/>
                  </a:lnTo>
                  <a:lnTo>
                    <a:pt x="85728" y="21171"/>
                  </a:lnTo>
                  <a:lnTo>
                    <a:pt x="81128" y="23833"/>
                  </a:lnTo>
                  <a:lnTo>
                    <a:pt x="76615" y="26640"/>
                  </a:lnTo>
                  <a:lnTo>
                    <a:pt x="72193" y="29590"/>
                  </a:lnTo>
                  <a:lnTo>
                    <a:pt x="67867" y="32678"/>
                  </a:lnTo>
                  <a:lnTo>
                    <a:pt x="63642" y="35903"/>
                  </a:lnTo>
                  <a:lnTo>
                    <a:pt x="59521" y="39260"/>
                  </a:lnTo>
                  <a:lnTo>
                    <a:pt x="55509" y="42746"/>
                  </a:lnTo>
                  <a:lnTo>
                    <a:pt x="51610" y="46359"/>
                  </a:lnTo>
                  <a:lnTo>
                    <a:pt x="47828" y="50093"/>
                  </a:lnTo>
                  <a:lnTo>
                    <a:pt x="44166" y="53946"/>
                  </a:lnTo>
                  <a:lnTo>
                    <a:pt x="40629" y="57913"/>
                  </a:lnTo>
                  <a:lnTo>
                    <a:pt x="37219" y="61991"/>
                  </a:lnTo>
                  <a:lnTo>
                    <a:pt x="33941" y="66175"/>
                  </a:lnTo>
                  <a:lnTo>
                    <a:pt x="30798" y="70461"/>
                  </a:lnTo>
                  <a:lnTo>
                    <a:pt x="27792" y="74844"/>
                  </a:lnTo>
                  <a:lnTo>
                    <a:pt x="24928" y="79322"/>
                  </a:lnTo>
                  <a:lnTo>
                    <a:pt x="22207" y="83888"/>
                  </a:lnTo>
                  <a:lnTo>
                    <a:pt x="19632" y="88538"/>
                  </a:lnTo>
                  <a:lnTo>
                    <a:pt x="17207" y="93267"/>
                  </a:lnTo>
                  <a:lnTo>
                    <a:pt x="14934" y="98072"/>
                  </a:lnTo>
                  <a:lnTo>
                    <a:pt x="12814" y="102946"/>
                  </a:lnTo>
                  <a:lnTo>
                    <a:pt x="10850" y="107885"/>
                  </a:lnTo>
                  <a:lnTo>
                    <a:pt x="9045" y="112884"/>
                  </a:lnTo>
                  <a:lnTo>
                    <a:pt x="7399" y="117938"/>
                  </a:lnTo>
                  <a:lnTo>
                    <a:pt x="5915" y="123042"/>
                  </a:lnTo>
                  <a:lnTo>
                    <a:pt x="4593" y="128190"/>
                  </a:lnTo>
                  <a:lnTo>
                    <a:pt x="3436" y="133378"/>
                  </a:lnTo>
                  <a:lnTo>
                    <a:pt x="2445" y="138600"/>
                  </a:lnTo>
                  <a:lnTo>
                    <a:pt x="1620" y="143851"/>
                  </a:lnTo>
                  <a:lnTo>
                    <a:pt x="962" y="149125"/>
                  </a:lnTo>
                  <a:lnTo>
                    <a:pt x="473" y="154418"/>
                  </a:lnTo>
                  <a:lnTo>
                    <a:pt x="152" y="159723"/>
                  </a:lnTo>
                  <a:lnTo>
                    <a:pt x="0" y="165036"/>
                  </a:lnTo>
                  <a:lnTo>
                    <a:pt x="16" y="170351"/>
                  </a:lnTo>
                  <a:lnTo>
                    <a:pt x="202" y="175663"/>
                  </a:lnTo>
                  <a:lnTo>
                    <a:pt x="556" y="180967"/>
                  </a:lnTo>
                  <a:lnTo>
                    <a:pt x="1079" y="186256"/>
                  </a:lnTo>
                  <a:lnTo>
                    <a:pt x="1770" y="191526"/>
                  </a:lnTo>
                  <a:lnTo>
                    <a:pt x="2628" y="196772"/>
                  </a:lnTo>
                  <a:lnTo>
                    <a:pt x="3653" y="201987"/>
                  </a:lnTo>
                  <a:lnTo>
                    <a:pt x="4842" y="207168"/>
                  </a:lnTo>
                  <a:lnTo>
                    <a:pt x="6196" y="212307"/>
                  </a:lnTo>
                  <a:lnTo>
                    <a:pt x="7712" y="217402"/>
                  </a:lnTo>
                  <a:lnTo>
                    <a:pt x="9390" y="222445"/>
                  </a:lnTo>
                  <a:lnTo>
                    <a:pt x="11227" y="227433"/>
                  </a:lnTo>
                  <a:lnTo>
                    <a:pt x="13222" y="232360"/>
                  </a:lnTo>
                  <a:lnTo>
                    <a:pt x="15372" y="237220"/>
                  </a:lnTo>
                  <a:lnTo>
                    <a:pt x="17676" y="242010"/>
                  </a:lnTo>
                  <a:lnTo>
                    <a:pt x="20131" y="246725"/>
                  </a:lnTo>
                  <a:lnTo>
                    <a:pt x="22735" y="251358"/>
                  </a:lnTo>
                  <a:lnTo>
                    <a:pt x="25484" y="255907"/>
                  </a:lnTo>
                  <a:lnTo>
                    <a:pt x="28377" y="260366"/>
                  </a:lnTo>
                  <a:lnTo>
                    <a:pt x="31410" y="264731"/>
                  </a:lnTo>
                  <a:lnTo>
                    <a:pt x="34580" y="268997"/>
                  </a:lnTo>
                  <a:lnTo>
                    <a:pt x="37885" y="273160"/>
                  </a:lnTo>
                  <a:lnTo>
                    <a:pt x="41320" y="277216"/>
                  </a:lnTo>
                  <a:lnTo>
                    <a:pt x="44882" y="281161"/>
                  </a:lnTo>
                  <a:lnTo>
                    <a:pt x="48568" y="284991"/>
                  </a:lnTo>
                  <a:lnTo>
                    <a:pt x="52374" y="288701"/>
                  </a:lnTo>
                  <a:lnTo>
                    <a:pt x="56296" y="292289"/>
                  </a:lnTo>
                  <a:lnTo>
                    <a:pt x="60329" y="295750"/>
                  </a:lnTo>
                  <a:lnTo>
                    <a:pt x="64471" y="299081"/>
                  </a:lnTo>
                  <a:lnTo>
                    <a:pt x="68717" y="302279"/>
                  </a:lnTo>
                  <a:lnTo>
                    <a:pt x="73062" y="305340"/>
                  </a:lnTo>
                  <a:lnTo>
                    <a:pt x="77502" y="308261"/>
                  </a:lnTo>
                  <a:lnTo>
                    <a:pt x="82033" y="311040"/>
                  </a:lnTo>
                  <a:lnTo>
                    <a:pt x="86650" y="313674"/>
                  </a:lnTo>
                  <a:lnTo>
                    <a:pt x="91349" y="316159"/>
                  </a:lnTo>
                  <a:lnTo>
                    <a:pt x="96124" y="318494"/>
                  </a:lnTo>
                  <a:lnTo>
                    <a:pt x="100970" y="320675"/>
                  </a:lnTo>
                  <a:lnTo>
                    <a:pt x="105884" y="322702"/>
                  </a:lnTo>
                  <a:lnTo>
                    <a:pt x="110860" y="324571"/>
                  </a:lnTo>
                  <a:lnTo>
                    <a:pt x="115892" y="326281"/>
                  </a:lnTo>
                  <a:lnTo>
                    <a:pt x="120977" y="327830"/>
                  </a:lnTo>
                  <a:lnTo>
                    <a:pt x="126108" y="329217"/>
                  </a:lnTo>
                  <a:lnTo>
                    <a:pt x="131281" y="330440"/>
                  </a:lnTo>
                  <a:lnTo>
                    <a:pt x="136489" y="331498"/>
                  </a:lnTo>
                  <a:lnTo>
                    <a:pt x="141729" y="332390"/>
                  </a:lnTo>
                  <a:lnTo>
                    <a:pt x="146995" y="333114"/>
                  </a:lnTo>
                  <a:lnTo>
                    <a:pt x="152281" y="333671"/>
                  </a:lnTo>
                  <a:lnTo>
                    <a:pt x="157582" y="334060"/>
                  </a:lnTo>
                  <a:lnTo>
                    <a:pt x="162892" y="334280"/>
                  </a:lnTo>
                  <a:lnTo>
                    <a:pt x="168207" y="334331"/>
                  </a:lnTo>
                  <a:lnTo>
                    <a:pt x="173521" y="334213"/>
                  </a:lnTo>
                  <a:lnTo>
                    <a:pt x="178829" y="333926"/>
                  </a:lnTo>
                  <a:lnTo>
                    <a:pt x="184124" y="333471"/>
                  </a:lnTo>
                  <a:lnTo>
                    <a:pt x="189403" y="332847"/>
                  </a:lnTo>
                  <a:lnTo>
                    <a:pt x="194659" y="332056"/>
                  </a:lnTo>
                  <a:lnTo>
                    <a:pt x="199887" y="331098"/>
                  </a:lnTo>
                  <a:lnTo>
                    <a:pt x="205082" y="329975"/>
                  </a:lnTo>
                  <a:lnTo>
                    <a:pt x="210239" y="328687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13484"/>
              <a:ext cx="167167" cy="322923"/>
            </a:xfrm>
            <a:custGeom>
              <a:avLst/>
              <a:pathLst>
                <a:path w="167167" h="322923">
                  <a:moveTo>
                    <a:pt x="43085" y="322923"/>
                  </a:moveTo>
                  <a:lnTo>
                    <a:pt x="48218" y="321465"/>
                  </a:lnTo>
                  <a:lnTo>
                    <a:pt x="53302" y="319845"/>
                  </a:lnTo>
                  <a:lnTo>
                    <a:pt x="58331" y="318063"/>
                  </a:lnTo>
                  <a:lnTo>
                    <a:pt x="63302" y="316121"/>
                  </a:lnTo>
                  <a:lnTo>
                    <a:pt x="68207" y="314022"/>
                  </a:lnTo>
                  <a:lnTo>
                    <a:pt x="73044" y="311767"/>
                  </a:lnTo>
                  <a:lnTo>
                    <a:pt x="77805" y="309360"/>
                  </a:lnTo>
                  <a:lnTo>
                    <a:pt x="82488" y="306801"/>
                  </a:lnTo>
                  <a:lnTo>
                    <a:pt x="87086" y="304094"/>
                  </a:lnTo>
                  <a:lnTo>
                    <a:pt x="91596" y="301242"/>
                  </a:lnTo>
                  <a:lnTo>
                    <a:pt x="96013" y="298247"/>
                  </a:lnTo>
                  <a:lnTo>
                    <a:pt x="100331" y="295113"/>
                  </a:lnTo>
                  <a:lnTo>
                    <a:pt x="104548" y="291843"/>
                  </a:lnTo>
                  <a:lnTo>
                    <a:pt x="108657" y="288440"/>
                  </a:lnTo>
                  <a:lnTo>
                    <a:pt x="112657" y="284907"/>
                  </a:lnTo>
                  <a:lnTo>
                    <a:pt x="116541" y="281249"/>
                  </a:lnTo>
                  <a:lnTo>
                    <a:pt x="120307" y="277468"/>
                  </a:lnTo>
                  <a:lnTo>
                    <a:pt x="123950" y="273569"/>
                  </a:lnTo>
                  <a:lnTo>
                    <a:pt x="127466" y="269556"/>
                  </a:lnTo>
                  <a:lnTo>
                    <a:pt x="130853" y="265433"/>
                  </a:lnTo>
                  <a:lnTo>
                    <a:pt x="134107" y="261204"/>
                  </a:lnTo>
                  <a:lnTo>
                    <a:pt x="137224" y="256873"/>
                  </a:lnTo>
                  <a:lnTo>
                    <a:pt x="140201" y="252444"/>
                  </a:lnTo>
                  <a:lnTo>
                    <a:pt x="143035" y="247923"/>
                  </a:lnTo>
                  <a:lnTo>
                    <a:pt x="145724" y="243314"/>
                  </a:lnTo>
                  <a:lnTo>
                    <a:pt x="148264" y="238621"/>
                  </a:lnTo>
                  <a:lnTo>
                    <a:pt x="150653" y="233850"/>
                  </a:lnTo>
                  <a:lnTo>
                    <a:pt x="152888" y="229005"/>
                  </a:lnTo>
                  <a:lnTo>
                    <a:pt x="154968" y="224091"/>
                  </a:lnTo>
                  <a:lnTo>
                    <a:pt x="156890" y="219113"/>
                  </a:lnTo>
                  <a:lnTo>
                    <a:pt x="158651" y="214076"/>
                  </a:lnTo>
                  <a:lnTo>
                    <a:pt x="160252" y="208986"/>
                  </a:lnTo>
                  <a:lnTo>
                    <a:pt x="161689" y="203847"/>
                  </a:lnTo>
                  <a:lnTo>
                    <a:pt x="162961" y="198665"/>
                  </a:lnTo>
                  <a:lnTo>
                    <a:pt x="164067" y="193445"/>
                  </a:lnTo>
                  <a:lnTo>
                    <a:pt x="165006" y="188192"/>
                  </a:lnTo>
                  <a:lnTo>
                    <a:pt x="165777" y="182912"/>
                  </a:lnTo>
                  <a:lnTo>
                    <a:pt x="166379" y="177611"/>
                  </a:lnTo>
                  <a:lnTo>
                    <a:pt x="166812" y="172292"/>
                  </a:lnTo>
                  <a:lnTo>
                    <a:pt x="167074" y="166963"/>
                  </a:lnTo>
                  <a:lnTo>
                    <a:pt x="167167" y="161627"/>
                  </a:lnTo>
                  <a:lnTo>
                    <a:pt x="167089" y="156292"/>
                  </a:lnTo>
                  <a:lnTo>
                    <a:pt x="166841" y="150962"/>
                  </a:lnTo>
                  <a:lnTo>
                    <a:pt x="166422" y="145642"/>
                  </a:lnTo>
                  <a:lnTo>
                    <a:pt x="165835" y="140339"/>
                  </a:lnTo>
                  <a:lnTo>
                    <a:pt x="165078" y="135057"/>
                  </a:lnTo>
                  <a:lnTo>
                    <a:pt x="164153" y="129802"/>
                  </a:lnTo>
                  <a:lnTo>
                    <a:pt x="163061" y="124579"/>
                  </a:lnTo>
                  <a:lnTo>
                    <a:pt x="161802" y="119393"/>
                  </a:lnTo>
                  <a:lnTo>
                    <a:pt x="160379" y="114250"/>
                  </a:lnTo>
                  <a:lnTo>
                    <a:pt x="158792" y="109156"/>
                  </a:lnTo>
                  <a:lnTo>
                    <a:pt x="157044" y="104114"/>
                  </a:lnTo>
                  <a:lnTo>
                    <a:pt x="155136" y="99131"/>
                  </a:lnTo>
                  <a:lnTo>
                    <a:pt x="153069" y="94212"/>
                  </a:lnTo>
                  <a:lnTo>
                    <a:pt x="150847" y="89361"/>
                  </a:lnTo>
                  <a:lnTo>
                    <a:pt x="148471" y="84583"/>
                  </a:lnTo>
                  <a:lnTo>
                    <a:pt x="145943" y="79883"/>
                  </a:lnTo>
                  <a:lnTo>
                    <a:pt x="143267" y="75267"/>
                  </a:lnTo>
                  <a:lnTo>
                    <a:pt x="140445" y="70738"/>
                  </a:lnTo>
                  <a:lnTo>
                    <a:pt x="137480" y="66302"/>
                  </a:lnTo>
                  <a:lnTo>
                    <a:pt x="134375" y="61963"/>
                  </a:lnTo>
                  <a:lnTo>
                    <a:pt x="131132" y="57725"/>
                  </a:lnTo>
                  <a:lnTo>
                    <a:pt x="127757" y="53592"/>
                  </a:lnTo>
                  <a:lnTo>
                    <a:pt x="124251" y="49570"/>
                  </a:lnTo>
                  <a:lnTo>
                    <a:pt x="120618" y="45661"/>
                  </a:lnTo>
                  <a:lnTo>
                    <a:pt x="116863" y="41871"/>
                  </a:lnTo>
                  <a:lnTo>
                    <a:pt x="112988" y="38202"/>
                  </a:lnTo>
                  <a:lnTo>
                    <a:pt x="108998" y="34658"/>
                  </a:lnTo>
                  <a:lnTo>
                    <a:pt x="104898" y="31244"/>
                  </a:lnTo>
                  <a:lnTo>
                    <a:pt x="100690" y="27962"/>
                  </a:lnTo>
                  <a:lnTo>
                    <a:pt x="96380" y="24817"/>
                  </a:lnTo>
                  <a:lnTo>
                    <a:pt x="91972" y="21810"/>
                  </a:lnTo>
                  <a:lnTo>
                    <a:pt x="87470" y="18946"/>
                  </a:lnTo>
                  <a:lnTo>
                    <a:pt x="82878" y="16227"/>
                  </a:lnTo>
                  <a:lnTo>
                    <a:pt x="78203" y="13656"/>
                  </a:lnTo>
                  <a:lnTo>
                    <a:pt x="73447" y="11235"/>
                  </a:lnTo>
                  <a:lnTo>
                    <a:pt x="68617" y="8967"/>
                  </a:lnTo>
                  <a:lnTo>
                    <a:pt x="63717" y="6855"/>
                  </a:lnTo>
                  <a:lnTo>
                    <a:pt x="58752" y="4900"/>
                  </a:lnTo>
                  <a:lnTo>
                    <a:pt x="53727" y="3105"/>
                  </a:lnTo>
                  <a:lnTo>
                    <a:pt x="48648" y="1471"/>
                  </a:lnTo>
                  <a:lnTo>
                    <a:pt x="43519" y="0"/>
                  </a:lnTo>
                  <a:lnTo>
                    <a:pt x="0" y="1614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43519" cy="167167"/>
            </a:xfrm>
            <a:custGeom>
              <a:avLst/>
              <a:pathLst>
                <a:path w="43519" h="167167">
                  <a:moveTo>
                    <a:pt x="43519" y="5764"/>
                  </a:moveTo>
                  <a:lnTo>
                    <a:pt x="37417" y="4241"/>
                  </a:lnTo>
                  <a:lnTo>
                    <a:pt x="31262" y="2949"/>
                  </a:lnTo>
                  <a:lnTo>
                    <a:pt x="25063" y="1889"/>
                  </a:lnTo>
                  <a:lnTo>
                    <a:pt x="18828" y="1063"/>
                  </a:lnTo>
                  <a:lnTo>
                    <a:pt x="12567" y="473"/>
                  </a:lnTo>
                  <a:lnTo>
                    <a:pt x="6288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tx81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2025-06-06T07:19:01Z</dcterms:modified>
  <cp:category/>
</cp:coreProperties>
</file>