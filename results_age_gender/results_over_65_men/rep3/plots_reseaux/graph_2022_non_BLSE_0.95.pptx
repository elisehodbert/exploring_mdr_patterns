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64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80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81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3266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9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77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38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75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0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22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596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0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238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45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41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67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62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52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32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59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03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1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266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81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800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30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149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022" y="3170392"/>
              <a:ext cx="2756" cy="167167"/>
            </a:xfrm>
            <a:custGeom>
              <a:avLst/>
              <a:pathLst>
                <a:path w="2756" h="167167">
                  <a:moveTo>
                    <a:pt x="2756" y="0"/>
                  </a:moveTo>
                  <a:lnTo>
                    <a:pt x="0" y="22"/>
                  </a:lnTo>
                  <a:lnTo>
                    <a:pt x="27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022" y="3170415"/>
              <a:ext cx="2756" cy="167144"/>
            </a:xfrm>
            <a:custGeom>
              <a:avLst/>
              <a:pathLst>
                <a:path w="2756" h="167144">
                  <a:moveTo>
                    <a:pt x="0" y="0"/>
                  </a:moveTo>
                  <a:lnTo>
                    <a:pt x="2756" y="1671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1" y="3170412"/>
              <a:ext cx="334334" cy="334295"/>
            </a:xfrm>
            <a:custGeom>
              <a:avLst/>
              <a:pathLst>
                <a:path w="334334" h="334295">
                  <a:moveTo>
                    <a:pt x="164411" y="2"/>
                  </a:moveTo>
                  <a:lnTo>
                    <a:pt x="159109" y="174"/>
                  </a:lnTo>
                  <a:lnTo>
                    <a:pt x="153815" y="514"/>
                  </a:lnTo>
                  <a:lnTo>
                    <a:pt x="148535" y="1021"/>
                  </a:lnTo>
                  <a:lnTo>
                    <a:pt x="143274" y="1696"/>
                  </a:lnTo>
                  <a:lnTo>
                    <a:pt x="138037" y="2537"/>
                  </a:lnTo>
                  <a:lnTo>
                    <a:pt x="132829" y="3544"/>
                  </a:lnTo>
                  <a:lnTo>
                    <a:pt x="127656" y="4716"/>
                  </a:lnTo>
                  <a:lnTo>
                    <a:pt x="122522" y="6052"/>
                  </a:lnTo>
                  <a:lnTo>
                    <a:pt x="117433" y="7549"/>
                  </a:lnTo>
                  <a:lnTo>
                    <a:pt x="112395" y="9207"/>
                  </a:lnTo>
                  <a:lnTo>
                    <a:pt x="107411" y="11025"/>
                  </a:lnTo>
                  <a:lnTo>
                    <a:pt x="102488" y="12999"/>
                  </a:lnTo>
                  <a:lnTo>
                    <a:pt x="97630" y="15129"/>
                  </a:lnTo>
                  <a:lnTo>
                    <a:pt x="92842" y="17411"/>
                  </a:lnTo>
                  <a:lnTo>
                    <a:pt x="88129" y="19845"/>
                  </a:lnTo>
                  <a:lnTo>
                    <a:pt x="83495" y="22427"/>
                  </a:lnTo>
                  <a:lnTo>
                    <a:pt x="78946" y="25154"/>
                  </a:lnTo>
                  <a:lnTo>
                    <a:pt x="74485" y="28025"/>
                  </a:lnTo>
                  <a:lnTo>
                    <a:pt x="70118" y="31035"/>
                  </a:lnTo>
                  <a:lnTo>
                    <a:pt x="65848" y="34183"/>
                  </a:lnTo>
                  <a:lnTo>
                    <a:pt x="61681" y="37464"/>
                  </a:lnTo>
                  <a:lnTo>
                    <a:pt x="57619" y="40876"/>
                  </a:lnTo>
                  <a:lnTo>
                    <a:pt x="53668" y="44416"/>
                  </a:lnTo>
                  <a:lnTo>
                    <a:pt x="49831" y="48078"/>
                  </a:lnTo>
                  <a:lnTo>
                    <a:pt x="46113" y="51861"/>
                  </a:lnTo>
                  <a:lnTo>
                    <a:pt x="42516" y="55760"/>
                  </a:lnTo>
                  <a:lnTo>
                    <a:pt x="39045" y="59771"/>
                  </a:lnTo>
                  <a:lnTo>
                    <a:pt x="35703" y="63890"/>
                  </a:lnTo>
                  <a:lnTo>
                    <a:pt x="32493" y="68113"/>
                  </a:lnTo>
                  <a:lnTo>
                    <a:pt x="29418" y="72435"/>
                  </a:lnTo>
                  <a:lnTo>
                    <a:pt x="26483" y="76853"/>
                  </a:lnTo>
                  <a:lnTo>
                    <a:pt x="23689" y="81362"/>
                  </a:lnTo>
                  <a:lnTo>
                    <a:pt x="21039" y="85958"/>
                  </a:lnTo>
                  <a:lnTo>
                    <a:pt x="18537" y="90635"/>
                  </a:lnTo>
                  <a:lnTo>
                    <a:pt x="16184" y="95389"/>
                  </a:lnTo>
                  <a:lnTo>
                    <a:pt x="13984" y="100215"/>
                  </a:lnTo>
                  <a:lnTo>
                    <a:pt x="11937" y="105109"/>
                  </a:lnTo>
                  <a:lnTo>
                    <a:pt x="10047" y="110065"/>
                  </a:lnTo>
                  <a:lnTo>
                    <a:pt x="8315" y="115079"/>
                  </a:lnTo>
                  <a:lnTo>
                    <a:pt x="6743" y="120145"/>
                  </a:lnTo>
                  <a:lnTo>
                    <a:pt x="5333" y="125258"/>
                  </a:lnTo>
                  <a:lnTo>
                    <a:pt x="4085" y="130414"/>
                  </a:lnTo>
                  <a:lnTo>
                    <a:pt x="3002" y="135607"/>
                  </a:lnTo>
                  <a:lnTo>
                    <a:pt x="2084" y="140831"/>
                  </a:lnTo>
                  <a:lnTo>
                    <a:pt x="1332" y="146082"/>
                  </a:lnTo>
                  <a:lnTo>
                    <a:pt x="747" y="151354"/>
                  </a:lnTo>
                  <a:lnTo>
                    <a:pt x="330" y="156642"/>
                  </a:lnTo>
                  <a:lnTo>
                    <a:pt x="81" y="161940"/>
                  </a:lnTo>
                  <a:lnTo>
                    <a:pt x="0" y="167244"/>
                  </a:lnTo>
                  <a:lnTo>
                    <a:pt x="87" y="172548"/>
                  </a:lnTo>
                  <a:lnTo>
                    <a:pt x="342" y="177846"/>
                  </a:lnTo>
                  <a:lnTo>
                    <a:pt x="766" y="183134"/>
                  </a:lnTo>
                  <a:lnTo>
                    <a:pt x="1357" y="188405"/>
                  </a:lnTo>
                  <a:lnTo>
                    <a:pt x="2115" y="193655"/>
                  </a:lnTo>
                  <a:lnTo>
                    <a:pt x="3039" y="198878"/>
                  </a:lnTo>
                  <a:lnTo>
                    <a:pt x="4128" y="204069"/>
                  </a:lnTo>
                  <a:lnTo>
                    <a:pt x="5382" y="209224"/>
                  </a:lnTo>
                  <a:lnTo>
                    <a:pt x="6798" y="214335"/>
                  </a:lnTo>
                  <a:lnTo>
                    <a:pt x="8376" y="219400"/>
                  </a:lnTo>
                  <a:lnTo>
                    <a:pt x="10114" y="224411"/>
                  </a:lnTo>
                  <a:lnTo>
                    <a:pt x="12009" y="229365"/>
                  </a:lnTo>
                  <a:lnTo>
                    <a:pt x="14062" y="234257"/>
                  </a:lnTo>
                  <a:lnTo>
                    <a:pt x="16268" y="239081"/>
                  </a:lnTo>
                  <a:lnTo>
                    <a:pt x="18626" y="243832"/>
                  </a:lnTo>
                  <a:lnTo>
                    <a:pt x="21134" y="248506"/>
                  </a:lnTo>
                  <a:lnTo>
                    <a:pt x="23789" y="253098"/>
                  </a:lnTo>
                  <a:lnTo>
                    <a:pt x="26588" y="257604"/>
                  </a:lnTo>
                  <a:lnTo>
                    <a:pt x="29528" y="262019"/>
                  </a:lnTo>
                  <a:lnTo>
                    <a:pt x="32608" y="266338"/>
                  </a:lnTo>
                  <a:lnTo>
                    <a:pt x="35823" y="270557"/>
                  </a:lnTo>
                  <a:lnTo>
                    <a:pt x="39170" y="274672"/>
                  </a:lnTo>
                  <a:lnTo>
                    <a:pt x="42645" y="278679"/>
                  </a:lnTo>
                  <a:lnTo>
                    <a:pt x="46247" y="282574"/>
                  </a:lnTo>
                  <a:lnTo>
                    <a:pt x="49970" y="286352"/>
                  </a:lnTo>
                  <a:lnTo>
                    <a:pt x="53811" y="290010"/>
                  </a:lnTo>
                  <a:lnTo>
                    <a:pt x="57766" y="293545"/>
                  </a:lnTo>
                  <a:lnTo>
                    <a:pt x="61831" y="296952"/>
                  </a:lnTo>
                  <a:lnTo>
                    <a:pt x="66003" y="300229"/>
                  </a:lnTo>
                  <a:lnTo>
                    <a:pt x="70276" y="303371"/>
                  </a:lnTo>
                  <a:lnTo>
                    <a:pt x="74647" y="306377"/>
                  </a:lnTo>
                  <a:lnTo>
                    <a:pt x="79111" y="309242"/>
                  </a:lnTo>
                  <a:lnTo>
                    <a:pt x="83663" y="311964"/>
                  </a:lnTo>
                  <a:lnTo>
                    <a:pt x="88300" y="314541"/>
                  </a:lnTo>
                  <a:lnTo>
                    <a:pt x="93016" y="316969"/>
                  </a:lnTo>
                  <a:lnTo>
                    <a:pt x="97807" y="319246"/>
                  </a:lnTo>
                  <a:lnTo>
                    <a:pt x="102667" y="321370"/>
                  </a:lnTo>
                  <a:lnTo>
                    <a:pt x="107593" y="323339"/>
                  </a:lnTo>
                  <a:lnTo>
                    <a:pt x="112578" y="325150"/>
                  </a:lnTo>
                  <a:lnTo>
                    <a:pt x="117619" y="326803"/>
                  </a:lnTo>
                  <a:lnTo>
                    <a:pt x="122709" y="328294"/>
                  </a:lnTo>
                  <a:lnTo>
                    <a:pt x="127844" y="329624"/>
                  </a:lnTo>
                  <a:lnTo>
                    <a:pt x="133019" y="330790"/>
                  </a:lnTo>
                  <a:lnTo>
                    <a:pt x="138228" y="331791"/>
                  </a:lnTo>
                  <a:lnTo>
                    <a:pt x="143466" y="332626"/>
                  </a:lnTo>
                  <a:lnTo>
                    <a:pt x="148728" y="333295"/>
                  </a:lnTo>
                  <a:lnTo>
                    <a:pt x="154009" y="333796"/>
                  </a:lnTo>
                  <a:lnTo>
                    <a:pt x="159303" y="334129"/>
                  </a:lnTo>
                  <a:lnTo>
                    <a:pt x="164605" y="334295"/>
                  </a:lnTo>
                  <a:lnTo>
                    <a:pt x="169909" y="334292"/>
                  </a:lnTo>
                  <a:lnTo>
                    <a:pt x="175211" y="334121"/>
                  </a:lnTo>
                  <a:lnTo>
                    <a:pt x="180504" y="333782"/>
                  </a:lnTo>
                  <a:lnTo>
                    <a:pt x="185784" y="333275"/>
                  </a:lnTo>
                  <a:lnTo>
                    <a:pt x="191046" y="332600"/>
                  </a:lnTo>
                  <a:lnTo>
                    <a:pt x="196283" y="331759"/>
                  </a:lnTo>
                  <a:lnTo>
                    <a:pt x="201491" y="330753"/>
                  </a:lnTo>
                  <a:lnTo>
                    <a:pt x="206664" y="329581"/>
                  </a:lnTo>
                  <a:lnTo>
                    <a:pt x="211798" y="328246"/>
                  </a:lnTo>
                  <a:lnTo>
                    <a:pt x="216887" y="326749"/>
                  </a:lnTo>
                  <a:lnTo>
                    <a:pt x="221926" y="325092"/>
                  </a:lnTo>
                  <a:lnTo>
                    <a:pt x="226909" y="323275"/>
                  </a:lnTo>
                  <a:lnTo>
                    <a:pt x="231832" y="321301"/>
                  </a:lnTo>
                  <a:lnTo>
                    <a:pt x="236691" y="319171"/>
                  </a:lnTo>
                  <a:lnTo>
                    <a:pt x="241479" y="316889"/>
                  </a:lnTo>
                  <a:lnTo>
                    <a:pt x="246193" y="314456"/>
                  </a:lnTo>
                  <a:lnTo>
                    <a:pt x="250826" y="311875"/>
                  </a:lnTo>
                  <a:lnTo>
                    <a:pt x="255376" y="309147"/>
                  </a:lnTo>
                  <a:lnTo>
                    <a:pt x="259837" y="306277"/>
                  </a:lnTo>
                  <a:lnTo>
                    <a:pt x="264204" y="303267"/>
                  </a:lnTo>
                  <a:lnTo>
                    <a:pt x="268474" y="300120"/>
                  </a:lnTo>
                  <a:lnTo>
                    <a:pt x="272642" y="296839"/>
                  </a:lnTo>
                  <a:lnTo>
                    <a:pt x="276704" y="293427"/>
                  </a:lnTo>
                  <a:lnTo>
                    <a:pt x="280655" y="289888"/>
                  </a:lnTo>
                  <a:lnTo>
                    <a:pt x="284492" y="286226"/>
                  </a:lnTo>
                  <a:lnTo>
                    <a:pt x="288211" y="282443"/>
                  </a:lnTo>
                  <a:lnTo>
                    <a:pt x="291808" y="278545"/>
                  </a:lnTo>
                  <a:lnTo>
                    <a:pt x="295280" y="274534"/>
                  </a:lnTo>
                  <a:lnTo>
                    <a:pt x="298622" y="270416"/>
                  </a:lnTo>
                  <a:lnTo>
                    <a:pt x="301833" y="266193"/>
                  </a:lnTo>
                  <a:lnTo>
                    <a:pt x="304907" y="261871"/>
                  </a:lnTo>
                  <a:lnTo>
                    <a:pt x="307843" y="257453"/>
                  </a:lnTo>
                  <a:lnTo>
                    <a:pt x="310638" y="252944"/>
                  </a:lnTo>
                  <a:lnTo>
                    <a:pt x="313287" y="248349"/>
                  </a:lnTo>
                  <a:lnTo>
                    <a:pt x="315790" y="243672"/>
                  </a:lnTo>
                  <a:lnTo>
                    <a:pt x="318143" y="238918"/>
                  </a:lnTo>
                  <a:lnTo>
                    <a:pt x="320344" y="234092"/>
                  </a:lnTo>
                  <a:lnTo>
                    <a:pt x="322391" y="229199"/>
                  </a:lnTo>
                  <a:lnTo>
                    <a:pt x="324282" y="224242"/>
                  </a:lnTo>
                  <a:lnTo>
                    <a:pt x="326014" y="219229"/>
                  </a:lnTo>
                  <a:lnTo>
                    <a:pt x="327587" y="214163"/>
                  </a:lnTo>
                  <a:lnTo>
                    <a:pt x="328997" y="209050"/>
                  </a:lnTo>
                  <a:lnTo>
                    <a:pt x="330245" y="203894"/>
                  </a:lnTo>
                  <a:lnTo>
                    <a:pt x="331329" y="198702"/>
                  </a:lnTo>
                  <a:lnTo>
                    <a:pt x="332248" y="193477"/>
                  </a:lnTo>
                  <a:lnTo>
                    <a:pt x="333000" y="188227"/>
                  </a:lnTo>
                  <a:lnTo>
                    <a:pt x="333585" y="182955"/>
                  </a:lnTo>
                  <a:lnTo>
                    <a:pt x="334003" y="177667"/>
                  </a:lnTo>
                  <a:lnTo>
                    <a:pt x="334253" y="172368"/>
                  </a:lnTo>
                  <a:lnTo>
                    <a:pt x="334334" y="167064"/>
                  </a:lnTo>
                  <a:lnTo>
                    <a:pt x="334248" y="161761"/>
                  </a:lnTo>
                  <a:lnTo>
                    <a:pt x="333993" y="156462"/>
                  </a:lnTo>
                  <a:lnTo>
                    <a:pt x="333570" y="151175"/>
                  </a:lnTo>
                  <a:lnTo>
                    <a:pt x="332979" y="145903"/>
                  </a:lnTo>
                  <a:lnTo>
                    <a:pt x="332222" y="140653"/>
                  </a:lnTo>
                  <a:lnTo>
                    <a:pt x="331298" y="135430"/>
                  </a:lnTo>
                  <a:lnTo>
                    <a:pt x="330209" y="130239"/>
                  </a:lnTo>
                  <a:lnTo>
                    <a:pt x="328956" y="125084"/>
                  </a:lnTo>
                  <a:lnTo>
                    <a:pt x="327540" y="119972"/>
                  </a:lnTo>
                  <a:lnTo>
                    <a:pt x="325962" y="114908"/>
                  </a:lnTo>
                  <a:lnTo>
                    <a:pt x="324225" y="109896"/>
                  </a:lnTo>
                  <a:lnTo>
                    <a:pt x="322330" y="104942"/>
                  </a:lnTo>
                  <a:lnTo>
                    <a:pt x="320278" y="100050"/>
                  </a:lnTo>
                  <a:lnTo>
                    <a:pt x="318072" y="95226"/>
                  </a:lnTo>
                  <a:lnTo>
                    <a:pt x="315714" y="90475"/>
                  </a:lnTo>
                  <a:lnTo>
                    <a:pt x="313207" y="85801"/>
                  </a:lnTo>
                  <a:lnTo>
                    <a:pt x="310553" y="81208"/>
                  </a:lnTo>
                  <a:lnTo>
                    <a:pt x="307754" y="76702"/>
                  </a:lnTo>
                  <a:lnTo>
                    <a:pt x="304813" y="72287"/>
                  </a:lnTo>
                  <a:lnTo>
                    <a:pt x="301735" y="67968"/>
                  </a:lnTo>
                  <a:lnTo>
                    <a:pt x="298520" y="63748"/>
                  </a:lnTo>
                  <a:lnTo>
                    <a:pt x="295173" y="59633"/>
                  </a:lnTo>
                  <a:lnTo>
                    <a:pt x="291698" y="55626"/>
                  </a:lnTo>
                  <a:lnTo>
                    <a:pt x="288097" y="51731"/>
                  </a:lnTo>
                  <a:lnTo>
                    <a:pt x="284374" y="47952"/>
                  </a:lnTo>
                  <a:lnTo>
                    <a:pt x="280534" y="44294"/>
                  </a:lnTo>
                  <a:lnTo>
                    <a:pt x="276579" y="40759"/>
                  </a:lnTo>
                  <a:lnTo>
                    <a:pt x="272514" y="37351"/>
                  </a:lnTo>
                  <a:lnTo>
                    <a:pt x="268343" y="34074"/>
                  </a:lnTo>
                  <a:lnTo>
                    <a:pt x="264070" y="30931"/>
                  </a:lnTo>
                  <a:lnTo>
                    <a:pt x="259699" y="27925"/>
                  </a:lnTo>
                  <a:lnTo>
                    <a:pt x="255235" y="25059"/>
                  </a:lnTo>
                  <a:lnTo>
                    <a:pt x="250683" y="22337"/>
                  </a:lnTo>
                  <a:lnTo>
                    <a:pt x="246047" y="19760"/>
                  </a:lnTo>
                  <a:lnTo>
                    <a:pt x="241331" y="17332"/>
                  </a:lnTo>
                  <a:lnTo>
                    <a:pt x="236540" y="15054"/>
                  </a:lnTo>
                  <a:lnTo>
                    <a:pt x="231680" y="12930"/>
                  </a:lnTo>
                  <a:lnTo>
                    <a:pt x="226755" y="10960"/>
                  </a:lnTo>
                  <a:lnTo>
                    <a:pt x="221769" y="9149"/>
                  </a:lnTo>
                  <a:lnTo>
                    <a:pt x="216729" y="7496"/>
                  </a:lnTo>
                  <a:lnTo>
                    <a:pt x="211639" y="6004"/>
                  </a:lnTo>
                  <a:lnTo>
                    <a:pt x="206504" y="4674"/>
                  </a:lnTo>
                  <a:lnTo>
                    <a:pt x="201329" y="3508"/>
                  </a:lnTo>
                  <a:lnTo>
                    <a:pt x="196120" y="2506"/>
                  </a:lnTo>
                  <a:lnTo>
                    <a:pt x="190882" y="1670"/>
                  </a:lnTo>
                  <a:lnTo>
                    <a:pt x="185620" y="1001"/>
                  </a:lnTo>
                  <a:lnTo>
                    <a:pt x="180339" y="499"/>
                  </a:lnTo>
                  <a:lnTo>
                    <a:pt x="175045" y="165"/>
                  </a:lnTo>
                  <a:lnTo>
                    <a:pt x="169744" y="0"/>
                  </a:lnTo>
                  <a:lnTo>
                    <a:pt x="167167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2576" cy="167167"/>
            </a:xfrm>
            <a:custGeom>
              <a:avLst/>
              <a:pathLst>
                <a:path w="2576" h="167167">
                  <a:moveTo>
                    <a:pt x="2576" y="1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3245" y="2633064"/>
              <a:ext cx="35765" cy="167167"/>
            </a:xfrm>
            <a:custGeom>
              <a:avLst/>
              <a:pathLst>
                <a:path w="35765" h="167167">
                  <a:moveTo>
                    <a:pt x="35765" y="0"/>
                  </a:moveTo>
                  <a:lnTo>
                    <a:pt x="28558" y="155"/>
                  </a:lnTo>
                  <a:lnTo>
                    <a:pt x="21365" y="621"/>
                  </a:lnTo>
                  <a:lnTo>
                    <a:pt x="14199" y="1396"/>
                  </a:lnTo>
                  <a:lnTo>
                    <a:pt x="7072" y="2480"/>
                  </a:lnTo>
                  <a:lnTo>
                    <a:pt x="0" y="3870"/>
                  </a:lnTo>
                  <a:lnTo>
                    <a:pt x="357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3245" y="2636935"/>
              <a:ext cx="35765" cy="163296"/>
            </a:xfrm>
            <a:custGeom>
              <a:avLst/>
              <a:pathLst>
                <a:path w="35765" h="163296">
                  <a:moveTo>
                    <a:pt x="0" y="0"/>
                  </a:moveTo>
                  <a:lnTo>
                    <a:pt x="35765" y="1632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51" y="2636935"/>
              <a:ext cx="334319" cy="330460"/>
            </a:xfrm>
            <a:custGeom>
              <a:avLst/>
              <a:pathLst>
                <a:path w="334319" h="330460">
                  <a:moveTo>
                    <a:pt x="131394" y="0"/>
                  </a:moveTo>
                  <a:lnTo>
                    <a:pt x="126231" y="1217"/>
                  </a:lnTo>
                  <a:lnTo>
                    <a:pt x="121109" y="2597"/>
                  </a:lnTo>
                  <a:lnTo>
                    <a:pt x="116033" y="4139"/>
                  </a:lnTo>
                  <a:lnTo>
                    <a:pt x="111009" y="5841"/>
                  </a:lnTo>
                  <a:lnTo>
                    <a:pt x="106041" y="7702"/>
                  </a:lnTo>
                  <a:lnTo>
                    <a:pt x="101135" y="9720"/>
                  </a:lnTo>
                  <a:lnTo>
                    <a:pt x="96295" y="11892"/>
                  </a:lnTo>
                  <a:lnTo>
                    <a:pt x="91527" y="14217"/>
                  </a:lnTo>
                  <a:lnTo>
                    <a:pt x="86835" y="16692"/>
                  </a:lnTo>
                  <a:lnTo>
                    <a:pt x="82223" y="19314"/>
                  </a:lnTo>
                  <a:lnTo>
                    <a:pt x="77698" y="22082"/>
                  </a:lnTo>
                  <a:lnTo>
                    <a:pt x="73262" y="24991"/>
                  </a:lnTo>
                  <a:lnTo>
                    <a:pt x="68921" y="28040"/>
                  </a:lnTo>
                  <a:lnTo>
                    <a:pt x="64679" y="31226"/>
                  </a:lnTo>
                  <a:lnTo>
                    <a:pt x="60540" y="34544"/>
                  </a:lnTo>
                  <a:lnTo>
                    <a:pt x="56508" y="37992"/>
                  </a:lnTo>
                  <a:lnTo>
                    <a:pt x="52588" y="41566"/>
                  </a:lnTo>
                  <a:lnTo>
                    <a:pt x="48783" y="45262"/>
                  </a:lnTo>
                  <a:lnTo>
                    <a:pt x="45098" y="49078"/>
                  </a:lnTo>
                  <a:lnTo>
                    <a:pt x="41535" y="53008"/>
                  </a:lnTo>
                  <a:lnTo>
                    <a:pt x="38099" y="57050"/>
                  </a:lnTo>
                  <a:lnTo>
                    <a:pt x="34793" y="61198"/>
                  </a:lnTo>
                  <a:lnTo>
                    <a:pt x="31620" y="65450"/>
                  </a:lnTo>
                  <a:lnTo>
                    <a:pt x="28583" y="69800"/>
                  </a:lnTo>
                  <a:lnTo>
                    <a:pt x="25687" y="74244"/>
                  </a:lnTo>
                  <a:lnTo>
                    <a:pt x="22932" y="78777"/>
                  </a:lnTo>
                  <a:lnTo>
                    <a:pt x="20323" y="83396"/>
                  </a:lnTo>
                  <a:lnTo>
                    <a:pt x="17862" y="88095"/>
                  </a:lnTo>
                  <a:lnTo>
                    <a:pt x="15551" y="92871"/>
                  </a:lnTo>
                  <a:lnTo>
                    <a:pt x="13393" y="97716"/>
                  </a:lnTo>
                  <a:lnTo>
                    <a:pt x="11389" y="102628"/>
                  </a:lnTo>
                  <a:lnTo>
                    <a:pt x="9543" y="107602"/>
                  </a:lnTo>
                  <a:lnTo>
                    <a:pt x="7855" y="112631"/>
                  </a:lnTo>
                  <a:lnTo>
                    <a:pt x="6327" y="117711"/>
                  </a:lnTo>
                  <a:lnTo>
                    <a:pt x="4962" y="122837"/>
                  </a:lnTo>
                  <a:lnTo>
                    <a:pt x="3760" y="128004"/>
                  </a:lnTo>
                  <a:lnTo>
                    <a:pt x="2722" y="133206"/>
                  </a:lnTo>
                  <a:lnTo>
                    <a:pt x="1850" y="138439"/>
                  </a:lnTo>
                  <a:lnTo>
                    <a:pt x="1145" y="143697"/>
                  </a:lnTo>
                  <a:lnTo>
                    <a:pt x="607" y="148974"/>
                  </a:lnTo>
                  <a:lnTo>
                    <a:pt x="236" y="154266"/>
                  </a:lnTo>
                  <a:lnTo>
                    <a:pt x="34" y="159567"/>
                  </a:lnTo>
                  <a:lnTo>
                    <a:pt x="0" y="164872"/>
                  </a:lnTo>
                  <a:lnTo>
                    <a:pt x="134" y="170175"/>
                  </a:lnTo>
                  <a:lnTo>
                    <a:pt x="436" y="175471"/>
                  </a:lnTo>
                  <a:lnTo>
                    <a:pt x="906" y="180755"/>
                  </a:lnTo>
                  <a:lnTo>
                    <a:pt x="1544" y="186021"/>
                  </a:lnTo>
                  <a:lnTo>
                    <a:pt x="2348" y="191265"/>
                  </a:lnTo>
                  <a:lnTo>
                    <a:pt x="3319" y="196480"/>
                  </a:lnTo>
                  <a:lnTo>
                    <a:pt x="4454" y="201662"/>
                  </a:lnTo>
                  <a:lnTo>
                    <a:pt x="5753" y="206805"/>
                  </a:lnTo>
                  <a:lnTo>
                    <a:pt x="7215" y="211905"/>
                  </a:lnTo>
                  <a:lnTo>
                    <a:pt x="8838" y="216955"/>
                  </a:lnTo>
                  <a:lnTo>
                    <a:pt x="10620" y="221952"/>
                  </a:lnTo>
                  <a:lnTo>
                    <a:pt x="12560" y="226889"/>
                  </a:lnTo>
                  <a:lnTo>
                    <a:pt x="14656" y="231762"/>
                  </a:lnTo>
                  <a:lnTo>
                    <a:pt x="16905" y="236567"/>
                  </a:lnTo>
                  <a:lnTo>
                    <a:pt x="19306" y="241297"/>
                  </a:lnTo>
                  <a:lnTo>
                    <a:pt x="21855" y="245950"/>
                  </a:lnTo>
                  <a:lnTo>
                    <a:pt x="24551" y="250518"/>
                  </a:lnTo>
                  <a:lnTo>
                    <a:pt x="27390" y="254999"/>
                  </a:lnTo>
                  <a:lnTo>
                    <a:pt x="30370" y="259388"/>
                  </a:lnTo>
                  <a:lnTo>
                    <a:pt x="33488" y="263680"/>
                  </a:lnTo>
                  <a:lnTo>
                    <a:pt x="36741" y="267871"/>
                  </a:lnTo>
                  <a:lnTo>
                    <a:pt x="40124" y="271956"/>
                  </a:lnTo>
                  <a:lnTo>
                    <a:pt x="43636" y="275932"/>
                  </a:lnTo>
                  <a:lnTo>
                    <a:pt x="47272" y="279795"/>
                  </a:lnTo>
                  <a:lnTo>
                    <a:pt x="51029" y="283540"/>
                  </a:lnTo>
                  <a:lnTo>
                    <a:pt x="54903" y="287164"/>
                  </a:lnTo>
                  <a:lnTo>
                    <a:pt x="58890" y="290664"/>
                  </a:lnTo>
                  <a:lnTo>
                    <a:pt x="62985" y="294035"/>
                  </a:lnTo>
                  <a:lnTo>
                    <a:pt x="67186" y="297275"/>
                  </a:lnTo>
                  <a:lnTo>
                    <a:pt x="71488" y="300379"/>
                  </a:lnTo>
                  <a:lnTo>
                    <a:pt x="75885" y="303346"/>
                  </a:lnTo>
                  <a:lnTo>
                    <a:pt x="80375" y="306172"/>
                  </a:lnTo>
                  <a:lnTo>
                    <a:pt x="84952" y="308853"/>
                  </a:lnTo>
                  <a:lnTo>
                    <a:pt x="89612" y="311388"/>
                  </a:lnTo>
                  <a:lnTo>
                    <a:pt x="94350" y="313774"/>
                  </a:lnTo>
                  <a:lnTo>
                    <a:pt x="99161" y="316009"/>
                  </a:lnTo>
                  <a:lnTo>
                    <a:pt x="104041" y="318090"/>
                  </a:lnTo>
                  <a:lnTo>
                    <a:pt x="108984" y="320014"/>
                  </a:lnTo>
                  <a:lnTo>
                    <a:pt x="113986" y="321781"/>
                  </a:lnTo>
                  <a:lnTo>
                    <a:pt x="119042" y="323389"/>
                  </a:lnTo>
                  <a:lnTo>
                    <a:pt x="124146" y="324835"/>
                  </a:lnTo>
                  <a:lnTo>
                    <a:pt x="129293" y="326118"/>
                  </a:lnTo>
                  <a:lnTo>
                    <a:pt x="134478" y="327238"/>
                  </a:lnTo>
                  <a:lnTo>
                    <a:pt x="139697" y="328192"/>
                  </a:lnTo>
                  <a:lnTo>
                    <a:pt x="144942" y="328981"/>
                  </a:lnTo>
                  <a:lnTo>
                    <a:pt x="150211" y="329602"/>
                  </a:lnTo>
                  <a:lnTo>
                    <a:pt x="155496" y="330056"/>
                  </a:lnTo>
                  <a:lnTo>
                    <a:pt x="160793" y="330342"/>
                  </a:lnTo>
                  <a:lnTo>
                    <a:pt x="166097" y="330460"/>
                  </a:lnTo>
                  <a:lnTo>
                    <a:pt x="171401" y="330410"/>
                  </a:lnTo>
                  <a:lnTo>
                    <a:pt x="176702" y="330191"/>
                  </a:lnTo>
                  <a:lnTo>
                    <a:pt x="181992" y="329804"/>
                  </a:lnTo>
                  <a:lnTo>
                    <a:pt x="187268" y="329250"/>
                  </a:lnTo>
                  <a:lnTo>
                    <a:pt x="192524" y="328528"/>
                  </a:lnTo>
                  <a:lnTo>
                    <a:pt x="197754" y="327640"/>
                  </a:lnTo>
                  <a:lnTo>
                    <a:pt x="202953" y="326587"/>
                  </a:lnTo>
                  <a:lnTo>
                    <a:pt x="208116" y="325369"/>
                  </a:lnTo>
                  <a:lnTo>
                    <a:pt x="213238" y="323988"/>
                  </a:lnTo>
                  <a:lnTo>
                    <a:pt x="218313" y="322445"/>
                  </a:lnTo>
                  <a:lnTo>
                    <a:pt x="223337" y="320741"/>
                  </a:lnTo>
                  <a:lnTo>
                    <a:pt x="228305" y="318880"/>
                  </a:lnTo>
                  <a:lnTo>
                    <a:pt x="233211" y="316861"/>
                  </a:lnTo>
                  <a:lnTo>
                    <a:pt x="238050" y="314688"/>
                  </a:lnTo>
                  <a:lnTo>
                    <a:pt x="242818" y="312362"/>
                  </a:lnTo>
                  <a:lnTo>
                    <a:pt x="247510" y="309887"/>
                  </a:lnTo>
                  <a:lnTo>
                    <a:pt x="252120" y="307264"/>
                  </a:lnTo>
                  <a:lnTo>
                    <a:pt x="256646" y="304495"/>
                  </a:lnTo>
                  <a:lnTo>
                    <a:pt x="261081" y="301585"/>
                  </a:lnTo>
                  <a:lnTo>
                    <a:pt x="265421" y="298535"/>
                  </a:lnTo>
                  <a:lnTo>
                    <a:pt x="269663" y="295349"/>
                  </a:lnTo>
                  <a:lnTo>
                    <a:pt x="273801" y="292030"/>
                  </a:lnTo>
                  <a:lnTo>
                    <a:pt x="277832" y="288582"/>
                  </a:lnTo>
                  <a:lnTo>
                    <a:pt x="281752" y="285007"/>
                  </a:lnTo>
                  <a:lnTo>
                    <a:pt x="285556" y="281310"/>
                  </a:lnTo>
                  <a:lnTo>
                    <a:pt x="289241" y="277494"/>
                  </a:lnTo>
                  <a:lnTo>
                    <a:pt x="292803" y="273563"/>
                  </a:lnTo>
                  <a:lnTo>
                    <a:pt x="296238" y="269520"/>
                  </a:lnTo>
                  <a:lnTo>
                    <a:pt x="299544" y="265371"/>
                  </a:lnTo>
                  <a:lnTo>
                    <a:pt x="302716" y="261119"/>
                  </a:lnTo>
                  <a:lnTo>
                    <a:pt x="305752" y="256769"/>
                  </a:lnTo>
                  <a:lnTo>
                    <a:pt x="308648" y="252325"/>
                  </a:lnTo>
                  <a:lnTo>
                    <a:pt x="311401" y="247790"/>
                  </a:lnTo>
                  <a:lnTo>
                    <a:pt x="314010" y="243171"/>
                  </a:lnTo>
                  <a:lnTo>
                    <a:pt x="316470" y="238471"/>
                  </a:lnTo>
                  <a:lnTo>
                    <a:pt x="318780" y="233696"/>
                  </a:lnTo>
                  <a:lnTo>
                    <a:pt x="320938" y="228850"/>
                  </a:lnTo>
                  <a:lnTo>
                    <a:pt x="322940" y="223937"/>
                  </a:lnTo>
                  <a:lnTo>
                    <a:pt x="324786" y="218964"/>
                  </a:lnTo>
                  <a:lnTo>
                    <a:pt x="326473" y="213934"/>
                  </a:lnTo>
                  <a:lnTo>
                    <a:pt x="327999" y="208854"/>
                  </a:lnTo>
                  <a:lnTo>
                    <a:pt x="329364" y="203728"/>
                  </a:lnTo>
                  <a:lnTo>
                    <a:pt x="330565" y="198561"/>
                  </a:lnTo>
                  <a:lnTo>
                    <a:pt x="331602" y="193358"/>
                  </a:lnTo>
                  <a:lnTo>
                    <a:pt x="332473" y="188125"/>
                  </a:lnTo>
                  <a:lnTo>
                    <a:pt x="333177" y="182867"/>
                  </a:lnTo>
                  <a:lnTo>
                    <a:pt x="333715" y="177590"/>
                  </a:lnTo>
                  <a:lnTo>
                    <a:pt x="334084" y="172298"/>
                  </a:lnTo>
                  <a:lnTo>
                    <a:pt x="334286" y="166997"/>
                  </a:lnTo>
                  <a:lnTo>
                    <a:pt x="334319" y="161692"/>
                  </a:lnTo>
                  <a:lnTo>
                    <a:pt x="334184" y="156389"/>
                  </a:lnTo>
                  <a:lnTo>
                    <a:pt x="333881" y="151093"/>
                  </a:lnTo>
                  <a:lnTo>
                    <a:pt x="333410" y="145809"/>
                  </a:lnTo>
                  <a:lnTo>
                    <a:pt x="332771" y="140543"/>
                  </a:lnTo>
                  <a:lnTo>
                    <a:pt x="331966" y="135299"/>
                  </a:lnTo>
                  <a:lnTo>
                    <a:pt x="330995" y="130084"/>
                  </a:lnTo>
                  <a:lnTo>
                    <a:pt x="329858" y="124903"/>
                  </a:lnTo>
                  <a:lnTo>
                    <a:pt x="328558" y="119759"/>
                  </a:lnTo>
                  <a:lnTo>
                    <a:pt x="327095" y="114660"/>
                  </a:lnTo>
                  <a:lnTo>
                    <a:pt x="325472" y="109610"/>
                  </a:lnTo>
                  <a:lnTo>
                    <a:pt x="323689" y="104614"/>
                  </a:lnTo>
                  <a:lnTo>
                    <a:pt x="321748" y="99677"/>
                  </a:lnTo>
                  <a:lnTo>
                    <a:pt x="319651" y="94804"/>
                  </a:lnTo>
                  <a:lnTo>
                    <a:pt x="317401" y="90000"/>
                  </a:lnTo>
                  <a:lnTo>
                    <a:pt x="315000" y="85270"/>
                  </a:lnTo>
                  <a:lnTo>
                    <a:pt x="312450" y="80618"/>
                  </a:lnTo>
                  <a:lnTo>
                    <a:pt x="309753" y="76050"/>
                  </a:lnTo>
                  <a:lnTo>
                    <a:pt x="306913" y="71569"/>
                  </a:lnTo>
                  <a:lnTo>
                    <a:pt x="303932" y="67181"/>
                  </a:lnTo>
                  <a:lnTo>
                    <a:pt x="300814" y="62890"/>
                  </a:lnTo>
                  <a:lnTo>
                    <a:pt x="297561" y="58699"/>
                  </a:lnTo>
                  <a:lnTo>
                    <a:pt x="294176" y="54614"/>
                  </a:lnTo>
                  <a:lnTo>
                    <a:pt x="290664" y="50639"/>
                  </a:lnTo>
                  <a:lnTo>
                    <a:pt x="287027" y="46777"/>
                  </a:lnTo>
                  <a:lnTo>
                    <a:pt x="283270" y="43032"/>
                  </a:lnTo>
                  <a:lnTo>
                    <a:pt x="279395" y="39409"/>
                  </a:lnTo>
                  <a:lnTo>
                    <a:pt x="275408" y="35910"/>
                  </a:lnTo>
                  <a:lnTo>
                    <a:pt x="271311" y="32539"/>
                  </a:lnTo>
                  <a:lnTo>
                    <a:pt x="267110" y="29300"/>
                  </a:lnTo>
                  <a:lnTo>
                    <a:pt x="262808" y="26196"/>
                  </a:lnTo>
                  <a:lnTo>
                    <a:pt x="258410" y="23231"/>
                  </a:lnTo>
                  <a:lnTo>
                    <a:pt x="253920" y="20406"/>
                  </a:lnTo>
                  <a:lnTo>
                    <a:pt x="249342" y="17725"/>
                  </a:lnTo>
                  <a:lnTo>
                    <a:pt x="244682" y="15191"/>
                  </a:lnTo>
                  <a:lnTo>
                    <a:pt x="239943" y="12805"/>
                  </a:lnTo>
                  <a:lnTo>
                    <a:pt x="235132" y="10572"/>
                  </a:lnTo>
                  <a:lnTo>
                    <a:pt x="230252" y="8492"/>
                  </a:lnTo>
                  <a:lnTo>
                    <a:pt x="225308" y="6568"/>
                  </a:lnTo>
                  <a:lnTo>
                    <a:pt x="220306" y="4802"/>
                  </a:lnTo>
                  <a:lnTo>
                    <a:pt x="215250" y="3195"/>
                  </a:lnTo>
                  <a:lnTo>
                    <a:pt x="210146" y="1750"/>
                  </a:lnTo>
                  <a:lnTo>
                    <a:pt x="167160" y="1632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42986" cy="167167"/>
            </a:xfrm>
            <a:custGeom>
              <a:avLst/>
              <a:pathLst>
                <a:path w="42986" h="167167">
                  <a:moveTo>
                    <a:pt x="42986" y="5621"/>
                  </a:moveTo>
                  <a:lnTo>
                    <a:pt x="36956" y="4136"/>
                  </a:lnTo>
                  <a:lnTo>
                    <a:pt x="30875" y="2875"/>
                  </a:lnTo>
                  <a:lnTo>
                    <a:pt x="24751" y="1842"/>
                  </a:lnTo>
                  <a:lnTo>
                    <a:pt x="18593" y="1037"/>
                  </a:lnTo>
                  <a:lnTo>
                    <a:pt x="12409" y="461"/>
                  </a:lnTo>
                  <a:lnTo>
                    <a:pt x="6209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912" y="2126963"/>
              <a:ext cx="6559" cy="167167"/>
            </a:xfrm>
            <a:custGeom>
              <a:avLst/>
              <a:pathLst>
                <a:path w="6559" h="167167">
                  <a:moveTo>
                    <a:pt x="6559" y="0"/>
                  </a:moveTo>
                  <a:lnTo>
                    <a:pt x="0" y="128"/>
                  </a:lnTo>
                  <a:lnTo>
                    <a:pt x="65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912" y="2127092"/>
              <a:ext cx="6559" cy="167038"/>
            </a:xfrm>
            <a:custGeom>
              <a:avLst/>
              <a:pathLst>
                <a:path w="6559" h="167038">
                  <a:moveTo>
                    <a:pt x="0" y="0"/>
                  </a:moveTo>
                  <a:lnTo>
                    <a:pt x="6559" y="1670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7" y="2127092"/>
              <a:ext cx="167164" cy="333114"/>
            </a:xfrm>
            <a:custGeom>
              <a:avLst/>
              <a:pathLst>
                <a:path w="167164" h="333114">
                  <a:moveTo>
                    <a:pt x="160604" y="0"/>
                  </a:moveTo>
                  <a:lnTo>
                    <a:pt x="155299" y="292"/>
                  </a:lnTo>
                  <a:lnTo>
                    <a:pt x="150005" y="754"/>
                  </a:lnTo>
                  <a:lnTo>
                    <a:pt x="144729" y="1383"/>
                  </a:lnTo>
                  <a:lnTo>
                    <a:pt x="139476" y="2180"/>
                  </a:lnTo>
                  <a:lnTo>
                    <a:pt x="134250" y="3143"/>
                  </a:lnTo>
                  <a:lnTo>
                    <a:pt x="129058" y="4272"/>
                  </a:lnTo>
                  <a:lnTo>
                    <a:pt x="123904" y="5565"/>
                  </a:lnTo>
                  <a:lnTo>
                    <a:pt x="118794" y="7022"/>
                  </a:lnTo>
                  <a:lnTo>
                    <a:pt x="113733" y="8640"/>
                  </a:lnTo>
                  <a:lnTo>
                    <a:pt x="108726" y="10418"/>
                  </a:lnTo>
                  <a:lnTo>
                    <a:pt x="103778" y="12354"/>
                  </a:lnTo>
                  <a:lnTo>
                    <a:pt x="98893" y="14447"/>
                  </a:lnTo>
                  <a:lnTo>
                    <a:pt x="94078" y="16694"/>
                  </a:lnTo>
                  <a:lnTo>
                    <a:pt x="89337" y="19093"/>
                  </a:lnTo>
                  <a:lnTo>
                    <a:pt x="84674" y="21641"/>
                  </a:lnTo>
                  <a:lnTo>
                    <a:pt x="80095" y="24336"/>
                  </a:lnTo>
                  <a:lnTo>
                    <a:pt x="75604" y="27175"/>
                  </a:lnTo>
                  <a:lnTo>
                    <a:pt x="71205" y="30156"/>
                  </a:lnTo>
                  <a:lnTo>
                    <a:pt x="66903" y="33275"/>
                  </a:lnTo>
                  <a:lnTo>
                    <a:pt x="62702" y="36529"/>
                  </a:lnTo>
                  <a:lnTo>
                    <a:pt x="58607" y="39915"/>
                  </a:lnTo>
                  <a:lnTo>
                    <a:pt x="54622" y="43429"/>
                  </a:lnTo>
                  <a:lnTo>
                    <a:pt x="50750" y="47068"/>
                  </a:lnTo>
                  <a:lnTo>
                    <a:pt x="46996" y="50829"/>
                  </a:lnTo>
                  <a:lnTo>
                    <a:pt x="43364" y="54707"/>
                  </a:lnTo>
                  <a:lnTo>
                    <a:pt x="39856" y="58698"/>
                  </a:lnTo>
                  <a:lnTo>
                    <a:pt x="36477" y="62799"/>
                  </a:lnTo>
                  <a:lnTo>
                    <a:pt x="33230" y="67005"/>
                  </a:lnTo>
                  <a:lnTo>
                    <a:pt x="30119" y="71312"/>
                  </a:lnTo>
                  <a:lnTo>
                    <a:pt x="27146" y="75716"/>
                  </a:lnTo>
                  <a:lnTo>
                    <a:pt x="24314" y="80212"/>
                  </a:lnTo>
                  <a:lnTo>
                    <a:pt x="21627" y="84796"/>
                  </a:lnTo>
                  <a:lnTo>
                    <a:pt x="19086" y="89463"/>
                  </a:lnTo>
                  <a:lnTo>
                    <a:pt x="16696" y="94208"/>
                  </a:lnTo>
                  <a:lnTo>
                    <a:pt x="14457" y="99027"/>
                  </a:lnTo>
                  <a:lnTo>
                    <a:pt x="12373" y="103915"/>
                  </a:lnTo>
                  <a:lnTo>
                    <a:pt x="10445" y="108866"/>
                  </a:lnTo>
                  <a:lnTo>
                    <a:pt x="8675" y="113877"/>
                  </a:lnTo>
                  <a:lnTo>
                    <a:pt x="7066" y="118941"/>
                  </a:lnTo>
                  <a:lnTo>
                    <a:pt x="5618" y="124053"/>
                  </a:lnTo>
                  <a:lnTo>
                    <a:pt x="4333" y="129209"/>
                  </a:lnTo>
                  <a:lnTo>
                    <a:pt x="3213" y="134403"/>
                  </a:lnTo>
                  <a:lnTo>
                    <a:pt x="2259" y="139630"/>
                  </a:lnTo>
                  <a:lnTo>
                    <a:pt x="1471" y="144885"/>
                  </a:lnTo>
                  <a:lnTo>
                    <a:pt x="851" y="150162"/>
                  </a:lnTo>
                  <a:lnTo>
                    <a:pt x="398" y="155457"/>
                  </a:lnTo>
                  <a:lnTo>
                    <a:pt x="115" y="160763"/>
                  </a:lnTo>
                  <a:lnTo>
                    <a:pt x="0" y="166075"/>
                  </a:lnTo>
                  <a:lnTo>
                    <a:pt x="53" y="171388"/>
                  </a:lnTo>
                  <a:lnTo>
                    <a:pt x="276" y="176697"/>
                  </a:lnTo>
                  <a:lnTo>
                    <a:pt x="667" y="181996"/>
                  </a:lnTo>
                  <a:lnTo>
                    <a:pt x="1227" y="187280"/>
                  </a:lnTo>
                  <a:lnTo>
                    <a:pt x="1954" y="192544"/>
                  </a:lnTo>
                  <a:lnTo>
                    <a:pt x="2848" y="197782"/>
                  </a:lnTo>
                  <a:lnTo>
                    <a:pt x="3908" y="202988"/>
                  </a:lnTo>
                  <a:lnTo>
                    <a:pt x="5133" y="208159"/>
                  </a:lnTo>
                  <a:lnTo>
                    <a:pt x="6522" y="213288"/>
                  </a:lnTo>
                  <a:lnTo>
                    <a:pt x="8073" y="218370"/>
                  </a:lnTo>
                  <a:lnTo>
                    <a:pt x="9785" y="223400"/>
                  </a:lnTo>
                  <a:lnTo>
                    <a:pt x="11655" y="228373"/>
                  </a:lnTo>
                  <a:lnTo>
                    <a:pt x="13683" y="233285"/>
                  </a:lnTo>
                  <a:lnTo>
                    <a:pt x="15866" y="238129"/>
                  </a:lnTo>
                  <a:lnTo>
                    <a:pt x="18202" y="242902"/>
                  </a:lnTo>
                  <a:lnTo>
                    <a:pt x="20688" y="247598"/>
                  </a:lnTo>
                  <a:lnTo>
                    <a:pt x="23323" y="252212"/>
                  </a:lnTo>
                  <a:lnTo>
                    <a:pt x="26102" y="256741"/>
                  </a:lnTo>
                  <a:lnTo>
                    <a:pt x="29025" y="261179"/>
                  </a:lnTo>
                  <a:lnTo>
                    <a:pt x="32086" y="265521"/>
                  </a:lnTo>
                  <a:lnTo>
                    <a:pt x="35285" y="269765"/>
                  </a:lnTo>
                  <a:lnTo>
                    <a:pt x="38616" y="273904"/>
                  </a:lnTo>
                  <a:lnTo>
                    <a:pt x="42077" y="277936"/>
                  </a:lnTo>
                  <a:lnTo>
                    <a:pt x="45665" y="281855"/>
                  </a:lnTo>
                  <a:lnTo>
                    <a:pt x="49376" y="285659"/>
                  </a:lnTo>
                  <a:lnTo>
                    <a:pt x="53205" y="289342"/>
                  </a:lnTo>
                  <a:lnTo>
                    <a:pt x="57150" y="292902"/>
                  </a:lnTo>
                  <a:lnTo>
                    <a:pt x="61205" y="296335"/>
                  </a:lnTo>
                  <a:lnTo>
                    <a:pt x="65368" y="299637"/>
                  </a:lnTo>
                  <a:lnTo>
                    <a:pt x="69634" y="302806"/>
                  </a:lnTo>
                  <a:lnTo>
                    <a:pt x="73998" y="305837"/>
                  </a:lnTo>
                  <a:lnTo>
                    <a:pt x="78456" y="308728"/>
                  </a:lnTo>
                  <a:lnTo>
                    <a:pt x="83004" y="311475"/>
                  </a:lnTo>
                  <a:lnTo>
                    <a:pt x="87637" y="314077"/>
                  </a:lnTo>
                  <a:lnTo>
                    <a:pt x="92351" y="316530"/>
                  </a:lnTo>
                  <a:lnTo>
                    <a:pt x="97140" y="318832"/>
                  </a:lnTo>
                  <a:lnTo>
                    <a:pt x="101999" y="320981"/>
                  </a:lnTo>
                  <a:lnTo>
                    <a:pt x="106925" y="322975"/>
                  </a:lnTo>
                  <a:lnTo>
                    <a:pt x="111911" y="324810"/>
                  </a:lnTo>
                  <a:lnTo>
                    <a:pt x="116953" y="326487"/>
                  </a:lnTo>
                  <a:lnTo>
                    <a:pt x="122046" y="328002"/>
                  </a:lnTo>
                  <a:lnTo>
                    <a:pt x="127185" y="329355"/>
                  </a:lnTo>
                  <a:lnTo>
                    <a:pt x="132364" y="330543"/>
                  </a:lnTo>
                  <a:lnTo>
                    <a:pt x="137578" y="331567"/>
                  </a:lnTo>
                  <a:lnTo>
                    <a:pt x="142822" y="332424"/>
                  </a:lnTo>
                  <a:lnTo>
                    <a:pt x="148090" y="333114"/>
                  </a:lnTo>
                  <a:lnTo>
                    <a:pt x="167164" y="1670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09398" y="2126963"/>
              <a:ext cx="186237" cy="334320"/>
            </a:xfrm>
            <a:custGeom>
              <a:avLst/>
              <a:pathLst>
                <a:path w="186237" h="334320">
                  <a:moveTo>
                    <a:pt x="0" y="333243"/>
                  </a:moveTo>
                  <a:lnTo>
                    <a:pt x="5310" y="333767"/>
                  </a:lnTo>
                  <a:lnTo>
                    <a:pt x="10634" y="334121"/>
                  </a:lnTo>
                  <a:lnTo>
                    <a:pt x="15967" y="334306"/>
                  </a:lnTo>
                  <a:lnTo>
                    <a:pt x="21302" y="334320"/>
                  </a:lnTo>
                  <a:lnTo>
                    <a:pt x="26636" y="334163"/>
                  </a:lnTo>
                  <a:lnTo>
                    <a:pt x="31962" y="333837"/>
                  </a:lnTo>
                  <a:lnTo>
                    <a:pt x="37275" y="333341"/>
                  </a:lnTo>
                  <a:lnTo>
                    <a:pt x="42569" y="332675"/>
                  </a:lnTo>
                  <a:lnTo>
                    <a:pt x="47839" y="331841"/>
                  </a:lnTo>
                  <a:lnTo>
                    <a:pt x="53080" y="330839"/>
                  </a:lnTo>
                  <a:lnTo>
                    <a:pt x="58287" y="329670"/>
                  </a:lnTo>
                  <a:lnTo>
                    <a:pt x="63453" y="328336"/>
                  </a:lnTo>
                  <a:lnTo>
                    <a:pt x="68574" y="326837"/>
                  </a:lnTo>
                  <a:lnTo>
                    <a:pt x="73645" y="325176"/>
                  </a:lnTo>
                  <a:lnTo>
                    <a:pt x="78660" y="323354"/>
                  </a:lnTo>
                  <a:lnTo>
                    <a:pt x="83615" y="321373"/>
                  </a:lnTo>
                  <a:lnTo>
                    <a:pt x="88503" y="319234"/>
                  </a:lnTo>
                  <a:lnTo>
                    <a:pt x="93321" y="316941"/>
                  </a:lnTo>
                  <a:lnTo>
                    <a:pt x="98064" y="314495"/>
                  </a:lnTo>
                  <a:lnTo>
                    <a:pt x="102725" y="311899"/>
                  </a:lnTo>
                  <a:lnTo>
                    <a:pt x="107302" y="309155"/>
                  </a:lnTo>
                  <a:lnTo>
                    <a:pt x="111789" y="306267"/>
                  </a:lnTo>
                  <a:lnTo>
                    <a:pt x="116181" y="303237"/>
                  </a:lnTo>
                  <a:lnTo>
                    <a:pt x="120474" y="300069"/>
                  </a:lnTo>
                  <a:lnTo>
                    <a:pt x="124664" y="296765"/>
                  </a:lnTo>
                  <a:lnTo>
                    <a:pt x="128747" y="293329"/>
                  </a:lnTo>
                  <a:lnTo>
                    <a:pt x="132717" y="289764"/>
                  </a:lnTo>
                  <a:lnTo>
                    <a:pt x="136572" y="286075"/>
                  </a:lnTo>
                  <a:lnTo>
                    <a:pt x="140307" y="282264"/>
                  </a:lnTo>
                  <a:lnTo>
                    <a:pt x="143919" y="278336"/>
                  </a:lnTo>
                  <a:lnTo>
                    <a:pt x="147403" y="274295"/>
                  </a:lnTo>
                  <a:lnTo>
                    <a:pt x="150757" y="270145"/>
                  </a:lnTo>
                  <a:lnTo>
                    <a:pt x="153977" y="265889"/>
                  </a:lnTo>
                  <a:lnTo>
                    <a:pt x="157059" y="261534"/>
                  </a:lnTo>
                  <a:lnTo>
                    <a:pt x="160000" y="257082"/>
                  </a:lnTo>
                  <a:lnTo>
                    <a:pt x="162798" y="252538"/>
                  </a:lnTo>
                  <a:lnTo>
                    <a:pt x="165449" y="247908"/>
                  </a:lnTo>
                  <a:lnTo>
                    <a:pt x="167952" y="243195"/>
                  </a:lnTo>
                  <a:lnTo>
                    <a:pt x="170302" y="238405"/>
                  </a:lnTo>
                  <a:lnTo>
                    <a:pt x="172499" y="233542"/>
                  </a:lnTo>
                  <a:lnTo>
                    <a:pt x="174539" y="228611"/>
                  </a:lnTo>
                  <a:lnTo>
                    <a:pt x="176421" y="223618"/>
                  </a:lnTo>
                  <a:lnTo>
                    <a:pt x="178143" y="218568"/>
                  </a:lnTo>
                  <a:lnTo>
                    <a:pt x="179702" y="213465"/>
                  </a:lnTo>
                  <a:lnTo>
                    <a:pt x="181098" y="208314"/>
                  </a:lnTo>
                  <a:lnTo>
                    <a:pt x="182328" y="203122"/>
                  </a:lnTo>
                  <a:lnTo>
                    <a:pt x="183393" y="197894"/>
                  </a:lnTo>
                  <a:lnTo>
                    <a:pt x="184290" y="192634"/>
                  </a:lnTo>
                  <a:lnTo>
                    <a:pt x="185018" y="187348"/>
                  </a:lnTo>
                  <a:lnTo>
                    <a:pt x="185578" y="182041"/>
                  </a:lnTo>
                  <a:lnTo>
                    <a:pt x="185968" y="176720"/>
                  </a:lnTo>
                  <a:lnTo>
                    <a:pt x="186188" y="171388"/>
                  </a:lnTo>
                  <a:lnTo>
                    <a:pt x="186237" y="166052"/>
                  </a:lnTo>
                  <a:lnTo>
                    <a:pt x="186117" y="160718"/>
                  </a:lnTo>
                  <a:lnTo>
                    <a:pt x="185826" y="155390"/>
                  </a:lnTo>
                  <a:lnTo>
                    <a:pt x="185365" y="150074"/>
                  </a:lnTo>
                  <a:lnTo>
                    <a:pt x="184735" y="144775"/>
                  </a:lnTo>
                  <a:lnTo>
                    <a:pt x="183936" y="139500"/>
                  </a:lnTo>
                  <a:lnTo>
                    <a:pt x="182969" y="134252"/>
                  </a:lnTo>
                  <a:lnTo>
                    <a:pt x="181835" y="129038"/>
                  </a:lnTo>
                  <a:lnTo>
                    <a:pt x="180535" y="123863"/>
                  </a:lnTo>
                  <a:lnTo>
                    <a:pt x="179070" y="118732"/>
                  </a:lnTo>
                  <a:lnTo>
                    <a:pt x="177443" y="113650"/>
                  </a:lnTo>
                  <a:lnTo>
                    <a:pt x="175654" y="108623"/>
                  </a:lnTo>
                  <a:lnTo>
                    <a:pt x="173706" y="103655"/>
                  </a:lnTo>
                  <a:lnTo>
                    <a:pt x="171600" y="98752"/>
                  </a:lnTo>
                  <a:lnTo>
                    <a:pt x="169339" y="93919"/>
                  </a:lnTo>
                  <a:lnTo>
                    <a:pt x="166925" y="89161"/>
                  </a:lnTo>
                  <a:lnTo>
                    <a:pt x="164360" y="84482"/>
                  </a:lnTo>
                  <a:lnTo>
                    <a:pt x="161647" y="79887"/>
                  </a:lnTo>
                  <a:lnTo>
                    <a:pt x="158789" y="75381"/>
                  </a:lnTo>
                  <a:lnTo>
                    <a:pt x="155788" y="70969"/>
                  </a:lnTo>
                  <a:lnTo>
                    <a:pt x="152648" y="66655"/>
                  </a:lnTo>
                  <a:lnTo>
                    <a:pt x="149372" y="62443"/>
                  </a:lnTo>
                  <a:lnTo>
                    <a:pt x="145964" y="58337"/>
                  </a:lnTo>
                  <a:lnTo>
                    <a:pt x="142426" y="54343"/>
                  </a:lnTo>
                  <a:lnTo>
                    <a:pt x="138762" y="50464"/>
                  </a:lnTo>
                  <a:lnTo>
                    <a:pt x="134976" y="46703"/>
                  </a:lnTo>
                  <a:lnTo>
                    <a:pt x="131073" y="43065"/>
                  </a:lnTo>
                  <a:lnTo>
                    <a:pt x="127055" y="39554"/>
                  </a:lnTo>
                  <a:lnTo>
                    <a:pt x="122927" y="36173"/>
                  </a:lnTo>
                  <a:lnTo>
                    <a:pt x="118693" y="32925"/>
                  </a:lnTo>
                  <a:lnTo>
                    <a:pt x="114358" y="29814"/>
                  </a:lnTo>
                  <a:lnTo>
                    <a:pt x="109926" y="26843"/>
                  </a:lnTo>
                  <a:lnTo>
                    <a:pt x="105401" y="24015"/>
                  </a:lnTo>
                  <a:lnTo>
                    <a:pt x="100788" y="21333"/>
                  </a:lnTo>
                  <a:lnTo>
                    <a:pt x="96092" y="18799"/>
                  </a:lnTo>
                  <a:lnTo>
                    <a:pt x="91318" y="16416"/>
                  </a:lnTo>
                  <a:lnTo>
                    <a:pt x="86470" y="14187"/>
                  </a:lnTo>
                  <a:lnTo>
                    <a:pt x="81553" y="12114"/>
                  </a:lnTo>
                  <a:lnTo>
                    <a:pt x="76572" y="10199"/>
                  </a:lnTo>
                  <a:lnTo>
                    <a:pt x="71533" y="8444"/>
                  </a:lnTo>
                  <a:lnTo>
                    <a:pt x="66441" y="6851"/>
                  </a:lnTo>
                  <a:lnTo>
                    <a:pt x="61300" y="5421"/>
                  </a:lnTo>
                  <a:lnTo>
                    <a:pt x="56117" y="4155"/>
                  </a:lnTo>
                  <a:lnTo>
                    <a:pt x="50895" y="3056"/>
                  </a:lnTo>
                  <a:lnTo>
                    <a:pt x="45641" y="2124"/>
                  </a:lnTo>
                  <a:lnTo>
                    <a:pt x="40360" y="1360"/>
                  </a:lnTo>
                  <a:lnTo>
                    <a:pt x="35058" y="765"/>
                  </a:lnTo>
                  <a:lnTo>
                    <a:pt x="29739" y="340"/>
                  </a:lnTo>
                  <a:lnTo>
                    <a:pt x="24409" y="85"/>
                  </a:lnTo>
                  <a:lnTo>
                    <a:pt x="19074" y="0"/>
                  </a:lnTo>
                  <a:lnTo>
                    <a:pt x="1907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7170" y="1681503"/>
              <a:ext cx="16064" cy="167167"/>
            </a:xfrm>
            <a:custGeom>
              <a:avLst/>
              <a:pathLst>
                <a:path w="16064" h="167167">
                  <a:moveTo>
                    <a:pt x="16064" y="0"/>
                  </a:moveTo>
                  <a:lnTo>
                    <a:pt x="8023" y="193"/>
                  </a:lnTo>
                  <a:lnTo>
                    <a:pt x="0" y="773"/>
                  </a:lnTo>
                  <a:lnTo>
                    <a:pt x="1606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7170" y="1682276"/>
              <a:ext cx="16064" cy="166393"/>
            </a:xfrm>
            <a:custGeom>
              <a:avLst/>
              <a:pathLst>
                <a:path w="16064" h="166393">
                  <a:moveTo>
                    <a:pt x="0" y="0"/>
                  </a:moveTo>
                  <a:lnTo>
                    <a:pt x="16064" y="1663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88" y="1682276"/>
              <a:ext cx="334298" cy="333561"/>
            </a:xfrm>
            <a:custGeom>
              <a:avLst/>
              <a:pathLst>
                <a:path w="334298" h="333561">
                  <a:moveTo>
                    <a:pt x="151081" y="0"/>
                  </a:moveTo>
                  <a:lnTo>
                    <a:pt x="145814" y="592"/>
                  </a:lnTo>
                  <a:lnTo>
                    <a:pt x="140568" y="1352"/>
                  </a:lnTo>
                  <a:lnTo>
                    <a:pt x="135348" y="2278"/>
                  </a:lnTo>
                  <a:lnTo>
                    <a:pt x="130161" y="3369"/>
                  </a:lnTo>
                  <a:lnTo>
                    <a:pt x="125011" y="4623"/>
                  </a:lnTo>
                  <a:lnTo>
                    <a:pt x="119903" y="6040"/>
                  </a:lnTo>
                  <a:lnTo>
                    <a:pt x="114842" y="7619"/>
                  </a:lnTo>
                  <a:lnTo>
                    <a:pt x="109835" y="9357"/>
                  </a:lnTo>
                  <a:lnTo>
                    <a:pt x="104885" y="11253"/>
                  </a:lnTo>
                  <a:lnTo>
                    <a:pt x="99997" y="13305"/>
                  </a:lnTo>
                  <a:lnTo>
                    <a:pt x="95177" y="15511"/>
                  </a:lnTo>
                  <a:lnTo>
                    <a:pt x="90429" y="17869"/>
                  </a:lnTo>
                  <a:lnTo>
                    <a:pt x="85759" y="20376"/>
                  </a:lnTo>
                  <a:lnTo>
                    <a:pt x="81170" y="23030"/>
                  </a:lnTo>
                  <a:lnTo>
                    <a:pt x="76668" y="25828"/>
                  </a:lnTo>
                  <a:lnTo>
                    <a:pt x="72257" y="28767"/>
                  </a:lnTo>
                  <a:lnTo>
                    <a:pt x="67941" y="31845"/>
                  </a:lnTo>
                  <a:lnTo>
                    <a:pt x="63725" y="35058"/>
                  </a:lnTo>
                  <a:lnTo>
                    <a:pt x="59613" y="38403"/>
                  </a:lnTo>
                  <a:lnTo>
                    <a:pt x="55609" y="41876"/>
                  </a:lnTo>
                  <a:lnTo>
                    <a:pt x="51717" y="45475"/>
                  </a:lnTo>
                  <a:lnTo>
                    <a:pt x="47941" y="49196"/>
                  </a:lnTo>
                  <a:lnTo>
                    <a:pt x="44286" y="53034"/>
                  </a:lnTo>
                  <a:lnTo>
                    <a:pt x="40753" y="56987"/>
                  </a:lnTo>
                  <a:lnTo>
                    <a:pt x="37348" y="61049"/>
                  </a:lnTo>
                  <a:lnTo>
                    <a:pt x="34073" y="65217"/>
                  </a:lnTo>
                  <a:lnTo>
                    <a:pt x="30932" y="69487"/>
                  </a:lnTo>
                  <a:lnTo>
                    <a:pt x="27928" y="73855"/>
                  </a:lnTo>
                  <a:lnTo>
                    <a:pt x="25064" y="78315"/>
                  </a:lnTo>
                  <a:lnTo>
                    <a:pt x="22343" y="82864"/>
                  </a:lnTo>
                  <a:lnTo>
                    <a:pt x="19768" y="87497"/>
                  </a:lnTo>
                  <a:lnTo>
                    <a:pt x="17340" y="92210"/>
                  </a:lnTo>
                  <a:lnTo>
                    <a:pt x="15063" y="96997"/>
                  </a:lnTo>
                  <a:lnTo>
                    <a:pt x="12940" y="101853"/>
                  </a:lnTo>
                  <a:lnTo>
                    <a:pt x="10971" y="106775"/>
                  </a:lnTo>
                  <a:lnTo>
                    <a:pt x="9159" y="111757"/>
                  </a:lnTo>
                  <a:lnTo>
                    <a:pt x="7506" y="116793"/>
                  </a:lnTo>
                  <a:lnTo>
                    <a:pt x="6014" y="121880"/>
                  </a:lnTo>
                  <a:lnTo>
                    <a:pt x="4684" y="127011"/>
                  </a:lnTo>
                  <a:lnTo>
                    <a:pt x="3517" y="132182"/>
                  </a:lnTo>
                  <a:lnTo>
                    <a:pt x="2514" y="137387"/>
                  </a:lnTo>
                  <a:lnTo>
                    <a:pt x="1677" y="142621"/>
                  </a:lnTo>
                  <a:lnTo>
                    <a:pt x="1007" y="147879"/>
                  </a:lnTo>
                  <a:lnTo>
                    <a:pt x="503" y="153156"/>
                  </a:lnTo>
                  <a:lnTo>
                    <a:pt x="168" y="158446"/>
                  </a:lnTo>
                  <a:lnTo>
                    <a:pt x="0" y="163745"/>
                  </a:lnTo>
                  <a:lnTo>
                    <a:pt x="0" y="169045"/>
                  </a:lnTo>
                  <a:lnTo>
                    <a:pt x="168" y="174343"/>
                  </a:lnTo>
                  <a:lnTo>
                    <a:pt x="504" y="179634"/>
                  </a:lnTo>
                  <a:lnTo>
                    <a:pt x="1007" y="184910"/>
                  </a:lnTo>
                  <a:lnTo>
                    <a:pt x="1678" y="190169"/>
                  </a:lnTo>
                  <a:lnTo>
                    <a:pt x="2515" y="195403"/>
                  </a:lnTo>
                  <a:lnTo>
                    <a:pt x="3517" y="200608"/>
                  </a:lnTo>
                  <a:lnTo>
                    <a:pt x="4684" y="205779"/>
                  </a:lnTo>
                  <a:lnTo>
                    <a:pt x="6015" y="210910"/>
                  </a:lnTo>
                  <a:lnTo>
                    <a:pt x="7507" y="215996"/>
                  </a:lnTo>
                  <a:lnTo>
                    <a:pt x="9160" y="221033"/>
                  </a:lnTo>
                  <a:lnTo>
                    <a:pt x="10972" y="226014"/>
                  </a:lnTo>
                  <a:lnTo>
                    <a:pt x="12941" y="230936"/>
                  </a:lnTo>
                  <a:lnTo>
                    <a:pt x="15065" y="235793"/>
                  </a:lnTo>
                  <a:lnTo>
                    <a:pt x="17342" y="240580"/>
                  </a:lnTo>
                  <a:lnTo>
                    <a:pt x="19769" y="245292"/>
                  </a:lnTo>
                  <a:lnTo>
                    <a:pt x="22345" y="249925"/>
                  </a:lnTo>
                  <a:lnTo>
                    <a:pt x="25066" y="254474"/>
                  </a:lnTo>
                  <a:lnTo>
                    <a:pt x="27930" y="258935"/>
                  </a:lnTo>
                  <a:lnTo>
                    <a:pt x="30934" y="263302"/>
                  </a:lnTo>
                  <a:lnTo>
                    <a:pt x="34075" y="267572"/>
                  </a:lnTo>
                  <a:lnTo>
                    <a:pt x="37350" y="271740"/>
                  </a:lnTo>
                  <a:lnTo>
                    <a:pt x="40755" y="275802"/>
                  </a:lnTo>
                  <a:lnTo>
                    <a:pt x="44288" y="279755"/>
                  </a:lnTo>
                  <a:lnTo>
                    <a:pt x="47944" y="283593"/>
                  </a:lnTo>
                  <a:lnTo>
                    <a:pt x="51720" y="287313"/>
                  </a:lnTo>
                  <a:lnTo>
                    <a:pt x="55611" y="290912"/>
                  </a:lnTo>
                  <a:lnTo>
                    <a:pt x="59615" y="294386"/>
                  </a:lnTo>
                  <a:lnTo>
                    <a:pt x="63728" y="297731"/>
                  </a:lnTo>
                  <a:lnTo>
                    <a:pt x="67944" y="300944"/>
                  </a:lnTo>
                  <a:lnTo>
                    <a:pt x="72260" y="304022"/>
                  </a:lnTo>
                  <a:lnTo>
                    <a:pt x="76671" y="306961"/>
                  </a:lnTo>
                  <a:lnTo>
                    <a:pt x="81173" y="309759"/>
                  </a:lnTo>
                  <a:lnTo>
                    <a:pt x="85762" y="312412"/>
                  </a:lnTo>
                  <a:lnTo>
                    <a:pt x="90432" y="314919"/>
                  </a:lnTo>
                  <a:lnTo>
                    <a:pt x="95180" y="317277"/>
                  </a:lnTo>
                  <a:lnTo>
                    <a:pt x="100000" y="319483"/>
                  </a:lnTo>
                  <a:lnTo>
                    <a:pt x="104888" y="321535"/>
                  </a:lnTo>
                  <a:lnTo>
                    <a:pt x="109838" y="323431"/>
                  </a:lnTo>
                  <a:lnTo>
                    <a:pt x="114846" y="325169"/>
                  </a:lnTo>
                  <a:lnTo>
                    <a:pt x="119906" y="326747"/>
                  </a:lnTo>
                  <a:lnTo>
                    <a:pt x="125014" y="328164"/>
                  </a:lnTo>
                  <a:lnTo>
                    <a:pt x="130164" y="329419"/>
                  </a:lnTo>
                  <a:lnTo>
                    <a:pt x="135352" y="330509"/>
                  </a:lnTo>
                  <a:lnTo>
                    <a:pt x="140571" y="331435"/>
                  </a:lnTo>
                  <a:lnTo>
                    <a:pt x="145817" y="332194"/>
                  </a:lnTo>
                  <a:lnTo>
                    <a:pt x="151085" y="332787"/>
                  </a:lnTo>
                  <a:lnTo>
                    <a:pt x="156368" y="333213"/>
                  </a:lnTo>
                  <a:lnTo>
                    <a:pt x="161663" y="333471"/>
                  </a:lnTo>
                  <a:lnTo>
                    <a:pt x="166963" y="333561"/>
                  </a:lnTo>
                  <a:lnTo>
                    <a:pt x="172263" y="333482"/>
                  </a:lnTo>
                  <a:lnTo>
                    <a:pt x="177558" y="333236"/>
                  </a:lnTo>
                  <a:lnTo>
                    <a:pt x="182843" y="332822"/>
                  </a:lnTo>
                  <a:lnTo>
                    <a:pt x="188112" y="332241"/>
                  </a:lnTo>
                  <a:lnTo>
                    <a:pt x="193359" y="331493"/>
                  </a:lnTo>
                  <a:lnTo>
                    <a:pt x="198581" y="330579"/>
                  </a:lnTo>
                  <a:lnTo>
                    <a:pt x="203771" y="329499"/>
                  </a:lnTo>
                  <a:lnTo>
                    <a:pt x="208924" y="328256"/>
                  </a:lnTo>
                  <a:lnTo>
                    <a:pt x="214035" y="326850"/>
                  </a:lnTo>
                  <a:lnTo>
                    <a:pt x="219098" y="325283"/>
                  </a:lnTo>
                  <a:lnTo>
                    <a:pt x="224110" y="323556"/>
                  </a:lnTo>
                  <a:lnTo>
                    <a:pt x="229064" y="321671"/>
                  </a:lnTo>
                  <a:lnTo>
                    <a:pt x="233956" y="319629"/>
                  </a:lnTo>
                  <a:lnTo>
                    <a:pt x="238781" y="317434"/>
                  </a:lnTo>
                  <a:lnTo>
                    <a:pt x="243534" y="315087"/>
                  </a:lnTo>
                  <a:lnTo>
                    <a:pt x="248210" y="312590"/>
                  </a:lnTo>
                  <a:lnTo>
                    <a:pt x="252804" y="309947"/>
                  </a:lnTo>
                  <a:lnTo>
                    <a:pt x="257313" y="307159"/>
                  </a:lnTo>
                  <a:lnTo>
                    <a:pt x="261731" y="304229"/>
                  </a:lnTo>
                  <a:lnTo>
                    <a:pt x="266053" y="301161"/>
                  </a:lnTo>
                  <a:lnTo>
                    <a:pt x="270276" y="297957"/>
                  </a:lnTo>
                  <a:lnTo>
                    <a:pt x="274396" y="294621"/>
                  </a:lnTo>
                  <a:lnTo>
                    <a:pt x="278407" y="291156"/>
                  </a:lnTo>
                  <a:lnTo>
                    <a:pt x="282307" y="287566"/>
                  </a:lnTo>
                  <a:lnTo>
                    <a:pt x="286091" y="283854"/>
                  </a:lnTo>
                  <a:lnTo>
                    <a:pt x="289756" y="280024"/>
                  </a:lnTo>
                  <a:lnTo>
                    <a:pt x="293297" y="276079"/>
                  </a:lnTo>
                  <a:lnTo>
                    <a:pt x="296711" y="272024"/>
                  </a:lnTo>
                  <a:lnTo>
                    <a:pt x="299995" y="267863"/>
                  </a:lnTo>
                  <a:lnTo>
                    <a:pt x="303145" y="263600"/>
                  </a:lnTo>
                  <a:lnTo>
                    <a:pt x="306159" y="259239"/>
                  </a:lnTo>
                  <a:lnTo>
                    <a:pt x="309033" y="254785"/>
                  </a:lnTo>
                  <a:lnTo>
                    <a:pt x="311764" y="250242"/>
                  </a:lnTo>
                  <a:lnTo>
                    <a:pt x="314350" y="245615"/>
                  </a:lnTo>
                  <a:lnTo>
                    <a:pt x="316787" y="240908"/>
                  </a:lnTo>
                  <a:lnTo>
                    <a:pt x="319075" y="236126"/>
                  </a:lnTo>
                  <a:lnTo>
                    <a:pt x="321209" y="231274"/>
                  </a:lnTo>
                  <a:lnTo>
                    <a:pt x="323189" y="226356"/>
                  </a:lnTo>
                  <a:lnTo>
                    <a:pt x="325012" y="221379"/>
                  </a:lnTo>
                  <a:lnTo>
                    <a:pt x="326676" y="216346"/>
                  </a:lnTo>
                  <a:lnTo>
                    <a:pt x="328179" y="211263"/>
                  </a:lnTo>
                  <a:lnTo>
                    <a:pt x="329521" y="206135"/>
                  </a:lnTo>
                  <a:lnTo>
                    <a:pt x="330699" y="200967"/>
                  </a:lnTo>
                  <a:lnTo>
                    <a:pt x="331713" y="195764"/>
                  </a:lnTo>
                  <a:lnTo>
                    <a:pt x="332562" y="190531"/>
                  </a:lnTo>
                  <a:lnTo>
                    <a:pt x="333244" y="185274"/>
                  </a:lnTo>
                  <a:lnTo>
                    <a:pt x="333759" y="179999"/>
                  </a:lnTo>
                  <a:lnTo>
                    <a:pt x="334106" y="174709"/>
                  </a:lnTo>
                  <a:lnTo>
                    <a:pt x="334286" y="169411"/>
                  </a:lnTo>
                  <a:lnTo>
                    <a:pt x="334298" y="164111"/>
                  </a:lnTo>
                  <a:lnTo>
                    <a:pt x="334141" y="158812"/>
                  </a:lnTo>
                  <a:lnTo>
                    <a:pt x="333817" y="153521"/>
                  </a:lnTo>
                  <a:lnTo>
                    <a:pt x="333325" y="148243"/>
                  </a:lnTo>
                  <a:lnTo>
                    <a:pt x="332666" y="142984"/>
                  </a:lnTo>
                  <a:lnTo>
                    <a:pt x="331841" y="137747"/>
                  </a:lnTo>
                  <a:lnTo>
                    <a:pt x="330850" y="132540"/>
                  </a:lnTo>
                  <a:lnTo>
                    <a:pt x="329694" y="127367"/>
                  </a:lnTo>
                  <a:lnTo>
                    <a:pt x="328375" y="122233"/>
                  </a:lnTo>
                  <a:lnTo>
                    <a:pt x="326894" y="117143"/>
                  </a:lnTo>
                  <a:lnTo>
                    <a:pt x="325252" y="112103"/>
                  </a:lnTo>
                  <a:lnTo>
                    <a:pt x="323451" y="107117"/>
                  </a:lnTo>
                  <a:lnTo>
                    <a:pt x="321493" y="102191"/>
                  </a:lnTo>
                  <a:lnTo>
                    <a:pt x="319380" y="97330"/>
                  </a:lnTo>
                  <a:lnTo>
                    <a:pt x="317114" y="92538"/>
                  </a:lnTo>
                  <a:lnTo>
                    <a:pt x="314697" y="87820"/>
                  </a:lnTo>
                  <a:lnTo>
                    <a:pt x="312131" y="83182"/>
                  </a:lnTo>
                  <a:lnTo>
                    <a:pt x="309420" y="78627"/>
                  </a:lnTo>
                  <a:lnTo>
                    <a:pt x="306566" y="74160"/>
                  </a:lnTo>
                  <a:lnTo>
                    <a:pt x="303572" y="69786"/>
                  </a:lnTo>
                  <a:lnTo>
                    <a:pt x="300440" y="65509"/>
                  </a:lnTo>
                  <a:lnTo>
                    <a:pt x="297174" y="61334"/>
                  </a:lnTo>
                  <a:lnTo>
                    <a:pt x="293778" y="57264"/>
                  </a:lnTo>
                  <a:lnTo>
                    <a:pt x="290254" y="53304"/>
                  </a:lnTo>
                  <a:lnTo>
                    <a:pt x="286607" y="49457"/>
                  </a:lnTo>
                  <a:lnTo>
                    <a:pt x="282839" y="45728"/>
                  </a:lnTo>
                  <a:lnTo>
                    <a:pt x="278955" y="42121"/>
                  </a:lnTo>
                  <a:lnTo>
                    <a:pt x="274959" y="38639"/>
                  </a:lnTo>
                  <a:lnTo>
                    <a:pt x="270854" y="35284"/>
                  </a:lnTo>
                  <a:lnTo>
                    <a:pt x="266645" y="32062"/>
                  </a:lnTo>
                  <a:lnTo>
                    <a:pt x="262336" y="28975"/>
                  </a:lnTo>
                  <a:lnTo>
                    <a:pt x="257931" y="26026"/>
                  </a:lnTo>
                  <a:lnTo>
                    <a:pt x="253435" y="23218"/>
                  </a:lnTo>
                  <a:lnTo>
                    <a:pt x="248853" y="20554"/>
                  </a:lnTo>
                  <a:lnTo>
                    <a:pt x="244188" y="18037"/>
                  </a:lnTo>
                  <a:lnTo>
                    <a:pt x="239445" y="15669"/>
                  </a:lnTo>
                  <a:lnTo>
                    <a:pt x="234630" y="13453"/>
                  </a:lnTo>
                  <a:lnTo>
                    <a:pt x="229747" y="11390"/>
                  </a:lnTo>
                  <a:lnTo>
                    <a:pt x="224801" y="9483"/>
                  </a:lnTo>
                  <a:lnTo>
                    <a:pt x="219797" y="7734"/>
                  </a:lnTo>
                  <a:lnTo>
                    <a:pt x="214740" y="6144"/>
                  </a:lnTo>
                  <a:lnTo>
                    <a:pt x="209636" y="4716"/>
                  </a:lnTo>
                  <a:lnTo>
                    <a:pt x="204488" y="3450"/>
                  </a:lnTo>
                  <a:lnTo>
                    <a:pt x="199303" y="2348"/>
                  </a:lnTo>
                  <a:lnTo>
                    <a:pt x="167146" y="1663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32157" cy="167167"/>
            </a:xfrm>
            <a:custGeom>
              <a:avLst/>
              <a:pathLst>
                <a:path w="32157" h="167167">
                  <a:moveTo>
                    <a:pt x="32157" y="3122"/>
                  </a:moveTo>
                  <a:lnTo>
                    <a:pt x="25783" y="2000"/>
                  </a:lnTo>
                  <a:lnTo>
                    <a:pt x="19371" y="1126"/>
                  </a:lnTo>
                  <a:lnTo>
                    <a:pt x="12930" y="500"/>
                  </a:lnTo>
                  <a:lnTo>
                    <a:pt x="6470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85" y="1322571"/>
              <a:ext cx="167153" cy="330431"/>
            </a:xfrm>
            <a:custGeom>
              <a:avLst/>
              <a:pathLst>
                <a:path w="167153" h="3304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50" y="1350"/>
                  </a:lnTo>
                  <a:lnTo>
                    <a:pt x="140690" y="2107"/>
                  </a:lnTo>
                  <a:lnTo>
                    <a:pt x="135456" y="3032"/>
                  </a:lnTo>
                  <a:lnTo>
                    <a:pt x="130255" y="4123"/>
                  </a:lnTo>
                  <a:lnTo>
                    <a:pt x="125090" y="5378"/>
                  </a:lnTo>
                  <a:lnTo>
                    <a:pt x="119968" y="6797"/>
                  </a:lnTo>
                  <a:lnTo>
                    <a:pt x="114894" y="8378"/>
                  </a:lnTo>
                  <a:lnTo>
                    <a:pt x="109873" y="10119"/>
                  </a:lnTo>
                  <a:lnTo>
                    <a:pt x="104909" y="12020"/>
                  </a:lnTo>
                  <a:lnTo>
                    <a:pt x="100009" y="14077"/>
                  </a:lnTo>
                  <a:lnTo>
                    <a:pt x="95176" y="16289"/>
                  </a:lnTo>
                  <a:lnTo>
                    <a:pt x="90416" y="18653"/>
                  </a:lnTo>
                  <a:lnTo>
                    <a:pt x="85734" y="21167"/>
                  </a:lnTo>
                  <a:lnTo>
                    <a:pt x="81134" y="23829"/>
                  </a:lnTo>
                  <a:lnTo>
                    <a:pt x="76621" y="26636"/>
                  </a:lnTo>
                  <a:lnTo>
                    <a:pt x="72199" y="29585"/>
                  </a:lnTo>
                  <a:lnTo>
                    <a:pt x="67874" y="32673"/>
                  </a:lnTo>
                  <a:lnTo>
                    <a:pt x="63649" y="35897"/>
                  </a:lnTo>
                  <a:lnTo>
                    <a:pt x="59528" y="39254"/>
                  </a:lnTo>
                  <a:lnTo>
                    <a:pt x="55516" y="42740"/>
                  </a:lnTo>
                  <a:lnTo>
                    <a:pt x="51617" y="46351"/>
                  </a:lnTo>
                  <a:lnTo>
                    <a:pt x="47835" y="50085"/>
                  </a:lnTo>
                  <a:lnTo>
                    <a:pt x="44173" y="53937"/>
                  </a:lnTo>
                  <a:lnTo>
                    <a:pt x="40636" y="57904"/>
                  </a:lnTo>
                  <a:lnTo>
                    <a:pt x="37227" y="61981"/>
                  </a:lnTo>
                  <a:lnTo>
                    <a:pt x="33948" y="66165"/>
                  </a:lnTo>
                  <a:lnTo>
                    <a:pt x="30805" y="70450"/>
                  </a:lnTo>
                  <a:lnTo>
                    <a:pt x="27799" y="74833"/>
                  </a:lnTo>
                  <a:lnTo>
                    <a:pt x="24935" y="79310"/>
                  </a:lnTo>
                  <a:lnTo>
                    <a:pt x="22214" y="83875"/>
                  </a:lnTo>
                  <a:lnTo>
                    <a:pt x="19639" y="88525"/>
                  </a:lnTo>
                  <a:lnTo>
                    <a:pt x="17214" y="93254"/>
                  </a:lnTo>
                  <a:lnTo>
                    <a:pt x="14940" y="98058"/>
                  </a:lnTo>
                  <a:lnTo>
                    <a:pt x="12820" y="102931"/>
                  </a:lnTo>
                  <a:lnTo>
                    <a:pt x="10856" y="107870"/>
                  </a:lnTo>
                  <a:lnTo>
                    <a:pt x="9050" y="112868"/>
                  </a:lnTo>
                  <a:lnTo>
                    <a:pt x="7404" y="117922"/>
                  </a:lnTo>
                  <a:lnTo>
                    <a:pt x="5919" y="123025"/>
                  </a:lnTo>
                  <a:lnTo>
                    <a:pt x="4597" y="128173"/>
                  </a:lnTo>
                  <a:lnTo>
                    <a:pt x="3440" y="133360"/>
                  </a:lnTo>
                  <a:lnTo>
                    <a:pt x="2448" y="138581"/>
                  </a:lnTo>
                  <a:lnTo>
                    <a:pt x="1622" y="143831"/>
                  </a:lnTo>
                  <a:lnTo>
                    <a:pt x="964" y="149105"/>
                  </a:lnTo>
                  <a:lnTo>
                    <a:pt x="474" y="154397"/>
                  </a:lnTo>
                  <a:lnTo>
                    <a:pt x="152" y="159702"/>
                  </a:lnTo>
                  <a:lnTo>
                    <a:pt x="0" y="165015"/>
                  </a:lnTo>
                  <a:lnTo>
                    <a:pt x="16" y="170330"/>
                  </a:lnTo>
                  <a:lnTo>
                    <a:pt x="201" y="175641"/>
                  </a:lnTo>
                  <a:lnTo>
                    <a:pt x="554" y="180944"/>
                  </a:lnTo>
                  <a:lnTo>
                    <a:pt x="1077" y="186233"/>
                  </a:lnTo>
                  <a:lnTo>
                    <a:pt x="1767" y="191503"/>
                  </a:lnTo>
                  <a:lnTo>
                    <a:pt x="2624" y="196748"/>
                  </a:lnTo>
                  <a:lnTo>
                    <a:pt x="3647" y="201963"/>
                  </a:lnTo>
                  <a:lnTo>
                    <a:pt x="4836" y="207144"/>
                  </a:lnTo>
                  <a:lnTo>
                    <a:pt x="6189" y="212283"/>
                  </a:lnTo>
                  <a:lnTo>
                    <a:pt x="7704" y="217377"/>
                  </a:lnTo>
                  <a:lnTo>
                    <a:pt x="9381" y="222421"/>
                  </a:lnTo>
                  <a:lnTo>
                    <a:pt x="11217" y="227408"/>
                  </a:lnTo>
                  <a:lnTo>
                    <a:pt x="13211" y="232335"/>
                  </a:lnTo>
                  <a:lnTo>
                    <a:pt x="15361" y="237195"/>
                  </a:lnTo>
                  <a:lnTo>
                    <a:pt x="17663" y="241985"/>
                  </a:lnTo>
                  <a:lnTo>
                    <a:pt x="20117" y="246700"/>
                  </a:lnTo>
                  <a:lnTo>
                    <a:pt x="22720" y="251334"/>
                  </a:lnTo>
                  <a:lnTo>
                    <a:pt x="25469" y="255882"/>
                  </a:lnTo>
                  <a:lnTo>
                    <a:pt x="28360" y="260342"/>
                  </a:lnTo>
                  <a:lnTo>
                    <a:pt x="31392" y="264707"/>
                  </a:lnTo>
                  <a:lnTo>
                    <a:pt x="34562" y="268973"/>
                  </a:lnTo>
                  <a:lnTo>
                    <a:pt x="37865" y="273137"/>
                  </a:lnTo>
                  <a:lnTo>
                    <a:pt x="41299" y="277193"/>
                  </a:lnTo>
                  <a:lnTo>
                    <a:pt x="44860" y="281138"/>
                  </a:lnTo>
                  <a:lnTo>
                    <a:pt x="48545" y="284968"/>
                  </a:lnTo>
                  <a:lnTo>
                    <a:pt x="52350" y="288679"/>
                  </a:lnTo>
                  <a:lnTo>
                    <a:pt x="56271" y="292267"/>
                  </a:lnTo>
                  <a:lnTo>
                    <a:pt x="60303" y="295729"/>
                  </a:lnTo>
                  <a:lnTo>
                    <a:pt x="64444" y="299060"/>
                  </a:lnTo>
                  <a:lnTo>
                    <a:pt x="68689" y="302259"/>
                  </a:lnTo>
                  <a:lnTo>
                    <a:pt x="73033" y="305320"/>
                  </a:lnTo>
                  <a:lnTo>
                    <a:pt x="77472" y="308243"/>
                  </a:lnTo>
                  <a:lnTo>
                    <a:pt x="82002" y="311022"/>
                  </a:lnTo>
                  <a:lnTo>
                    <a:pt x="86618" y="313656"/>
                  </a:lnTo>
                  <a:lnTo>
                    <a:pt x="91316" y="316142"/>
                  </a:lnTo>
                  <a:lnTo>
                    <a:pt x="96090" y="318478"/>
                  </a:lnTo>
                  <a:lnTo>
                    <a:pt x="100936" y="320660"/>
                  </a:lnTo>
                  <a:lnTo>
                    <a:pt x="105849" y="322688"/>
                  </a:lnTo>
                  <a:lnTo>
                    <a:pt x="110824" y="324558"/>
                  </a:lnTo>
                  <a:lnTo>
                    <a:pt x="115855" y="326269"/>
                  </a:lnTo>
                  <a:lnTo>
                    <a:pt x="120939" y="327819"/>
                  </a:lnTo>
                  <a:lnTo>
                    <a:pt x="126069" y="329207"/>
                  </a:lnTo>
                  <a:lnTo>
                    <a:pt x="131241" y="330431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5127" y="1489739"/>
              <a:ext cx="35911" cy="163264"/>
            </a:xfrm>
            <a:custGeom>
              <a:avLst/>
              <a:pathLst>
                <a:path w="35911" h="163264">
                  <a:moveTo>
                    <a:pt x="0" y="163264"/>
                  </a:moveTo>
                  <a:lnTo>
                    <a:pt x="3591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5127" y="1325528"/>
              <a:ext cx="203076" cy="331372"/>
            </a:xfrm>
            <a:custGeom>
              <a:avLst/>
              <a:pathLst>
                <a:path w="203076" h="331372">
                  <a:moveTo>
                    <a:pt x="0" y="327474"/>
                  </a:moveTo>
                  <a:lnTo>
                    <a:pt x="5244" y="328540"/>
                  </a:lnTo>
                  <a:lnTo>
                    <a:pt x="10521" y="329438"/>
                  </a:lnTo>
                  <a:lnTo>
                    <a:pt x="15823" y="330166"/>
                  </a:lnTo>
                  <a:lnTo>
                    <a:pt x="21146" y="330724"/>
                  </a:lnTo>
                  <a:lnTo>
                    <a:pt x="26484" y="331111"/>
                  </a:lnTo>
                  <a:lnTo>
                    <a:pt x="31831" y="331327"/>
                  </a:lnTo>
                  <a:lnTo>
                    <a:pt x="37183" y="331372"/>
                  </a:lnTo>
                  <a:lnTo>
                    <a:pt x="42534" y="331246"/>
                  </a:lnTo>
                  <a:lnTo>
                    <a:pt x="47878" y="330948"/>
                  </a:lnTo>
                  <a:lnTo>
                    <a:pt x="53209" y="330480"/>
                  </a:lnTo>
                  <a:lnTo>
                    <a:pt x="58523" y="329841"/>
                  </a:lnTo>
                  <a:lnTo>
                    <a:pt x="63814" y="329032"/>
                  </a:lnTo>
                  <a:lnTo>
                    <a:pt x="69076" y="328054"/>
                  </a:lnTo>
                  <a:lnTo>
                    <a:pt x="74304" y="326909"/>
                  </a:lnTo>
                  <a:lnTo>
                    <a:pt x="79492" y="325596"/>
                  </a:lnTo>
                  <a:lnTo>
                    <a:pt x="84636" y="324119"/>
                  </a:lnTo>
                  <a:lnTo>
                    <a:pt x="89730" y="322477"/>
                  </a:lnTo>
                  <a:lnTo>
                    <a:pt x="94769" y="320673"/>
                  </a:lnTo>
                  <a:lnTo>
                    <a:pt x="99748" y="318709"/>
                  </a:lnTo>
                  <a:lnTo>
                    <a:pt x="104661" y="316586"/>
                  </a:lnTo>
                  <a:lnTo>
                    <a:pt x="109503" y="314307"/>
                  </a:lnTo>
                  <a:lnTo>
                    <a:pt x="114271" y="311874"/>
                  </a:lnTo>
                  <a:lnTo>
                    <a:pt x="118957" y="309290"/>
                  </a:lnTo>
                  <a:lnTo>
                    <a:pt x="123559" y="306557"/>
                  </a:lnTo>
                  <a:lnTo>
                    <a:pt x="128071" y="303679"/>
                  </a:lnTo>
                  <a:lnTo>
                    <a:pt x="132489" y="300657"/>
                  </a:lnTo>
                  <a:lnTo>
                    <a:pt x="136807" y="297495"/>
                  </a:lnTo>
                  <a:lnTo>
                    <a:pt x="141022" y="294197"/>
                  </a:lnTo>
                  <a:lnTo>
                    <a:pt x="145129" y="290766"/>
                  </a:lnTo>
                  <a:lnTo>
                    <a:pt x="149125" y="287204"/>
                  </a:lnTo>
                  <a:lnTo>
                    <a:pt x="153004" y="283517"/>
                  </a:lnTo>
                  <a:lnTo>
                    <a:pt x="156763" y="279708"/>
                  </a:lnTo>
                  <a:lnTo>
                    <a:pt x="160399" y="275780"/>
                  </a:lnTo>
                  <a:lnTo>
                    <a:pt x="163906" y="271738"/>
                  </a:lnTo>
                  <a:lnTo>
                    <a:pt x="167283" y="267585"/>
                  </a:lnTo>
                  <a:lnTo>
                    <a:pt x="170525" y="263327"/>
                  </a:lnTo>
                  <a:lnTo>
                    <a:pt x="173629" y="258967"/>
                  </a:lnTo>
                  <a:lnTo>
                    <a:pt x="176592" y="254509"/>
                  </a:lnTo>
                  <a:lnTo>
                    <a:pt x="179410" y="249960"/>
                  </a:lnTo>
                  <a:lnTo>
                    <a:pt x="182082" y="245322"/>
                  </a:lnTo>
                  <a:lnTo>
                    <a:pt x="184603" y="240601"/>
                  </a:lnTo>
                  <a:lnTo>
                    <a:pt x="186973" y="235802"/>
                  </a:lnTo>
                  <a:lnTo>
                    <a:pt x="189187" y="230930"/>
                  </a:lnTo>
                  <a:lnTo>
                    <a:pt x="191244" y="225989"/>
                  </a:lnTo>
                  <a:lnTo>
                    <a:pt x="193142" y="220985"/>
                  </a:lnTo>
                  <a:lnTo>
                    <a:pt x="194879" y="215922"/>
                  </a:lnTo>
                  <a:lnTo>
                    <a:pt x="196453" y="210807"/>
                  </a:lnTo>
                  <a:lnTo>
                    <a:pt x="197863" y="205644"/>
                  </a:lnTo>
                  <a:lnTo>
                    <a:pt x="199106" y="200438"/>
                  </a:lnTo>
                  <a:lnTo>
                    <a:pt x="200182" y="195195"/>
                  </a:lnTo>
                  <a:lnTo>
                    <a:pt x="201090" y="189921"/>
                  </a:lnTo>
                  <a:lnTo>
                    <a:pt x="201828" y="184620"/>
                  </a:lnTo>
                  <a:lnTo>
                    <a:pt x="202396" y="179298"/>
                  </a:lnTo>
                  <a:lnTo>
                    <a:pt x="202794" y="173961"/>
                  </a:lnTo>
                  <a:lnTo>
                    <a:pt x="203021" y="168614"/>
                  </a:lnTo>
                  <a:lnTo>
                    <a:pt x="203076" y="163262"/>
                  </a:lnTo>
                  <a:lnTo>
                    <a:pt x="202960" y="157911"/>
                  </a:lnTo>
                  <a:lnTo>
                    <a:pt x="202673" y="152567"/>
                  </a:lnTo>
                  <a:lnTo>
                    <a:pt x="202215" y="147234"/>
                  </a:lnTo>
                  <a:lnTo>
                    <a:pt x="201586" y="141919"/>
                  </a:lnTo>
                  <a:lnTo>
                    <a:pt x="200788" y="136627"/>
                  </a:lnTo>
                  <a:lnTo>
                    <a:pt x="199820" y="131363"/>
                  </a:lnTo>
                  <a:lnTo>
                    <a:pt x="198685" y="126133"/>
                  </a:lnTo>
                  <a:lnTo>
                    <a:pt x="197382" y="120942"/>
                  </a:lnTo>
                  <a:lnTo>
                    <a:pt x="195914" y="115795"/>
                  </a:lnTo>
                  <a:lnTo>
                    <a:pt x="194283" y="110698"/>
                  </a:lnTo>
                  <a:lnTo>
                    <a:pt x="192488" y="105655"/>
                  </a:lnTo>
                  <a:lnTo>
                    <a:pt x="190534" y="100673"/>
                  </a:lnTo>
                  <a:lnTo>
                    <a:pt x="188420" y="95756"/>
                  </a:lnTo>
                  <a:lnTo>
                    <a:pt x="186151" y="90909"/>
                  </a:lnTo>
                  <a:lnTo>
                    <a:pt x="183727" y="86137"/>
                  </a:lnTo>
                  <a:lnTo>
                    <a:pt x="181152" y="81445"/>
                  </a:lnTo>
                  <a:lnTo>
                    <a:pt x="178429" y="76838"/>
                  </a:lnTo>
                  <a:lnTo>
                    <a:pt x="175559" y="72321"/>
                  </a:lnTo>
                  <a:lnTo>
                    <a:pt x="172545" y="67897"/>
                  </a:lnTo>
                  <a:lnTo>
                    <a:pt x="169392" y="63573"/>
                  </a:lnTo>
                  <a:lnTo>
                    <a:pt x="166102" y="59351"/>
                  </a:lnTo>
                  <a:lnTo>
                    <a:pt x="162679" y="55237"/>
                  </a:lnTo>
                  <a:lnTo>
                    <a:pt x="159125" y="51235"/>
                  </a:lnTo>
                  <a:lnTo>
                    <a:pt x="155446" y="47349"/>
                  </a:lnTo>
                  <a:lnTo>
                    <a:pt x="151643" y="43582"/>
                  </a:lnTo>
                  <a:lnTo>
                    <a:pt x="147723" y="39939"/>
                  </a:lnTo>
                  <a:lnTo>
                    <a:pt x="143687" y="36423"/>
                  </a:lnTo>
                  <a:lnTo>
                    <a:pt x="139541" y="33039"/>
                  </a:lnTo>
                  <a:lnTo>
                    <a:pt x="135289" y="29789"/>
                  </a:lnTo>
                  <a:lnTo>
                    <a:pt x="130935" y="26676"/>
                  </a:lnTo>
                  <a:lnTo>
                    <a:pt x="126484" y="23705"/>
                  </a:lnTo>
                  <a:lnTo>
                    <a:pt x="121939" y="20877"/>
                  </a:lnTo>
                  <a:lnTo>
                    <a:pt x="117307" y="18197"/>
                  </a:lnTo>
                  <a:lnTo>
                    <a:pt x="112591" y="15666"/>
                  </a:lnTo>
                  <a:lnTo>
                    <a:pt x="107796" y="13288"/>
                  </a:lnTo>
                  <a:lnTo>
                    <a:pt x="102928" y="11064"/>
                  </a:lnTo>
                  <a:lnTo>
                    <a:pt x="97991" y="8997"/>
                  </a:lnTo>
                  <a:lnTo>
                    <a:pt x="92991" y="7089"/>
                  </a:lnTo>
                  <a:lnTo>
                    <a:pt x="87932" y="5342"/>
                  </a:lnTo>
                  <a:lnTo>
                    <a:pt x="82820" y="3759"/>
                  </a:lnTo>
                  <a:lnTo>
                    <a:pt x="77659" y="2339"/>
                  </a:lnTo>
                  <a:lnTo>
                    <a:pt x="72456" y="1086"/>
                  </a:lnTo>
                  <a:lnTo>
                    <a:pt x="67215" y="0"/>
                  </a:lnTo>
                  <a:lnTo>
                    <a:pt x="35911" y="1642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31304" cy="167167"/>
            </a:xfrm>
            <a:custGeom>
              <a:avLst/>
              <a:pathLst>
                <a:path w="31304" h="167167">
                  <a:moveTo>
                    <a:pt x="31304" y="2957"/>
                  </a:moveTo>
                  <a:lnTo>
                    <a:pt x="23538" y="1665"/>
                  </a:lnTo>
                  <a:lnTo>
                    <a:pt x="15721" y="740"/>
                  </a:lnTo>
                  <a:lnTo>
                    <a:pt x="7869" y="1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2" y="1071028"/>
              <a:ext cx="167166" cy="306717"/>
            </a:xfrm>
            <a:custGeom>
              <a:avLst/>
              <a:pathLst>
                <a:path w="167166" h="306717">
                  <a:moveTo>
                    <a:pt x="167166" y="0"/>
                  </a:moveTo>
                  <a:lnTo>
                    <a:pt x="161820" y="85"/>
                  </a:lnTo>
                  <a:lnTo>
                    <a:pt x="156480" y="341"/>
                  </a:lnTo>
                  <a:lnTo>
                    <a:pt x="151151" y="768"/>
                  </a:lnTo>
                  <a:lnTo>
                    <a:pt x="145839" y="1366"/>
                  </a:lnTo>
                  <a:lnTo>
                    <a:pt x="140548" y="2132"/>
                  </a:lnTo>
                  <a:lnTo>
                    <a:pt x="135284" y="3068"/>
                  </a:lnTo>
                  <a:lnTo>
                    <a:pt x="130053" y="4171"/>
                  </a:lnTo>
                  <a:lnTo>
                    <a:pt x="124860" y="5441"/>
                  </a:lnTo>
                  <a:lnTo>
                    <a:pt x="119711" y="6877"/>
                  </a:lnTo>
                  <a:lnTo>
                    <a:pt x="114609" y="8476"/>
                  </a:lnTo>
                  <a:lnTo>
                    <a:pt x="109562" y="10238"/>
                  </a:lnTo>
                  <a:lnTo>
                    <a:pt x="104573" y="12160"/>
                  </a:lnTo>
                  <a:lnTo>
                    <a:pt x="99649" y="14241"/>
                  </a:lnTo>
                  <a:lnTo>
                    <a:pt x="94793" y="16478"/>
                  </a:lnTo>
                  <a:lnTo>
                    <a:pt x="90012" y="18869"/>
                  </a:lnTo>
                  <a:lnTo>
                    <a:pt x="85309" y="21412"/>
                  </a:lnTo>
                  <a:lnTo>
                    <a:pt x="80690" y="24104"/>
                  </a:lnTo>
                  <a:lnTo>
                    <a:pt x="76160" y="26943"/>
                  </a:lnTo>
                  <a:lnTo>
                    <a:pt x="71723" y="29924"/>
                  </a:lnTo>
                  <a:lnTo>
                    <a:pt x="67383" y="33046"/>
                  </a:lnTo>
                  <a:lnTo>
                    <a:pt x="63145" y="36306"/>
                  </a:lnTo>
                  <a:lnTo>
                    <a:pt x="59014" y="39699"/>
                  </a:lnTo>
                  <a:lnTo>
                    <a:pt x="54993" y="43222"/>
                  </a:lnTo>
                  <a:lnTo>
                    <a:pt x="51087" y="46873"/>
                  </a:lnTo>
                  <a:lnTo>
                    <a:pt x="47300" y="50646"/>
                  </a:lnTo>
                  <a:lnTo>
                    <a:pt x="43635" y="54538"/>
                  </a:lnTo>
                  <a:lnTo>
                    <a:pt x="40097" y="58546"/>
                  </a:lnTo>
                  <a:lnTo>
                    <a:pt x="36689" y="62665"/>
                  </a:lnTo>
                  <a:lnTo>
                    <a:pt x="33414" y="66890"/>
                  </a:lnTo>
                  <a:lnTo>
                    <a:pt x="30276" y="71219"/>
                  </a:lnTo>
                  <a:lnTo>
                    <a:pt x="27278" y="75645"/>
                  </a:lnTo>
                  <a:lnTo>
                    <a:pt x="24423" y="80165"/>
                  </a:lnTo>
                  <a:lnTo>
                    <a:pt x="21714" y="84774"/>
                  </a:lnTo>
                  <a:lnTo>
                    <a:pt x="19153" y="89467"/>
                  </a:lnTo>
                  <a:lnTo>
                    <a:pt x="16745" y="94239"/>
                  </a:lnTo>
                  <a:lnTo>
                    <a:pt x="14490" y="99087"/>
                  </a:lnTo>
                  <a:lnTo>
                    <a:pt x="12391" y="104004"/>
                  </a:lnTo>
                  <a:lnTo>
                    <a:pt x="10450" y="108985"/>
                  </a:lnTo>
                  <a:lnTo>
                    <a:pt x="8670" y="114026"/>
                  </a:lnTo>
                  <a:lnTo>
                    <a:pt x="7052" y="119121"/>
                  </a:lnTo>
                  <a:lnTo>
                    <a:pt x="5597" y="124266"/>
                  </a:lnTo>
                  <a:lnTo>
                    <a:pt x="4308" y="129454"/>
                  </a:lnTo>
                  <a:lnTo>
                    <a:pt x="3185" y="134681"/>
                  </a:lnTo>
                  <a:lnTo>
                    <a:pt x="2230" y="139941"/>
                  </a:lnTo>
                  <a:lnTo>
                    <a:pt x="1444" y="145229"/>
                  </a:lnTo>
                  <a:lnTo>
                    <a:pt x="827" y="150539"/>
                  </a:lnTo>
                  <a:lnTo>
                    <a:pt x="381" y="155867"/>
                  </a:lnTo>
                  <a:lnTo>
                    <a:pt x="105" y="161206"/>
                  </a:lnTo>
                  <a:lnTo>
                    <a:pt x="0" y="166551"/>
                  </a:lnTo>
                  <a:lnTo>
                    <a:pt x="65" y="171897"/>
                  </a:lnTo>
                  <a:lnTo>
                    <a:pt x="302" y="177237"/>
                  </a:lnTo>
                  <a:lnTo>
                    <a:pt x="709" y="182568"/>
                  </a:lnTo>
                  <a:lnTo>
                    <a:pt x="1287" y="187883"/>
                  </a:lnTo>
                  <a:lnTo>
                    <a:pt x="2034" y="193176"/>
                  </a:lnTo>
                  <a:lnTo>
                    <a:pt x="2950" y="198443"/>
                  </a:lnTo>
                  <a:lnTo>
                    <a:pt x="4034" y="203678"/>
                  </a:lnTo>
                  <a:lnTo>
                    <a:pt x="5285" y="208876"/>
                  </a:lnTo>
                  <a:lnTo>
                    <a:pt x="6702" y="214031"/>
                  </a:lnTo>
                  <a:lnTo>
                    <a:pt x="8282" y="219138"/>
                  </a:lnTo>
                  <a:lnTo>
                    <a:pt x="10025" y="224192"/>
                  </a:lnTo>
                  <a:lnTo>
                    <a:pt x="11929" y="229188"/>
                  </a:lnTo>
                  <a:lnTo>
                    <a:pt x="13992" y="234120"/>
                  </a:lnTo>
                  <a:lnTo>
                    <a:pt x="16211" y="238984"/>
                  </a:lnTo>
                  <a:lnTo>
                    <a:pt x="18585" y="243774"/>
                  </a:lnTo>
                  <a:lnTo>
                    <a:pt x="21110" y="248486"/>
                  </a:lnTo>
                  <a:lnTo>
                    <a:pt x="23785" y="253115"/>
                  </a:lnTo>
                  <a:lnTo>
                    <a:pt x="26607" y="257655"/>
                  </a:lnTo>
                  <a:lnTo>
                    <a:pt x="29572" y="262104"/>
                  </a:lnTo>
                  <a:lnTo>
                    <a:pt x="32678" y="266455"/>
                  </a:lnTo>
                  <a:lnTo>
                    <a:pt x="35922" y="270705"/>
                  </a:lnTo>
                  <a:lnTo>
                    <a:pt x="39300" y="274848"/>
                  </a:lnTo>
                  <a:lnTo>
                    <a:pt x="42809" y="278882"/>
                  </a:lnTo>
                  <a:lnTo>
                    <a:pt x="46444" y="282801"/>
                  </a:lnTo>
                  <a:lnTo>
                    <a:pt x="50204" y="286602"/>
                  </a:lnTo>
                  <a:lnTo>
                    <a:pt x="54083" y="290281"/>
                  </a:lnTo>
                  <a:lnTo>
                    <a:pt x="58077" y="293834"/>
                  </a:lnTo>
                  <a:lnTo>
                    <a:pt x="62183" y="297258"/>
                  </a:lnTo>
                  <a:lnTo>
                    <a:pt x="66397" y="300548"/>
                  </a:lnTo>
                  <a:lnTo>
                    <a:pt x="70714" y="303702"/>
                  </a:lnTo>
                  <a:lnTo>
                    <a:pt x="75129" y="30671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53221" y="1238196"/>
              <a:ext cx="92037" cy="139549"/>
            </a:xfrm>
            <a:custGeom>
              <a:avLst/>
              <a:pathLst>
                <a:path w="92037" h="139549">
                  <a:moveTo>
                    <a:pt x="0" y="139549"/>
                  </a:moveTo>
                  <a:lnTo>
                    <a:pt x="920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53221" y="1118601"/>
              <a:ext cx="259202" cy="286759"/>
            </a:xfrm>
            <a:custGeom>
              <a:avLst/>
              <a:pathLst>
                <a:path w="259202" h="286759">
                  <a:moveTo>
                    <a:pt x="0" y="259144"/>
                  </a:moveTo>
                  <a:lnTo>
                    <a:pt x="4522" y="262024"/>
                  </a:lnTo>
                  <a:lnTo>
                    <a:pt x="9135" y="264758"/>
                  </a:lnTo>
                  <a:lnTo>
                    <a:pt x="13834" y="267342"/>
                  </a:lnTo>
                  <a:lnTo>
                    <a:pt x="18612" y="269774"/>
                  </a:lnTo>
                  <a:lnTo>
                    <a:pt x="23466" y="272052"/>
                  </a:lnTo>
                  <a:lnTo>
                    <a:pt x="28391" y="274172"/>
                  </a:lnTo>
                  <a:lnTo>
                    <a:pt x="33381" y="276134"/>
                  </a:lnTo>
                  <a:lnTo>
                    <a:pt x="38432" y="277935"/>
                  </a:lnTo>
                  <a:lnTo>
                    <a:pt x="43538" y="279572"/>
                  </a:lnTo>
                  <a:lnTo>
                    <a:pt x="48693" y="281045"/>
                  </a:lnTo>
                  <a:lnTo>
                    <a:pt x="53894" y="282352"/>
                  </a:lnTo>
                  <a:lnTo>
                    <a:pt x="59133" y="283492"/>
                  </a:lnTo>
                  <a:lnTo>
                    <a:pt x="64406" y="284463"/>
                  </a:lnTo>
                  <a:lnTo>
                    <a:pt x="69708" y="285264"/>
                  </a:lnTo>
                  <a:lnTo>
                    <a:pt x="75033" y="285895"/>
                  </a:lnTo>
                  <a:lnTo>
                    <a:pt x="80375" y="286355"/>
                  </a:lnTo>
                  <a:lnTo>
                    <a:pt x="85729" y="286643"/>
                  </a:lnTo>
                  <a:lnTo>
                    <a:pt x="91090" y="286759"/>
                  </a:lnTo>
                  <a:lnTo>
                    <a:pt x="96452" y="286704"/>
                  </a:lnTo>
                  <a:lnTo>
                    <a:pt x="101809" y="286476"/>
                  </a:lnTo>
                  <a:lnTo>
                    <a:pt x="107156" y="286077"/>
                  </a:lnTo>
                  <a:lnTo>
                    <a:pt x="112488" y="285506"/>
                  </a:lnTo>
                  <a:lnTo>
                    <a:pt x="117798" y="284765"/>
                  </a:lnTo>
                  <a:lnTo>
                    <a:pt x="123082" y="283854"/>
                  </a:lnTo>
                  <a:lnTo>
                    <a:pt x="128334" y="282774"/>
                  </a:lnTo>
                  <a:lnTo>
                    <a:pt x="133549" y="281526"/>
                  </a:lnTo>
                  <a:lnTo>
                    <a:pt x="138721" y="280111"/>
                  </a:lnTo>
                  <a:lnTo>
                    <a:pt x="143845" y="278531"/>
                  </a:lnTo>
                  <a:lnTo>
                    <a:pt x="148915" y="276788"/>
                  </a:lnTo>
                  <a:lnTo>
                    <a:pt x="153928" y="274883"/>
                  </a:lnTo>
                  <a:lnTo>
                    <a:pt x="158876" y="272818"/>
                  </a:lnTo>
                  <a:lnTo>
                    <a:pt x="163756" y="270596"/>
                  </a:lnTo>
                  <a:lnTo>
                    <a:pt x="168562" y="268218"/>
                  </a:lnTo>
                  <a:lnTo>
                    <a:pt x="173289" y="265687"/>
                  </a:lnTo>
                  <a:lnTo>
                    <a:pt x="177932" y="263006"/>
                  </a:lnTo>
                  <a:lnTo>
                    <a:pt x="182488" y="260178"/>
                  </a:lnTo>
                  <a:lnTo>
                    <a:pt x="186950" y="257204"/>
                  </a:lnTo>
                  <a:lnTo>
                    <a:pt x="191314" y="254090"/>
                  </a:lnTo>
                  <a:lnTo>
                    <a:pt x="195577" y="250837"/>
                  </a:lnTo>
                  <a:lnTo>
                    <a:pt x="199732" y="247448"/>
                  </a:lnTo>
                  <a:lnTo>
                    <a:pt x="203777" y="243929"/>
                  </a:lnTo>
                  <a:lnTo>
                    <a:pt x="207708" y="240281"/>
                  </a:lnTo>
                  <a:lnTo>
                    <a:pt x="211519" y="236509"/>
                  </a:lnTo>
                  <a:lnTo>
                    <a:pt x="215207" y="232617"/>
                  </a:lnTo>
                  <a:lnTo>
                    <a:pt x="218768" y="228609"/>
                  </a:lnTo>
                  <a:lnTo>
                    <a:pt x="222199" y="224488"/>
                  </a:lnTo>
                  <a:lnTo>
                    <a:pt x="225496" y="220260"/>
                  </a:lnTo>
                  <a:lnTo>
                    <a:pt x="228656" y="215928"/>
                  </a:lnTo>
                  <a:lnTo>
                    <a:pt x="231675" y="211497"/>
                  </a:lnTo>
                  <a:lnTo>
                    <a:pt x="234551" y="206971"/>
                  </a:lnTo>
                  <a:lnTo>
                    <a:pt x="237280" y="202355"/>
                  </a:lnTo>
                  <a:lnTo>
                    <a:pt x="239859" y="197655"/>
                  </a:lnTo>
                  <a:lnTo>
                    <a:pt x="242287" y="192874"/>
                  </a:lnTo>
                  <a:lnTo>
                    <a:pt x="244560" y="188017"/>
                  </a:lnTo>
                  <a:lnTo>
                    <a:pt x="246676" y="183090"/>
                  </a:lnTo>
                  <a:lnTo>
                    <a:pt x="248632" y="178098"/>
                  </a:lnTo>
                  <a:lnTo>
                    <a:pt x="250428" y="173046"/>
                  </a:lnTo>
                  <a:lnTo>
                    <a:pt x="252061" y="167939"/>
                  </a:lnTo>
                  <a:lnTo>
                    <a:pt x="253529" y="162781"/>
                  </a:lnTo>
                  <a:lnTo>
                    <a:pt x="254831" y="157580"/>
                  </a:lnTo>
                  <a:lnTo>
                    <a:pt x="255966" y="152339"/>
                  </a:lnTo>
                  <a:lnTo>
                    <a:pt x="256931" y="147065"/>
                  </a:lnTo>
                  <a:lnTo>
                    <a:pt x="257728" y="141763"/>
                  </a:lnTo>
                  <a:lnTo>
                    <a:pt x="258353" y="136437"/>
                  </a:lnTo>
                  <a:lnTo>
                    <a:pt x="258808" y="131095"/>
                  </a:lnTo>
                  <a:lnTo>
                    <a:pt x="259091" y="125740"/>
                  </a:lnTo>
                  <a:lnTo>
                    <a:pt x="259202" y="120379"/>
                  </a:lnTo>
                  <a:lnTo>
                    <a:pt x="259141" y="115018"/>
                  </a:lnTo>
                  <a:lnTo>
                    <a:pt x="258909" y="109661"/>
                  </a:lnTo>
                  <a:lnTo>
                    <a:pt x="258504" y="104314"/>
                  </a:lnTo>
                  <a:lnTo>
                    <a:pt x="257928" y="98983"/>
                  </a:lnTo>
                  <a:lnTo>
                    <a:pt x="257182" y="93673"/>
                  </a:lnTo>
                  <a:lnTo>
                    <a:pt x="256266" y="88390"/>
                  </a:lnTo>
                  <a:lnTo>
                    <a:pt x="255180" y="83139"/>
                  </a:lnTo>
                  <a:lnTo>
                    <a:pt x="253927" y="77926"/>
                  </a:lnTo>
                  <a:lnTo>
                    <a:pt x="252508" y="72755"/>
                  </a:lnTo>
                  <a:lnTo>
                    <a:pt x="250923" y="67633"/>
                  </a:lnTo>
                  <a:lnTo>
                    <a:pt x="249175" y="62564"/>
                  </a:lnTo>
                  <a:lnTo>
                    <a:pt x="247265" y="57553"/>
                  </a:lnTo>
                  <a:lnTo>
                    <a:pt x="245195" y="52607"/>
                  </a:lnTo>
                  <a:lnTo>
                    <a:pt x="242968" y="47729"/>
                  </a:lnTo>
                  <a:lnTo>
                    <a:pt x="240586" y="42926"/>
                  </a:lnTo>
                  <a:lnTo>
                    <a:pt x="238050" y="38201"/>
                  </a:lnTo>
                  <a:lnTo>
                    <a:pt x="235365" y="33560"/>
                  </a:lnTo>
                  <a:lnTo>
                    <a:pt x="232532" y="29008"/>
                  </a:lnTo>
                  <a:lnTo>
                    <a:pt x="229554" y="24548"/>
                  </a:lnTo>
                  <a:lnTo>
                    <a:pt x="226435" y="20187"/>
                  </a:lnTo>
                  <a:lnTo>
                    <a:pt x="223178" y="15928"/>
                  </a:lnTo>
                  <a:lnTo>
                    <a:pt x="219786" y="11775"/>
                  </a:lnTo>
                  <a:lnTo>
                    <a:pt x="216262" y="7733"/>
                  </a:lnTo>
                  <a:lnTo>
                    <a:pt x="212611" y="3807"/>
                  </a:lnTo>
                  <a:lnTo>
                    <a:pt x="208835" y="0"/>
                  </a:lnTo>
                  <a:lnTo>
                    <a:pt x="92037" y="1195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16798" cy="167167"/>
            </a:xfrm>
            <a:custGeom>
              <a:avLst/>
              <a:pathLst>
                <a:path w="116798" h="167167">
                  <a:moveTo>
                    <a:pt x="116798" y="47572"/>
                  </a:moveTo>
                  <a:lnTo>
                    <a:pt x="112711" y="43712"/>
                  </a:lnTo>
                  <a:lnTo>
                    <a:pt x="108495" y="39991"/>
                  </a:lnTo>
                  <a:lnTo>
                    <a:pt x="104157" y="36415"/>
                  </a:lnTo>
                  <a:lnTo>
                    <a:pt x="99702" y="32986"/>
                  </a:lnTo>
                  <a:lnTo>
                    <a:pt x="95133" y="29710"/>
                  </a:lnTo>
                  <a:lnTo>
                    <a:pt x="90457" y="26588"/>
                  </a:lnTo>
                  <a:lnTo>
                    <a:pt x="85679" y="23626"/>
                  </a:lnTo>
                  <a:lnTo>
                    <a:pt x="80803" y="20826"/>
                  </a:lnTo>
                  <a:lnTo>
                    <a:pt x="75837" y="18192"/>
                  </a:lnTo>
                  <a:lnTo>
                    <a:pt x="70784" y="15726"/>
                  </a:lnTo>
                  <a:lnTo>
                    <a:pt x="65652" y="13431"/>
                  </a:lnTo>
                  <a:lnTo>
                    <a:pt x="60445" y="11310"/>
                  </a:lnTo>
                  <a:lnTo>
                    <a:pt x="55170" y="9366"/>
                  </a:lnTo>
                  <a:lnTo>
                    <a:pt x="49832" y="7600"/>
                  </a:lnTo>
                  <a:lnTo>
                    <a:pt x="44438" y="6014"/>
                  </a:lnTo>
                  <a:lnTo>
                    <a:pt x="38994" y="4611"/>
                  </a:lnTo>
                  <a:lnTo>
                    <a:pt x="33505" y="3392"/>
                  </a:lnTo>
                  <a:lnTo>
                    <a:pt x="27979" y="2358"/>
                  </a:lnTo>
                  <a:lnTo>
                    <a:pt x="22421" y="1510"/>
                  </a:lnTo>
                  <a:lnTo>
                    <a:pt x="16838" y="850"/>
                  </a:lnTo>
                  <a:lnTo>
                    <a:pt x="11236" y="378"/>
                  </a:lnTo>
                  <a:lnTo>
                    <a:pt x="5621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7644" y="941493"/>
              <a:ext cx="85899" cy="167167"/>
            </a:xfrm>
            <a:custGeom>
              <a:avLst/>
              <a:pathLst>
                <a:path w="85899" h="167167">
                  <a:moveTo>
                    <a:pt x="85899" y="0"/>
                  </a:moveTo>
                  <a:lnTo>
                    <a:pt x="80262" y="95"/>
                  </a:lnTo>
                  <a:lnTo>
                    <a:pt x="74631" y="380"/>
                  </a:lnTo>
                  <a:lnTo>
                    <a:pt x="69012" y="855"/>
                  </a:lnTo>
                  <a:lnTo>
                    <a:pt x="63414" y="1519"/>
                  </a:lnTo>
                  <a:lnTo>
                    <a:pt x="57840" y="2371"/>
                  </a:lnTo>
                  <a:lnTo>
                    <a:pt x="52299" y="3411"/>
                  </a:lnTo>
                  <a:lnTo>
                    <a:pt x="46795" y="4637"/>
                  </a:lnTo>
                  <a:lnTo>
                    <a:pt x="41337" y="6048"/>
                  </a:lnTo>
                  <a:lnTo>
                    <a:pt x="35929" y="7643"/>
                  </a:lnTo>
                  <a:lnTo>
                    <a:pt x="30577" y="9419"/>
                  </a:lnTo>
                  <a:lnTo>
                    <a:pt x="25289" y="11374"/>
                  </a:lnTo>
                  <a:lnTo>
                    <a:pt x="20070" y="13507"/>
                  </a:lnTo>
                  <a:lnTo>
                    <a:pt x="14925" y="15814"/>
                  </a:lnTo>
                  <a:lnTo>
                    <a:pt x="9862" y="18294"/>
                  </a:lnTo>
                  <a:lnTo>
                    <a:pt x="4885" y="20942"/>
                  </a:lnTo>
                  <a:lnTo>
                    <a:pt x="0" y="23758"/>
                  </a:lnTo>
                  <a:lnTo>
                    <a:pt x="8589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7644" y="965251"/>
              <a:ext cx="85899" cy="143409"/>
            </a:xfrm>
            <a:custGeom>
              <a:avLst/>
              <a:pathLst>
                <a:path w="85899" h="143409">
                  <a:moveTo>
                    <a:pt x="0" y="0"/>
                  </a:moveTo>
                  <a:lnTo>
                    <a:pt x="85899" y="1434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94" y="950213"/>
              <a:ext cx="334307" cy="325614"/>
            </a:xfrm>
            <a:custGeom>
              <a:avLst/>
              <a:pathLst>
                <a:path w="334307" h="325614">
                  <a:moveTo>
                    <a:pt x="81249" y="15038"/>
                  </a:moveTo>
                  <a:lnTo>
                    <a:pt x="76749" y="17832"/>
                  </a:lnTo>
                  <a:lnTo>
                    <a:pt x="72339" y="20767"/>
                  </a:lnTo>
                  <a:lnTo>
                    <a:pt x="68024" y="23840"/>
                  </a:lnTo>
                  <a:lnTo>
                    <a:pt x="63808" y="27048"/>
                  </a:lnTo>
                  <a:lnTo>
                    <a:pt x="59697" y="30389"/>
                  </a:lnTo>
                  <a:lnTo>
                    <a:pt x="55693" y="33858"/>
                  </a:lnTo>
                  <a:lnTo>
                    <a:pt x="51802" y="37452"/>
                  </a:lnTo>
                  <a:lnTo>
                    <a:pt x="48026" y="41167"/>
                  </a:lnTo>
                  <a:lnTo>
                    <a:pt x="44369" y="45001"/>
                  </a:lnTo>
                  <a:lnTo>
                    <a:pt x="40836" y="48948"/>
                  </a:lnTo>
                  <a:lnTo>
                    <a:pt x="37430" y="53005"/>
                  </a:lnTo>
                  <a:lnTo>
                    <a:pt x="34155" y="57168"/>
                  </a:lnTo>
                  <a:lnTo>
                    <a:pt x="31012" y="61433"/>
                  </a:lnTo>
                  <a:lnTo>
                    <a:pt x="28007" y="65795"/>
                  </a:lnTo>
                  <a:lnTo>
                    <a:pt x="25141" y="70251"/>
                  </a:lnTo>
                  <a:lnTo>
                    <a:pt x="22418" y="74794"/>
                  </a:lnTo>
                  <a:lnTo>
                    <a:pt x="19840" y="79422"/>
                  </a:lnTo>
                  <a:lnTo>
                    <a:pt x="17410" y="84130"/>
                  </a:lnTo>
                  <a:lnTo>
                    <a:pt x="15130" y="88911"/>
                  </a:lnTo>
                  <a:lnTo>
                    <a:pt x="13003" y="93763"/>
                  </a:lnTo>
                  <a:lnTo>
                    <a:pt x="11031" y="98680"/>
                  </a:lnTo>
                  <a:lnTo>
                    <a:pt x="9216" y="103656"/>
                  </a:lnTo>
                  <a:lnTo>
                    <a:pt x="7559" y="108688"/>
                  </a:lnTo>
                  <a:lnTo>
                    <a:pt x="6062" y="113770"/>
                  </a:lnTo>
                  <a:lnTo>
                    <a:pt x="4728" y="118896"/>
                  </a:lnTo>
                  <a:lnTo>
                    <a:pt x="3556" y="124063"/>
                  </a:lnTo>
                  <a:lnTo>
                    <a:pt x="2549" y="129263"/>
                  </a:lnTo>
                  <a:lnTo>
                    <a:pt x="1707" y="134493"/>
                  </a:lnTo>
                  <a:lnTo>
                    <a:pt x="1031" y="139747"/>
                  </a:lnTo>
                  <a:lnTo>
                    <a:pt x="522" y="145020"/>
                  </a:lnTo>
                  <a:lnTo>
                    <a:pt x="180" y="150307"/>
                  </a:lnTo>
                  <a:lnTo>
                    <a:pt x="6" y="155601"/>
                  </a:lnTo>
                  <a:lnTo>
                    <a:pt x="0" y="160899"/>
                  </a:lnTo>
                  <a:lnTo>
                    <a:pt x="161" y="166194"/>
                  </a:lnTo>
                  <a:lnTo>
                    <a:pt x="490" y="171481"/>
                  </a:lnTo>
                  <a:lnTo>
                    <a:pt x="987" y="176755"/>
                  </a:lnTo>
                  <a:lnTo>
                    <a:pt x="1651" y="182011"/>
                  </a:lnTo>
                  <a:lnTo>
                    <a:pt x="2480" y="187243"/>
                  </a:lnTo>
                  <a:lnTo>
                    <a:pt x="3475" y="192446"/>
                  </a:lnTo>
                  <a:lnTo>
                    <a:pt x="4635" y="197615"/>
                  </a:lnTo>
                  <a:lnTo>
                    <a:pt x="5957" y="202745"/>
                  </a:lnTo>
                  <a:lnTo>
                    <a:pt x="7442" y="207830"/>
                  </a:lnTo>
                  <a:lnTo>
                    <a:pt x="9087" y="212865"/>
                  </a:lnTo>
                  <a:lnTo>
                    <a:pt x="10890" y="217846"/>
                  </a:lnTo>
                  <a:lnTo>
                    <a:pt x="12851" y="222767"/>
                  </a:lnTo>
                  <a:lnTo>
                    <a:pt x="14966" y="227624"/>
                  </a:lnTo>
                  <a:lnTo>
                    <a:pt x="17235" y="232411"/>
                  </a:lnTo>
                  <a:lnTo>
                    <a:pt x="19654" y="237124"/>
                  </a:lnTo>
                  <a:lnTo>
                    <a:pt x="22221" y="241758"/>
                  </a:lnTo>
                  <a:lnTo>
                    <a:pt x="24933" y="246309"/>
                  </a:lnTo>
                  <a:lnTo>
                    <a:pt x="27788" y="250771"/>
                  </a:lnTo>
                  <a:lnTo>
                    <a:pt x="30784" y="255140"/>
                  </a:lnTo>
                  <a:lnTo>
                    <a:pt x="33916" y="259412"/>
                  </a:lnTo>
                  <a:lnTo>
                    <a:pt x="37182" y="263583"/>
                  </a:lnTo>
                  <a:lnTo>
                    <a:pt x="40578" y="267648"/>
                  </a:lnTo>
                  <a:lnTo>
                    <a:pt x="44102" y="271604"/>
                  </a:lnTo>
                  <a:lnTo>
                    <a:pt x="47749" y="275446"/>
                  </a:lnTo>
                  <a:lnTo>
                    <a:pt x="51516" y="279170"/>
                  </a:lnTo>
                  <a:lnTo>
                    <a:pt x="55400" y="282774"/>
                  </a:lnTo>
                  <a:lnTo>
                    <a:pt x="59395" y="286252"/>
                  </a:lnTo>
                  <a:lnTo>
                    <a:pt x="63499" y="289602"/>
                  </a:lnTo>
                  <a:lnTo>
                    <a:pt x="67706" y="292820"/>
                  </a:lnTo>
                  <a:lnTo>
                    <a:pt x="72014" y="295904"/>
                  </a:lnTo>
                  <a:lnTo>
                    <a:pt x="76417" y="298849"/>
                  </a:lnTo>
                  <a:lnTo>
                    <a:pt x="80911" y="301653"/>
                  </a:lnTo>
                  <a:lnTo>
                    <a:pt x="85492" y="304314"/>
                  </a:lnTo>
                  <a:lnTo>
                    <a:pt x="90155" y="306828"/>
                  </a:lnTo>
                  <a:lnTo>
                    <a:pt x="94895" y="309193"/>
                  </a:lnTo>
                  <a:lnTo>
                    <a:pt x="99708" y="311407"/>
                  </a:lnTo>
                  <a:lnTo>
                    <a:pt x="104588" y="313467"/>
                  </a:lnTo>
                  <a:lnTo>
                    <a:pt x="109532" y="315371"/>
                  </a:lnTo>
                  <a:lnTo>
                    <a:pt x="114533" y="317118"/>
                  </a:lnTo>
                  <a:lnTo>
                    <a:pt x="119587" y="318706"/>
                  </a:lnTo>
                  <a:lnTo>
                    <a:pt x="124688" y="320132"/>
                  </a:lnTo>
                  <a:lnTo>
                    <a:pt x="129833" y="321396"/>
                  </a:lnTo>
                  <a:lnTo>
                    <a:pt x="135015" y="322497"/>
                  </a:lnTo>
                  <a:lnTo>
                    <a:pt x="140229" y="323433"/>
                  </a:lnTo>
                  <a:lnTo>
                    <a:pt x="145470" y="324203"/>
                  </a:lnTo>
                  <a:lnTo>
                    <a:pt x="150733" y="324807"/>
                  </a:lnTo>
                  <a:lnTo>
                    <a:pt x="156012" y="325243"/>
                  </a:lnTo>
                  <a:lnTo>
                    <a:pt x="161303" y="325512"/>
                  </a:lnTo>
                  <a:lnTo>
                    <a:pt x="166599" y="325614"/>
                  </a:lnTo>
                  <a:lnTo>
                    <a:pt x="171896" y="325547"/>
                  </a:lnTo>
                  <a:lnTo>
                    <a:pt x="177189" y="325313"/>
                  </a:lnTo>
                  <a:lnTo>
                    <a:pt x="182471" y="324911"/>
                  </a:lnTo>
                  <a:lnTo>
                    <a:pt x="187737" y="324342"/>
                  </a:lnTo>
                  <a:lnTo>
                    <a:pt x="192984" y="323606"/>
                  </a:lnTo>
                  <a:lnTo>
                    <a:pt x="198204" y="322705"/>
                  </a:lnTo>
                  <a:lnTo>
                    <a:pt x="203393" y="321638"/>
                  </a:lnTo>
                  <a:lnTo>
                    <a:pt x="208545" y="320408"/>
                  </a:lnTo>
                  <a:lnTo>
                    <a:pt x="213656" y="319015"/>
                  </a:lnTo>
                  <a:lnTo>
                    <a:pt x="218721" y="317461"/>
                  </a:lnTo>
                  <a:lnTo>
                    <a:pt x="223733" y="315747"/>
                  </a:lnTo>
                  <a:lnTo>
                    <a:pt x="228689" y="313875"/>
                  </a:lnTo>
                  <a:lnTo>
                    <a:pt x="233583" y="311847"/>
                  </a:lnTo>
                  <a:lnTo>
                    <a:pt x="238410" y="309665"/>
                  </a:lnTo>
                  <a:lnTo>
                    <a:pt x="243165" y="307331"/>
                  </a:lnTo>
                  <a:lnTo>
                    <a:pt x="247845" y="304848"/>
                  </a:lnTo>
                  <a:lnTo>
                    <a:pt x="252443" y="302217"/>
                  </a:lnTo>
                  <a:lnTo>
                    <a:pt x="256956" y="299443"/>
                  </a:lnTo>
                  <a:lnTo>
                    <a:pt x="261378" y="296526"/>
                  </a:lnTo>
                  <a:lnTo>
                    <a:pt x="265706" y="293471"/>
                  </a:lnTo>
                  <a:lnTo>
                    <a:pt x="269935" y="290281"/>
                  </a:lnTo>
                  <a:lnTo>
                    <a:pt x="274060" y="286958"/>
                  </a:lnTo>
                  <a:lnTo>
                    <a:pt x="278078" y="283506"/>
                  </a:lnTo>
                  <a:lnTo>
                    <a:pt x="281985" y="279928"/>
                  </a:lnTo>
                  <a:lnTo>
                    <a:pt x="285777" y="276228"/>
                  </a:lnTo>
                  <a:lnTo>
                    <a:pt x="289449" y="272411"/>
                  </a:lnTo>
                  <a:lnTo>
                    <a:pt x="292999" y="268478"/>
                  </a:lnTo>
                  <a:lnTo>
                    <a:pt x="296422" y="264435"/>
                  </a:lnTo>
                  <a:lnTo>
                    <a:pt x="299715" y="260286"/>
                  </a:lnTo>
                  <a:lnTo>
                    <a:pt x="302875" y="256035"/>
                  </a:lnTo>
                  <a:lnTo>
                    <a:pt x="305899" y="251685"/>
                  </a:lnTo>
                  <a:lnTo>
                    <a:pt x="308784" y="247242"/>
                  </a:lnTo>
                  <a:lnTo>
                    <a:pt x="311526" y="242710"/>
                  </a:lnTo>
                  <a:lnTo>
                    <a:pt x="314124" y="238093"/>
                  </a:lnTo>
                  <a:lnTo>
                    <a:pt x="316573" y="233396"/>
                  </a:lnTo>
                  <a:lnTo>
                    <a:pt x="318873" y="228623"/>
                  </a:lnTo>
                  <a:lnTo>
                    <a:pt x="321021" y="223781"/>
                  </a:lnTo>
                  <a:lnTo>
                    <a:pt x="323013" y="218872"/>
                  </a:lnTo>
                  <a:lnTo>
                    <a:pt x="324850" y="213904"/>
                  </a:lnTo>
                  <a:lnTo>
                    <a:pt x="326528" y="208879"/>
                  </a:lnTo>
                  <a:lnTo>
                    <a:pt x="328046" y="203804"/>
                  </a:lnTo>
                  <a:lnTo>
                    <a:pt x="329402" y="198683"/>
                  </a:lnTo>
                  <a:lnTo>
                    <a:pt x="330595" y="193521"/>
                  </a:lnTo>
                  <a:lnTo>
                    <a:pt x="331625" y="188325"/>
                  </a:lnTo>
                  <a:lnTo>
                    <a:pt x="332489" y="183099"/>
                  </a:lnTo>
                  <a:lnTo>
                    <a:pt x="333187" y="177847"/>
                  </a:lnTo>
                  <a:lnTo>
                    <a:pt x="333718" y="172577"/>
                  </a:lnTo>
                  <a:lnTo>
                    <a:pt x="334082" y="167292"/>
                  </a:lnTo>
                  <a:lnTo>
                    <a:pt x="334279" y="161998"/>
                  </a:lnTo>
                  <a:lnTo>
                    <a:pt x="334307" y="156701"/>
                  </a:lnTo>
                  <a:lnTo>
                    <a:pt x="334168" y="151405"/>
                  </a:lnTo>
                  <a:lnTo>
                    <a:pt x="333861" y="146116"/>
                  </a:lnTo>
                  <a:lnTo>
                    <a:pt x="333387" y="140840"/>
                  </a:lnTo>
                  <a:lnTo>
                    <a:pt x="332745" y="135582"/>
                  </a:lnTo>
                  <a:lnTo>
                    <a:pt x="331938" y="130346"/>
                  </a:lnTo>
                  <a:lnTo>
                    <a:pt x="330964" y="125139"/>
                  </a:lnTo>
                  <a:lnTo>
                    <a:pt x="329827" y="119965"/>
                  </a:lnTo>
                  <a:lnTo>
                    <a:pt x="328526" y="114830"/>
                  </a:lnTo>
                  <a:lnTo>
                    <a:pt x="327063" y="109739"/>
                  </a:lnTo>
                  <a:lnTo>
                    <a:pt x="325439" y="104696"/>
                  </a:lnTo>
                  <a:lnTo>
                    <a:pt x="323657" y="99708"/>
                  </a:lnTo>
                  <a:lnTo>
                    <a:pt x="321717" y="94778"/>
                  </a:lnTo>
                  <a:lnTo>
                    <a:pt x="319622" y="89913"/>
                  </a:lnTo>
                  <a:lnTo>
                    <a:pt x="317374" y="85116"/>
                  </a:lnTo>
                  <a:lnTo>
                    <a:pt x="314975" y="80393"/>
                  </a:lnTo>
                  <a:lnTo>
                    <a:pt x="312427" y="75748"/>
                  </a:lnTo>
                  <a:lnTo>
                    <a:pt x="309734" y="71186"/>
                  </a:lnTo>
                  <a:lnTo>
                    <a:pt x="306898" y="66712"/>
                  </a:lnTo>
                  <a:lnTo>
                    <a:pt x="303921" y="62330"/>
                  </a:lnTo>
                  <a:lnTo>
                    <a:pt x="300807" y="58045"/>
                  </a:lnTo>
                  <a:lnTo>
                    <a:pt x="297558" y="53860"/>
                  </a:lnTo>
                  <a:lnTo>
                    <a:pt x="294179" y="49781"/>
                  </a:lnTo>
                  <a:lnTo>
                    <a:pt x="290672" y="45810"/>
                  </a:lnTo>
                  <a:lnTo>
                    <a:pt x="287041" y="41953"/>
                  </a:lnTo>
                  <a:lnTo>
                    <a:pt x="283290" y="38213"/>
                  </a:lnTo>
                  <a:lnTo>
                    <a:pt x="279422" y="34593"/>
                  </a:lnTo>
                  <a:lnTo>
                    <a:pt x="275441" y="31098"/>
                  </a:lnTo>
                  <a:lnTo>
                    <a:pt x="271351" y="27731"/>
                  </a:lnTo>
                  <a:lnTo>
                    <a:pt x="267157" y="24495"/>
                  </a:lnTo>
                  <a:lnTo>
                    <a:pt x="262863" y="21393"/>
                  </a:lnTo>
                  <a:lnTo>
                    <a:pt x="258472" y="18429"/>
                  </a:lnTo>
                  <a:lnTo>
                    <a:pt x="253990" y="15606"/>
                  </a:lnTo>
                  <a:lnTo>
                    <a:pt x="249420" y="12926"/>
                  </a:lnTo>
                  <a:lnTo>
                    <a:pt x="244768" y="10392"/>
                  </a:lnTo>
                  <a:lnTo>
                    <a:pt x="240038" y="8007"/>
                  </a:lnTo>
                  <a:lnTo>
                    <a:pt x="235234" y="5773"/>
                  </a:lnTo>
                  <a:lnTo>
                    <a:pt x="230363" y="3693"/>
                  </a:lnTo>
                  <a:lnTo>
                    <a:pt x="225427" y="1767"/>
                  </a:lnTo>
                  <a:lnTo>
                    <a:pt x="220434" y="0"/>
                  </a:lnTo>
                  <a:lnTo>
                    <a:pt x="167149" y="1584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53284" cy="167167"/>
            </a:xfrm>
            <a:custGeom>
              <a:avLst/>
              <a:pathLst>
                <a:path w="53284" h="167167">
                  <a:moveTo>
                    <a:pt x="53284" y="8719"/>
                  </a:moveTo>
                  <a:lnTo>
                    <a:pt x="47540" y="6902"/>
                  </a:lnTo>
                  <a:lnTo>
                    <a:pt x="41733" y="5293"/>
                  </a:lnTo>
                  <a:lnTo>
                    <a:pt x="35872" y="3894"/>
                  </a:lnTo>
                  <a:lnTo>
                    <a:pt x="29965" y="2707"/>
                  </a:lnTo>
                  <a:lnTo>
                    <a:pt x="24019" y="1734"/>
                  </a:lnTo>
                  <a:lnTo>
                    <a:pt x="18041" y="976"/>
                  </a:lnTo>
                  <a:lnTo>
                    <a:pt x="12040" y="434"/>
                  </a:lnTo>
                  <a:lnTo>
                    <a:pt x="6024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150" y="941493"/>
              <a:ext cx="167065" cy="167167"/>
            </a:xfrm>
            <a:custGeom>
              <a:avLst/>
              <a:pathLst>
                <a:path w="167065" h="167167">
                  <a:moveTo>
                    <a:pt x="167065" y="0"/>
                  </a:moveTo>
                  <a:lnTo>
                    <a:pt x="161603" y="89"/>
                  </a:lnTo>
                  <a:lnTo>
                    <a:pt x="156147" y="356"/>
                  </a:lnTo>
                  <a:lnTo>
                    <a:pt x="150703" y="802"/>
                  </a:lnTo>
                  <a:lnTo>
                    <a:pt x="145277" y="1426"/>
                  </a:lnTo>
                  <a:lnTo>
                    <a:pt x="139873" y="2226"/>
                  </a:lnTo>
                  <a:lnTo>
                    <a:pt x="134499" y="3202"/>
                  </a:lnTo>
                  <a:lnTo>
                    <a:pt x="129159" y="4354"/>
                  </a:lnTo>
                  <a:lnTo>
                    <a:pt x="123860" y="5679"/>
                  </a:lnTo>
                  <a:lnTo>
                    <a:pt x="118607" y="7177"/>
                  </a:lnTo>
                  <a:lnTo>
                    <a:pt x="113406" y="8846"/>
                  </a:lnTo>
                  <a:lnTo>
                    <a:pt x="108262" y="10683"/>
                  </a:lnTo>
                  <a:lnTo>
                    <a:pt x="103180" y="12688"/>
                  </a:lnTo>
                  <a:lnTo>
                    <a:pt x="98167" y="14858"/>
                  </a:lnTo>
                  <a:lnTo>
                    <a:pt x="93228" y="17190"/>
                  </a:lnTo>
                  <a:lnTo>
                    <a:pt x="88367" y="19682"/>
                  </a:lnTo>
                  <a:lnTo>
                    <a:pt x="83591" y="22332"/>
                  </a:lnTo>
                  <a:lnTo>
                    <a:pt x="78903" y="25137"/>
                  </a:lnTo>
                  <a:lnTo>
                    <a:pt x="74310" y="28093"/>
                  </a:lnTo>
                  <a:lnTo>
                    <a:pt x="69816" y="31198"/>
                  </a:lnTo>
                  <a:lnTo>
                    <a:pt x="65425" y="34448"/>
                  </a:lnTo>
                  <a:lnTo>
                    <a:pt x="61143" y="37839"/>
                  </a:lnTo>
                  <a:lnTo>
                    <a:pt x="56975" y="41369"/>
                  </a:lnTo>
                  <a:lnTo>
                    <a:pt x="52923" y="45033"/>
                  </a:lnTo>
                  <a:lnTo>
                    <a:pt x="48994" y="48827"/>
                  </a:lnTo>
                  <a:lnTo>
                    <a:pt x="45191" y="52748"/>
                  </a:lnTo>
                  <a:lnTo>
                    <a:pt x="41518" y="56791"/>
                  </a:lnTo>
                  <a:lnTo>
                    <a:pt x="37978" y="60952"/>
                  </a:lnTo>
                  <a:lnTo>
                    <a:pt x="34577" y="65226"/>
                  </a:lnTo>
                  <a:lnTo>
                    <a:pt x="31317" y="69609"/>
                  </a:lnTo>
                  <a:lnTo>
                    <a:pt x="28202" y="74096"/>
                  </a:lnTo>
                  <a:lnTo>
                    <a:pt x="25236" y="78683"/>
                  </a:lnTo>
                  <a:lnTo>
                    <a:pt x="22420" y="83364"/>
                  </a:lnTo>
                  <a:lnTo>
                    <a:pt x="19760" y="88134"/>
                  </a:lnTo>
                  <a:lnTo>
                    <a:pt x="17256" y="92989"/>
                  </a:lnTo>
                  <a:lnTo>
                    <a:pt x="14913" y="97924"/>
                  </a:lnTo>
                  <a:lnTo>
                    <a:pt x="12732" y="102932"/>
                  </a:lnTo>
                  <a:lnTo>
                    <a:pt x="10715" y="108008"/>
                  </a:lnTo>
                  <a:lnTo>
                    <a:pt x="8866" y="113148"/>
                  </a:lnTo>
                  <a:lnTo>
                    <a:pt x="7185" y="118345"/>
                  </a:lnTo>
                  <a:lnTo>
                    <a:pt x="5676" y="123595"/>
                  </a:lnTo>
                  <a:lnTo>
                    <a:pt x="4338" y="128891"/>
                  </a:lnTo>
                  <a:lnTo>
                    <a:pt x="3175" y="134228"/>
                  </a:lnTo>
                  <a:lnTo>
                    <a:pt x="2186" y="139600"/>
                  </a:lnTo>
                  <a:lnTo>
                    <a:pt x="1373" y="145002"/>
                  </a:lnTo>
                  <a:lnTo>
                    <a:pt x="738" y="150427"/>
                  </a:lnTo>
                  <a:lnTo>
                    <a:pt x="280" y="155870"/>
                  </a:lnTo>
                  <a:lnTo>
                    <a:pt x="0" y="161326"/>
                  </a:lnTo>
                  <a:lnTo>
                    <a:pt x="1670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150" y="1102819"/>
              <a:ext cx="167065" cy="5841"/>
            </a:xfrm>
            <a:custGeom>
              <a:avLst/>
              <a:pathLst>
                <a:path w="167065" h="5841">
                  <a:moveTo>
                    <a:pt x="0" y="0"/>
                  </a:moveTo>
                  <a:lnTo>
                    <a:pt x="167065" y="58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9" y="1102819"/>
              <a:ext cx="167166" cy="171702"/>
            </a:xfrm>
            <a:custGeom>
              <a:avLst/>
              <a:pathLst>
                <a:path w="167166" h="171702">
                  <a:moveTo>
                    <a:pt x="101" y="0"/>
                  </a:moveTo>
                  <a:lnTo>
                    <a:pt x="0" y="5379"/>
                  </a:lnTo>
                  <a:lnTo>
                    <a:pt x="71" y="10759"/>
                  </a:lnTo>
                  <a:lnTo>
                    <a:pt x="316" y="16134"/>
                  </a:lnTo>
                  <a:lnTo>
                    <a:pt x="734" y="21498"/>
                  </a:lnTo>
                  <a:lnTo>
                    <a:pt x="1324" y="26846"/>
                  </a:lnTo>
                  <a:lnTo>
                    <a:pt x="2086" y="32173"/>
                  </a:lnTo>
                  <a:lnTo>
                    <a:pt x="3019" y="37472"/>
                  </a:lnTo>
                  <a:lnTo>
                    <a:pt x="4122" y="42738"/>
                  </a:lnTo>
                  <a:lnTo>
                    <a:pt x="5394" y="47966"/>
                  </a:lnTo>
                  <a:lnTo>
                    <a:pt x="6833" y="53151"/>
                  </a:lnTo>
                  <a:lnTo>
                    <a:pt x="8439" y="58286"/>
                  </a:lnTo>
                  <a:lnTo>
                    <a:pt x="10209" y="63367"/>
                  </a:lnTo>
                  <a:lnTo>
                    <a:pt x="12141" y="68388"/>
                  </a:lnTo>
                  <a:lnTo>
                    <a:pt x="14235" y="73345"/>
                  </a:lnTo>
                  <a:lnTo>
                    <a:pt x="16486" y="78232"/>
                  </a:lnTo>
                  <a:lnTo>
                    <a:pt x="18894" y="83044"/>
                  </a:lnTo>
                  <a:lnTo>
                    <a:pt x="21455" y="87775"/>
                  </a:lnTo>
                  <a:lnTo>
                    <a:pt x="24168" y="92422"/>
                  </a:lnTo>
                  <a:lnTo>
                    <a:pt x="27028" y="96979"/>
                  </a:lnTo>
                  <a:lnTo>
                    <a:pt x="30034" y="101442"/>
                  </a:lnTo>
                  <a:lnTo>
                    <a:pt x="33181" y="105806"/>
                  </a:lnTo>
                  <a:lnTo>
                    <a:pt x="36468" y="110066"/>
                  </a:lnTo>
                  <a:lnTo>
                    <a:pt x="39890" y="114218"/>
                  </a:lnTo>
                  <a:lnTo>
                    <a:pt x="43444" y="118258"/>
                  </a:lnTo>
                  <a:lnTo>
                    <a:pt x="47126" y="122182"/>
                  </a:lnTo>
                  <a:lnTo>
                    <a:pt x="50932" y="125985"/>
                  </a:lnTo>
                  <a:lnTo>
                    <a:pt x="54859" y="129663"/>
                  </a:lnTo>
                  <a:lnTo>
                    <a:pt x="58902" y="133213"/>
                  </a:lnTo>
                  <a:lnTo>
                    <a:pt x="63057" y="136631"/>
                  </a:lnTo>
                  <a:lnTo>
                    <a:pt x="67320" y="139914"/>
                  </a:lnTo>
                  <a:lnTo>
                    <a:pt x="71686" y="143058"/>
                  </a:lnTo>
                  <a:lnTo>
                    <a:pt x="76152" y="146060"/>
                  </a:lnTo>
                  <a:lnTo>
                    <a:pt x="80711" y="148916"/>
                  </a:lnTo>
                  <a:lnTo>
                    <a:pt x="85361" y="151624"/>
                  </a:lnTo>
                  <a:lnTo>
                    <a:pt x="90095" y="154181"/>
                  </a:lnTo>
                  <a:lnTo>
                    <a:pt x="94909" y="156585"/>
                  </a:lnTo>
                  <a:lnTo>
                    <a:pt x="99797" y="158832"/>
                  </a:lnTo>
                  <a:lnTo>
                    <a:pt x="104756" y="160921"/>
                  </a:lnTo>
                  <a:lnTo>
                    <a:pt x="109779" y="162849"/>
                  </a:lnTo>
                  <a:lnTo>
                    <a:pt x="114862" y="164615"/>
                  </a:lnTo>
                  <a:lnTo>
                    <a:pt x="119998" y="166216"/>
                  </a:lnTo>
                  <a:lnTo>
                    <a:pt x="125184" y="167651"/>
                  </a:lnTo>
                  <a:lnTo>
                    <a:pt x="130413" y="168918"/>
                  </a:lnTo>
                  <a:lnTo>
                    <a:pt x="135681" y="170016"/>
                  </a:lnTo>
                  <a:lnTo>
                    <a:pt x="140980" y="170945"/>
                  </a:lnTo>
                  <a:lnTo>
                    <a:pt x="146307" y="171702"/>
                  </a:lnTo>
                  <a:lnTo>
                    <a:pt x="167166" y="58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65356" y="941493"/>
              <a:ext cx="188026" cy="334334"/>
            </a:xfrm>
            <a:custGeom>
              <a:avLst/>
              <a:pathLst>
                <a:path w="188026" h="334334">
                  <a:moveTo>
                    <a:pt x="0" y="333028"/>
                  </a:moveTo>
                  <a:lnTo>
                    <a:pt x="5321" y="333611"/>
                  </a:lnTo>
                  <a:lnTo>
                    <a:pt x="10659" y="334023"/>
                  </a:lnTo>
                  <a:lnTo>
                    <a:pt x="16007" y="334264"/>
                  </a:lnTo>
                  <a:lnTo>
                    <a:pt x="21360" y="334334"/>
                  </a:lnTo>
                  <a:lnTo>
                    <a:pt x="26713" y="334232"/>
                  </a:lnTo>
                  <a:lnTo>
                    <a:pt x="32059" y="333959"/>
                  </a:lnTo>
                  <a:lnTo>
                    <a:pt x="37394" y="333515"/>
                  </a:lnTo>
                  <a:lnTo>
                    <a:pt x="42712" y="332900"/>
                  </a:lnTo>
                  <a:lnTo>
                    <a:pt x="48008" y="332115"/>
                  </a:lnTo>
                  <a:lnTo>
                    <a:pt x="53276" y="331161"/>
                  </a:lnTo>
                  <a:lnTo>
                    <a:pt x="58511" y="330039"/>
                  </a:lnTo>
                  <a:lnTo>
                    <a:pt x="63707" y="328750"/>
                  </a:lnTo>
                  <a:lnTo>
                    <a:pt x="68859" y="327295"/>
                  </a:lnTo>
                  <a:lnTo>
                    <a:pt x="73962" y="325676"/>
                  </a:lnTo>
                  <a:lnTo>
                    <a:pt x="79010" y="323894"/>
                  </a:lnTo>
                  <a:lnTo>
                    <a:pt x="83999" y="321951"/>
                  </a:lnTo>
                  <a:lnTo>
                    <a:pt x="88923" y="319850"/>
                  </a:lnTo>
                  <a:lnTo>
                    <a:pt x="93777" y="317593"/>
                  </a:lnTo>
                  <a:lnTo>
                    <a:pt x="98556" y="315180"/>
                  </a:lnTo>
                  <a:lnTo>
                    <a:pt x="103256" y="312617"/>
                  </a:lnTo>
                  <a:lnTo>
                    <a:pt x="107871" y="309904"/>
                  </a:lnTo>
                  <a:lnTo>
                    <a:pt x="112397" y="307044"/>
                  </a:lnTo>
                  <a:lnTo>
                    <a:pt x="116829" y="304041"/>
                  </a:lnTo>
                  <a:lnTo>
                    <a:pt x="121163" y="300898"/>
                  </a:lnTo>
                  <a:lnTo>
                    <a:pt x="125393" y="297618"/>
                  </a:lnTo>
                  <a:lnTo>
                    <a:pt x="129517" y="294203"/>
                  </a:lnTo>
                  <a:lnTo>
                    <a:pt x="133529" y="290659"/>
                  </a:lnTo>
                  <a:lnTo>
                    <a:pt x="137426" y="286988"/>
                  </a:lnTo>
                  <a:lnTo>
                    <a:pt x="141203" y="283194"/>
                  </a:lnTo>
                  <a:lnTo>
                    <a:pt x="144856" y="279281"/>
                  </a:lnTo>
                  <a:lnTo>
                    <a:pt x="148383" y="275253"/>
                  </a:lnTo>
                  <a:lnTo>
                    <a:pt x="151778" y="271114"/>
                  </a:lnTo>
                  <a:lnTo>
                    <a:pt x="155040" y="266868"/>
                  </a:lnTo>
                  <a:lnTo>
                    <a:pt x="158163" y="262520"/>
                  </a:lnTo>
                  <a:lnTo>
                    <a:pt x="161146" y="258075"/>
                  </a:lnTo>
                  <a:lnTo>
                    <a:pt x="163985" y="253536"/>
                  </a:lnTo>
                  <a:lnTo>
                    <a:pt x="166678" y="248909"/>
                  </a:lnTo>
                  <a:lnTo>
                    <a:pt x="169220" y="244198"/>
                  </a:lnTo>
                  <a:lnTo>
                    <a:pt x="171611" y="239407"/>
                  </a:lnTo>
                  <a:lnTo>
                    <a:pt x="173847" y="234543"/>
                  </a:lnTo>
                  <a:lnTo>
                    <a:pt x="175926" y="229610"/>
                  </a:lnTo>
                  <a:lnTo>
                    <a:pt x="177846" y="224612"/>
                  </a:lnTo>
                  <a:lnTo>
                    <a:pt x="179605" y="219556"/>
                  </a:lnTo>
                  <a:lnTo>
                    <a:pt x="181201" y="214446"/>
                  </a:lnTo>
                  <a:lnTo>
                    <a:pt x="182632" y="209287"/>
                  </a:lnTo>
                  <a:lnTo>
                    <a:pt x="183898" y="204086"/>
                  </a:lnTo>
                  <a:lnTo>
                    <a:pt x="184997" y="198846"/>
                  </a:lnTo>
                  <a:lnTo>
                    <a:pt x="185927" y="193574"/>
                  </a:lnTo>
                  <a:lnTo>
                    <a:pt x="186688" y="188275"/>
                  </a:lnTo>
                  <a:lnTo>
                    <a:pt x="187279" y="182954"/>
                  </a:lnTo>
                  <a:lnTo>
                    <a:pt x="187699" y="177617"/>
                  </a:lnTo>
                  <a:lnTo>
                    <a:pt x="187948" y="172269"/>
                  </a:lnTo>
                  <a:lnTo>
                    <a:pt x="188026" y="166916"/>
                  </a:lnTo>
                  <a:lnTo>
                    <a:pt x="187932" y="161563"/>
                  </a:lnTo>
                  <a:lnTo>
                    <a:pt x="187667" y="156216"/>
                  </a:lnTo>
                  <a:lnTo>
                    <a:pt x="187231" y="150881"/>
                  </a:lnTo>
                  <a:lnTo>
                    <a:pt x="186624" y="145562"/>
                  </a:lnTo>
                  <a:lnTo>
                    <a:pt x="185847" y="140265"/>
                  </a:lnTo>
                  <a:lnTo>
                    <a:pt x="184901" y="134995"/>
                  </a:lnTo>
                  <a:lnTo>
                    <a:pt x="183787" y="129759"/>
                  </a:lnTo>
                  <a:lnTo>
                    <a:pt x="182505" y="124561"/>
                  </a:lnTo>
                  <a:lnTo>
                    <a:pt x="181058" y="119407"/>
                  </a:lnTo>
                  <a:lnTo>
                    <a:pt x="179447" y="114302"/>
                  </a:lnTo>
                  <a:lnTo>
                    <a:pt x="177672" y="109251"/>
                  </a:lnTo>
                  <a:lnTo>
                    <a:pt x="175738" y="104259"/>
                  </a:lnTo>
                  <a:lnTo>
                    <a:pt x="173644" y="99332"/>
                  </a:lnTo>
                  <a:lnTo>
                    <a:pt x="171393" y="94474"/>
                  </a:lnTo>
                  <a:lnTo>
                    <a:pt x="168988" y="89691"/>
                  </a:lnTo>
                  <a:lnTo>
                    <a:pt x="166432" y="84988"/>
                  </a:lnTo>
                  <a:lnTo>
                    <a:pt x="163725" y="80369"/>
                  </a:lnTo>
                  <a:lnTo>
                    <a:pt x="160873" y="75838"/>
                  </a:lnTo>
                  <a:lnTo>
                    <a:pt x="157877" y="71402"/>
                  </a:lnTo>
                  <a:lnTo>
                    <a:pt x="154740" y="67063"/>
                  </a:lnTo>
                  <a:lnTo>
                    <a:pt x="151466" y="62828"/>
                  </a:lnTo>
                  <a:lnTo>
                    <a:pt x="148058" y="58699"/>
                  </a:lnTo>
                  <a:lnTo>
                    <a:pt x="144519" y="54682"/>
                  </a:lnTo>
                  <a:lnTo>
                    <a:pt x="140854" y="50780"/>
                  </a:lnTo>
                  <a:lnTo>
                    <a:pt x="137066" y="46997"/>
                  </a:lnTo>
                  <a:lnTo>
                    <a:pt x="133158" y="43337"/>
                  </a:lnTo>
                  <a:lnTo>
                    <a:pt x="129135" y="39805"/>
                  </a:lnTo>
                  <a:lnTo>
                    <a:pt x="125002" y="36403"/>
                  </a:lnTo>
                  <a:lnTo>
                    <a:pt x="120761" y="33135"/>
                  </a:lnTo>
                  <a:lnTo>
                    <a:pt x="116418" y="30005"/>
                  </a:lnTo>
                  <a:lnTo>
                    <a:pt x="111977" y="27016"/>
                  </a:lnTo>
                  <a:lnTo>
                    <a:pt x="107442" y="24170"/>
                  </a:lnTo>
                  <a:lnTo>
                    <a:pt x="102819" y="21471"/>
                  </a:lnTo>
                  <a:lnTo>
                    <a:pt x="98112" y="18921"/>
                  </a:lnTo>
                  <a:lnTo>
                    <a:pt x="93325" y="16523"/>
                  </a:lnTo>
                  <a:lnTo>
                    <a:pt x="88464" y="14280"/>
                  </a:lnTo>
                  <a:lnTo>
                    <a:pt x="83534" y="12194"/>
                  </a:lnTo>
                  <a:lnTo>
                    <a:pt x="78539" y="10266"/>
                  </a:lnTo>
                  <a:lnTo>
                    <a:pt x="73486" y="8500"/>
                  </a:lnTo>
                  <a:lnTo>
                    <a:pt x="68378" y="6896"/>
                  </a:lnTo>
                  <a:lnTo>
                    <a:pt x="63222" y="5456"/>
                  </a:lnTo>
                  <a:lnTo>
                    <a:pt x="58022" y="4183"/>
                  </a:lnTo>
                  <a:lnTo>
                    <a:pt x="52784" y="3076"/>
                  </a:lnTo>
                  <a:lnTo>
                    <a:pt x="47513" y="2138"/>
                  </a:lnTo>
                  <a:lnTo>
                    <a:pt x="42215" y="1369"/>
                  </a:lnTo>
                  <a:lnTo>
                    <a:pt x="36895" y="770"/>
                  </a:lnTo>
                  <a:lnTo>
                    <a:pt x="31559" y="342"/>
                  </a:lnTo>
                  <a:lnTo>
                    <a:pt x="26211" y="85"/>
                  </a:lnTo>
                  <a:lnTo>
                    <a:pt x="20858" y="0"/>
                  </a:lnTo>
                  <a:lnTo>
                    <a:pt x="208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34" y="1071028"/>
              <a:ext cx="167166" cy="199736"/>
            </a:xfrm>
            <a:custGeom>
              <a:avLst/>
              <a:pathLst>
                <a:path w="167166" h="199736">
                  <a:moveTo>
                    <a:pt x="167166" y="0"/>
                  </a:moveTo>
                  <a:lnTo>
                    <a:pt x="161797" y="86"/>
                  </a:lnTo>
                  <a:lnTo>
                    <a:pt x="156433" y="344"/>
                  </a:lnTo>
                  <a:lnTo>
                    <a:pt x="151080" y="775"/>
                  </a:lnTo>
                  <a:lnTo>
                    <a:pt x="145744" y="1378"/>
                  </a:lnTo>
                  <a:lnTo>
                    <a:pt x="140430" y="2151"/>
                  </a:lnTo>
                  <a:lnTo>
                    <a:pt x="135144" y="3095"/>
                  </a:lnTo>
                  <a:lnTo>
                    <a:pt x="129890" y="4208"/>
                  </a:lnTo>
                  <a:lnTo>
                    <a:pt x="124675" y="5490"/>
                  </a:lnTo>
                  <a:lnTo>
                    <a:pt x="119504" y="6938"/>
                  </a:lnTo>
                  <a:lnTo>
                    <a:pt x="114382" y="8552"/>
                  </a:lnTo>
                  <a:lnTo>
                    <a:pt x="109315" y="10329"/>
                  </a:lnTo>
                  <a:lnTo>
                    <a:pt x="104307" y="12268"/>
                  </a:lnTo>
                  <a:lnTo>
                    <a:pt x="99364" y="14367"/>
                  </a:lnTo>
                  <a:lnTo>
                    <a:pt x="94491" y="16623"/>
                  </a:lnTo>
                  <a:lnTo>
                    <a:pt x="89694" y="19035"/>
                  </a:lnTo>
                  <a:lnTo>
                    <a:pt x="84976" y="21600"/>
                  </a:lnTo>
                  <a:lnTo>
                    <a:pt x="80343" y="24315"/>
                  </a:lnTo>
                  <a:lnTo>
                    <a:pt x="75799" y="27178"/>
                  </a:lnTo>
                  <a:lnTo>
                    <a:pt x="71350" y="30184"/>
                  </a:lnTo>
                  <a:lnTo>
                    <a:pt x="66999" y="33333"/>
                  </a:lnTo>
                  <a:lnTo>
                    <a:pt x="62752" y="36619"/>
                  </a:lnTo>
                  <a:lnTo>
                    <a:pt x="58613" y="40040"/>
                  </a:lnTo>
                  <a:lnTo>
                    <a:pt x="54586" y="43592"/>
                  </a:lnTo>
                  <a:lnTo>
                    <a:pt x="50675" y="47272"/>
                  </a:lnTo>
                  <a:lnTo>
                    <a:pt x="46884" y="51076"/>
                  </a:lnTo>
                  <a:lnTo>
                    <a:pt x="43217" y="54999"/>
                  </a:lnTo>
                  <a:lnTo>
                    <a:pt x="39678" y="59038"/>
                  </a:lnTo>
                  <a:lnTo>
                    <a:pt x="36271" y="63189"/>
                  </a:lnTo>
                  <a:lnTo>
                    <a:pt x="32999" y="67447"/>
                  </a:lnTo>
                  <a:lnTo>
                    <a:pt x="29865" y="71807"/>
                  </a:lnTo>
                  <a:lnTo>
                    <a:pt x="26873" y="76267"/>
                  </a:lnTo>
                  <a:lnTo>
                    <a:pt x="24026" y="80820"/>
                  </a:lnTo>
                  <a:lnTo>
                    <a:pt x="21326" y="85462"/>
                  </a:lnTo>
                  <a:lnTo>
                    <a:pt x="18777" y="90188"/>
                  </a:lnTo>
                  <a:lnTo>
                    <a:pt x="16381" y="94994"/>
                  </a:lnTo>
                  <a:lnTo>
                    <a:pt x="14141" y="99875"/>
                  </a:lnTo>
                  <a:lnTo>
                    <a:pt x="12058" y="104824"/>
                  </a:lnTo>
                  <a:lnTo>
                    <a:pt x="10136" y="109839"/>
                  </a:lnTo>
                  <a:lnTo>
                    <a:pt x="8376" y="114912"/>
                  </a:lnTo>
                  <a:lnTo>
                    <a:pt x="6779" y="120039"/>
                  </a:lnTo>
                  <a:lnTo>
                    <a:pt x="5348" y="125215"/>
                  </a:lnTo>
                  <a:lnTo>
                    <a:pt x="4084" y="130434"/>
                  </a:lnTo>
                  <a:lnTo>
                    <a:pt x="2989" y="135691"/>
                  </a:lnTo>
                  <a:lnTo>
                    <a:pt x="2062" y="140981"/>
                  </a:lnTo>
                  <a:lnTo>
                    <a:pt x="1306" y="146297"/>
                  </a:lnTo>
                  <a:lnTo>
                    <a:pt x="722" y="151635"/>
                  </a:lnTo>
                  <a:lnTo>
                    <a:pt x="309" y="156989"/>
                  </a:lnTo>
                  <a:lnTo>
                    <a:pt x="68" y="162354"/>
                  </a:lnTo>
                  <a:lnTo>
                    <a:pt x="0" y="167724"/>
                  </a:lnTo>
                  <a:lnTo>
                    <a:pt x="104" y="173093"/>
                  </a:lnTo>
                  <a:lnTo>
                    <a:pt x="380" y="178456"/>
                  </a:lnTo>
                  <a:lnTo>
                    <a:pt x="829" y="183807"/>
                  </a:lnTo>
                  <a:lnTo>
                    <a:pt x="1449" y="189141"/>
                  </a:lnTo>
                  <a:lnTo>
                    <a:pt x="2240" y="194452"/>
                  </a:lnTo>
                  <a:lnTo>
                    <a:pt x="3202" y="19973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800537" y="1238196"/>
              <a:ext cx="163964" cy="32568"/>
            </a:xfrm>
            <a:custGeom>
              <a:avLst/>
              <a:pathLst>
                <a:path w="163964" h="32568">
                  <a:moveTo>
                    <a:pt x="0" y="32568"/>
                  </a:moveTo>
                  <a:lnTo>
                    <a:pt x="16396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800537" y="1071300"/>
              <a:ext cx="331112" cy="334061"/>
            </a:xfrm>
            <a:custGeom>
              <a:avLst/>
              <a:pathLst>
                <a:path w="331112" h="334061">
                  <a:moveTo>
                    <a:pt x="0" y="199464"/>
                  </a:moveTo>
                  <a:lnTo>
                    <a:pt x="1120" y="204669"/>
                  </a:lnTo>
                  <a:lnTo>
                    <a:pt x="2405" y="209836"/>
                  </a:lnTo>
                  <a:lnTo>
                    <a:pt x="3855" y="214960"/>
                  </a:lnTo>
                  <a:lnTo>
                    <a:pt x="5467" y="220034"/>
                  </a:lnTo>
                  <a:lnTo>
                    <a:pt x="7240" y="225055"/>
                  </a:lnTo>
                  <a:lnTo>
                    <a:pt x="9171" y="230017"/>
                  </a:lnTo>
                  <a:lnTo>
                    <a:pt x="11260" y="234914"/>
                  </a:lnTo>
                  <a:lnTo>
                    <a:pt x="13504" y="239743"/>
                  </a:lnTo>
                  <a:lnTo>
                    <a:pt x="15900" y="244498"/>
                  </a:lnTo>
                  <a:lnTo>
                    <a:pt x="18446" y="249174"/>
                  </a:lnTo>
                  <a:lnTo>
                    <a:pt x="21140" y="253766"/>
                  </a:lnTo>
                  <a:lnTo>
                    <a:pt x="23979" y="258270"/>
                  </a:lnTo>
                  <a:lnTo>
                    <a:pt x="26960" y="262682"/>
                  </a:lnTo>
                  <a:lnTo>
                    <a:pt x="30080" y="266997"/>
                  </a:lnTo>
                  <a:lnTo>
                    <a:pt x="33336" y="271210"/>
                  </a:lnTo>
                  <a:lnTo>
                    <a:pt x="36725" y="275317"/>
                  </a:lnTo>
                  <a:lnTo>
                    <a:pt x="40242" y="279314"/>
                  </a:lnTo>
                  <a:lnTo>
                    <a:pt x="43885" y="283197"/>
                  </a:lnTo>
                  <a:lnTo>
                    <a:pt x="47650" y="286962"/>
                  </a:lnTo>
                  <a:lnTo>
                    <a:pt x="51532" y="290606"/>
                  </a:lnTo>
                  <a:lnTo>
                    <a:pt x="55529" y="294123"/>
                  </a:lnTo>
                  <a:lnTo>
                    <a:pt x="59636" y="297512"/>
                  </a:lnTo>
                  <a:lnTo>
                    <a:pt x="63849" y="300768"/>
                  </a:lnTo>
                  <a:lnTo>
                    <a:pt x="68163" y="303889"/>
                  </a:lnTo>
                  <a:lnTo>
                    <a:pt x="72574" y="306870"/>
                  </a:lnTo>
                  <a:lnTo>
                    <a:pt x="77078" y="309710"/>
                  </a:lnTo>
                  <a:lnTo>
                    <a:pt x="81671" y="312404"/>
                  </a:lnTo>
                  <a:lnTo>
                    <a:pt x="86346" y="314951"/>
                  </a:lnTo>
                  <a:lnTo>
                    <a:pt x="91101" y="317348"/>
                  </a:lnTo>
                  <a:lnTo>
                    <a:pt x="95929" y="319592"/>
                  </a:lnTo>
                  <a:lnTo>
                    <a:pt x="100827" y="321681"/>
                  </a:lnTo>
                  <a:lnTo>
                    <a:pt x="105788" y="323614"/>
                  </a:lnTo>
                  <a:lnTo>
                    <a:pt x="110809" y="325387"/>
                  </a:lnTo>
                  <a:lnTo>
                    <a:pt x="115883" y="326999"/>
                  </a:lnTo>
                  <a:lnTo>
                    <a:pt x="121006" y="328449"/>
                  </a:lnTo>
                  <a:lnTo>
                    <a:pt x="126173" y="329735"/>
                  </a:lnTo>
                  <a:lnTo>
                    <a:pt x="131378" y="330856"/>
                  </a:lnTo>
                  <a:lnTo>
                    <a:pt x="136616" y="331811"/>
                  </a:lnTo>
                  <a:lnTo>
                    <a:pt x="141882" y="332598"/>
                  </a:lnTo>
                  <a:lnTo>
                    <a:pt x="147171" y="333217"/>
                  </a:lnTo>
                  <a:lnTo>
                    <a:pt x="152476" y="333668"/>
                  </a:lnTo>
                  <a:lnTo>
                    <a:pt x="157793" y="333949"/>
                  </a:lnTo>
                  <a:lnTo>
                    <a:pt x="163116" y="334061"/>
                  </a:lnTo>
                  <a:lnTo>
                    <a:pt x="168440" y="334003"/>
                  </a:lnTo>
                  <a:lnTo>
                    <a:pt x="173760" y="333776"/>
                  </a:lnTo>
                  <a:lnTo>
                    <a:pt x="179069" y="333379"/>
                  </a:lnTo>
                  <a:lnTo>
                    <a:pt x="184364" y="332814"/>
                  </a:lnTo>
                  <a:lnTo>
                    <a:pt x="189637" y="332080"/>
                  </a:lnTo>
                  <a:lnTo>
                    <a:pt x="194885" y="331178"/>
                  </a:lnTo>
                  <a:lnTo>
                    <a:pt x="200101" y="330110"/>
                  </a:lnTo>
                  <a:lnTo>
                    <a:pt x="205281" y="328877"/>
                  </a:lnTo>
                  <a:lnTo>
                    <a:pt x="210418" y="327479"/>
                  </a:lnTo>
                  <a:lnTo>
                    <a:pt x="215509" y="325918"/>
                  </a:lnTo>
                  <a:lnTo>
                    <a:pt x="220547" y="324195"/>
                  </a:lnTo>
                  <a:lnTo>
                    <a:pt x="225528" y="322314"/>
                  </a:lnTo>
                  <a:lnTo>
                    <a:pt x="230446" y="320274"/>
                  </a:lnTo>
                  <a:lnTo>
                    <a:pt x="235297" y="318079"/>
                  </a:lnTo>
                  <a:lnTo>
                    <a:pt x="240076" y="315731"/>
                  </a:lnTo>
                  <a:lnTo>
                    <a:pt x="244777" y="313231"/>
                  </a:lnTo>
                  <a:lnTo>
                    <a:pt x="249396" y="310583"/>
                  </a:lnTo>
                  <a:lnTo>
                    <a:pt x="253929" y="307790"/>
                  </a:lnTo>
                  <a:lnTo>
                    <a:pt x="258370" y="304853"/>
                  </a:lnTo>
                  <a:lnTo>
                    <a:pt x="262716" y="301777"/>
                  </a:lnTo>
                  <a:lnTo>
                    <a:pt x="266961" y="298563"/>
                  </a:lnTo>
                  <a:lnTo>
                    <a:pt x="271102" y="295216"/>
                  </a:lnTo>
                  <a:lnTo>
                    <a:pt x="275135" y="291739"/>
                  </a:lnTo>
                  <a:lnTo>
                    <a:pt x="279054" y="288135"/>
                  </a:lnTo>
                  <a:lnTo>
                    <a:pt x="282857" y="284409"/>
                  </a:lnTo>
                  <a:lnTo>
                    <a:pt x="286539" y="280563"/>
                  </a:lnTo>
                  <a:lnTo>
                    <a:pt x="290097" y="276601"/>
                  </a:lnTo>
                  <a:lnTo>
                    <a:pt x="293527" y="272529"/>
                  </a:lnTo>
                  <a:lnTo>
                    <a:pt x="296825" y="268349"/>
                  </a:lnTo>
                  <a:lnTo>
                    <a:pt x="299989" y="264066"/>
                  </a:lnTo>
                  <a:lnTo>
                    <a:pt x="303014" y="259685"/>
                  </a:lnTo>
                  <a:lnTo>
                    <a:pt x="305899" y="255210"/>
                  </a:lnTo>
                  <a:lnTo>
                    <a:pt x="308639" y="250645"/>
                  </a:lnTo>
                  <a:lnTo>
                    <a:pt x="311233" y="245995"/>
                  </a:lnTo>
                  <a:lnTo>
                    <a:pt x="313677" y="241265"/>
                  </a:lnTo>
                  <a:lnTo>
                    <a:pt x="315970" y="236459"/>
                  </a:lnTo>
                  <a:lnTo>
                    <a:pt x="318108" y="231583"/>
                  </a:lnTo>
                  <a:lnTo>
                    <a:pt x="320090" y="226641"/>
                  </a:lnTo>
                  <a:lnTo>
                    <a:pt x="321913" y="221639"/>
                  </a:lnTo>
                  <a:lnTo>
                    <a:pt x="323577" y="216581"/>
                  </a:lnTo>
                  <a:lnTo>
                    <a:pt x="325078" y="211472"/>
                  </a:lnTo>
                  <a:lnTo>
                    <a:pt x="326416" y="206319"/>
                  </a:lnTo>
                  <a:lnTo>
                    <a:pt x="327589" y="201125"/>
                  </a:lnTo>
                  <a:lnTo>
                    <a:pt x="328596" y="195897"/>
                  </a:lnTo>
                  <a:lnTo>
                    <a:pt x="329436" y="190639"/>
                  </a:lnTo>
                  <a:lnTo>
                    <a:pt x="330109" y="185357"/>
                  </a:lnTo>
                  <a:lnTo>
                    <a:pt x="330612" y="180057"/>
                  </a:lnTo>
                  <a:lnTo>
                    <a:pt x="330947" y="174743"/>
                  </a:lnTo>
                  <a:lnTo>
                    <a:pt x="331112" y="169421"/>
                  </a:lnTo>
                  <a:lnTo>
                    <a:pt x="331108" y="164096"/>
                  </a:lnTo>
                  <a:lnTo>
                    <a:pt x="330934" y="158775"/>
                  </a:lnTo>
                  <a:lnTo>
                    <a:pt x="330590" y="153461"/>
                  </a:lnTo>
                  <a:lnTo>
                    <a:pt x="330078" y="148162"/>
                  </a:lnTo>
                  <a:lnTo>
                    <a:pt x="329397" y="142881"/>
                  </a:lnTo>
                  <a:lnTo>
                    <a:pt x="328548" y="137625"/>
                  </a:lnTo>
                  <a:lnTo>
                    <a:pt x="327533" y="132398"/>
                  </a:lnTo>
                  <a:lnTo>
                    <a:pt x="326351" y="127206"/>
                  </a:lnTo>
                  <a:lnTo>
                    <a:pt x="325005" y="122055"/>
                  </a:lnTo>
                  <a:lnTo>
                    <a:pt x="323495" y="116949"/>
                  </a:lnTo>
                  <a:lnTo>
                    <a:pt x="321824" y="111894"/>
                  </a:lnTo>
                  <a:lnTo>
                    <a:pt x="319992" y="106894"/>
                  </a:lnTo>
                  <a:lnTo>
                    <a:pt x="318002" y="101956"/>
                  </a:lnTo>
                  <a:lnTo>
                    <a:pt x="315856" y="97083"/>
                  </a:lnTo>
                  <a:lnTo>
                    <a:pt x="313555" y="92281"/>
                  </a:lnTo>
                  <a:lnTo>
                    <a:pt x="311103" y="87555"/>
                  </a:lnTo>
                  <a:lnTo>
                    <a:pt x="308502" y="82909"/>
                  </a:lnTo>
                  <a:lnTo>
                    <a:pt x="305754" y="78349"/>
                  </a:lnTo>
                  <a:lnTo>
                    <a:pt x="302862" y="73878"/>
                  </a:lnTo>
                  <a:lnTo>
                    <a:pt x="299829" y="69502"/>
                  </a:lnTo>
                  <a:lnTo>
                    <a:pt x="296659" y="65224"/>
                  </a:lnTo>
                  <a:lnTo>
                    <a:pt x="293353" y="61050"/>
                  </a:lnTo>
                  <a:lnTo>
                    <a:pt x="289917" y="56983"/>
                  </a:lnTo>
                  <a:lnTo>
                    <a:pt x="286353" y="53028"/>
                  </a:lnTo>
                  <a:lnTo>
                    <a:pt x="282664" y="49188"/>
                  </a:lnTo>
                  <a:lnTo>
                    <a:pt x="278855" y="45467"/>
                  </a:lnTo>
                  <a:lnTo>
                    <a:pt x="274930" y="41870"/>
                  </a:lnTo>
                  <a:lnTo>
                    <a:pt x="270892" y="38399"/>
                  </a:lnTo>
                  <a:lnTo>
                    <a:pt x="266746" y="35059"/>
                  </a:lnTo>
                  <a:lnTo>
                    <a:pt x="262495" y="31853"/>
                  </a:lnTo>
                  <a:lnTo>
                    <a:pt x="258144" y="28783"/>
                  </a:lnTo>
                  <a:lnTo>
                    <a:pt x="253698" y="25854"/>
                  </a:lnTo>
                  <a:lnTo>
                    <a:pt x="249161" y="23068"/>
                  </a:lnTo>
                  <a:lnTo>
                    <a:pt x="244537" y="20427"/>
                  </a:lnTo>
                  <a:lnTo>
                    <a:pt x="239832" y="17936"/>
                  </a:lnTo>
                  <a:lnTo>
                    <a:pt x="235049" y="15595"/>
                  </a:lnTo>
                  <a:lnTo>
                    <a:pt x="230195" y="13408"/>
                  </a:lnTo>
                  <a:lnTo>
                    <a:pt x="225273" y="11377"/>
                  </a:lnTo>
                  <a:lnTo>
                    <a:pt x="220289" y="9503"/>
                  </a:lnTo>
                  <a:lnTo>
                    <a:pt x="215248" y="7789"/>
                  </a:lnTo>
                  <a:lnTo>
                    <a:pt x="210155" y="6237"/>
                  </a:lnTo>
                  <a:lnTo>
                    <a:pt x="205015" y="4847"/>
                  </a:lnTo>
                  <a:lnTo>
                    <a:pt x="199834" y="3622"/>
                  </a:lnTo>
                  <a:lnTo>
                    <a:pt x="194616" y="2562"/>
                  </a:lnTo>
                  <a:lnTo>
                    <a:pt x="189367" y="1669"/>
                  </a:lnTo>
                  <a:lnTo>
                    <a:pt x="184092" y="944"/>
                  </a:lnTo>
                  <a:lnTo>
                    <a:pt x="178797" y="387"/>
                  </a:lnTo>
                  <a:lnTo>
                    <a:pt x="173486" y="0"/>
                  </a:lnTo>
                  <a:lnTo>
                    <a:pt x="163964" y="1668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9522" cy="167167"/>
            </a:xfrm>
            <a:custGeom>
              <a:avLst/>
              <a:pathLst>
                <a:path w="9522" h="167167">
                  <a:moveTo>
                    <a:pt x="9522" y="27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1843" y="1322571"/>
              <a:ext cx="56877" cy="167167"/>
            </a:xfrm>
            <a:custGeom>
              <a:avLst/>
              <a:pathLst>
                <a:path w="56877" h="167167">
                  <a:moveTo>
                    <a:pt x="56877" y="0"/>
                  </a:moveTo>
                  <a:lnTo>
                    <a:pt x="51074" y="100"/>
                  </a:lnTo>
                  <a:lnTo>
                    <a:pt x="45279" y="402"/>
                  </a:lnTo>
                  <a:lnTo>
                    <a:pt x="39497" y="905"/>
                  </a:lnTo>
                  <a:lnTo>
                    <a:pt x="33737" y="1609"/>
                  </a:lnTo>
                  <a:lnTo>
                    <a:pt x="28004" y="2512"/>
                  </a:lnTo>
                  <a:lnTo>
                    <a:pt x="22306" y="3613"/>
                  </a:lnTo>
                  <a:lnTo>
                    <a:pt x="16650" y="4912"/>
                  </a:lnTo>
                  <a:lnTo>
                    <a:pt x="11043" y="6406"/>
                  </a:lnTo>
                  <a:lnTo>
                    <a:pt x="5490" y="8094"/>
                  </a:lnTo>
                  <a:lnTo>
                    <a:pt x="0" y="9973"/>
                  </a:lnTo>
                  <a:lnTo>
                    <a:pt x="5687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1843" y="1332545"/>
              <a:ext cx="56877" cy="157193"/>
            </a:xfrm>
            <a:custGeom>
              <a:avLst/>
              <a:pathLst>
                <a:path w="56877" h="157193">
                  <a:moveTo>
                    <a:pt x="0" y="0"/>
                  </a:moveTo>
                  <a:lnTo>
                    <a:pt x="56877" y="1571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70" y="1332545"/>
              <a:ext cx="334296" cy="324361"/>
            </a:xfrm>
            <a:custGeom>
              <a:avLst/>
              <a:pathLst>
                <a:path w="334296" h="324361">
                  <a:moveTo>
                    <a:pt x="110272" y="0"/>
                  </a:moveTo>
                  <a:lnTo>
                    <a:pt x="105311" y="1884"/>
                  </a:lnTo>
                  <a:lnTo>
                    <a:pt x="100413" y="3925"/>
                  </a:lnTo>
                  <a:lnTo>
                    <a:pt x="95582" y="6120"/>
                  </a:lnTo>
                  <a:lnTo>
                    <a:pt x="90823" y="8468"/>
                  </a:lnTo>
                  <a:lnTo>
                    <a:pt x="86141" y="10966"/>
                  </a:lnTo>
                  <a:lnTo>
                    <a:pt x="81540" y="13611"/>
                  </a:lnTo>
                  <a:lnTo>
                    <a:pt x="77026" y="16400"/>
                  </a:lnTo>
                  <a:lnTo>
                    <a:pt x="72603" y="19332"/>
                  </a:lnTo>
                  <a:lnTo>
                    <a:pt x="68274" y="22402"/>
                  </a:lnTo>
                  <a:lnTo>
                    <a:pt x="64046" y="25608"/>
                  </a:lnTo>
                  <a:lnTo>
                    <a:pt x="59921" y="28947"/>
                  </a:lnTo>
                  <a:lnTo>
                    <a:pt x="55905" y="32415"/>
                  </a:lnTo>
                  <a:lnTo>
                    <a:pt x="52000" y="36009"/>
                  </a:lnTo>
                  <a:lnTo>
                    <a:pt x="48212" y="39725"/>
                  </a:lnTo>
                  <a:lnTo>
                    <a:pt x="44543" y="43559"/>
                  </a:lnTo>
                  <a:lnTo>
                    <a:pt x="40998" y="47508"/>
                  </a:lnTo>
                  <a:lnTo>
                    <a:pt x="37581" y="51567"/>
                  </a:lnTo>
                  <a:lnTo>
                    <a:pt x="34293" y="55733"/>
                  </a:lnTo>
                  <a:lnTo>
                    <a:pt x="31140" y="60001"/>
                  </a:lnTo>
                  <a:lnTo>
                    <a:pt x="28123" y="64367"/>
                  </a:lnTo>
                  <a:lnTo>
                    <a:pt x="25247" y="68827"/>
                  </a:lnTo>
                  <a:lnTo>
                    <a:pt x="22514" y="73375"/>
                  </a:lnTo>
                  <a:lnTo>
                    <a:pt x="19926" y="78008"/>
                  </a:lnTo>
                  <a:lnTo>
                    <a:pt x="17487" y="82721"/>
                  </a:lnTo>
                  <a:lnTo>
                    <a:pt x="15199" y="87509"/>
                  </a:lnTo>
                  <a:lnTo>
                    <a:pt x="13064" y="92367"/>
                  </a:lnTo>
                  <a:lnTo>
                    <a:pt x="11084" y="97290"/>
                  </a:lnTo>
                  <a:lnTo>
                    <a:pt x="9261" y="102274"/>
                  </a:lnTo>
                  <a:lnTo>
                    <a:pt x="7597" y="107313"/>
                  </a:lnTo>
                  <a:lnTo>
                    <a:pt x="6094" y="112402"/>
                  </a:lnTo>
                  <a:lnTo>
                    <a:pt x="4754" y="117537"/>
                  </a:lnTo>
                  <a:lnTo>
                    <a:pt x="3577" y="122711"/>
                  </a:lnTo>
                  <a:lnTo>
                    <a:pt x="2565" y="127921"/>
                  </a:lnTo>
                  <a:lnTo>
                    <a:pt x="1719" y="133159"/>
                  </a:lnTo>
                  <a:lnTo>
                    <a:pt x="1039" y="138422"/>
                  </a:lnTo>
                  <a:lnTo>
                    <a:pt x="527" y="143704"/>
                  </a:lnTo>
                  <a:lnTo>
                    <a:pt x="183" y="149000"/>
                  </a:lnTo>
                  <a:lnTo>
                    <a:pt x="7" y="154303"/>
                  </a:lnTo>
                  <a:lnTo>
                    <a:pt x="0" y="159610"/>
                  </a:lnTo>
                  <a:lnTo>
                    <a:pt x="160" y="164914"/>
                  </a:lnTo>
                  <a:lnTo>
                    <a:pt x="490" y="170210"/>
                  </a:lnTo>
                  <a:lnTo>
                    <a:pt x="987" y="175494"/>
                  </a:lnTo>
                  <a:lnTo>
                    <a:pt x="1651" y="180758"/>
                  </a:lnTo>
                  <a:lnTo>
                    <a:pt x="2483" y="186000"/>
                  </a:lnTo>
                  <a:lnTo>
                    <a:pt x="3480" y="191212"/>
                  </a:lnTo>
                  <a:lnTo>
                    <a:pt x="4642" y="196389"/>
                  </a:lnTo>
                  <a:lnTo>
                    <a:pt x="5968" y="201528"/>
                  </a:lnTo>
                  <a:lnTo>
                    <a:pt x="7457" y="206621"/>
                  </a:lnTo>
                  <a:lnTo>
                    <a:pt x="9106" y="211665"/>
                  </a:lnTo>
                  <a:lnTo>
                    <a:pt x="10914" y="216654"/>
                  </a:lnTo>
                  <a:lnTo>
                    <a:pt x="12880" y="221583"/>
                  </a:lnTo>
                  <a:lnTo>
                    <a:pt x="15002" y="226447"/>
                  </a:lnTo>
                  <a:lnTo>
                    <a:pt x="17277" y="231241"/>
                  </a:lnTo>
                  <a:lnTo>
                    <a:pt x="19703" y="235961"/>
                  </a:lnTo>
                  <a:lnTo>
                    <a:pt x="22277" y="240601"/>
                  </a:lnTo>
                  <a:lnTo>
                    <a:pt x="24997" y="245158"/>
                  </a:lnTo>
                  <a:lnTo>
                    <a:pt x="27861" y="249625"/>
                  </a:lnTo>
                  <a:lnTo>
                    <a:pt x="30865" y="254000"/>
                  </a:lnTo>
                  <a:lnTo>
                    <a:pt x="34006" y="258277"/>
                  </a:lnTo>
                  <a:lnTo>
                    <a:pt x="37282" y="262452"/>
                  </a:lnTo>
                  <a:lnTo>
                    <a:pt x="40688" y="266521"/>
                  </a:lnTo>
                  <a:lnTo>
                    <a:pt x="44222" y="270480"/>
                  </a:lnTo>
                  <a:lnTo>
                    <a:pt x="47880" y="274324"/>
                  </a:lnTo>
                  <a:lnTo>
                    <a:pt x="51657" y="278051"/>
                  </a:lnTo>
                  <a:lnTo>
                    <a:pt x="55552" y="281656"/>
                  </a:lnTo>
                  <a:lnTo>
                    <a:pt x="59558" y="285135"/>
                  </a:lnTo>
                  <a:lnTo>
                    <a:pt x="63673" y="288486"/>
                  </a:lnTo>
                  <a:lnTo>
                    <a:pt x="67893" y="291704"/>
                  </a:lnTo>
                  <a:lnTo>
                    <a:pt x="72212" y="294787"/>
                  </a:lnTo>
                  <a:lnTo>
                    <a:pt x="76627" y="297731"/>
                  </a:lnTo>
                  <a:lnTo>
                    <a:pt x="81134" y="300533"/>
                  </a:lnTo>
                  <a:lnTo>
                    <a:pt x="85727" y="303191"/>
                  </a:lnTo>
                  <a:lnTo>
                    <a:pt x="90402" y="305702"/>
                  </a:lnTo>
                  <a:lnTo>
                    <a:pt x="95154" y="308063"/>
                  </a:lnTo>
                  <a:lnTo>
                    <a:pt x="99979" y="310272"/>
                  </a:lnTo>
                  <a:lnTo>
                    <a:pt x="104872" y="312327"/>
                  </a:lnTo>
                  <a:lnTo>
                    <a:pt x="109827" y="314225"/>
                  </a:lnTo>
                  <a:lnTo>
                    <a:pt x="114840" y="315966"/>
                  </a:lnTo>
                  <a:lnTo>
                    <a:pt x="119906" y="317546"/>
                  </a:lnTo>
                  <a:lnTo>
                    <a:pt x="125019" y="318965"/>
                  </a:lnTo>
                  <a:lnTo>
                    <a:pt x="130175" y="320221"/>
                  </a:lnTo>
                  <a:lnTo>
                    <a:pt x="135368" y="321312"/>
                  </a:lnTo>
                  <a:lnTo>
                    <a:pt x="140593" y="322238"/>
                  </a:lnTo>
                  <a:lnTo>
                    <a:pt x="145845" y="322998"/>
                  </a:lnTo>
                  <a:lnTo>
                    <a:pt x="151119" y="323590"/>
                  </a:lnTo>
                  <a:lnTo>
                    <a:pt x="156408" y="324015"/>
                  </a:lnTo>
                  <a:lnTo>
                    <a:pt x="161709" y="324272"/>
                  </a:lnTo>
                  <a:lnTo>
                    <a:pt x="167015" y="324361"/>
                  </a:lnTo>
                  <a:lnTo>
                    <a:pt x="172321" y="324281"/>
                  </a:lnTo>
                  <a:lnTo>
                    <a:pt x="177621" y="324033"/>
                  </a:lnTo>
                  <a:lnTo>
                    <a:pt x="182912" y="323616"/>
                  </a:lnTo>
                  <a:lnTo>
                    <a:pt x="188186" y="323032"/>
                  </a:lnTo>
                  <a:lnTo>
                    <a:pt x="193439" y="322281"/>
                  </a:lnTo>
                  <a:lnTo>
                    <a:pt x="198666" y="321363"/>
                  </a:lnTo>
                  <a:lnTo>
                    <a:pt x="203861" y="320280"/>
                  </a:lnTo>
                  <a:lnTo>
                    <a:pt x="209019" y="319033"/>
                  </a:lnTo>
                  <a:lnTo>
                    <a:pt x="214134" y="317622"/>
                  </a:lnTo>
                  <a:lnTo>
                    <a:pt x="219203" y="316050"/>
                  </a:lnTo>
                  <a:lnTo>
                    <a:pt x="224219" y="314318"/>
                  </a:lnTo>
                  <a:lnTo>
                    <a:pt x="229177" y="312427"/>
                  </a:lnTo>
                  <a:lnTo>
                    <a:pt x="234073" y="310380"/>
                  </a:lnTo>
                  <a:lnTo>
                    <a:pt x="238901" y="308179"/>
                  </a:lnTo>
                  <a:lnTo>
                    <a:pt x="243658" y="305825"/>
                  </a:lnTo>
                  <a:lnTo>
                    <a:pt x="248337" y="303322"/>
                  </a:lnTo>
                  <a:lnTo>
                    <a:pt x="252934" y="300672"/>
                  </a:lnTo>
                  <a:lnTo>
                    <a:pt x="257445" y="297876"/>
                  </a:lnTo>
                  <a:lnTo>
                    <a:pt x="261865" y="294940"/>
                  </a:lnTo>
                  <a:lnTo>
                    <a:pt x="266189" y="291864"/>
                  </a:lnTo>
                  <a:lnTo>
                    <a:pt x="270414" y="288652"/>
                  </a:lnTo>
                  <a:lnTo>
                    <a:pt x="274534" y="285309"/>
                  </a:lnTo>
                  <a:lnTo>
                    <a:pt x="278546" y="281836"/>
                  </a:lnTo>
                  <a:lnTo>
                    <a:pt x="282446" y="278237"/>
                  </a:lnTo>
                  <a:lnTo>
                    <a:pt x="286230" y="274517"/>
                  </a:lnTo>
                  <a:lnTo>
                    <a:pt x="289894" y="270678"/>
                  </a:lnTo>
                  <a:lnTo>
                    <a:pt x="293434" y="266725"/>
                  </a:lnTo>
                  <a:lnTo>
                    <a:pt x="296847" y="262661"/>
                  </a:lnTo>
                  <a:lnTo>
                    <a:pt x="300129" y="258491"/>
                  </a:lnTo>
                  <a:lnTo>
                    <a:pt x="303278" y="254219"/>
                  </a:lnTo>
                  <a:lnTo>
                    <a:pt x="306289" y="249850"/>
                  </a:lnTo>
                  <a:lnTo>
                    <a:pt x="309160" y="245387"/>
                  </a:lnTo>
                  <a:lnTo>
                    <a:pt x="311887" y="240835"/>
                  </a:lnTo>
                  <a:lnTo>
                    <a:pt x="314469" y="236199"/>
                  </a:lnTo>
                  <a:lnTo>
                    <a:pt x="316903" y="231483"/>
                  </a:lnTo>
                  <a:lnTo>
                    <a:pt x="319185" y="226692"/>
                  </a:lnTo>
                  <a:lnTo>
                    <a:pt x="321314" y="221832"/>
                  </a:lnTo>
                  <a:lnTo>
                    <a:pt x="323288" y="216906"/>
                  </a:lnTo>
                  <a:lnTo>
                    <a:pt x="325105" y="211920"/>
                  </a:lnTo>
                  <a:lnTo>
                    <a:pt x="326762" y="206879"/>
                  </a:lnTo>
                  <a:lnTo>
                    <a:pt x="328259" y="201788"/>
                  </a:lnTo>
                  <a:lnTo>
                    <a:pt x="329593" y="196651"/>
                  </a:lnTo>
                  <a:lnTo>
                    <a:pt x="330764" y="191476"/>
                  </a:lnTo>
                  <a:lnTo>
                    <a:pt x="331770" y="186265"/>
                  </a:lnTo>
                  <a:lnTo>
                    <a:pt x="332609" y="181025"/>
                  </a:lnTo>
                  <a:lnTo>
                    <a:pt x="333282" y="175762"/>
                  </a:lnTo>
                  <a:lnTo>
                    <a:pt x="333788" y="170479"/>
                  </a:lnTo>
                  <a:lnTo>
                    <a:pt x="334126" y="165183"/>
                  </a:lnTo>
                  <a:lnTo>
                    <a:pt x="334295" y="159879"/>
                  </a:lnTo>
                  <a:lnTo>
                    <a:pt x="334296" y="154573"/>
                  </a:lnTo>
                  <a:lnTo>
                    <a:pt x="334129" y="149269"/>
                  </a:lnTo>
                  <a:lnTo>
                    <a:pt x="333793" y="143973"/>
                  </a:lnTo>
                  <a:lnTo>
                    <a:pt x="333290" y="138690"/>
                  </a:lnTo>
                  <a:lnTo>
                    <a:pt x="332619" y="133426"/>
                  </a:lnTo>
                  <a:lnTo>
                    <a:pt x="331781" y="128186"/>
                  </a:lnTo>
                  <a:lnTo>
                    <a:pt x="330777" y="122975"/>
                  </a:lnTo>
                  <a:lnTo>
                    <a:pt x="329609" y="117799"/>
                  </a:lnTo>
                  <a:lnTo>
                    <a:pt x="328277" y="112662"/>
                  </a:lnTo>
                  <a:lnTo>
                    <a:pt x="326782" y="107571"/>
                  </a:lnTo>
                  <a:lnTo>
                    <a:pt x="325126" y="102529"/>
                  </a:lnTo>
                  <a:lnTo>
                    <a:pt x="323312" y="97542"/>
                  </a:lnTo>
                  <a:lnTo>
                    <a:pt x="321340" y="92616"/>
                  </a:lnTo>
                  <a:lnTo>
                    <a:pt x="319212" y="87754"/>
                  </a:lnTo>
                  <a:lnTo>
                    <a:pt x="316932" y="82962"/>
                  </a:lnTo>
                  <a:lnTo>
                    <a:pt x="314500" y="78246"/>
                  </a:lnTo>
                  <a:lnTo>
                    <a:pt x="311920" y="73609"/>
                  </a:lnTo>
                  <a:lnTo>
                    <a:pt x="309194" y="69056"/>
                  </a:lnTo>
                  <a:lnTo>
                    <a:pt x="306325" y="64592"/>
                  </a:lnTo>
                  <a:lnTo>
                    <a:pt x="303316" y="60221"/>
                  </a:lnTo>
                  <a:lnTo>
                    <a:pt x="300169" y="55948"/>
                  </a:lnTo>
                  <a:lnTo>
                    <a:pt x="296889" y="51777"/>
                  </a:lnTo>
                  <a:lnTo>
                    <a:pt x="293477" y="47712"/>
                  </a:lnTo>
                  <a:lnTo>
                    <a:pt x="289939" y="43757"/>
                  </a:lnTo>
                  <a:lnTo>
                    <a:pt x="286276" y="39917"/>
                  </a:lnTo>
                  <a:lnTo>
                    <a:pt x="282494" y="36195"/>
                  </a:lnTo>
                  <a:lnTo>
                    <a:pt x="278595" y="32595"/>
                  </a:lnTo>
                  <a:lnTo>
                    <a:pt x="274584" y="29120"/>
                  </a:lnTo>
                  <a:lnTo>
                    <a:pt x="270465" y="25775"/>
                  </a:lnTo>
                  <a:lnTo>
                    <a:pt x="266242" y="22562"/>
                  </a:lnTo>
                  <a:lnTo>
                    <a:pt x="261919" y="19484"/>
                  </a:lnTo>
                  <a:lnTo>
                    <a:pt x="257500" y="16546"/>
                  </a:lnTo>
                  <a:lnTo>
                    <a:pt x="252990" y="13749"/>
                  </a:lnTo>
                  <a:lnTo>
                    <a:pt x="248394" y="11097"/>
                  </a:lnTo>
                  <a:lnTo>
                    <a:pt x="243716" y="8591"/>
                  </a:lnTo>
                  <a:lnTo>
                    <a:pt x="238961" y="6236"/>
                  </a:lnTo>
                  <a:lnTo>
                    <a:pt x="234133" y="4033"/>
                  </a:lnTo>
                  <a:lnTo>
                    <a:pt x="229238" y="1984"/>
                  </a:lnTo>
                  <a:lnTo>
                    <a:pt x="224280" y="91"/>
                  </a:lnTo>
                  <a:lnTo>
                    <a:pt x="167149" y="1571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57130" cy="167167"/>
            </a:xfrm>
            <a:custGeom>
              <a:avLst/>
              <a:pathLst>
                <a:path w="57130" h="167167">
                  <a:moveTo>
                    <a:pt x="57130" y="10065"/>
                  </a:moveTo>
                  <a:lnTo>
                    <a:pt x="51617" y="8168"/>
                  </a:lnTo>
                  <a:lnTo>
                    <a:pt x="46041" y="6465"/>
                  </a:lnTo>
                  <a:lnTo>
                    <a:pt x="40409" y="4957"/>
                  </a:lnTo>
                  <a:lnTo>
                    <a:pt x="34728" y="3647"/>
                  </a:lnTo>
                  <a:lnTo>
                    <a:pt x="29005" y="2535"/>
                  </a:lnTo>
                  <a:lnTo>
                    <a:pt x="23246" y="1624"/>
                  </a:lnTo>
                  <a:lnTo>
                    <a:pt x="17459" y="914"/>
                  </a:lnTo>
                  <a:lnTo>
                    <a:pt x="11651" y="406"/>
                  </a:lnTo>
                  <a:lnTo>
                    <a:pt x="5829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48275" y="1681503"/>
              <a:ext cx="38249" cy="167167"/>
            </a:xfrm>
            <a:custGeom>
              <a:avLst/>
              <a:pathLst>
                <a:path w="38249" h="167167">
                  <a:moveTo>
                    <a:pt x="38249" y="0"/>
                  </a:moveTo>
                  <a:lnTo>
                    <a:pt x="31818" y="123"/>
                  </a:lnTo>
                  <a:lnTo>
                    <a:pt x="25398" y="494"/>
                  </a:lnTo>
                  <a:lnTo>
                    <a:pt x="18996" y="1112"/>
                  </a:lnTo>
                  <a:lnTo>
                    <a:pt x="12623" y="1975"/>
                  </a:lnTo>
                  <a:lnTo>
                    <a:pt x="6287" y="3083"/>
                  </a:lnTo>
                  <a:lnTo>
                    <a:pt x="0" y="4434"/>
                  </a:lnTo>
                  <a:lnTo>
                    <a:pt x="3824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48275" y="1685937"/>
              <a:ext cx="38249" cy="162732"/>
            </a:xfrm>
            <a:custGeom>
              <a:avLst/>
              <a:pathLst>
                <a:path w="38249" h="162732">
                  <a:moveTo>
                    <a:pt x="0" y="0"/>
                  </a:moveTo>
                  <a:lnTo>
                    <a:pt x="38249" y="1627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90892" y="1685937"/>
              <a:ext cx="95632" cy="162732"/>
            </a:xfrm>
            <a:custGeom>
              <a:avLst/>
              <a:pathLst>
                <a:path w="95632" h="162732">
                  <a:moveTo>
                    <a:pt x="57383" y="0"/>
                  </a:moveTo>
                  <a:lnTo>
                    <a:pt x="51812" y="1410"/>
                  </a:lnTo>
                  <a:lnTo>
                    <a:pt x="46292" y="3012"/>
                  </a:lnTo>
                  <a:lnTo>
                    <a:pt x="40831" y="4802"/>
                  </a:lnTo>
                  <a:lnTo>
                    <a:pt x="35435" y="6779"/>
                  </a:lnTo>
                  <a:lnTo>
                    <a:pt x="30110" y="8941"/>
                  </a:lnTo>
                  <a:lnTo>
                    <a:pt x="24863" y="11284"/>
                  </a:lnTo>
                  <a:lnTo>
                    <a:pt x="19699" y="13806"/>
                  </a:lnTo>
                  <a:lnTo>
                    <a:pt x="14624" y="16504"/>
                  </a:lnTo>
                  <a:lnTo>
                    <a:pt x="9646" y="19375"/>
                  </a:lnTo>
                  <a:lnTo>
                    <a:pt x="4769" y="22415"/>
                  </a:lnTo>
                  <a:lnTo>
                    <a:pt x="0" y="25621"/>
                  </a:lnTo>
                  <a:lnTo>
                    <a:pt x="95632" y="1627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7" y="1681503"/>
              <a:ext cx="334308" cy="334333"/>
            </a:xfrm>
            <a:custGeom>
              <a:avLst/>
              <a:pathLst>
                <a:path w="334308" h="334333">
                  <a:moveTo>
                    <a:pt x="71525" y="30056"/>
                  </a:moveTo>
                  <a:lnTo>
                    <a:pt x="67227" y="33156"/>
                  </a:lnTo>
                  <a:lnTo>
                    <a:pt x="63030" y="36390"/>
                  </a:lnTo>
                  <a:lnTo>
                    <a:pt x="58938" y="39756"/>
                  </a:lnTo>
                  <a:lnTo>
                    <a:pt x="54954" y="43250"/>
                  </a:lnTo>
                  <a:lnTo>
                    <a:pt x="51083" y="46868"/>
                  </a:lnTo>
                  <a:lnTo>
                    <a:pt x="47329" y="50608"/>
                  </a:lnTo>
                  <a:lnTo>
                    <a:pt x="43695" y="54464"/>
                  </a:lnTo>
                  <a:lnTo>
                    <a:pt x="40185" y="58434"/>
                  </a:lnTo>
                  <a:lnTo>
                    <a:pt x="36802" y="62513"/>
                  </a:lnTo>
                  <a:lnTo>
                    <a:pt x="33551" y="66697"/>
                  </a:lnTo>
                  <a:lnTo>
                    <a:pt x="30434" y="70982"/>
                  </a:lnTo>
                  <a:lnTo>
                    <a:pt x="27454" y="75363"/>
                  </a:lnTo>
                  <a:lnTo>
                    <a:pt x="24614" y="79837"/>
                  </a:lnTo>
                  <a:lnTo>
                    <a:pt x="21918" y="84399"/>
                  </a:lnTo>
                  <a:lnTo>
                    <a:pt x="19368" y="89043"/>
                  </a:lnTo>
                  <a:lnTo>
                    <a:pt x="16966" y="93767"/>
                  </a:lnTo>
                  <a:lnTo>
                    <a:pt x="14715" y="98564"/>
                  </a:lnTo>
                  <a:lnTo>
                    <a:pt x="12618" y="103430"/>
                  </a:lnTo>
                  <a:lnTo>
                    <a:pt x="10675" y="108360"/>
                  </a:lnTo>
                  <a:lnTo>
                    <a:pt x="8890" y="113349"/>
                  </a:lnTo>
                  <a:lnTo>
                    <a:pt x="7264" y="118392"/>
                  </a:lnTo>
                  <a:lnTo>
                    <a:pt x="5798" y="123484"/>
                  </a:lnTo>
                  <a:lnTo>
                    <a:pt x="4495" y="128620"/>
                  </a:lnTo>
                  <a:lnTo>
                    <a:pt x="3355" y="133795"/>
                  </a:lnTo>
                  <a:lnTo>
                    <a:pt x="2379" y="139003"/>
                  </a:lnTo>
                  <a:lnTo>
                    <a:pt x="1569" y="144240"/>
                  </a:lnTo>
                  <a:lnTo>
                    <a:pt x="926" y="149499"/>
                  </a:lnTo>
                  <a:lnTo>
                    <a:pt x="450" y="154777"/>
                  </a:lnTo>
                  <a:lnTo>
                    <a:pt x="141" y="160067"/>
                  </a:lnTo>
                  <a:lnTo>
                    <a:pt x="0" y="165364"/>
                  </a:lnTo>
                  <a:lnTo>
                    <a:pt x="26" y="170662"/>
                  </a:lnTo>
                  <a:lnTo>
                    <a:pt x="221" y="175958"/>
                  </a:lnTo>
                  <a:lnTo>
                    <a:pt x="584" y="181244"/>
                  </a:lnTo>
                  <a:lnTo>
                    <a:pt x="1113" y="186516"/>
                  </a:lnTo>
                  <a:lnTo>
                    <a:pt x="1810" y="191769"/>
                  </a:lnTo>
                  <a:lnTo>
                    <a:pt x="2673" y="196997"/>
                  </a:lnTo>
                  <a:lnTo>
                    <a:pt x="3701" y="202195"/>
                  </a:lnTo>
                  <a:lnTo>
                    <a:pt x="4893" y="207358"/>
                  </a:lnTo>
                  <a:lnTo>
                    <a:pt x="6249" y="212481"/>
                  </a:lnTo>
                  <a:lnTo>
                    <a:pt x="7766" y="217558"/>
                  </a:lnTo>
                  <a:lnTo>
                    <a:pt x="9443" y="222585"/>
                  </a:lnTo>
                  <a:lnTo>
                    <a:pt x="11278" y="227555"/>
                  </a:lnTo>
                  <a:lnTo>
                    <a:pt x="13271" y="232465"/>
                  </a:lnTo>
                  <a:lnTo>
                    <a:pt x="15418" y="237310"/>
                  </a:lnTo>
                  <a:lnTo>
                    <a:pt x="17717" y="242084"/>
                  </a:lnTo>
                  <a:lnTo>
                    <a:pt x="20166" y="246782"/>
                  </a:lnTo>
                  <a:lnTo>
                    <a:pt x="22763" y="251401"/>
                  </a:lnTo>
                  <a:lnTo>
                    <a:pt x="25506" y="255935"/>
                  </a:lnTo>
                  <a:lnTo>
                    <a:pt x="28390" y="260380"/>
                  </a:lnTo>
                  <a:lnTo>
                    <a:pt x="31414" y="264731"/>
                  </a:lnTo>
                  <a:lnTo>
                    <a:pt x="34575" y="268985"/>
                  </a:lnTo>
                  <a:lnTo>
                    <a:pt x="37868" y="273135"/>
                  </a:lnTo>
                  <a:lnTo>
                    <a:pt x="41292" y="277180"/>
                  </a:lnTo>
                  <a:lnTo>
                    <a:pt x="44842" y="281114"/>
                  </a:lnTo>
                  <a:lnTo>
                    <a:pt x="48515" y="284933"/>
                  </a:lnTo>
                  <a:lnTo>
                    <a:pt x="52307" y="288634"/>
                  </a:lnTo>
                  <a:lnTo>
                    <a:pt x="56214" y="292213"/>
                  </a:lnTo>
                  <a:lnTo>
                    <a:pt x="60233" y="295667"/>
                  </a:lnTo>
                  <a:lnTo>
                    <a:pt x="64359" y="298991"/>
                  </a:lnTo>
                  <a:lnTo>
                    <a:pt x="68589" y="302183"/>
                  </a:lnTo>
                  <a:lnTo>
                    <a:pt x="72918" y="305239"/>
                  </a:lnTo>
                  <a:lnTo>
                    <a:pt x="77341" y="308156"/>
                  </a:lnTo>
                  <a:lnTo>
                    <a:pt x="81855" y="310932"/>
                  </a:lnTo>
                  <a:lnTo>
                    <a:pt x="86454" y="313564"/>
                  </a:lnTo>
                  <a:lnTo>
                    <a:pt x="91135" y="316048"/>
                  </a:lnTo>
                  <a:lnTo>
                    <a:pt x="95891" y="318382"/>
                  </a:lnTo>
                  <a:lnTo>
                    <a:pt x="100720" y="320565"/>
                  </a:lnTo>
                  <a:lnTo>
                    <a:pt x="105615" y="322594"/>
                  </a:lnTo>
                  <a:lnTo>
                    <a:pt x="110572" y="324466"/>
                  </a:lnTo>
                  <a:lnTo>
                    <a:pt x="115586" y="326181"/>
                  </a:lnTo>
                  <a:lnTo>
                    <a:pt x="120651" y="327735"/>
                  </a:lnTo>
                  <a:lnTo>
                    <a:pt x="125764" y="329128"/>
                  </a:lnTo>
                  <a:lnTo>
                    <a:pt x="130918" y="330359"/>
                  </a:lnTo>
                  <a:lnTo>
                    <a:pt x="136108" y="331426"/>
                  </a:lnTo>
                  <a:lnTo>
                    <a:pt x="141330" y="332327"/>
                  </a:lnTo>
                  <a:lnTo>
                    <a:pt x="146577" y="333063"/>
                  </a:lnTo>
                  <a:lnTo>
                    <a:pt x="151846" y="333632"/>
                  </a:lnTo>
                  <a:lnTo>
                    <a:pt x="157129" y="334033"/>
                  </a:lnTo>
                  <a:lnTo>
                    <a:pt x="162423" y="334267"/>
                  </a:lnTo>
                  <a:lnTo>
                    <a:pt x="167721" y="334333"/>
                  </a:lnTo>
                  <a:lnTo>
                    <a:pt x="173019" y="334232"/>
                  </a:lnTo>
                  <a:lnTo>
                    <a:pt x="178311" y="333962"/>
                  </a:lnTo>
                  <a:lnTo>
                    <a:pt x="183592" y="333525"/>
                  </a:lnTo>
                  <a:lnTo>
                    <a:pt x="188856" y="332920"/>
                  </a:lnTo>
                  <a:lnTo>
                    <a:pt x="194099" y="332149"/>
                  </a:lnTo>
                  <a:lnTo>
                    <a:pt x="199314" y="331212"/>
                  </a:lnTo>
                  <a:lnTo>
                    <a:pt x="204497" y="330111"/>
                  </a:lnTo>
                  <a:lnTo>
                    <a:pt x="209643" y="328845"/>
                  </a:lnTo>
                  <a:lnTo>
                    <a:pt x="214746" y="327418"/>
                  </a:lnTo>
                  <a:lnTo>
                    <a:pt x="219801" y="325829"/>
                  </a:lnTo>
                  <a:lnTo>
                    <a:pt x="224803" y="324081"/>
                  </a:lnTo>
                  <a:lnTo>
                    <a:pt x="229747" y="322175"/>
                  </a:lnTo>
                  <a:lnTo>
                    <a:pt x="234628" y="320113"/>
                  </a:lnTo>
                  <a:lnTo>
                    <a:pt x="239442" y="317898"/>
                  </a:lnTo>
                  <a:lnTo>
                    <a:pt x="244183" y="315531"/>
                  </a:lnTo>
                  <a:lnTo>
                    <a:pt x="248846" y="313016"/>
                  </a:lnTo>
                  <a:lnTo>
                    <a:pt x="253428" y="310353"/>
                  </a:lnTo>
                  <a:lnTo>
                    <a:pt x="257923" y="307547"/>
                  </a:lnTo>
                  <a:lnTo>
                    <a:pt x="262326" y="304600"/>
                  </a:lnTo>
                  <a:lnTo>
                    <a:pt x="266634" y="301515"/>
                  </a:lnTo>
                  <a:lnTo>
                    <a:pt x="270842" y="298294"/>
                  </a:lnTo>
                  <a:lnTo>
                    <a:pt x="274946" y="294942"/>
                  </a:lnTo>
                  <a:lnTo>
                    <a:pt x="278942" y="291462"/>
                  </a:lnTo>
                  <a:lnTo>
                    <a:pt x="282825" y="287856"/>
                  </a:lnTo>
                  <a:lnTo>
                    <a:pt x="286592" y="284130"/>
                  </a:lnTo>
                  <a:lnTo>
                    <a:pt x="290239" y="280286"/>
                  </a:lnTo>
                  <a:lnTo>
                    <a:pt x="293762" y="276328"/>
                  </a:lnTo>
                  <a:lnTo>
                    <a:pt x="297158" y="272261"/>
                  </a:lnTo>
                  <a:lnTo>
                    <a:pt x="300424" y="268087"/>
                  </a:lnTo>
                  <a:lnTo>
                    <a:pt x="303555" y="263813"/>
                  </a:lnTo>
                  <a:lnTo>
                    <a:pt x="306550" y="259442"/>
                  </a:lnTo>
                  <a:lnTo>
                    <a:pt x="309405" y="254977"/>
                  </a:lnTo>
                  <a:lnTo>
                    <a:pt x="312116" y="250425"/>
                  </a:lnTo>
                  <a:lnTo>
                    <a:pt x="314682" y="245789"/>
                  </a:lnTo>
                  <a:lnTo>
                    <a:pt x="317100" y="241074"/>
                  </a:lnTo>
                  <a:lnTo>
                    <a:pt x="319367" y="236284"/>
                  </a:lnTo>
                  <a:lnTo>
                    <a:pt x="321481" y="231425"/>
                  </a:lnTo>
                  <a:lnTo>
                    <a:pt x="323440" y="226502"/>
                  </a:lnTo>
                  <a:lnTo>
                    <a:pt x="325242" y="221519"/>
                  </a:lnTo>
                  <a:lnTo>
                    <a:pt x="326885" y="216481"/>
                  </a:lnTo>
                  <a:lnTo>
                    <a:pt x="328368" y="211394"/>
                  </a:lnTo>
                  <a:lnTo>
                    <a:pt x="329689" y="206262"/>
                  </a:lnTo>
                  <a:lnTo>
                    <a:pt x="330846" y="201092"/>
                  </a:lnTo>
                  <a:lnTo>
                    <a:pt x="331839" y="195887"/>
                  </a:lnTo>
                  <a:lnTo>
                    <a:pt x="332667" y="190653"/>
                  </a:lnTo>
                  <a:lnTo>
                    <a:pt x="333328" y="185395"/>
                  </a:lnTo>
                  <a:lnTo>
                    <a:pt x="333822" y="180120"/>
                  </a:lnTo>
                  <a:lnTo>
                    <a:pt x="334149" y="174831"/>
                  </a:lnTo>
                  <a:lnTo>
                    <a:pt x="334308" y="169534"/>
                  </a:lnTo>
                  <a:lnTo>
                    <a:pt x="334299" y="164236"/>
                  </a:lnTo>
                  <a:lnTo>
                    <a:pt x="334122" y="158940"/>
                  </a:lnTo>
                  <a:lnTo>
                    <a:pt x="333777" y="153652"/>
                  </a:lnTo>
                  <a:lnTo>
                    <a:pt x="333265" y="148378"/>
                  </a:lnTo>
                  <a:lnTo>
                    <a:pt x="332586" y="143123"/>
                  </a:lnTo>
                  <a:lnTo>
                    <a:pt x="331741" y="137892"/>
                  </a:lnTo>
                  <a:lnTo>
                    <a:pt x="330731" y="132690"/>
                  </a:lnTo>
                  <a:lnTo>
                    <a:pt x="329556" y="127523"/>
                  </a:lnTo>
                  <a:lnTo>
                    <a:pt x="328218" y="122396"/>
                  </a:lnTo>
                  <a:lnTo>
                    <a:pt x="326718" y="117314"/>
                  </a:lnTo>
                  <a:lnTo>
                    <a:pt x="325058" y="112282"/>
                  </a:lnTo>
                  <a:lnTo>
                    <a:pt x="323239" y="107305"/>
                  </a:lnTo>
                  <a:lnTo>
                    <a:pt x="321263" y="102388"/>
                  </a:lnTo>
                  <a:lnTo>
                    <a:pt x="319133" y="97537"/>
                  </a:lnTo>
                  <a:lnTo>
                    <a:pt x="316850" y="92755"/>
                  </a:lnTo>
                  <a:lnTo>
                    <a:pt x="314416" y="88048"/>
                  </a:lnTo>
                  <a:lnTo>
                    <a:pt x="311834" y="83420"/>
                  </a:lnTo>
                  <a:lnTo>
                    <a:pt x="309107" y="78877"/>
                  </a:lnTo>
                  <a:lnTo>
                    <a:pt x="306238" y="74423"/>
                  </a:lnTo>
                  <a:lnTo>
                    <a:pt x="303229" y="70061"/>
                  </a:lnTo>
                  <a:lnTo>
                    <a:pt x="300083" y="65797"/>
                  </a:lnTo>
                  <a:lnTo>
                    <a:pt x="296803" y="61635"/>
                  </a:lnTo>
                  <a:lnTo>
                    <a:pt x="293393" y="57579"/>
                  </a:lnTo>
                  <a:lnTo>
                    <a:pt x="289856" y="53633"/>
                  </a:lnTo>
                  <a:lnTo>
                    <a:pt x="286197" y="49802"/>
                  </a:lnTo>
                  <a:lnTo>
                    <a:pt x="282417" y="46088"/>
                  </a:lnTo>
                  <a:lnTo>
                    <a:pt x="278522" y="42496"/>
                  </a:lnTo>
                  <a:lnTo>
                    <a:pt x="274514" y="39029"/>
                  </a:lnTo>
                  <a:lnTo>
                    <a:pt x="270399" y="35691"/>
                  </a:lnTo>
                  <a:lnTo>
                    <a:pt x="266180" y="32484"/>
                  </a:lnTo>
                  <a:lnTo>
                    <a:pt x="261862" y="29414"/>
                  </a:lnTo>
                  <a:lnTo>
                    <a:pt x="257448" y="26481"/>
                  </a:lnTo>
                  <a:lnTo>
                    <a:pt x="252944" y="23690"/>
                  </a:lnTo>
                  <a:lnTo>
                    <a:pt x="248354" y="21043"/>
                  </a:lnTo>
                  <a:lnTo>
                    <a:pt x="243682" y="18543"/>
                  </a:lnTo>
                  <a:lnTo>
                    <a:pt x="238933" y="16193"/>
                  </a:lnTo>
                  <a:lnTo>
                    <a:pt x="234112" y="13994"/>
                  </a:lnTo>
                  <a:lnTo>
                    <a:pt x="229224" y="11949"/>
                  </a:lnTo>
                  <a:lnTo>
                    <a:pt x="224273" y="10060"/>
                  </a:lnTo>
                  <a:lnTo>
                    <a:pt x="219265" y="8328"/>
                  </a:lnTo>
                  <a:lnTo>
                    <a:pt x="214205" y="6757"/>
                  </a:lnTo>
                  <a:lnTo>
                    <a:pt x="209097" y="5346"/>
                  </a:lnTo>
                  <a:lnTo>
                    <a:pt x="203947" y="4098"/>
                  </a:lnTo>
                  <a:lnTo>
                    <a:pt x="198760" y="3014"/>
                  </a:lnTo>
                  <a:lnTo>
                    <a:pt x="193542" y="2095"/>
                  </a:lnTo>
                  <a:lnTo>
                    <a:pt x="188297" y="1342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1721" y="2126963"/>
              <a:ext cx="29565" cy="167167"/>
            </a:xfrm>
            <a:custGeom>
              <a:avLst/>
              <a:pathLst>
                <a:path w="29565" h="167167">
                  <a:moveTo>
                    <a:pt x="29565" y="0"/>
                  </a:moveTo>
                  <a:lnTo>
                    <a:pt x="22137" y="165"/>
                  </a:lnTo>
                  <a:lnTo>
                    <a:pt x="14724" y="660"/>
                  </a:lnTo>
                  <a:lnTo>
                    <a:pt x="7340" y="1484"/>
                  </a:lnTo>
                  <a:lnTo>
                    <a:pt x="0" y="2635"/>
                  </a:lnTo>
                  <a:lnTo>
                    <a:pt x="2956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1721" y="2129599"/>
              <a:ext cx="29565" cy="164532"/>
            </a:xfrm>
            <a:custGeom>
              <a:avLst/>
              <a:pathLst>
                <a:path w="29565" h="164532">
                  <a:moveTo>
                    <a:pt x="0" y="0"/>
                  </a:moveTo>
                  <a:lnTo>
                    <a:pt x="29565" y="1645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1" y="2128582"/>
              <a:ext cx="334332" cy="332703"/>
            </a:xfrm>
            <a:custGeom>
              <a:avLst/>
              <a:pathLst>
                <a:path w="334332" h="332703">
                  <a:moveTo>
                    <a:pt x="137600" y="1016"/>
                  </a:moveTo>
                  <a:lnTo>
                    <a:pt x="132395" y="2037"/>
                  </a:lnTo>
                  <a:lnTo>
                    <a:pt x="127224" y="3223"/>
                  </a:lnTo>
                  <a:lnTo>
                    <a:pt x="122094" y="4572"/>
                  </a:lnTo>
                  <a:lnTo>
                    <a:pt x="117009" y="6083"/>
                  </a:lnTo>
                  <a:lnTo>
                    <a:pt x="111974" y="7755"/>
                  </a:lnTo>
                  <a:lnTo>
                    <a:pt x="106995" y="9586"/>
                  </a:lnTo>
                  <a:lnTo>
                    <a:pt x="102077" y="11573"/>
                  </a:lnTo>
                  <a:lnTo>
                    <a:pt x="97224" y="13716"/>
                  </a:lnTo>
                  <a:lnTo>
                    <a:pt x="92442" y="16012"/>
                  </a:lnTo>
                  <a:lnTo>
                    <a:pt x="87735" y="18458"/>
                  </a:lnTo>
                  <a:lnTo>
                    <a:pt x="83108" y="21052"/>
                  </a:lnTo>
                  <a:lnTo>
                    <a:pt x="78565" y="23792"/>
                  </a:lnTo>
                  <a:lnTo>
                    <a:pt x="74112" y="26675"/>
                  </a:lnTo>
                  <a:lnTo>
                    <a:pt x="69752" y="29697"/>
                  </a:lnTo>
                  <a:lnTo>
                    <a:pt x="65491" y="32857"/>
                  </a:lnTo>
                  <a:lnTo>
                    <a:pt x="61332" y="36149"/>
                  </a:lnTo>
                  <a:lnTo>
                    <a:pt x="57280" y="39573"/>
                  </a:lnTo>
                  <a:lnTo>
                    <a:pt x="53338" y="43123"/>
                  </a:lnTo>
                  <a:lnTo>
                    <a:pt x="49511" y="46796"/>
                  </a:lnTo>
                  <a:lnTo>
                    <a:pt x="45802" y="50589"/>
                  </a:lnTo>
                  <a:lnTo>
                    <a:pt x="42215" y="54498"/>
                  </a:lnTo>
                  <a:lnTo>
                    <a:pt x="38755" y="58518"/>
                  </a:lnTo>
                  <a:lnTo>
                    <a:pt x="35423" y="62647"/>
                  </a:lnTo>
                  <a:lnTo>
                    <a:pt x="32225" y="66878"/>
                  </a:lnTo>
                  <a:lnTo>
                    <a:pt x="29162" y="71210"/>
                  </a:lnTo>
                  <a:lnTo>
                    <a:pt x="26238" y="75636"/>
                  </a:lnTo>
                  <a:lnTo>
                    <a:pt x="23456" y="80153"/>
                  </a:lnTo>
                  <a:lnTo>
                    <a:pt x="20819" y="84756"/>
                  </a:lnTo>
                  <a:lnTo>
                    <a:pt x="18329" y="89440"/>
                  </a:lnTo>
                  <a:lnTo>
                    <a:pt x="15989" y="94201"/>
                  </a:lnTo>
                  <a:lnTo>
                    <a:pt x="13801" y="99033"/>
                  </a:lnTo>
                  <a:lnTo>
                    <a:pt x="11768" y="103933"/>
                  </a:lnTo>
                  <a:lnTo>
                    <a:pt x="9891" y="108895"/>
                  </a:lnTo>
                  <a:lnTo>
                    <a:pt x="8173" y="113913"/>
                  </a:lnTo>
                  <a:lnTo>
                    <a:pt x="6615" y="118984"/>
                  </a:lnTo>
                  <a:lnTo>
                    <a:pt x="5218" y="124102"/>
                  </a:lnTo>
                  <a:lnTo>
                    <a:pt x="3985" y="129261"/>
                  </a:lnTo>
                  <a:lnTo>
                    <a:pt x="2915" y="134457"/>
                  </a:lnTo>
                  <a:lnTo>
                    <a:pt x="2012" y="139684"/>
                  </a:lnTo>
                  <a:lnTo>
                    <a:pt x="1274" y="144938"/>
                  </a:lnTo>
                  <a:lnTo>
                    <a:pt x="704" y="150212"/>
                  </a:lnTo>
                  <a:lnTo>
                    <a:pt x="301" y="155501"/>
                  </a:lnTo>
                  <a:lnTo>
                    <a:pt x="66" y="160801"/>
                  </a:lnTo>
                  <a:lnTo>
                    <a:pt x="0" y="166105"/>
                  </a:lnTo>
                  <a:lnTo>
                    <a:pt x="101" y="171409"/>
                  </a:lnTo>
                  <a:lnTo>
                    <a:pt x="371" y="176707"/>
                  </a:lnTo>
                  <a:lnTo>
                    <a:pt x="809" y="181993"/>
                  </a:lnTo>
                  <a:lnTo>
                    <a:pt x="1415" y="187264"/>
                  </a:lnTo>
                  <a:lnTo>
                    <a:pt x="2187" y="192512"/>
                  </a:lnTo>
                  <a:lnTo>
                    <a:pt x="3126" y="197733"/>
                  </a:lnTo>
                  <a:lnTo>
                    <a:pt x="4230" y="202922"/>
                  </a:lnTo>
                  <a:lnTo>
                    <a:pt x="5498" y="208073"/>
                  </a:lnTo>
                  <a:lnTo>
                    <a:pt x="6928" y="213181"/>
                  </a:lnTo>
                  <a:lnTo>
                    <a:pt x="8520" y="218241"/>
                  </a:lnTo>
                  <a:lnTo>
                    <a:pt x="10272" y="223248"/>
                  </a:lnTo>
                  <a:lnTo>
                    <a:pt x="12182" y="228197"/>
                  </a:lnTo>
                  <a:lnTo>
                    <a:pt x="14248" y="233083"/>
                  </a:lnTo>
                  <a:lnTo>
                    <a:pt x="16468" y="237901"/>
                  </a:lnTo>
                  <a:lnTo>
                    <a:pt x="18839" y="242646"/>
                  </a:lnTo>
                  <a:lnTo>
                    <a:pt x="21360" y="247314"/>
                  </a:lnTo>
                  <a:lnTo>
                    <a:pt x="24028" y="251899"/>
                  </a:lnTo>
                  <a:lnTo>
                    <a:pt x="26840" y="256397"/>
                  </a:lnTo>
                  <a:lnTo>
                    <a:pt x="29793" y="260804"/>
                  </a:lnTo>
                  <a:lnTo>
                    <a:pt x="32885" y="265115"/>
                  </a:lnTo>
                  <a:lnTo>
                    <a:pt x="36111" y="269325"/>
                  </a:lnTo>
                  <a:lnTo>
                    <a:pt x="39470" y="273431"/>
                  </a:lnTo>
                  <a:lnTo>
                    <a:pt x="42958" y="277429"/>
                  </a:lnTo>
                  <a:lnTo>
                    <a:pt x="46570" y="281314"/>
                  </a:lnTo>
                  <a:lnTo>
                    <a:pt x="50304" y="285082"/>
                  </a:lnTo>
                  <a:lnTo>
                    <a:pt x="54155" y="288729"/>
                  </a:lnTo>
                  <a:lnTo>
                    <a:pt x="58121" y="292253"/>
                  </a:lnTo>
                  <a:lnTo>
                    <a:pt x="62196" y="295649"/>
                  </a:lnTo>
                  <a:lnTo>
                    <a:pt x="66377" y="298914"/>
                  </a:lnTo>
                  <a:lnTo>
                    <a:pt x="70659" y="302045"/>
                  </a:lnTo>
                  <a:lnTo>
                    <a:pt x="75039" y="305039"/>
                  </a:lnTo>
                  <a:lnTo>
                    <a:pt x="79511" y="307892"/>
                  </a:lnTo>
                  <a:lnTo>
                    <a:pt x="84072" y="310601"/>
                  </a:lnTo>
                  <a:lnTo>
                    <a:pt x="88716" y="313165"/>
                  </a:lnTo>
                  <a:lnTo>
                    <a:pt x="93439" y="315579"/>
                  </a:lnTo>
                  <a:lnTo>
                    <a:pt x="98237" y="317843"/>
                  </a:lnTo>
                  <a:lnTo>
                    <a:pt x="103104" y="319954"/>
                  </a:lnTo>
                  <a:lnTo>
                    <a:pt x="108035" y="321909"/>
                  </a:lnTo>
                  <a:lnTo>
                    <a:pt x="113026" y="323706"/>
                  </a:lnTo>
                  <a:lnTo>
                    <a:pt x="118071" y="325344"/>
                  </a:lnTo>
                  <a:lnTo>
                    <a:pt x="123166" y="326822"/>
                  </a:lnTo>
                  <a:lnTo>
                    <a:pt x="128306" y="328136"/>
                  </a:lnTo>
                  <a:lnTo>
                    <a:pt x="133484" y="329288"/>
                  </a:lnTo>
                  <a:lnTo>
                    <a:pt x="138696" y="330274"/>
                  </a:lnTo>
                  <a:lnTo>
                    <a:pt x="143937" y="331094"/>
                  </a:lnTo>
                  <a:lnTo>
                    <a:pt x="149202" y="331748"/>
                  </a:lnTo>
                  <a:lnTo>
                    <a:pt x="154484" y="332234"/>
                  </a:lnTo>
                  <a:lnTo>
                    <a:pt x="159779" y="332553"/>
                  </a:lnTo>
                  <a:lnTo>
                    <a:pt x="165082" y="332703"/>
                  </a:lnTo>
                  <a:lnTo>
                    <a:pt x="170387" y="332685"/>
                  </a:lnTo>
                  <a:lnTo>
                    <a:pt x="175688" y="332499"/>
                  </a:lnTo>
                  <a:lnTo>
                    <a:pt x="180981" y="332144"/>
                  </a:lnTo>
                  <a:lnTo>
                    <a:pt x="186260" y="331622"/>
                  </a:lnTo>
                  <a:lnTo>
                    <a:pt x="191520" y="330932"/>
                  </a:lnTo>
                  <a:lnTo>
                    <a:pt x="196755" y="330076"/>
                  </a:lnTo>
                  <a:lnTo>
                    <a:pt x="201961" y="329055"/>
                  </a:lnTo>
                  <a:lnTo>
                    <a:pt x="207131" y="327868"/>
                  </a:lnTo>
                  <a:lnTo>
                    <a:pt x="212261" y="326519"/>
                  </a:lnTo>
                  <a:lnTo>
                    <a:pt x="217346" y="325007"/>
                  </a:lnTo>
                  <a:lnTo>
                    <a:pt x="222380" y="323334"/>
                  </a:lnTo>
                  <a:lnTo>
                    <a:pt x="227359" y="321503"/>
                  </a:lnTo>
                  <a:lnTo>
                    <a:pt x="232277" y="319514"/>
                  </a:lnTo>
                  <a:lnTo>
                    <a:pt x="237129" y="317371"/>
                  </a:lnTo>
                  <a:lnTo>
                    <a:pt x="241911" y="315075"/>
                  </a:lnTo>
                  <a:lnTo>
                    <a:pt x="246618" y="312628"/>
                  </a:lnTo>
                  <a:lnTo>
                    <a:pt x="251245" y="310033"/>
                  </a:lnTo>
                  <a:lnTo>
                    <a:pt x="255787" y="307292"/>
                  </a:lnTo>
                  <a:lnTo>
                    <a:pt x="260240" y="304409"/>
                  </a:lnTo>
                  <a:lnTo>
                    <a:pt x="264599" y="301386"/>
                  </a:lnTo>
                  <a:lnTo>
                    <a:pt x="268860" y="298226"/>
                  </a:lnTo>
                  <a:lnTo>
                    <a:pt x="273018" y="294932"/>
                  </a:lnTo>
                  <a:lnTo>
                    <a:pt x="277070" y="291509"/>
                  </a:lnTo>
                  <a:lnTo>
                    <a:pt x="281012" y="287958"/>
                  </a:lnTo>
                  <a:lnTo>
                    <a:pt x="284838" y="284284"/>
                  </a:lnTo>
                  <a:lnTo>
                    <a:pt x="288547" y="280491"/>
                  </a:lnTo>
                  <a:lnTo>
                    <a:pt x="292132" y="276582"/>
                  </a:lnTo>
                  <a:lnTo>
                    <a:pt x="295593" y="272561"/>
                  </a:lnTo>
                  <a:lnTo>
                    <a:pt x="298923" y="268432"/>
                  </a:lnTo>
                  <a:lnTo>
                    <a:pt x="302121" y="264199"/>
                  </a:lnTo>
                  <a:lnTo>
                    <a:pt x="305184" y="259868"/>
                  </a:lnTo>
                  <a:lnTo>
                    <a:pt x="308107" y="255441"/>
                  </a:lnTo>
                  <a:lnTo>
                    <a:pt x="310888" y="250924"/>
                  </a:lnTo>
                  <a:lnTo>
                    <a:pt x="313525" y="246321"/>
                  </a:lnTo>
                  <a:lnTo>
                    <a:pt x="316014" y="241636"/>
                  </a:lnTo>
                  <a:lnTo>
                    <a:pt x="318353" y="236875"/>
                  </a:lnTo>
                  <a:lnTo>
                    <a:pt x="320540" y="232042"/>
                  </a:lnTo>
                  <a:lnTo>
                    <a:pt x="322573" y="227142"/>
                  </a:lnTo>
                  <a:lnTo>
                    <a:pt x="324449" y="222180"/>
                  </a:lnTo>
                  <a:lnTo>
                    <a:pt x="326166" y="217161"/>
                  </a:lnTo>
                  <a:lnTo>
                    <a:pt x="327724" y="212090"/>
                  </a:lnTo>
                  <a:lnTo>
                    <a:pt x="329120" y="206972"/>
                  </a:lnTo>
                  <a:lnTo>
                    <a:pt x="330353" y="201813"/>
                  </a:lnTo>
                  <a:lnTo>
                    <a:pt x="331421" y="196617"/>
                  </a:lnTo>
                  <a:lnTo>
                    <a:pt x="332324" y="191389"/>
                  </a:lnTo>
                  <a:lnTo>
                    <a:pt x="333061" y="186136"/>
                  </a:lnTo>
                  <a:lnTo>
                    <a:pt x="333631" y="180862"/>
                  </a:lnTo>
                  <a:lnTo>
                    <a:pt x="334033" y="175572"/>
                  </a:lnTo>
                  <a:lnTo>
                    <a:pt x="334267" y="170273"/>
                  </a:lnTo>
                  <a:lnTo>
                    <a:pt x="334332" y="164968"/>
                  </a:lnTo>
                  <a:lnTo>
                    <a:pt x="334230" y="159664"/>
                  </a:lnTo>
                  <a:lnTo>
                    <a:pt x="333959" y="154367"/>
                  </a:lnTo>
                  <a:lnTo>
                    <a:pt x="333520" y="149080"/>
                  </a:lnTo>
                  <a:lnTo>
                    <a:pt x="332914" y="143810"/>
                  </a:lnTo>
                  <a:lnTo>
                    <a:pt x="332141" y="138562"/>
                  </a:lnTo>
                  <a:lnTo>
                    <a:pt x="331201" y="133341"/>
                  </a:lnTo>
                  <a:lnTo>
                    <a:pt x="330097" y="128152"/>
                  </a:lnTo>
                  <a:lnTo>
                    <a:pt x="328828" y="123001"/>
                  </a:lnTo>
                  <a:lnTo>
                    <a:pt x="327397" y="117893"/>
                  </a:lnTo>
                  <a:lnTo>
                    <a:pt x="325804" y="112833"/>
                  </a:lnTo>
                  <a:lnTo>
                    <a:pt x="324052" y="107826"/>
                  </a:lnTo>
                  <a:lnTo>
                    <a:pt x="322141" y="102878"/>
                  </a:lnTo>
                  <a:lnTo>
                    <a:pt x="320075" y="97992"/>
                  </a:lnTo>
                  <a:lnTo>
                    <a:pt x="317854" y="93174"/>
                  </a:lnTo>
                  <a:lnTo>
                    <a:pt x="315482" y="88429"/>
                  </a:lnTo>
                  <a:lnTo>
                    <a:pt x="312960" y="83762"/>
                  </a:lnTo>
                  <a:lnTo>
                    <a:pt x="310292" y="79178"/>
                  </a:lnTo>
                  <a:lnTo>
                    <a:pt x="307479" y="74680"/>
                  </a:lnTo>
                  <a:lnTo>
                    <a:pt x="304525" y="70273"/>
                  </a:lnTo>
                  <a:lnTo>
                    <a:pt x="301433" y="65963"/>
                  </a:lnTo>
                  <a:lnTo>
                    <a:pt x="298206" y="61753"/>
                  </a:lnTo>
                  <a:lnTo>
                    <a:pt x="294847" y="57647"/>
                  </a:lnTo>
                  <a:lnTo>
                    <a:pt x="291359" y="53651"/>
                  </a:lnTo>
                  <a:lnTo>
                    <a:pt x="287746" y="49766"/>
                  </a:lnTo>
                  <a:lnTo>
                    <a:pt x="284011" y="45999"/>
                  </a:lnTo>
                  <a:lnTo>
                    <a:pt x="280159" y="42351"/>
                  </a:lnTo>
                  <a:lnTo>
                    <a:pt x="276193" y="38828"/>
                  </a:lnTo>
                  <a:lnTo>
                    <a:pt x="272118" y="35433"/>
                  </a:lnTo>
                  <a:lnTo>
                    <a:pt x="267936" y="32168"/>
                  </a:lnTo>
                  <a:lnTo>
                    <a:pt x="263654" y="29038"/>
                  </a:lnTo>
                  <a:lnTo>
                    <a:pt x="259274" y="26045"/>
                  </a:lnTo>
                  <a:lnTo>
                    <a:pt x="254801" y="23193"/>
                  </a:lnTo>
                  <a:lnTo>
                    <a:pt x="250240" y="20484"/>
                  </a:lnTo>
                  <a:lnTo>
                    <a:pt x="245595" y="17921"/>
                  </a:lnTo>
                  <a:lnTo>
                    <a:pt x="240872" y="15507"/>
                  </a:lnTo>
                  <a:lnTo>
                    <a:pt x="236074" y="13244"/>
                  </a:lnTo>
                  <a:lnTo>
                    <a:pt x="231207" y="11134"/>
                  </a:lnTo>
                  <a:lnTo>
                    <a:pt x="226275" y="9180"/>
                  </a:lnTo>
                  <a:lnTo>
                    <a:pt x="221284" y="7383"/>
                  </a:lnTo>
                  <a:lnTo>
                    <a:pt x="216238" y="5746"/>
                  </a:lnTo>
                  <a:lnTo>
                    <a:pt x="211143" y="4269"/>
                  </a:lnTo>
                  <a:lnTo>
                    <a:pt x="206003" y="2955"/>
                  </a:lnTo>
                  <a:lnTo>
                    <a:pt x="200825" y="1805"/>
                  </a:lnTo>
                  <a:lnTo>
                    <a:pt x="195612" y="819"/>
                  </a:lnTo>
                  <a:lnTo>
                    <a:pt x="190371" y="0"/>
                  </a:lnTo>
                  <a:lnTo>
                    <a:pt x="167166" y="1655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23205" cy="167167"/>
            </a:xfrm>
            <a:custGeom>
              <a:avLst/>
              <a:pathLst>
                <a:path w="23205" h="167167">
                  <a:moveTo>
                    <a:pt x="23205" y="1618"/>
                  </a:moveTo>
                  <a:lnTo>
                    <a:pt x="15497" y="719"/>
                  </a:lnTo>
                  <a:lnTo>
                    <a:pt x="7757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5805" y="2633064"/>
              <a:ext cx="4942" cy="167167"/>
            </a:xfrm>
            <a:custGeom>
              <a:avLst/>
              <a:pathLst>
                <a:path w="4942" h="167167">
                  <a:moveTo>
                    <a:pt x="4942" y="0"/>
                  </a:moveTo>
                  <a:lnTo>
                    <a:pt x="0" y="73"/>
                  </a:lnTo>
                  <a:lnTo>
                    <a:pt x="494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5805" y="2633137"/>
              <a:ext cx="4942" cy="167094"/>
            </a:xfrm>
            <a:custGeom>
              <a:avLst/>
              <a:pathLst>
                <a:path w="4942" h="167094">
                  <a:moveTo>
                    <a:pt x="0" y="0"/>
                  </a:moveTo>
                  <a:lnTo>
                    <a:pt x="4942" y="1670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85" y="2633137"/>
              <a:ext cx="334328" cy="334244"/>
            </a:xfrm>
            <a:custGeom>
              <a:avLst/>
              <a:pathLst>
                <a:path w="334328" h="334244">
                  <a:moveTo>
                    <a:pt x="162219" y="0"/>
                  </a:moveTo>
                  <a:lnTo>
                    <a:pt x="156941" y="239"/>
                  </a:lnTo>
                  <a:lnTo>
                    <a:pt x="151673" y="646"/>
                  </a:lnTo>
                  <a:lnTo>
                    <a:pt x="146421" y="1218"/>
                  </a:lnTo>
                  <a:lnTo>
                    <a:pt x="141190" y="1956"/>
                  </a:lnTo>
                  <a:lnTo>
                    <a:pt x="135984" y="2860"/>
                  </a:lnTo>
                  <a:lnTo>
                    <a:pt x="130809" y="3927"/>
                  </a:lnTo>
                  <a:lnTo>
                    <a:pt x="125671" y="5157"/>
                  </a:lnTo>
                  <a:lnTo>
                    <a:pt x="120574" y="6549"/>
                  </a:lnTo>
                  <a:lnTo>
                    <a:pt x="115524" y="8102"/>
                  </a:lnTo>
                  <a:lnTo>
                    <a:pt x="110526" y="9813"/>
                  </a:lnTo>
                  <a:lnTo>
                    <a:pt x="105584" y="11681"/>
                  </a:lnTo>
                  <a:lnTo>
                    <a:pt x="100703" y="13705"/>
                  </a:lnTo>
                  <a:lnTo>
                    <a:pt x="95889" y="15882"/>
                  </a:lnTo>
                  <a:lnTo>
                    <a:pt x="91146" y="18210"/>
                  </a:lnTo>
                  <a:lnTo>
                    <a:pt x="86479" y="20686"/>
                  </a:lnTo>
                  <a:lnTo>
                    <a:pt x="81892" y="23309"/>
                  </a:lnTo>
                  <a:lnTo>
                    <a:pt x="77391" y="26076"/>
                  </a:lnTo>
                  <a:lnTo>
                    <a:pt x="72980" y="28983"/>
                  </a:lnTo>
                  <a:lnTo>
                    <a:pt x="68662" y="32028"/>
                  </a:lnTo>
                  <a:lnTo>
                    <a:pt x="64443" y="35209"/>
                  </a:lnTo>
                  <a:lnTo>
                    <a:pt x="60327" y="38521"/>
                  </a:lnTo>
                  <a:lnTo>
                    <a:pt x="56317" y="41961"/>
                  </a:lnTo>
                  <a:lnTo>
                    <a:pt x="52418" y="45526"/>
                  </a:lnTo>
                  <a:lnTo>
                    <a:pt x="48633" y="49213"/>
                  </a:lnTo>
                  <a:lnTo>
                    <a:pt x="44967" y="53018"/>
                  </a:lnTo>
                  <a:lnTo>
                    <a:pt x="41423" y="56936"/>
                  </a:lnTo>
                  <a:lnTo>
                    <a:pt x="38005" y="60965"/>
                  </a:lnTo>
                  <a:lnTo>
                    <a:pt x="34716" y="65099"/>
                  </a:lnTo>
                  <a:lnTo>
                    <a:pt x="31559" y="69336"/>
                  </a:lnTo>
                  <a:lnTo>
                    <a:pt x="28537" y="73670"/>
                  </a:lnTo>
                  <a:lnTo>
                    <a:pt x="25654" y="78098"/>
                  </a:lnTo>
                  <a:lnTo>
                    <a:pt x="22912" y="82614"/>
                  </a:lnTo>
                  <a:lnTo>
                    <a:pt x="20314" y="87215"/>
                  </a:lnTo>
                  <a:lnTo>
                    <a:pt x="17863" y="91895"/>
                  </a:lnTo>
                  <a:lnTo>
                    <a:pt x="15562" y="96651"/>
                  </a:lnTo>
                  <a:lnTo>
                    <a:pt x="13411" y="101477"/>
                  </a:lnTo>
                  <a:lnTo>
                    <a:pt x="11414" y="106368"/>
                  </a:lnTo>
                  <a:lnTo>
                    <a:pt x="9573" y="111321"/>
                  </a:lnTo>
                  <a:lnTo>
                    <a:pt x="7889" y="116329"/>
                  </a:lnTo>
                  <a:lnTo>
                    <a:pt x="6365" y="121387"/>
                  </a:lnTo>
                  <a:lnTo>
                    <a:pt x="5001" y="126491"/>
                  </a:lnTo>
                  <a:lnTo>
                    <a:pt x="3798" y="131636"/>
                  </a:lnTo>
                  <a:lnTo>
                    <a:pt x="2760" y="136817"/>
                  </a:lnTo>
                  <a:lnTo>
                    <a:pt x="1885" y="142027"/>
                  </a:lnTo>
                  <a:lnTo>
                    <a:pt x="1175" y="147263"/>
                  </a:lnTo>
                  <a:lnTo>
                    <a:pt x="631" y="152518"/>
                  </a:lnTo>
                  <a:lnTo>
                    <a:pt x="254" y="157788"/>
                  </a:lnTo>
                  <a:lnTo>
                    <a:pt x="43" y="163067"/>
                  </a:lnTo>
                  <a:lnTo>
                    <a:pt x="0" y="168350"/>
                  </a:lnTo>
                  <a:lnTo>
                    <a:pt x="123" y="173632"/>
                  </a:lnTo>
                  <a:lnTo>
                    <a:pt x="413" y="178908"/>
                  </a:lnTo>
                  <a:lnTo>
                    <a:pt x="869" y="184172"/>
                  </a:lnTo>
                  <a:lnTo>
                    <a:pt x="1492" y="189418"/>
                  </a:lnTo>
                  <a:lnTo>
                    <a:pt x="2280" y="194643"/>
                  </a:lnTo>
                  <a:lnTo>
                    <a:pt x="3233" y="199839"/>
                  </a:lnTo>
                  <a:lnTo>
                    <a:pt x="4350" y="205003"/>
                  </a:lnTo>
                  <a:lnTo>
                    <a:pt x="5629" y="210130"/>
                  </a:lnTo>
                  <a:lnTo>
                    <a:pt x="7070" y="215213"/>
                  </a:lnTo>
                  <a:lnTo>
                    <a:pt x="8671" y="220248"/>
                  </a:lnTo>
                  <a:lnTo>
                    <a:pt x="10430" y="225230"/>
                  </a:lnTo>
                  <a:lnTo>
                    <a:pt x="12345" y="230154"/>
                  </a:lnTo>
                  <a:lnTo>
                    <a:pt x="14415" y="235015"/>
                  </a:lnTo>
                  <a:lnTo>
                    <a:pt x="16638" y="239808"/>
                  </a:lnTo>
                  <a:lnTo>
                    <a:pt x="19011" y="244529"/>
                  </a:lnTo>
                  <a:lnTo>
                    <a:pt x="21532" y="249172"/>
                  </a:lnTo>
                  <a:lnTo>
                    <a:pt x="24199" y="253733"/>
                  </a:lnTo>
                  <a:lnTo>
                    <a:pt x="27008" y="258208"/>
                  </a:lnTo>
                  <a:lnTo>
                    <a:pt x="29957" y="262591"/>
                  </a:lnTo>
                  <a:lnTo>
                    <a:pt x="33044" y="266879"/>
                  </a:lnTo>
                  <a:lnTo>
                    <a:pt x="36264" y="271068"/>
                  </a:lnTo>
                  <a:lnTo>
                    <a:pt x="39615" y="275153"/>
                  </a:lnTo>
                  <a:lnTo>
                    <a:pt x="43094" y="279129"/>
                  </a:lnTo>
                  <a:lnTo>
                    <a:pt x="46696" y="282994"/>
                  </a:lnTo>
                  <a:lnTo>
                    <a:pt x="50419" y="286743"/>
                  </a:lnTo>
                  <a:lnTo>
                    <a:pt x="54258" y="290373"/>
                  </a:lnTo>
                  <a:lnTo>
                    <a:pt x="58211" y="293879"/>
                  </a:lnTo>
                  <a:lnTo>
                    <a:pt x="62272" y="297259"/>
                  </a:lnTo>
                  <a:lnTo>
                    <a:pt x="66437" y="300509"/>
                  </a:lnTo>
                  <a:lnTo>
                    <a:pt x="70704" y="303625"/>
                  </a:lnTo>
                  <a:lnTo>
                    <a:pt x="75067" y="306605"/>
                  </a:lnTo>
                  <a:lnTo>
                    <a:pt x="79521" y="309446"/>
                  </a:lnTo>
                  <a:lnTo>
                    <a:pt x="84064" y="312144"/>
                  </a:lnTo>
                  <a:lnTo>
                    <a:pt x="88689" y="314698"/>
                  </a:lnTo>
                  <a:lnTo>
                    <a:pt x="93393" y="317104"/>
                  </a:lnTo>
                  <a:lnTo>
                    <a:pt x="98170" y="319360"/>
                  </a:lnTo>
                  <a:lnTo>
                    <a:pt x="103017" y="321464"/>
                  </a:lnTo>
                  <a:lnTo>
                    <a:pt x="107927" y="323414"/>
                  </a:lnTo>
                  <a:lnTo>
                    <a:pt x="112897" y="325208"/>
                  </a:lnTo>
                  <a:lnTo>
                    <a:pt x="117920" y="326844"/>
                  </a:lnTo>
                  <a:lnTo>
                    <a:pt x="122993" y="328321"/>
                  </a:lnTo>
                  <a:lnTo>
                    <a:pt x="128110" y="329636"/>
                  </a:lnTo>
                  <a:lnTo>
                    <a:pt x="133267" y="330789"/>
                  </a:lnTo>
                  <a:lnTo>
                    <a:pt x="138457" y="331778"/>
                  </a:lnTo>
                  <a:lnTo>
                    <a:pt x="143675" y="332603"/>
                  </a:lnTo>
                  <a:lnTo>
                    <a:pt x="148917" y="333263"/>
                  </a:lnTo>
                  <a:lnTo>
                    <a:pt x="154178" y="333756"/>
                  </a:lnTo>
                  <a:lnTo>
                    <a:pt x="159451" y="334083"/>
                  </a:lnTo>
                  <a:lnTo>
                    <a:pt x="164732" y="334244"/>
                  </a:lnTo>
                  <a:lnTo>
                    <a:pt x="170015" y="334237"/>
                  </a:lnTo>
                  <a:lnTo>
                    <a:pt x="175296" y="334063"/>
                  </a:lnTo>
                  <a:lnTo>
                    <a:pt x="180568" y="333723"/>
                  </a:lnTo>
                  <a:lnTo>
                    <a:pt x="185827" y="333216"/>
                  </a:lnTo>
                  <a:lnTo>
                    <a:pt x="191068" y="332543"/>
                  </a:lnTo>
                  <a:lnTo>
                    <a:pt x="196284" y="331705"/>
                  </a:lnTo>
                  <a:lnTo>
                    <a:pt x="201472" y="330703"/>
                  </a:lnTo>
                  <a:lnTo>
                    <a:pt x="206625" y="329537"/>
                  </a:lnTo>
                  <a:lnTo>
                    <a:pt x="211739" y="328208"/>
                  </a:lnTo>
                  <a:lnTo>
                    <a:pt x="216808" y="326719"/>
                  </a:lnTo>
                  <a:lnTo>
                    <a:pt x="221828" y="325071"/>
                  </a:lnTo>
                  <a:lnTo>
                    <a:pt x="226793" y="323264"/>
                  </a:lnTo>
                  <a:lnTo>
                    <a:pt x="231698" y="321302"/>
                  </a:lnTo>
                  <a:lnTo>
                    <a:pt x="236539" y="319185"/>
                  </a:lnTo>
                  <a:lnTo>
                    <a:pt x="241311" y="316917"/>
                  </a:lnTo>
                  <a:lnTo>
                    <a:pt x="246008" y="314499"/>
                  </a:lnTo>
                  <a:lnTo>
                    <a:pt x="250627" y="311934"/>
                  </a:lnTo>
                  <a:lnTo>
                    <a:pt x="255163" y="309224"/>
                  </a:lnTo>
                  <a:lnTo>
                    <a:pt x="259610" y="306372"/>
                  </a:lnTo>
                  <a:lnTo>
                    <a:pt x="263966" y="303381"/>
                  </a:lnTo>
                  <a:lnTo>
                    <a:pt x="268224" y="300253"/>
                  </a:lnTo>
                  <a:lnTo>
                    <a:pt x="272382" y="296993"/>
                  </a:lnTo>
                  <a:lnTo>
                    <a:pt x="276434" y="293603"/>
                  </a:lnTo>
                  <a:lnTo>
                    <a:pt x="280378" y="290087"/>
                  </a:lnTo>
                  <a:lnTo>
                    <a:pt x="284208" y="286448"/>
                  </a:lnTo>
                  <a:lnTo>
                    <a:pt x="287921" y="282689"/>
                  </a:lnTo>
                  <a:lnTo>
                    <a:pt x="291514" y="278815"/>
                  </a:lnTo>
                  <a:lnTo>
                    <a:pt x="294982" y="274830"/>
                  </a:lnTo>
                  <a:lnTo>
                    <a:pt x="298323" y="270736"/>
                  </a:lnTo>
                  <a:lnTo>
                    <a:pt x="301533" y="266540"/>
                  </a:lnTo>
                  <a:lnTo>
                    <a:pt x="304608" y="262244"/>
                  </a:lnTo>
                  <a:lnTo>
                    <a:pt x="307547" y="257853"/>
                  </a:lnTo>
                  <a:lnTo>
                    <a:pt x="310345" y="253371"/>
                  </a:lnTo>
                  <a:lnTo>
                    <a:pt x="313000" y="248803"/>
                  </a:lnTo>
                  <a:lnTo>
                    <a:pt x="315509" y="244154"/>
                  </a:lnTo>
                  <a:lnTo>
                    <a:pt x="317870" y="239427"/>
                  </a:lnTo>
                  <a:lnTo>
                    <a:pt x="320081" y="234628"/>
                  </a:lnTo>
                  <a:lnTo>
                    <a:pt x="322138" y="229762"/>
                  </a:lnTo>
                  <a:lnTo>
                    <a:pt x="324041" y="224833"/>
                  </a:lnTo>
                  <a:lnTo>
                    <a:pt x="325788" y="219847"/>
                  </a:lnTo>
                  <a:lnTo>
                    <a:pt x="327376" y="214808"/>
                  </a:lnTo>
                  <a:lnTo>
                    <a:pt x="328803" y="209721"/>
                  </a:lnTo>
                  <a:lnTo>
                    <a:pt x="330070" y="204591"/>
                  </a:lnTo>
                  <a:lnTo>
                    <a:pt x="331173" y="199425"/>
                  </a:lnTo>
                  <a:lnTo>
                    <a:pt x="332113" y="194225"/>
                  </a:lnTo>
                  <a:lnTo>
                    <a:pt x="332888" y="188999"/>
                  </a:lnTo>
                  <a:lnTo>
                    <a:pt x="333498" y="183751"/>
                  </a:lnTo>
                  <a:lnTo>
                    <a:pt x="333941" y="178486"/>
                  </a:lnTo>
                  <a:lnTo>
                    <a:pt x="334218" y="173210"/>
                  </a:lnTo>
                  <a:lnTo>
                    <a:pt x="334328" y="167928"/>
                  </a:lnTo>
                  <a:lnTo>
                    <a:pt x="334270" y="162645"/>
                  </a:lnTo>
                  <a:lnTo>
                    <a:pt x="334046" y="157366"/>
                  </a:lnTo>
                  <a:lnTo>
                    <a:pt x="333656" y="152097"/>
                  </a:lnTo>
                  <a:lnTo>
                    <a:pt x="333099" y="146843"/>
                  </a:lnTo>
                  <a:lnTo>
                    <a:pt x="332376" y="141609"/>
                  </a:lnTo>
                  <a:lnTo>
                    <a:pt x="331488" y="136401"/>
                  </a:lnTo>
                  <a:lnTo>
                    <a:pt x="330436" y="131223"/>
                  </a:lnTo>
                  <a:lnTo>
                    <a:pt x="329221" y="126081"/>
                  </a:lnTo>
                  <a:lnTo>
                    <a:pt x="327844" y="120981"/>
                  </a:lnTo>
                  <a:lnTo>
                    <a:pt x="326306" y="115926"/>
                  </a:lnTo>
                  <a:lnTo>
                    <a:pt x="324610" y="110922"/>
                  </a:lnTo>
                  <a:lnTo>
                    <a:pt x="322756" y="105975"/>
                  </a:lnTo>
                  <a:lnTo>
                    <a:pt x="320747" y="101088"/>
                  </a:lnTo>
                  <a:lnTo>
                    <a:pt x="318584" y="96268"/>
                  </a:lnTo>
                  <a:lnTo>
                    <a:pt x="316270" y="91518"/>
                  </a:lnTo>
                  <a:lnTo>
                    <a:pt x="313807" y="86843"/>
                  </a:lnTo>
                  <a:lnTo>
                    <a:pt x="311198" y="82249"/>
                  </a:lnTo>
                  <a:lnTo>
                    <a:pt x="308445" y="77740"/>
                  </a:lnTo>
                  <a:lnTo>
                    <a:pt x="305551" y="73320"/>
                  </a:lnTo>
                  <a:lnTo>
                    <a:pt x="302518" y="68993"/>
                  </a:lnTo>
                  <a:lnTo>
                    <a:pt x="299350" y="64765"/>
                  </a:lnTo>
                  <a:lnTo>
                    <a:pt x="296051" y="60639"/>
                  </a:lnTo>
                  <a:lnTo>
                    <a:pt x="292622" y="56619"/>
                  </a:lnTo>
                  <a:lnTo>
                    <a:pt x="289068" y="52709"/>
                  </a:lnTo>
                  <a:lnTo>
                    <a:pt x="285393" y="48914"/>
                  </a:lnTo>
                  <a:lnTo>
                    <a:pt x="281599" y="45236"/>
                  </a:lnTo>
                  <a:lnTo>
                    <a:pt x="277691" y="41681"/>
                  </a:lnTo>
                  <a:lnTo>
                    <a:pt x="273672" y="38251"/>
                  </a:lnTo>
                  <a:lnTo>
                    <a:pt x="269547" y="34949"/>
                  </a:lnTo>
                  <a:lnTo>
                    <a:pt x="265320" y="31780"/>
                  </a:lnTo>
                  <a:lnTo>
                    <a:pt x="260995" y="28745"/>
                  </a:lnTo>
                  <a:lnTo>
                    <a:pt x="256576" y="25849"/>
                  </a:lnTo>
                  <a:lnTo>
                    <a:pt x="252068" y="23094"/>
                  </a:lnTo>
                  <a:lnTo>
                    <a:pt x="247475" y="20483"/>
                  </a:lnTo>
                  <a:lnTo>
                    <a:pt x="242802" y="18018"/>
                  </a:lnTo>
                  <a:lnTo>
                    <a:pt x="238053" y="15702"/>
                  </a:lnTo>
                  <a:lnTo>
                    <a:pt x="233233" y="13537"/>
                  </a:lnTo>
                  <a:lnTo>
                    <a:pt x="228348" y="11526"/>
                  </a:lnTo>
                  <a:lnTo>
                    <a:pt x="223401" y="9670"/>
                  </a:lnTo>
                  <a:lnTo>
                    <a:pt x="218398" y="7972"/>
                  </a:lnTo>
                  <a:lnTo>
                    <a:pt x="167162" y="1670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1235" cy="167167"/>
            </a:xfrm>
            <a:custGeom>
              <a:avLst/>
              <a:pathLst>
                <a:path w="51235" h="167167">
                  <a:moveTo>
                    <a:pt x="51235" y="8045"/>
                  </a:moveTo>
                  <a:lnTo>
                    <a:pt x="45002" y="6171"/>
                  </a:lnTo>
                  <a:lnTo>
                    <a:pt x="38700" y="4541"/>
                  </a:lnTo>
                  <a:lnTo>
                    <a:pt x="32340" y="3158"/>
                  </a:lnTo>
                  <a:lnTo>
                    <a:pt x="25931" y="2023"/>
                  </a:lnTo>
                  <a:lnTo>
                    <a:pt x="19483" y="1139"/>
                  </a:lnTo>
                  <a:lnTo>
                    <a:pt x="13005" y="506"/>
                  </a:lnTo>
                  <a:lnTo>
                    <a:pt x="6507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1233" y="3170392"/>
              <a:ext cx="24747" cy="167167"/>
            </a:xfrm>
            <a:custGeom>
              <a:avLst/>
              <a:pathLst>
                <a:path w="24747" h="167167">
                  <a:moveTo>
                    <a:pt x="24747" y="0"/>
                  </a:moveTo>
                  <a:lnTo>
                    <a:pt x="16471" y="204"/>
                  </a:lnTo>
                  <a:lnTo>
                    <a:pt x="8215" y="819"/>
                  </a:lnTo>
                  <a:lnTo>
                    <a:pt x="0" y="1841"/>
                  </a:lnTo>
                  <a:lnTo>
                    <a:pt x="247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233" y="3172234"/>
              <a:ext cx="24747" cy="165325"/>
            </a:xfrm>
            <a:custGeom>
              <a:avLst/>
              <a:pathLst>
                <a:path w="24747" h="165325">
                  <a:moveTo>
                    <a:pt x="0" y="0"/>
                  </a:moveTo>
                  <a:lnTo>
                    <a:pt x="24747" y="1653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4" y="3172234"/>
              <a:ext cx="334333" cy="332476"/>
            </a:xfrm>
            <a:custGeom>
              <a:avLst/>
              <a:pathLst>
                <a:path w="334333" h="332476">
                  <a:moveTo>
                    <a:pt x="142419" y="0"/>
                  </a:moveTo>
                  <a:lnTo>
                    <a:pt x="137192" y="867"/>
                  </a:lnTo>
                  <a:lnTo>
                    <a:pt x="131996" y="1899"/>
                  </a:lnTo>
                  <a:lnTo>
                    <a:pt x="126835" y="3096"/>
                  </a:lnTo>
                  <a:lnTo>
                    <a:pt x="121715" y="4455"/>
                  </a:lnTo>
                  <a:lnTo>
                    <a:pt x="116640" y="5976"/>
                  </a:lnTo>
                  <a:lnTo>
                    <a:pt x="111616" y="7657"/>
                  </a:lnTo>
                  <a:lnTo>
                    <a:pt x="106648" y="9496"/>
                  </a:lnTo>
                  <a:lnTo>
                    <a:pt x="101740" y="11492"/>
                  </a:lnTo>
                  <a:lnTo>
                    <a:pt x="96899" y="13643"/>
                  </a:lnTo>
                  <a:lnTo>
                    <a:pt x="92128" y="15945"/>
                  </a:lnTo>
                  <a:lnTo>
                    <a:pt x="87432" y="18398"/>
                  </a:lnTo>
                  <a:lnTo>
                    <a:pt x="82816" y="20999"/>
                  </a:lnTo>
                  <a:lnTo>
                    <a:pt x="78285" y="23744"/>
                  </a:lnTo>
                  <a:lnTo>
                    <a:pt x="73843" y="26631"/>
                  </a:lnTo>
                  <a:lnTo>
                    <a:pt x="69496" y="29658"/>
                  </a:lnTo>
                  <a:lnTo>
                    <a:pt x="65246" y="32821"/>
                  </a:lnTo>
                  <a:lnTo>
                    <a:pt x="61098" y="36117"/>
                  </a:lnTo>
                  <a:lnTo>
                    <a:pt x="57057" y="39543"/>
                  </a:lnTo>
                  <a:lnTo>
                    <a:pt x="53127" y="43095"/>
                  </a:lnTo>
                  <a:lnTo>
                    <a:pt x="49311" y="46770"/>
                  </a:lnTo>
                  <a:lnTo>
                    <a:pt x="45613" y="50564"/>
                  </a:lnTo>
                  <a:lnTo>
                    <a:pt x="42038" y="54474"/>
                  </a:lnTo>
                  <a:lnTo>
                    <a:pt x="38588" y="58494"/>
                  </a:lnTo>
                  <a:lnTo>
                    <a:pt x="35268" y="62622"/>
                  </a:lnTo>
                  <a:lnTo>
                    <a:pt x="32079" y="66853"/>
                  </a:lnTo>
                  <a:lnTo>
                    <a:pt x="29027" y="71183"/>
                  </a:lnTo>
                  <a:lnTo>
                    <a:pt x="26113" y="75608"/>
                  </a:lnTo>
                  <a:lnTo>
                    <a:pt x="23341" y="80123"/>
                  </a:lnTo>
                  <a:lnTo>
                    <a:pt x="20714" y="84723"/>
                  </a:lnTo>
                  <a:lnTo>
                    <a:pt x="18233" y="89404"/>
                  </a:lnTo>
                  <a:lnTo>
                    <a:pt x="15902" y="94161"/>
                  </a:lnTo>
                  <a:lnTo>
                    <a:pt x="13723" y="98990"/>
                  </a:lnTo>
                  <a:lnTo>
                    <a:pt x="11698" y="103886"/>
                  </a:lnTo>
                  <a:lnTo>
                    <a:pt x="9829" y="108843"/>
                  </a:lnTo>
                  <a:lnTo>
                    <a:pt x="8119" y="113857"/>
                  </a:lnTo>
                  <a:lnTo>
                    <a:pt x="6568" y="118923"/>
                  </a:lnTo>
                  <a:lnTo>
                    <a:pt x="5178" y="124035"/>
                  </a:lnTo>
                  <a:lnTo>
                    <a:pt x="3951" y="129188"/>
                  </a:lnTo>
                  <a:lnTo>
                    <a:pt x="2888" y="134378"/>
                  </a:lnTo>
                  <a:lnTo>
                    <a:pt x="1990" y="139600"/>
                  </a:lnTo>
                  <a:lnTo>
                    <a:pt x="1257" y="144846"/>
                  </a:lnTo>
                  <a:lnTo>
                    <a:pt x="692" y="150114"/>
                  </a:lnTo>
                  <a:lnTo>
                    <a:pt x="293" y="155397"/>
                  </a:lnTo>
                  <a:lnTo>
                    <a:pt x="62" y="160689"/>
                  </a:lnTo>
                  <a:lnTo>
                    <a:pt x="0" y="165987"/>
                  </a:lnTo>
                  <a:lnTo>
                    <a:pt x="104" y="171284"/>
                  </a:lnTo>
                  <a:lnTo>
                    <a:pt x="377" y="176574"/>
                  </a:lnTo>
                  <a:lnTo>
                    <a:pt x="817" y="181854"/>
                  </a:lnTo>
                  <a:lnTo>
                    <a:pt x="1425" y="187117"/>
                  </a:lnTo>
                  <a:lnTo>
                    <a:pt x="2198" y="192358"/>
                  </a:lnTo>
                  <a:lnTo>
                    <a:pt x="3138" y="197571"/>
                  </a:lnTo>
                  <a:lnTo>
                    <a:pt x="4242" y="202753"/>
                  </a:lnTo>
                  <a:lnTo>
                    <a:pt x="5510" y="207897"/>
                  </a:lnTo>
                  <a:lnTo>
                    <a:pt x="6940" y="212998"/>
                  </a:lnTo>
                  <a:lnTo>
                    <a:pt x="8531" y="218051"/>
                  </a:lnTo>
                  <a:lnTo>
                    <a:pt x="10281" y="223051"/>
                  </a:lnTo>
                  <a:lnTo>
                    <a:pt x="12189" y="227993"/>
                  </a:lnTo>
                  <a:lnTo>
                    <a:pt x="14253" y="232873"/>
                  </a:lnTo>
                  <a:lnTo>
                    <a:pt x="16470" y="237684"/>
                  </a:lnTo>
                  <a:lnTo>
                    <a:pt x="18839" y="242423"/>
                  </a:lnTo>
                  <a:lnTo>
                    <a:pt x="21356" y="247084"/>
                  </a:lnTo>
                  <a:lnTo>
                    <a:pt x="24020" y="251664"/>
                  </a:lnTo>
                  <a:lnTo>
                    <a:pt x="26828" y="256156"/>
                  </a:lnTo>
                  <a:lnTo>
                    <a:pt x="29777" y="260557"/>
                  </a:lnTo>
                  <a:lnTo>
                    <a:pt x="32863" y="264863"/>
                  </a:lnTo>
                  <a:lnTo>
                    <a:pt x="36085" y="269069"/>
                  </a:lnTo>
                  <a:lnTo>
                    <a:pt x="39438" y="273170"/>
                  </a:lnTo>
                  <a:lnTo>
                    <a:pt x="42920" y="277164"/>
                  </a:lnTo>
                  <a:lnTo>
                    <a:pt x="46526" y="281044"/>
                  </a:lnTo>
                  <a:lnTo>
                    <a:pt x="50253" y="284809"/>
                  </a:lnTo>
                  <a:lnTo>
                    <a:pt x="54098" y="288454"/>
                  </a:lnTo>
                  <a:lnTo>
                    <a:pt x="58056" y="291975"/>
                  </a:lnTo>
                  <a:lnTo>
                    <a:pt x="62124" y="295369"/>
                  </a:lnTo>
                  <a:lnTo>
                    <a:pt x="66298" y="298632"/>
                  </a:lnTo>
                  <a:lnTo>
                    <a:pt x="70573" y="301761"/>
                  </a:lnTo>
                  <a:lnTo>
                    <a:pt x="74945" y="304753"/>
                  </a:lnTo>
                  <a:lnTo>
                    <a:pt x="79409" y="307605"/>
                  </a:lnTo>
                  <a:lnTo>
                    <a:pt x="83962" y="310315"/>
                  </a:lnTo>
                  <a:lnTo>
                    <a:pt x="88598" y="312879"/>
                  </a:lnTo>
                  <a:lnTo>
                    <a:pt x="93313" y="315294"/>
                  </a:lnTo>
                  <a:lnTo>
                    <a:pt x="98102" y="317559"/>
                  </a:lnTo>
                  <a:lnTo>
                    <a:pt x="102960" y="319671"/>
                  </a:lnTo>
                  <a:lnTo>
                    <a:pt x="107884" y="321628"/>
                  </a:lnTo>
                  <a:lnTo>
                    <a:pt x="112866" y="323428"/>
                  </a:lnTo>
                  <a:lnTo>
                    <a:pt x="117903" y="325069"/>
                  </a:lnTo>
                  <a:lnTo>
                    <a:pt x="122990" y="326550"/>
                  </a:lnTo>
                  <a:lnTo>
                    <a:pt x="128121" y="327869"/>
                  </a:lnTo>
                  <a:lnTo>
                    <a:pt x="133291" y="329024"/>
                  </a:lnTo>
                  <a:lnTo>
                    <a:pt x="138495" y="330016"/>
                  </a:lnTo>
                  <a:lnTo>
                    <a:pt x="143728" y="330841"/>
                  </a:lnTo>
                  <a:lnTo>
                    <a:pt x="148985" y="331501"/>
                  </a:lnTo>
                  <a:lnTo>
                    <a:pt x="154260" y="331994"/>
                  </a:lnTo>
                  <a:lnTo>
                    <a:pt x="159547" y="332319"/>
                  </a:lnTo>
                  <a:lnTo>
                    <a:pt x="164843" y="332476"/>
                  </a:lnTo>
                  <a:lnTo>
                    <a:pt x="170141" y="332466"/>
                  </a:lnTo>
                  <a:lnTo>
                    <a:pt x="175435" y="332288"/>
                  </a:lnTo>
                  <a:lnTo>
                    <a:pt x="180722" y="331942"/>
                  </a:lnTo>
                  <a:lnTo>
                    <a:pt x="185995" y="331429"/>
                  </a:lnTo>
                  <a:lnTo>
                    <a:pt x="191249" y="330749"/>
                  </a:lnTo>
                  <a:lnTo>
                    <a:pt x="196478" y="329902"/>
                  </a:lnTo>
                  <a:lnTo>
                    <a:pt x="201679" y="328891"/>
                  </a:lnTo>
                  <a:lnTo>
                    <a:pt x="206844" y="327715"/>
                  </a:lnTo>
                  <a:lnTo>
                    <a:pt x="211970" y="326376"/>
                  </a:lnTo>
                  <a:lnTo>
                    <a:pt x="217051" y="324876"/>
                  </a:lnTo>
                  <a:lnTo>
                    <a:pt x="222082" y="323215"/>
                  </a:lnTo>
                  <a:lnTo>
                    <a:pt x="227057" y="321395"/>
                  </a:lnTo>
                  <a:lnTo>
                    <a:pt x="231973" y="319419"/>
                  </a:lnTo>
                  <a:lnTo>
                    <a:pt x="236823" y="317288"/>
                  </a:lnTo>
                  <a:lnTo>
                    <a:pt x="241603" y="315005"/>
                  </a:lnTo>
                  <a:lnTo>
                    <a:pt x="246309" y="312571"/>
                  </a:lnTo>
                  <a:lnTo>
                    <a:pt x="250935" y="309989"/>
                  </a:lnTo>
                  <a:lnTo>
                    <a:pt x="255477" y="307262"/>
                  </a:lnTo>
                  <a:lnTo>
                    <a:pt x="259930" y="304392"/>
                  </a:lnTo>
                  <a:lnTo>
                    <a:pt x="264290" y="301383"/>
                  </a:lnTo>
                  <a:lnTo>
                    <a:pt x="268553" y="298237"/>
                  </a:lnTo>
                  <a:lnTo>
                    <a:pt x="272713" y="294958"/>
                  </a:lnTo>
                  <a:lnTo>
                    <a:pt x="276768" y="291548"/>
                  </a:lnTo>
                  <a:lnTo>
                    <a:pt x="280713" y="288012"/>
                  </a:lnTo>
                  <a:lnTo>
                    <a:pt x="284543" y="284352"/>
                  </a:lnTo>
                  <a:lnTo>
                    <a:pt x="288256" y="280573"/>
                  </a:lnTo>
                  <a:lnTo>
                    <a:pt x="291847" y="276678"/>
                  </a:lnTo>
                  <a:lnTo>
                    <a:pt x="295313" y="272671"/>
                  </a:lnTo>
                  <a:lnTo>
                    <a:pt x="298650" y="268557"/>
                  </a:lnTo>
                  <a:lnTo>
                    <a:pt x="301855" y="264338"/>
                  </a:lnTo>
                  <a:lnTo>
                    <a:pt x="304925" y="260021"/>
                  </a:lnTo>
                  <a:lnTo>
                    <a:pt x="307857" y="255608"/>
                  </a:lnTo>
                  <a:lnTo>
                    <a:pt x="310647" y="251104"/>
                  </a:lnTo>
                  <a:lnTo>
                    <a:pt x="313293" y="246515"/>
                  </a:lnTo>
                  <a:lnTo>
                    <a:pt x="315792" y="241844"/>
                  </a:lnTo>
                  <a:lnTo>
                    <a:pt x="318142" y="237096"/>
                  </a:lnTo>
                  <a:lnTo>
                    <a:pt x="320341" y="232276"/>
                  </a:lnTo>
                  <a:lnTo>
                    <a:pt x="322385" y="227388"/>
                  </a:lnTo>
                  <a:lnTo>
                    <a:pt x="324274" y="222439"/>
                  </a:lnTo>
                  <a:lnTo>
                    <a:pt x="326005" y="217432"/>
                  </a:lnTo>
                  <a:lnTo>
                    <a:pt x="327576" y="212372"/>
                  </a:lnTo>
                  <a:lnTo>
                    <a:pt x="328986" y="207266"/>
                  </a:lnTo>
                  <a:lnTo>
                    <a:pt x="330234" y="202117"/>
                  </a:lnTo>
                  <a:lnTo>
                    <a:pt x="331318" y="196931"/>
                  </a:lnTo>
                  <a:lnTo>
                    <a:pt x="332237" y="191714"/>
                  </a:lnTo>
                  <a:lnTo>
                    <a:pt x="332990" y="186470"/>
                  </a:lnTo>
                  <a:lnTo>
                    <a:pt x="333577" y="181205"/>
                  </a:lnTo>
                  <a:lnTo>
                    <a:pt x="333997" y="175923"/>
                  </a:lnTo>
                  <a:lnTo>
                    <a:pt x="334249" y="170632"/>
                  </a:lnTo>
                  <a:lnTo>
                    <a:pt x="334333" y="165335"/>
                  </a:lnTo>
                  <a:lnTo>
                    <a:pt x="334249" y="160037"/>
                  </a:lnTo>
                  <a:lnTo>
                    <a:pt x="333998" y="154746"/>
                  </a:lnTo>
                  <a:lnTo>
                    <a:pt x="333579" y="149465"/>
                  </a:lnTo>
                  <a:lnTo>
                    <a:pt x="332993" y="144199"/>
                  </a:lnTo>
                  <a:lnTo>
                    <a:pt x="332240" y="138955"/>
                  </a:lnTo>
                  <a:lnTo>
                    <a:pt x="331322" y="133738"/>
                  </a:lnTo>
                  <a:lnTo>
                    <a:pt x="330238" y="128552"/>
                  </a:lnTo>
                  <a:lnTo>
                    <a:pt x="328991" y="123403"/>
                  </a:lnTo>
                  <a:lnTo>
                    <a:pt x="327581" y="118296"/>
                  </a:lnTo>
                  <a:lnTo>
                    <a:pt x="326011" y="113237"/>
                  </a:lnTo>
                  <a:lnTo>
                    <a:pt x="324280" y="108229"/>
                  </a:lnTo>
                  <a:lnTo>
                    <a:pt x="322392" y="103280"/>
                  </a:lnTo>
                  <a:lnTo>
                    <a:pt x="320348" y="98392"/>
                  </a:lnTo>
                  <a:lnTo>
                    <a:pt x="318150" y="93572"/>
                  </a:lnTo>
                  <a:lnTo>
                    <a:pt x="315801" y="88823"/>
                  </a:lnTo>
                  <a:lnTo>
                    <a:pt x="313302" y="84152"/>
                  </a:lnTo>
                  <a:lnTo>
                    <a:pt x="310657" y="79562"/>
                  </a:lnTo>
                  <a:lnTo>
                    <a:pt x="307867" y="75058"/>
                  </a:lnTo>
                  <a:lnTo>
                    <a:pt x="304936" y="70645"/>
                  </a:lnTo>
                  <a:lnTo>
                    <a:pt x="301867" y="66327"/>
                  </a:lnTo>
                  <a:lnTo>
                    <a:pt x="298662" y="62108"/>
                  </a:lnTo>
                  <a:lnTo>
                    <a:pt x="295325" y="57994"/>
                  </a:lnTo>
                  <a:lnTo>
                    <a:pt x="291860" y="53986"/>
                  </a:lnTo>
                  <a:lnTo>
                    <a:pt x="288269" y="50091"/>
                  </a:lnTo>
                  <a:lnTo>
                    <a:pt x="284557" y="46311"/>
                  </a:lnTo>
                  <a:lnTo>
                    <a:pt x="280727" y="42651"/>
                  </a:lnTo>
                  <a:lnTo>
                    <a:pt x="276783" y="39115"/>
                  </a:lnTo>
                  <a:lnTo>
                    <a:pt x="272728" y="35704"/>
                  </a:lnTo>
                  <a:lnTo>
                    <a:pt x="268568" y="32425"/>
                  </a:lnTo>
                  <a:lnTo>
                    <a:pt x="264306" y="29278"/>
                  </a:lnTo>
                  <a:lnTo>
                    <a:pt x="259946" y="26268"/>
                  </a:lnTo>
                  <a:lnTo>
                    <a:pt x="255493" y="23398"/>
                  </a:lnTo>
                  <a:lnTo>
                    <a:pt x="250951" y="20671"/>
                  </a:lnTo>
                  <a:lnTo>
                    <a:pt x="246326" y="18088"/>
                  </a:lnTo>
                  <a:lnTo>
                    <a:pt x="241620" y="15654"/>
                  </a:lnTo>
                  <a:lnTo>
                    <a:pt x="236840" y="13370"/>
                  </a:lnTo>
                  <a:lnTo>
                    <a:pt x="231990" y="11238"/>
                  </a:lnTo>
                  <a:lnTo>
                    <a:pt x="227075" y="9262"/>
                  </a:lnTo>
                  <a:lnTo>
                    <a:pt x="167166" y="1653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59909" cy="167167"/>
            </a:xfrm>
            <a:custGeom>
              <a:avLst/>
              <a:pathLst>
                <a:path w="59909" h="167167">
                  <a:moveTo>
                    <a:pt x="59909" y="11103"/>
                  </a:moveTo>
                  <a:lnTo>
                    <a:pt x="54150" y="9013"/>
                  </a:lnTo>
                  <a:lnTo>
                    <a:pt x="48318" y="7135"/>
                  </a:lnTo>
                  <a:lnTo>
                    <a:pt x="42421" y="5472"/>
                  </a:lnTo>
                  <a:lnTo>
                    <a:pt x="36467" y="4026"/>
                  </a:lnTo>
                  <a:lnTo>
                    <a:pt x="30464" y="2799"/>
                  </a:lnTo>
                  <a:lnTo>
                    <a:pt x="24421" y="1793"/>
                  </a:lnTo>
                  <a:lnTo>
                    <a:pt x="18344" y="1009"/>
                  </a:lnTo>
                  <a:lnTo>
                    <a:pt x="12243" y="448"/>
                  </a:lnTo>
                  <a:lnTo>
                    <a:pt x="6125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5655" y="3707720"/>
              <a:ext cx="5092" cy="167167"/>
            </a:xfrm>
            <a:custGeom>
              <a:avLst/>
              <a:pathLst>
                <a:path w="5092" h="167167">
                  <a:moveTo>
                    <a:pt x="5092" y="0"/>
                  </a:moveTo>
                  <a:lnTo>
                    <a:pt x="0" y="77"/>
                  </a:lnTo>
                  <a:lnTo>
                    <a:pt x="50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5655" y="3707798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655" y="3707798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655" y="3707798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655" y="3707798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655" y="3707798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655" y="3707798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655" y="3707798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655" y="3707798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655" y="3707798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655" y="3707798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655" y="3707798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85" y="3707720"/>
              <a:ext cx="334325" cy="334315"/>
            </a:xfrm>
            <a:custGeom>
              <a:avLst/>
              <a:pathLst>
                <a:path w="334325" h="334315">
                  <a:moveTo>
                    <a:pt x="162070" y="77"/>
                  </a:moveTo>
                  <a:lnTo>
                    <a:pt x="156797" y="321"/>
                  </a:lnTo>
                  <a:lnTo>
                    <a:pt x="151534" y="732"/>
                  </a:lnTo>
                  <a:lnTo>
                    <a:pt x="146287" y="1308"/>
                  </a:lnTo>
                  <a:lnTo>
                    <a:pt x="141060" y="2050"/>
                  </a:lnTo>
                  <a:lnTo>
                    <a:pt x="135860" y="2956"/>
                  </a:lnTo>
                  <a:lnTo>
                    <a:pt x="130691" y="4027"/>
                  </a:lnTo>
                  <a:lnTo>
                    <a:pt x="125558" y="5260"/>
                  </a:lnTo>
                  <a:lnTo>
                    <a:pt x="120467" y="6654"/>
                  </a:lnTo>
                  <a:lnTo>
                    <a:pt x="115422" y="8208"/>
                  </a:lnTo>
                  <a:lnTo>
                    <a:pt x="110429" y="9921"/>
                  </a:lnTo>
                  <a:lnTo>
                    <a:pt x="105492" y="11791"/>
                  </a:lnTo>
                  <a:lnTo>
                    <a:pt x="100617" y="13816"/>
                  </a:lnTo>
                  <a:lnTo>
                    <a:pt x="95808" y="15993"/>
                  </a:lnTo>
                  <a:lnTo>
                    <a:pt x="91071" y="18322"/>
                  </a:lnTo>
                  <a:lnTo>
                    <a:pt x="86409" y="20798"/>
                  </a:lnTo>
                  <a:lnTo>
                    <a:pt x="81828" y="23421"/>
                  </a:lnTo>
                  <a:lnTo>
                    <a:pt x="77332" y="26187"/>
                  </a:lnTo>
                  <a:lnTo>
                    <a:pt x="72925" y="29094"/>
                  </a:lnTo>
                  <a:lnTo>
                    <a:pt x="68612" y="32138"/>
                  </a:lnTo>
                  <a:lnTo>
                    <a:pt x="64398" y="35317"/>
                  </a:lnTo>
                  <a:lnTo>
                    <a:pt x="60286" y="38628"/>
                  </a:lnTo>
                  <a:lnTo>
                    <a:pt x="56281" y="42066"/>
                  </a:lnTo>
                  <a:lnTo>
                    <a:pt x="52386" y="45629"/>
                  </a:lnTo>
                  <a:lnTo>
                    <a:pt x="48606" y="49314"/>
                  </a:lnTo>
                  <a:lnTo>
                    <a:pt x="44944" y="53116"/>
                  </a:lnTo>
                  <a:lnTo>
                    <a:pt x="41404" y="57032"/>
                  </a:lnTo>
                  <a:lnTo>
                    <a:pt x="37989" y="61058"/>
                  </a:lnTo>
                  <a:lnTo>
                    <a:pt x="34704" y="65189"/>
                  </a:lnTo>
                  <a:lnTo>
                    <a:pt x="31550" y="69422"/>
                  </a:lnTo>
                  <a:lnTo>
                    <a:pt x="28531" y="73753"/>
                  </a:lnTo>
                  <a:lnTo>
                    <a:pt x="25651" y="78176"/>
                  </a:lnTo>
                  <a:lnTo>
                    <a:pt x="22912" y="82689"/>
                  </a:lnTo>
                  <a:lnTo>
                    <a:pt x="20316" y="87286"/>
                  </a:lnTo>
                  <a:lnTo>
                    <a:pt x="17867" y="91962"/>
                  </a:lnTo>
                  <a:lnTo>
                    <a:pt x="15567" y="96713"/>
                  </a:lnTo>
                  <a:lnTo>
                    <a:pt x="13418" y="101535"/>
                  </a:lnTo>
                  <a:lnTo>
                    <a:pt x="11423" y="106422"/>
                  </a:lnTo>
                  <a:lnTo>
                    <a:pt x="9582" y="111370"/>
                  </a:lnTo>
                  <a:lnTo>
                    <a:pt x="7899" y="116373"/>
                  </a:lnTo>
                  <a:lnTo>
                    <a:pt x="6375" y="121427"/>
                  </a:lnTo>
                  <a:lnTo>
                    <a:pt x="5011" y="126527"/>
                  </a:lnTo>
                  <a:lnTo>
                    <a:pt x="3808" y="131667"/>
                  </a:lnTo>
                  <a:lnTo>
                    <a:pt x="2769" y="136842"/>
                  </a:lnTo>
                  <a:lnTo>
                    <a:pt x="1893" y="142048"/>
                  </a:lnTo>
                  <a:lnTo>
                    <a:pt x="1183" y="147279"/>
                  </a:lnTo>
                  <a:lnTo>
                    <a:pt x="637" y="152529"/>
                  </a:lnTo>
                  <a:lnTo>
                    <a:pt x="258" y="157794"/>
                  </a:lnTo>
                  <a:lnTo>
                    <a:pt x="46" y="163069"/>
                  </a:lnTo>
                  <a:lnTo>
                    <a:pt x="0" y="168348"/>
                  </a:lnTo>
                  <a:lnTo>
                    <a:pt x="120" y="173625"/>
                  </a:lnTo>
                  <a:lnTo>
                    <a:pt x="407" y="178896"/>
                  </a:lnTo>
                  <a:lnTo>
                    <a:pt x="861" y="184155"/>
                  </a:lnTo>
                  <a:lnTo>
                    <a:pt x="1480" y="189398"/>
                  </a:lnTo>
                  <a:lnTo>
                    <a:pt x="2265" y="194618"/>
                  </a:lnTo>
                  <a:lnTo>
                    <a:pt x="3214" y="199811"/>
                  </a:lnTo>
                  <a:lnTo>
                    <a:pt x="4326" y="204971"/>
                  </a:lnTo>
                  <a:lnTo>
                    <a:pt x="5601" y="210094"/>
                  </a:lnTo>
                  <a:lnTo>
                    <a:pt x="7037" y="215173"/>
                  </a:lnTo>
                  <a:lnTo>
                    <a:pt x="8632" y="220205"/>
                  </a:lnTo>
                  <a:lnTo>
                    <a:pt x="10386" y="225184"/>
                  </a:lnTo>
                  <a:lnTo>
                    <a:pt x="12296" y="230105"/>
                  </a:lnTo>
                  <a:lnTo>
                    <a:pt x="14360" y="234964"/>
                  </a:lnTo>
                  <a:lnTo>
                    <a:pt x="16577" y="239755"/>
                  </a:lnTo>
                  <a:lnTo>
                    <a:pt x="18944" y="244473"/>
                  </a:lnTo>
                  <a:lnTo>
                    <a:pt x="21459" y="249114"/>
                  </a:lnTo>
                  <a:lnTo>
                    <a:pt x="24119" y="253674"/>
                  </a:lnTo>
                  <a:lnTo>
                    <a:pt x="26922" y="258147"/>
                  </a:lnTo>
                  <a:lnTo>
                    <a:pt x="29864" y="262530"/>
                  </a:lnTo>
                  <a:lnTo>
                    <a:pt x="32944" y="266817"/>
                  </a:lnTo>
                  <a:lnTo>
                    <a:pt x="36157" y="271006"/>
                  </a:lnTo>
                  <a:lnTo>
                    <a:pt x="39501" y="275090"/>
                  </a:lnTo>
                  <a:lnTo>
                    <a:pt x="42972" y="279067"/>
                  </a:lnTo>
                  <a:lnTo>
                    <a:pt x="46567" y="282933"/>
                  </a:lnTo>
                  <a:lnTo>
                    <a:pt x="50283" y="286683"/>
                  </a:lnTo>
                  <a:lnTo>
                    <a:pt x="54115" y="290313"/>
                  </a:lnTo>
                  <a:lnTo>
                    <a:pt x="58059" y="293821"/>
                  </a:lnTo>
                  <a:lnTo>
                    <a:pt x="62113" y="297203"/>
                  </a:lnTo>
                  <a:lnTo>
                    <a:pt x="66271" y="300455"/>
                  </a:lnTo>
                  <a:lnTo>
                    <a:pt x="70529" y="303574"/>
                  </a:lnTo>
                  <a:lnTo>
                    <a:pt x="74885" y="306557"/>
                  </a:lnTo>
                  <a:lnTo>
                    <a:pt x="79332" y="309401"/>
                  </a:lnTo>
                  <a:lnTo>
                    <a:pt x="83866" y="312104"/>
                  </a:lnTo>
                  <a:lnTo>
                    <a:pt x="88484" y="314662"/>
                  </a:lnTo>
                  <a:lnTo>
                    <a:pt x="93180" y="317072"/>
                  </a:lnTo>
                  <a:lnTo>
                    <a:pt x="97951" y="319333"/>
                  </a:lnTo>
                  <a:lnTo>
                    <a:pt x="102790" y="321443"/>
                  </a:lnTo>
                  <a:lnTo>
                    <a:pt x="107693" y="323398"/>
                  </a:lnTo>
                  <a:lnTo>
                    <a:pt x="112655" y="325198"/>
                  </a:lnTo>
                  <a:lnTo>
                    <a:pt x="117672" y="326840"/>
                  </a:lnTo>
                  <a:lnTo>
                    <a:pt x="122738" y="328323"/>
                  </a:lnTo>
                  <a:lnTo>
                    <a:pt x="127849" y="329646"/>
                  </a:lnTo>
                  <a:lnTo>
                    <a:pt x="132999" y="330806"/>
                  </a:lnTo>
                  <a:lnTo>
                    <a:pt x="138182" y="331803"/>
                  </a:lnTo>
                  <a:lnTo>
                    <a:pt x="143395" y="332636"/>
                  </a:lnTo>
                  <a:lnTo>
                    <a:pt x="148632" y="333304"/>
                  </a:lnTo>
                  <a:lnTo>
                    <a:pt x="153886" y="333806"/>
                  </a:lnTo>
                  <a:lnTo>
                    <a:pt x="159155" y="334142"/>
                  </a:lnTo>
                  <a:lnTo>
                    <a:pt x="164431" y="334312"/>
                  </a:lnTo>
                  <a:lnTo>
                    <a:pt x="169709" y="334315"/>
                  </a:lnTo>
                  <a:lnTo>
                    <a:pt x="174986" y="334151"/>
                  </a:lnTo>
                  <a:lnTo>
                    <a:pt x="180254" y="333821"/>
                  </a:lnTo>
                  <a:lnTo>
                    <a:pt x="185510" y="333325"/>
                  </a:lnTo>
                  <a:lnTo>
                    <a:pt x="190747" y="332662"/>
                  </a:lnTo>
                  <a:lnTo>
                    <a:pt x="195960" y="331835"/>
                  </a:lnTo>
                  <a:lnTo>
                    <a:pt x="201145" y="330844"/>
                  </a:lnTo>
                  <a:lnTo>
                    <a:pt x="206296" y="329689"/>
                  </a:lnTo>
                  <a:lnTo>
                    <a:pt x="211408" y="328373"/>
                  </a:lnTo>
                  <a:lnTo>
                    <a:pt x="216476" y="326895"/>
                  </a:lnTo>
                  <a:lnTo>
                    <a:pt x="221495" y="325259"/>
                  </a:lnTo>
                  <a:lnTo>
                    <a:pt x="226459" y="323464"/>
                  </a:lnTo>
                  <a:lnTo>
                    <a:pt x="231365" y="321514"/>
                  </a:lnTo>
                  <a:lnTo>
                    <a:pt x="236206" y="319410"/>
                  </a:lnTo>
                  <a:lnTo>
                    <a:pt x="240979" y="317154"/>
                  </a:lnTo>
                  <a:lnTo>
                    <a:pt x="245678" y="314749"/>
                  </a:lnTo>
                  <a:lnTo>
                    <a:pt x="250298" y="312196"/>
                  </a:lnTo>
                  <a:lnTo>
                    <a:pt x="254836" y="309499"/>
                  </a:lnTo>
                  <a:lnTo>
                    <a:pt x="259286" y="306660"/>
                  </a:lnTo>
                  <a:lnTo>
                    <a:pt x="263645" y="303681"/>
                  </a:lnTo>
                  <a:lnTo>
                    <a:pt x="267907" y="300567"/>
                  </a:lnTo>
                  <a:lnTo>
                    <a:pt x="272069" y="297320"/>
                  </a:lnTo>
                  <a:lnTo>
                    <a:pt x="276126" y="293942"/>
                  </a:lnTo>
                  <a:lnTo>
                    <a:pt x="280074" y="290439"/>
                  </a:lnTo>
                  <a:lnTo>
                    <a:pt x="283910" y="286812"/>
                  </a:lnTo>
                  <a:lnTo>
                    <a:pt x="287630" y="283066"/>
                  </a:lnTo>
                  <a:lnTo>
                    <a:pt x="291229" y="279205"/>
                  </a:lnTo>
                  <a:lnTo>
                    <a:pt x="294705" y="275232"/>
                  </a:lnTo>
                  <a:lnTo>
                    <a:pt x="298053" y="271151"/>
                  </a:lnTo>
                  <a:lnTo>
                    <a:pt x="301271" y="266966"/>
                  </a:lnTo>
                  <a:lnTo>
                    <a:pt x="304355" y="262682"/>
                  </a:lnTo>
                  <a:lnTo>
                    <a:pt x="307303" y="258303"/>
                  </a:lnTo>
                  <a:lnTo>
                    <a:pt x="310110" y="253833"/>
                  </a:lnTo>
                  <a:lnTo>
                    <a:pt x="312775" y="249276"/>
                  </a:lnTo>
                  <a:lnTo>
                    <a:pt x="315295" y="244637"/>
                  </a:lnTo>
                  <a:lnTo>
                    <a:pt x="317668" y="239922"/>
                  </a:lnTo>
                  <a:lnTo>
                    <a:pt x="319890" y="235133"/>
                  </a:lnTo>
                  <a:lnTo>
                    <a:pt x="321960" y="230277"/>
                  </a:lnTo>
                  <a:lnTo>
                    <a:pt x="323875" y="225358"/>
                  </a:lnTo>
                  <a:lnTo>
                    <a:pt x="325634" y="220381"/>
                  </a:lnTo>
                  <a:lnTo>
                    <a:pt x="327235" y="215351"/>
                  </a:lnTo>
                  <a:lnTo>
                    <a:pt x="328677" y="210273"/>
                  </a:lnTo>
                  <a:lnTo>
                    <a:pt x="329957" y="205152"/>
                  </a:lnTo>
                  <a:lnTo>
                    <a:pt x="331076" y="199993"/>
                  </a:lnTo>
                  <a:lnTo>
                    <a:pt x="332030" y="194801"/>
                  </a:lnTo>
                  <a:lnTo>
                    <a:pt x="332821" y="189582"/>
                  </a:lnTo>
                  <a:lnTo>
                    <a:pt x="333446" y="184340"/>
                  </a:lnTo>
                  <a:lnTo>
                    <a:pt x="333905" y="179081"/>
                  </a:lnTo>
                  <a:lnTo>
                    <a:pt x="334198" y="173810"/>
                  </a:lnTo>
                  <a:lnTo>
                    <a:pt x="334325" y="168533"/>
                  </a:lnTo>
                  <a:lnTo>
                    <a:pt x="334284" y="163254"/>
                  </a:lnTo>
                  <a:lnTo>
                    <a:pt x="334078" y="157980"/>
                  </a:lnTo>
                  <a:lnTo>
                    <a:pt x="333704" y="152714"/>
                  </a:lnTo>
                  <a:lnTo>
                    <a:pt x="333165" y="147463"/>
                  </a:lnTo>
                  <a:lnTo>
                    <a:pt x="332460" y="142231"/>
                  </a:lnTo>
                  <a:lnTo>
                    <a:pt x="331590" y="137025"/>
                  </a:lnTo>
                  <a:lnTo>
                    <a:pt x="330557" y="131848"/>
                  </a:lnTo>
                  <a:lnTo>
                    <a:pt x="329360" y="126707"/>
                  </a:lnTo>
                  <a:lnTo>
                    <a:pt x="328002" y="121606"/>
                  </a:lnTo>
                  <a:lnTo>
                    <a:pt x="326483" y="116550"/>
                  </a:lnTo>
                  <a:lnTo>
                    <a:pt x="324805" y="111545"/>
                  </a:lnTo>
                  <a:lnTo>
                    <a:pt x="322970" y="106595"/>
                  </a:lnTo>
                  <a:lnTo>
                    <a:pt x="320980" y="101706"/>
                  </a:lnTo>
                  <a:lnTo>
                    <a:pt x="318837" y="96882"/>
                  </a:lnTo>
                  <a:lnTo>
                    <a:pt x="316542" y="92128"/>
                  </a:lnTo>
                  <a:lnTo>
                    <a:pt x="314098" y="87449"/>
                  </a:lnTo>
                  <a:lnTo>
                    <a:pt x="311508" y="82849"/>
                  </a:lnTo>
                  <a:lnTo>
                    <a:pt x="308773" y="78334"/>
                  </a:lnTo>
                  <a:lnTo>
                    <a:pt x="305898" y="73907"/>
                  </a:lnTo>
                  <a:lnTo>
                    <a:pt x="302884" y="69573"/>
                  </a:lnTo>
                  <a:lnTo>
                    <a:pt x="299735" y="65336"/>
                  </a:lnTo>
                  <a:lnTo>
                    <a:pt x="296454" y="61201"/>
                  </a:lnTo>
                  <a:lnTo>
                    <a:pt x="293044" y="57172"/>
                  </a:lnTo>
                  <a:lnTo>
                    <a:pt x="289508" y="53252"/>
                  </a:lnTo>
                  <a:lnTo>
                    <a:pt x="285850" y="49446"/>
                  </a:lnTo>
                  <a:lnTo>
                    <a:pt x="282074" y="45757"/>
                  </a:lnTo>
                  <a:lnTo>
                    <a:pt x="278183" y="42189"/>
                  </a:lnTo>
                  <a:lnTo>
                    <a:pt x="274182" y="38746"/>
                  </a:lnTo>
                  <a:lnTo>
                    <a:pt x="270074" y="35431"/>
                  </a:lnTo>
                  <a:lnTo>
                    <a:pt x="265863" y="32248"/>
                  </a:lnTo>
                  <a:lnTo>
                    <a:pt x="261554" y="29198"/>
                  </a:lnTo>
                  <a:lnTo>
                    <a:pt x="257150" y="26287"/>
                  </a:lnTo>
                  <a:lnTo>
                    <a:pt x="252657" y="23516"/>
                  </a:lnTo>
                  <a:lnTo>
                    <a:pt x="248079" y="20888"/>
                  </a:lnTo>
                  <a:lnTo>
                    <a:pt x="243420" y="18406"/>
                  </a:lnTo>
                  <a:lnTo>
                    <a:pt x="238685" y="16073"/>
                  </a:lnTo>
                  <a:lnTo>
                    <a:pt x="233879" y="13890"/>
                  </a:lnTo>
                  <a:lnTo>
                    <a:pt x="229006" y="11860"/>
                  </a:lnTo>
                  <a:lnTo>
                    <a:pt x="224071" y="9984"/>
                  </a:lnTo>
                  <a:lnTo>
                    <a:pt x="219080" y="8266"/>
                  </a:lnTo>
                  <a:lnTo>
                    <a:pt x="214037" y="6706"/>
                  </a:lnTo>
                  <a:lnTo>
                    <a:pt x="208947" y="5306"/>
                  </a:lnTo>
                  <a:lnTo>
                    <a:pt x="203816" y="4067"/>
                  </a:lnTo>
                  <a:lnTo>
                    <a:pt x="198648" y="2991"/>
                  </a:lnTo>
                  <a:lnTo>
                    <a:pt x="193448" y="2079"/>
                  </a:lnTo>
                  <a:lnTo>
                    <a:pt x="188223" y="1331"/>
                  </a:lnTo>
                  <a:lnTo>
                    <a:pt x="182976" y="749"/>
                  </a:lnTo>
                  <a:lnTo>
                    <a:pt x="177714" y="333"/>
                  </a:lnTo>
                  <a:lnTo>
                    <a:pt x="172441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195" y="4213821"/>
              <a:ext cx="5092" cy="167167"/>
            </a:xfrm>
            <a:custGeom>
              <a:avLst/>
              <a:pathLst>
                <a:path w="5092" h="167167">
                  <a:moveTo>
                    <a:pt x="5092" y="0"/>
                  </a:moveTo>
                  <a:lnTo>
                    <a:pt x="0" y="77"/>
                  </a:lnTo>
                  <a:lnTo>
                    <a:pt x="50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195" y="4213899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195" y="4213899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195" y="4213899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195" y="4213899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195" y="4213899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195" y="4213899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195" y="4213899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195" y="4213899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195" y="4213899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195" y="4213899"/>
              <a:ext cx="5092" cy="167089"/>
            </a:xfrm>
            <a:custGeom>
              <a:avLst/>
              <a:pathLst>
                <a:path w="5092" h="167089">
                  <a:moveTo>
                    <a:pt x="0" y="0"/>
                  </a:moveTo>
                  <a:lnTo>
                    <a:pt x="5092" y="1670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4" y="4213821"/>
              <a:ext cx="334325" cy="334315"/>
            </a:xfrm>
            <a:custGeom>
              <a:avLst/>
              <a:pathLst>
                <a:path w="334325" h="334315">
                  <a:moveTo>
                    <a:pt x="162070" y="77"/>
                  </a:moveTo>
                  <a:lnTo>
                    <a:pt x="156797" y="321"/>
                  </a:lnTo>
                  <a:lnTo>
                    <a:pt x="151534" y="732"/>
                  </a:lnTo>
                  <a:lnTo>
                    <a:pt x="146287" y="1308"/>
                  </a:lnTo>
                  <a:lnTo>
                    <a:pt x="141060" y="2050"/>
                  </a:lnTo>
                  <a:lnTo>
                    <a:pt x="135860" y="2956"/>
                  </a:lnTo>
                  <a:lnTo>
                    <a:pt x="130691" y="4027"/>
                  </a:lnTo>
                  <a:lnTo>
                    <a:pt x="125558" y="5260"/>
                  </a:lnTo>
                  <a:lnTo>
                    <a:pt x="120467" y="6654"/>
                  </a:lnTo>
                  <a:lnTo>
                    <a:pt x="115422" y="8208"/>
                  </a:lnTo>
                  <a:lnTo>
                    <a:pt x="110429" y="9921"/>
                  </a:lnTo>
                  <a:lnTo>
                    <a:pt x="105492" y="11791"/>
                  </a:lnTo>
                  <a:lnTo>
                    <a:pt x="100617" y="13816"/>
                  </a:lnTo>
                  <a:lnTo>
                    <a:pt x="95808" y="15993"/>
                  </a:lnTo>
                  <a:lnTo>
                    <a:pt x="91071" y="18322"/>
                  </a:lnTo>
                  <a:lnTo>
                    <a:pt x="86409" y="20798"/>
                  </a:lnTo>
                  <a:lnTo>
                    <a:pt x="81828" y="23421"/>
                  </a:lnTo>
                  <a:lnTo>
                    <a:pt x="77332" y="26187"/>
                  </a:lnTo>
                  <a:lnTo>
                    <a:pt x="72925" y="29094"/>
                  </a:lnTo>
                  <a:lnTo>
                    <a:pt x="68612" y="32138"/>
                  </a:lnTo>
                  <a:lnTo>
                    <a:pt x="64398" y="35317"/>
                  </a:lnTo>
                  <a:lnTo>
                    <a:pt x="60286" y="38628"/>
                  </a:lnTo>
                  <a:lnTo>
                    <a:pt x="56281" y="42066"/>
                  </a:lnTo>
                  <a:lnTo>
                    <a:pt x="52386" y="45629"/>
                  </a:lnTo>
                  <a:lnTo>
                    <a:pt x="48606" y="49314"/>
                  </a:lnTo>
                  <a:lnTo>
                    <a:pt x="44944" y="53116"/>
                  </a:lnTo>
                  <a:lnTo>
                    <a:pt x="41404" y="57032"/>
                  </a:lnTo>
                  <a:lnTo>
                    <a:pt x="37989" y="61058"/>
                  </a:lnTo>
                  <a:lnTo>
                    <a:pt x="34704" y="65189"/>
                  </a:lnTo>
                  <a:lnTo>
                    <a:pt x="31550" y="69422"/>
                  </a:lnTo>
                  <a:lnTo>
                    <a:pt x="28531" y="73753"/>
                  </a:lnTo>
                  <a:lnTo>
                    <a:pt x="25651" y="78176"/>
                  </a:lnTo>
                  <a:lnTo>
                    <a:pt x="22912" y="82689"/>
                  </a:lnTo>
                  <a:lnTo>
                    <a:pt x="20316" y="87286"/>
                  </a:lnTo>
                  <a:lnTo>
                    <a:pt x="17867" y="91962"/>
                  </a:lnTo>
                  <a:lnTo>
                    <a:pt x="15567" y="96713"/>
                  </a:lnTo>
                  <a:lnTo>
                    <a:pt x="13418" y="101535"/>
                  </a:lnTo>
                  <a:lnTo>
                    <a:pt x="11423" y="106422"/>
                  </a:lnTo>
                  <a:lnTo>
                    <a:pt x="9582" y="111370"/>
                  </a:lnTo>
                  <a:lnTo>
                    <a:pt x="7899" y="116373"/>
                  </a:lnTo>
                  <a:lnTo>
                    <a:pt x="6375" y="121427"/>
                  </a:lnTo>
                  <a:lnTo>
                    <a:pt x="5011" y="126527"/>
                  </a:lnTo>
                  <a:lnTo>
                    <a:pt x="3808" y="131667"/>
                  </a:lnTo>
                  <a:lnTo>
                    <a:pt x="2769" y="136842"/>
                  </a:lnTo>
                  <a:lnTo>
                    <a:pt x="1893" y="142048"/>
                  </a:lnTo>
                  <a:lnTo>
                    <a:pt x="1183" y="147279"/>
                  </a:lnTo>
                  <a:lnTo>
                    <a:pt x="637" y="152529"/>
                  </a:lnTo>
                  <a:lnTo>
                    <a:pt x="258" y="157794"/>
                  </a:lnTo>
                  <a:lnTo>
                    <a:pt x="46" y="163069"/>
                  </a:lnTo>
                  <a:lnTo>
                    <a:pt x="0" y="168348"/>
                  </a:lnTo>
                  <a:lnTo>
                    <a:pt x="120" y="173625"/>
                  </a:lnTo>
                  <a:lnTo>
                    <a:pt x="407" y="178896"/>
                  </a:lnTo>
                  <a:lnTo>
                    <a:pt x="861" y="184155"/>
                  </a:lnTo>
                  <a:lnTo>
                    <a:pt x="1480" y="189398"/>
                  </a:lnTo>
                  <a:lnTo>
                    <a:pt x="2265" y="194618"/>
                  </a:lnTo>
                  <a:lnTo>
                    <a:pt x="3214" y="199811"/>
                  </a:lnTo>
                  <a:lnTo>
                    <a:pt x="4326" y="204971"/>
                  </a:lnTo>
                  <a:lnTo>
                    <a:pt x="5601" y="210094"/>
                  </a:lnTo>
                  <a:lnTo>
                    <a:pt x="7037" y="215173"/>
                  </a:lnTo>
                  <a:lnTo>
                    <a:pt x="8632" y="220205"/>
                  </a:lnTo>
                  <a:lnTo>
                    <a:pt x="10386" y="225184"/>
                  </a:lnTo>
                  <a:lnTo>
                    <a:pt x="12296" y="230105"/>
                  </a:lnTo>
                  <a:lnTo>
                    <a:pt x="14360" y="234964"/>
                  </a:lnTo>
                  <a:lnTo>
                    <a:pt x="16577" y="239755"/>
                  </a:lnTo>
                  <a:lnTo>
                    <a:pt x="18944" y="244473"/>
                  </a:lnTo>
                  <a:lnTo>
                    <a:pt x="21459" y="249114"/>
                  </a:lnTo>
                  <a:lnTo>
                    <a:pt x="24119" y="253674"/>
                  </a:lnTo>
                  <a:lnTo>
                    <a:pt x="26922" y="258147"/>
                  </a:lnTo>
                  <a:lnTo>
                    <a:pt x="29864" y="262530"/>
                  </a:lnTo>
                  <a:lnTo>
                    <a:pt x="32944" y="266817"/>
                  </a:lnTo>
                  <a:lnTo>
                    <a:pt x="36157" y="271006"/>
                  </a:lnTo>
                  <a:lnTo>
                    <a:pt x="39501" y="275090"/>
                  </a:lnTo>
                  <a:lnTo>
                    <a:pt x="42972" y="279067"/>
                  </a:lnTo>
                  <a:lnTo>
                    <a:pt x="46567" y="282933"/>
                  </a:lnTo>
                  <a:lnTo>
                    <a:pt x="50283" y="286683"/>
                  </a:lnTo>
                  <a:lnTo>
                    <a:pt x="54115" y="290313"/>
                  </a:lnTo>
                  <a:lnTo>
                    <a:pt x="58059" y="293821"/>
                  </a:lnTo>
                  <a:lnTo>
                    <a:pt x="62113" y="297203"/>
                  </a:lnTo>
                  <a:lnTo>
                    <a:pt x="66271" y="300455"/>
                  </a:lnTo>
                  <a:lnTo>
                    <a:pt x="70529" y="303574"/>
                  </a:lnTo>
                  <a:lnTo>
                    <a:pt x="74885" y="306557"/>
                  </a:lnTo>
                  <a:lnTo>
                    <a:pt x="79332" y="309401"/>
                  </a:lnTo>
                  <a:lnTo>
                    <a:pt x="83866" y="312104"/>
                  </a:lnTo>
                  <a:lnTo>
                    <a:pt x="88484" y="314662"/>
                  </a:lnTo>
                  <a:lnTo>
                    <a:pt x="93180" y="317072"/>
                  </a:lnTo>
                  <a:lnTo>
                    <a:pt x="97951" y="319333"/>
                  </a:lnTo>
                  <a:lnTo>
                    <a:pt x="102790" y="321443"/>
                  </a:lnTo>
                  <a:lnTo>
                    <a:pt x="107693" y="323398"/>
                  </a:lnTo>
                  <a:lnTo>
                    <a:pt x="112655" y="325198"/>
                  </a:lnTo>
                  <a:lnTo>
                    <a:pt x="117672" y="326840"/>
                  </a:lnTo>
                  <a:lnTo>
                    <a:pt x="122738" y="328323"/>
                  </a:lnTo>
                  <a:lnTo>
                    <a:pt x="127849" y="329646"/>
                  </a:lnTo>
                  <a:lnTo>
                    <a:pt x="132999" y="330806"/>
                  </a:lnTo>
                  <a:lnTo>
                    <a:pt x="138182" y="331803"/>
                  </a:lnTo>
                  <a:lnTo>
                    <a:pt x="143395" y="332636"/>
                  </a:lnTo>
                  <a:lnTo>
                    <a:pt x="148632" y="333304"/>
                  </a:lnTo>
                  <a:lnTo>
                    <a:pt x="153886" y="333806"/>
                  </a:lnTo>
                  <a:lnTo>
                    <a:pt x="159155" y="334142"/>
                  </a:lnTo>
                  <a:lnTo>
                    <a:pt x="164431" y="334312"/>
                  </a:lnTo>
                  <a:lnTo>
                    <a:pt x="169709" y="334315"/>
                  </a:lnTo>
                  <a:lnTo>
                    <a:pt x="174986" y="334151"/>
                  </a:lnTo>
                  <a:lnTo>
                    <a:pt x="180254" y="333821"/>
                  </a:lnTo>
                  <a:lnTo>
                    <a:pt x="185510" y="333325"/>
                  </a:lnTo>
                  <a:lnTo>
                    <a:pt x="190747" y="332662"/>
                  </a:lnTo>
                  <a:lnTo>
                    <a:pt x="195960" y="331835"/>
                  </a:lnTo>
                  <a:lnTo>
                    <a:pt x="201145" y="330844"/>
                  </a:lnTo>
                  <a:lnTo>
                    <a:pt x="206296" y="329689"/>
                  </a:lnTo>
                  <a:lnTo>
                    <a:pt x="211408" y="328373"/>
                  </a:lnTo>
                  <a:lnTo>
                    <a:pt x="216476" y="326895"/>
                  </a:lnTo>
                  <a:lnTo>
                    <a:pt x="221495" y="325259"/>
                  </a:lnTo>
                  <a:lnTo>
                    <a:pt x="226459" y="323464"/>
                  </a:lnTo>
                  <a:lnTo>
                    <a:pt x="231365" y="321514"/>
                  </a:lnTo>
                  <a:lnTo>
                    <a:pt x="236206" y="319410"/>
                  </a:lnTo>
                  <a:lnTo>
                    <a:pt x="240979" y="317154"/>
                  </a:lnTo>
                  <a:lnTo>
                    <a:pt x="245678" y="314749"/>
                  </a:lnTo>
                  <a:lnTo>
                    <a:pt x="250298" y="312196"/>
                  </a:lnTo>
                  <a:lnTo>
                    <a:pt x="254836" y="309499"/>
                  </a:lnTo>
                  <a:lnTo>
                    <a:pt x="259286" y="306660"/>
                  </a:lnTo>
                  <a:lnTo>
                    <a:pt x="263645" y="303681"/>
                  </a:lnTo>
                  <a:lnTo>
                    <a:pt x="267907" y="300567"/>
                  </a:lnTo>
                  <a:lnTo>
                    <a:pt x="272069" y="297320"/>
                  </a:lnTo>
                  <a:lnTo>
                    <a:pt x="276126" y="293942"/>
                  </a:lnTo>
                  <a:lnTo>
                    <a:pt x="280074" y="290439"/>
                  </a:lnTo>
                  <a:lnTo>
                    <a:pt x="283910" y="286812"/>
                  </a:lnTo>
                  <a:lnTo>
                    <a:pt x="287630" y="283066"/>
                  </a:lnTo>
                  <a:lnTo>
                    <a:pt x="291229" y="279205"/>
                  </a:lnTo>
                  <a:lnTo>
                    <a:pt x="294705" y="275232"/>
                  </a:lnTo>
                  <a:lnTo>
                    <a:pt x="298053" y="271151"/>
                  </a:lnTo>
                  <a:lnTo>
                    <a:pt x="301271" y="266966"/>
                  </a:lnTo>
                  <a:lnTo>
                    <a:pt x="304355" y="262682"/>
                  </a:lnTo>
                  <a:lnTo>
                    <a:pt x="307303" y="258303"/>
                  </a:lnTo>
                  <a:lnTo>
                    <a:pt x="310110" y="253833"/>
                  </a:lnTo>
                  <a:lnTo>
                    <a:pt x="312775" y="249276"/>
                  </a:lnTo>
                  <a:lnTo>
                    <a:pt x="315295" y="244637"/>
                  </a:lnTo>
                  <a:lnTo>
                    <a:pt x="317668" y="239922"/>
                  </a:lnTo>
                  <a:lnTo>
                    <a:pt x="319890" y="235133"/>
                  </a:lnTo>
                  <a:lnTo>
                    <a:pt x="321960" y="230277"/>
                  </a:lnTo>
                  <a:lnTo>
                    <a:pt x="323875" y="225358"/>
                  </a:lnTo>
                  <a:lnTo>
                    <a:pt x="325634" y="220381"/>
                  </a:lnTo>
                  <a:lnTo>
                    <a:pt x="327235" y="215351"/>
                  </a:lnTo>
                  <a:lnTo>
                    <a:pt x="328677" y="210273"/>
                  </a:lnTo>
                  <a:lnTo>
                    <a:pt x="329957" y="205152"/>
                  </a:lnTo>
                  <a:lnTo>
                    <a:pt x="331076" y="199993"/>
                  </a:lnTo>
                  <a:lnTo>
                    <a:pt x="332030" y="194801"/>
                  </a:lnTo>
                  <a:lnTo>
                    <a:pt x="332821" y="189582"/>
                  </a:lnTo>
                  <a:lnTo>
                    <a:pt x="333446" y="184340"/>
                  </a:lnTo>
                  <a:lnTo>
                    <a:pt x="333905" y="179081"/>
                  </a:lnTo>
                  <a:lnTo>
                    <a:pt x="334198" y="173810"/>
                  </a:lnTo>
                  <a:lnTo>
                    <a:pt x="334325" y="168533"/>
                  </a:lnTo>
                  <a:lnTo>
                    <a:pt x="334284" y="163254"/>
                  </a:lnTo>
                  <a:lnTo>
                    <a:pt x="334078" y="157980"/>
                  </a:lnTo>
                  <a:lnTo>
                    <a:pt x="333704" y="152714"/>
                  </a:lnTo>
                  <a:lnTo>
                    <a:pt x="333165" y="147463"/>
                  </a:lnTo>
                  <a:lnTo>
                    <a:pt x="332460" y="142231"/>
                  </a:lnTo>
                  <a:lnTo>
                    <a:pt x="331590" y="137025"/>
                  </a:lnTo>
                  <a:lnTo>
                    <a:pt x="330557" y="131848"/>
                  </a:lnTo>
                  <a:lnTo>
                    <a:pt x="329360" y="126707"/>
                  </a:lnTo>
                  <a:lnTo>
                    <a:pt x="328002" y="121606"/>
                  </a:lnTo>
                  <a:lnTo>
                    <a:pt x="326483" y="116550"/>
                  </a:lnTo>
                  <a:lnTo>
                    <a:pt x="324805" y="111545"/>
                  </a:lnTo>
                  <a:lnTo>
                    <a:pt x="322970" y="106595"/>
                  </a:lnTo>
                  <a:lnTo>
                    <a:pt x="320980" y="101706"/>
                  </a:lnTo>
                  <a:lnTo>
                    <a:pt x="318837" y="96882"/>
                  </a:lnTo>
                  <a:lnTo>
                    <a:pt x="316542" y="92128"/>
                  </a:lnTo>
                  <a:lnTo>
                    <a:pt x="314098" y="87449"/>
                  </a:lnTo>
                  <a:lnTo>
                    <a:pt x="311508" y="82849"/>
                  </a:lnTo>
                  <a:lnTo>
                    <a:pt x="308773" y="78334"/>
                  </a:lnTo>
                  <a:lnTo>
                    <a:pt x="305898" y="73907"/>
                  </a:lnTo>
                  <a:lnTo>
                    <a:pt x="302884" y="69573"/>
                  </a:lnTo>
                  <a:lnTo>
                    <a:pt x="299735" y="65336"/>
                  </a:lnTo>
                  <a:lnTo>
                    <a:pt x="296454" y="61201"/>
                  </a:lnTo>
                  <a:lnTo>
                    <a:pt x="293044" y="57172"/>
                  </a:lnTo>
                  <a:lnTo>
                    <a:pt x="289508" y="53252"/>
                  </a:lnTo>
                  <a:lnTo>
                    <a:pt x="285850" y="49446"/>
                  </a:lnTo>
                  <a:lnTo>
                    <a:pt x="282074" y="45757"/>
                  </a:lnTo>
                  <a:lnTo>
                    <a:pt x="278183" y="42189"/>
                  </a:lnTo>
                  <a:lnTo>
                    <a:pt x="274182" y="38746"/>
                  </a:lnTo>
                  <a:lnTo>
                    <a:pt x="270074" y="35431"/>
                  </a:lnTo>
                  <a:lnTo>
                    <a:pt x="265863" y="32248"/>
                  </a:lnTo>
                  <a:lnTo>
                    <a:pt x="261554" y="29198"/>
                  </a:lnTo>
                  <a:lnTo>
                    <a:pt x="257150" y="26287"/>
                  </a:lnTo>
                  <a:lnTo>
                    <a:pt x="252657" y="23516"/>
                  </a:lnTo>
                  <a:lnTo>
                    <a:pt x="248079" y="20888"/>
                  </a:lnTo>
                  <a:lnTo>
                    <a:pt x="243420" y="18406"/>
                  </a:lnTo>
                  <a:lnTo>
                    <a:pt x="238685" y="16073"/>
                  </a:lnTo>
                  <a:lnTo>
                    <a:pt x="233879" y="13890"/>
                  </a:lnTo>
                  <a:lnTo>
                    <a:pt x="229006" y="11860"/>
                  </a:lnTo>
                  <a:lnTo>
                    <a:pt x="224071" y="9984"/>
                  </a:lnTo>
                  <a:lnTo>
                    <a:pt x="219080" y="8266"/>
                  </a:lnTo>
                  <a:lnTo>
                    <a:pt x="214037" y="6706"/>
                  </a:lnTo>
                  <a:lnTo>
                    <a:pt x="208947" y="5306"/>
                  </a:lnTo>
                  <a:lnTo>
                    <a:pt x="203816" y="4067"/>
                  </a:lnTo>
                  <a:lnTo>
                    <a:pt x="198648" y="2991"/>
                  </a:lnTo>
                  <a:lnTo>
                    <a:pt x="193448" y="2079"/>
                  </a:lnTo>
                  <a:lnTo>
                    <a:pt x="188223" y="1331"/>
                  </a:lnTo>
                  <a:lnTo>
                    <a:pt x="182976" y="749"/>
                  </a:lnTo>
                  <a:lnTo>
                    <a:pt x="177714" y="333"/>
                  </a:lnTo>
                  <a:lnTo>
                    <a:pt x="172441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176" y="4659281"/>
              <a:ext cx="1348" cy="167167"/>
            </a:xfrm>
            <a:custGeom>
              <a:avLst/>
              <a:pathLst>
                <a:path w="1348" h="167167">
                  <a:moveTo>
                    <a:pt x="1348" y="0"/>
                  </a:moveTo>
                  <a:lnTo>
                    <a:pt x="0" y="5"/>
                  </a:lnTo>
                  <a:lnTo>
                    <a:pt x="134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176" y="4659287"/>
              <a:ext cx="1348" cy="167162"/>
            </a:xfrm>
            <a:custGeom>
              <a:avLst/>
              <a:pathLst>
                <a:path w="1348" h="167162">
                  <a:moveTo>
                    <a:pt x="0" y="0"/>
                  </a:moveTo>
                  <a:lnTo>
                    <a:pt x="134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176" y="4659287"/>
              <a:ext cx="1348" cy="167162"/>
            </a:xfrm>
            <a:custGeom>
              <a:avLst/>
              <a:pathLst>
                <a:path w="1348" h="167162">
                  <a:moveTo>
                    <a:pt x="0" y="0"/>
                  </a:moveTo>
                  <a:lnTo>
                    <a:pt x="134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176" y="4659287"/>
              <a:ext cx="1348" cy="167162"/>
            </a:xfrm>
            <a:custGeom>
              <a:avLst/>
              <a:pathLst>
                <a:path w="1348" h="167162">
                  <a:moveTo>
                    <a:pt x="0" y="0"/>
                  </a:moveTo>
                  <a:lnTo>
                    <a:pt x="1348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176" y="4659287"/>
              <a:ext cx="1348" cy="167162"/>
            </a:xfrm>
            <a:custGeom>
              <a:avLst/>
              <a:pathLst>
                <a:path w="1348" h="167162">
                  <a:moveTo>
                    <a:pt x="0" y="0"/>
                  </a:moveTo>
                  <a:lnTo>
                    <a:pt x="13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176" y="4659287"/>
              <a:ext cx="1348" cy="167162"/>
            </a:xfrm>
            <a:custGeom>
              <a:avLst/>
              <a:pathLst>
                <a:path w="1348" h="167162">
                  <a:moveTo>
                    <a:pt x="0" y="0"/>
                  </a:moveTo>
                  <a:lnTo>
                    <a:pt x="13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176" y="4659287"/>
              <a:ext cx="1348" cy="167162"/>
            </a:xfrm>
            <a:custGeom>
              <a:avLst/>
              <a:pathLst>
                <a:path w="1348" h="167162">
                  <a:moveTo>
                    <a:pt x="0" y="0"/>
                  </a:moveTo>
                  <a:lnTo>
                    <a:pt x="13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176" y="4659287"/>
              <a:ext cx="1348" cy="167162"/>
            </a:xfrm>
            <a:custGeom>
              <a:avLst/>
              <a:pathLst>
                <a:path w="1348" h="167162">
                  <a:moveTo>
                    <a:pt x="0" y="0"/>
                  </a:moveTo>
                  <a:lnTo>
                    <a:pt x="134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176" y="4659287"/>
              <a:ext cx="1348" cy="167162"/>
            </a:xfrm>
            <a:custGeom>
              <a:avLst/>
              <a:pathLst>
                <a:path w="1348" h="167162">
                  <a:moveTo>
                    <a:pt x="0" y="0"/>
                  </a:moveTo>
                  <a:lnTo>
                    <a:pt x="1348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176" y="4659287"/>
              <a:ext cx="1348" cy="167162"/>
            </a:xfrm>
            <a:custGeom>
              <a:avLst/>
              <a:pathLst>
                <a:path w="1348" h="167162">
                  <a:moveTo>
                    <a:pt x="0" y="0"/>
                  </a:moveTo>
                  <a:lnTo>
                    <a:pt x="1348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37303" y="4659287"/>
              <a:ext cx="149221" cy="167162"/>
            </a:xfrm>
            <a:custGeom>
              <a:avLst/>
              <a:pathLst>
                <a:path w="149221" h="167162">
                  <a:moveTo>
                    <a:pt x="147872" y="0"/>
                  </a:moveTo>
                  <a:lnTo>
                    <a:pt x="142327" y="136"/>
                  </a:lnTo>
                  <a:lnTo>
                    <a:pt x="136789" y="457"/>
                  </a:lnTo>
                  <a:lnTo>
                    <a:pt x="131265" y="961"/>
                  </a:lnTo>
                  <a:lnTo>
                    <a:pt x="125760" y="1648"/>
                  </a:lnTo>
                  <a:lnTo>
                    <a:pt x="120281" y="2518"/>
                  </a:lnTo>
                  <a:lnTo>
                    <a:pt x="114835" y="3569"/>
                  </a:lnTo>
                  <a:lnTo>
                    <a:pt x="109426" y="4800"/>
                  </a:lnTo>
                  <a:lnTo>
                    <a:pt x="104061" y="6210"/>
                  </a:lnTo>
                  <a:lnTo>
                    <a:pt x="98745" y="7797"/>
                  </a:lnTo>
                  <a:lnTo>
                    <a:pt x="93485" y="9559"/>
                  </a:lnTo>
                  <a:lnTo>
                    <a:pt x="88287" y="11495"/>
                  </a:lnTo>
                  <a:lnTo>
                    <a:pt x="83156" y="13602"/>
                  </a:lnTo>
                  <a:lnTo>
                    <a:pt x="78097" y="15879"/>
                  </a:lnTo>
                  <a:lnTo>
                    <a:pt x="73117" y="18322"/>
                  </a:lnTo>
                  <a:lnTo>
                    <a:pt x="68220" y="20929"/>
                  </a:lnTo>
                  <a:lnTo>
                    <a:pt x="63413" y="23697"/>
                  </a:lnTo>
                  <a:lnTo>
                    <a:pt x="58700" y="26623"/>
                  </a:lnTo>
                  <a:lnTo>
                    <a:pt x="54087" y="29704"/>
                  </a:lnTo>
                  <a:lnTo>
                    <a:pt x="49579" y="32936"/>
                  </a:lnTo>
                  <a:lnTo>
                    <a:pt x="45180" y="36316"/>
                  </a:lnTo>
                  <a:lnTo>
                    <a:pt x="40896" y="39840"/>
                  </a:lnTo>
                  <a:lnTo>
                    <a:pt x="36731" y="43504"/>
                  </a:lnTo>
                  <a:lnTo>
                    <a:pt x="32690" y="47305"/>
                  </a:lnTo>
                  <a:lnTo>
                    <a:pt x="28778" y="51237"/>
                  </a:lnTo>
                  <a:lnTo>
                    <a:pt x="24998" y="55297"/>
                  </a:lnTo>
                  <a:lnTo>
                    <a:pt x="21355" y="59480"/>
                  </a:lnTo>
                  <a:lnTo>
                    <a:pt x="17852" y="63782"/>
                  </a:lnTo>
                  <a:lnTo>
                    <a:pt x="14495" y="68198"/>
                  </a:lnTo>
                  <a:lnTo>
                    <a:pt x="11285" y="72722"/>
                  </a:lnTo>
                  <a:lnTo>
                    <a:pt x="8228" y="77351"/>
                  </a:lnTo>
                  <a:lnTo>
                    <a:pt x="5326" y="82078"/>
                  </a:lnTo>
                  <a:lnTo>
                    <a:pt x="2582" y="86899"/>
                  </a:lnTo>
                  <a:lnTo>
                    <a:pt x="0" y="91809"/>
                  </a:lnTo>
                  <a:lnTo>
                    <a:pt x="149221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64" y="4659281"/>
              <a:ext cx="334312" cy="334333"/>
            </a:xfrm>
            <a:custGeom>
              <a:avLst/>
              <a:pathLst>
                <a:path w="334312" h="334333">
                  <a:moveTo>
                    <a:pt x="17939" y="91814"/>
                  </a:moveTo>
                  <a:lnTo>
                    <a:pt x="15620" y="96594"/>
                  </a:lnTo>
                  <a:lnTo>
                    <a:pt x="13454" y="101444"/>
                  </a:lnTo>
                  <a:lnTo>
                    <a:pt x="11444" y="106361"/>
                  </a:lnTo>
                  <a:lnTo>
                    <a:pt x="9590" y="111340"/>
                  </a:lnTo>
                  <a:lnTo>
                    <a:pt x="7896" y="116374"/>
                  </a:lnTo>
                  <a:lnTo>
                    <a:pt x="6362" y="121461"/>
                  </a:lnTo>
                  <a:lnTo>
                    <a:pt x="4991" y="126593"/>
                  </a:lnTo>
                  <a:lnTo>
                    <a:pt x="3784" y="131766"/>
                  </a:lnTo>
                  <a:lnTo>
                    <a:pt x="2742" y="136975"/>
                  </a:lnTo>
                  <a:lnTo>
                    <a:pt x="1865" y="142214"/>
                  </a:lnTo>
                  <a:lnTo>
                    <a:pt x="1156" y="147479"/>
                  </a:lnTo>
                  <a:lnTo>
                    <a:pt x="614" y="152764"/>
                  </a:lnTo>
                  <a:lnTo>
                    <a:pt x="241" y="158063"/>
                  </a:lnTo>
                  <a:lnTo>
                    <a:pt x="36" y="163371"/>
                  </a:lnTo>
                  <a:lnTo>
                    <a:pt x="0" y="168683"/>
                  </a:lnTo>
                  <a:lnTo>
                    <a:pt x="132" y="173994"/>
                  </a:lnTo>
                  <a:lnTo>
                    <a:pt x="433" y="179297"/>
                  </a:lnTo>
                  <a:lnTo>
                    <a:pt x="903" y="184589"/>
                  </a:lnTo>
                  <a:lnTo>
                    <a:pt x="1540" y="189863"/>
                  </a:lnTo>
                  <a:lnTo>
                    <a:pt x="2345" y="195113"/>
                  </a:lnTo>
                  <a:lnTo>
                    <a:pt x="3316" y="200336"/>
                  </a:lnTo>
                  <a:lnTo>
                    <a:pt x="4453" y="205525"/>
                  </a:lnTo>
                  <a:lnTo>
                    <a:pt x="5754" y="210676"/>
                  </a:lnTo>
                  <a:lnTo>
                    <a:pt x="7218" y="215782"/>
                  </a:lnTo>
                  <a:lnTo>
                    <a:pt x="8843" y="220840"/>
                  </a:lnTo>
                  <a:lnTo>
                    <a:pt x="10629" y="225843"/>
                  </a:lnTo>
                  <a:lnTo>
                    <a:pt x="12572" y="230787"/>
                  </a:lnTo>
                  <a:lnTo>
                    <a:pt x="14672" y="235667"/>
                  </a:lnTo>
                  <a:lnTo>
                    <a:pt x="16925" y="240477"/>
                  </a:lnTo>
                  <a:lnTo>
                    <a:pt x="19330" y="245214"/>
                  </a:lnTo>
                  <a:lnTo>
                    <a:pt x="21885" y="249871"/>
                  </a:lnTo>
                  <a:lnTo>
                    <a:pt x="24586" y="254446"/>
                  </a:lnTo>
                  <a:lnTo>
                    <a:pt x="27431" y="258932"/>
                  </a:lnTo>
                  <a:lnTo>
                    <a:pt x="30417" y="263325"/>
                  </a:lnTo>
                  <a:lnTo>
                    <a:pt x="33542" y="267621"/>
                  </a:lnTo>
                  <a:lnTo>
                    <a:pt x="36801" y="271816"/>
                  </a:lnTo>
                  <a:lnTo>
                    <a:pt x="40192" y="275905"/>
                  </a:lnTo>
                  <a:lnTo>
                    <a:pt x="43711" y="279885"/>
                  </a:lnTo>
                  <a:lnTo>
                    <a:pt x="47355" y="283750"/>
                  </a:lnTo>
                  <a:lnTo>
                    <a:pt x="51120" y="287498"/>
                  </a:lnTo>
                  <a:lnTo>
                    <a:pt x="55002" y="291124"/>
                  </a:lnTo>
                  <a:lnTo>
                    <a:pt x="58997" y="294626"/>
                  </a:lnTo>
                  <a:lnTo>
                    <a:pt x="63101" y="297998"/>
                  </a:lnTo>
                  <a:lnTo>
                    <a:pt x="67311" y="301238"/>
                  </a:lnTo>
                  <a:lnTo>
                    <a:pt x="71621" y="304343"/>
                  </a:lnTo>
                  <a:lnTo>
                    <a:pt x="76028" y="307309"/>
                  </a:lnTo>
                  <a:lnTo>
                    <a:pt x="80527" y="310134"/>
                  </a:lnTo>
                  <a:lnTo>
                    <a:pt x="85113" y="312815"/>
                  </a:lnTo>
                  <a:lnTo>
                    <a:pt x="89783" y="315348"/>
                  </a:lnTo>
                  <a:lnTo>
                    <a:pt x="94530" y="317732"/>
                  </a:lnTo>
                  <a:lnTo>
                    <a:pt x="99351" y="319964"/>
                  </a:lnTo>
                  <a:lnTo>
                    <a:pt x="104240" y="322041"/>
                  </a:lnTo>
                  <a:lnTo>
                    <a:pt x="109193" y="323962"/>
                  </a:lnTo>
                  <a:lnTo>
                    <a:pt x="114204" y="325725"/>
                  </a:lnTo>
                  <a:lnTo>
                    <a:pt x="119269" y="327327"/>
                  </a:lnTo>
                  <a:lnTo>
                    <a:pt x="124382" y="328768"/>
                  </a:lnTo>
                  <a:lnTo>
                    <a:pt x="129538" y="330046"/>
                  </a:lnTo>
                  <a:lnTo>
                    <a:pt x="134732" y="331159"/>
                  </a:lnTo>
                  <a:lnTo>
                    <a:pt x="139959" y="332107"/>
                  </a:lnTo>
                  <a:lnTo>
                    <a:pt x="145214" y="332888"/>
                  </a:lnTo>
                  <a:lnTo>
                    <a:pt x="150490" y="333501"/>
                  </a:lnTo>
                  <a:lnTo>
                    <a:pt x="155784" y="333947"/>
                  </a:lnTo>
                  <a:lnTo>
                    <a:pt x="161089" y="334224"/>
                  </a:lnTo>
                  <a:lnTo>
                    <a:pt x="166400" y="334333"/>
                  </a:lnTo>
                  <a:lnTo>
                    <a:pt x="171712" y="334272"/>
                  </a:lnTo>
                  <a:lnTo>
                    <a:pt x="177019" y="334043"/>
                  </a:lnTo>
                  <a:lnTo>
                    <a:pt x="182316" y="333646"/>
                  </a:lnTo>
                  <a:lnTo>
                    <a:pt x="187599" y="333080"/>
                  </a:lnTo>
                  <a:lnTo>
                    <a:pt x="192860" y="332347"/>
                  </a:lnTo>
                  <a:lnTo>
                    <a:pt x="198095" y="331447"/>
                  </a:lnTo>
                  <a:lnTo>
                    <a:pt x="203300" y="330381"/>
                  </a:lnTo>
                  <a:lnTo>
                    <a:pt x="208467" y="329151"/>
                  </a:lnTo>
                  <a:lnTo>
                    <a:pt x="213593" y="327756"/>
                  </a:lnTo>
                  <a:lnTo>
                    <a:pt x="218672" y="326200"/>
                  </a:lnTo>
                  <a:lnTo>
                    <a:pt x="223699" y="324483"/>
                  </a:lnTo>
                  <a:lnTo>
                    <a:pt x="228669" y="322607"/>
                  </a:lnTo>
                  <a:lnTo>
                    <a:pt x="233577" y="320574"/>
                  </a:lnTo>
                  <a:lnTo>
                    <a:pt x="238418" y="318386"/>
                  </a:lnTo>
                  <a:lnTo>
                    <a:pt x="243187" y="316046"/>
                  </a:lnTo>
                  <a:lnTo>
                    <a:pt x="247879" y="313555"/>
                  </a:lnTo>
                  <a:lnTo>
                    <a:pt x="252489" y="310916"/>
                  </a:lnTo>
                  <a:lnTo>
                    <a:pt x="257014" y="308132"/>
                  </a:lnTo>
                  <a:lnTo>
                    <a:pt x="261447" y="305206"/>
                  </a:lnTo>
                  <a:lnTo>
                    <a:pt x="265786" y="302141"/>
                  </a:lnTo>
                  <a:lnTo>
                    <a:pt x="270025" y="298939"/>
                  </a:lnTo>
                  <a:lnTo>
                    <a:pt x="274160" y="295604"/>
                  </a:lnTo>
                  <a:lnTo>
                    <a:pt x="278187" y="292139"/>
                  </a:lnTo>
                  <a:lnTo>
                    <a:pt x="282101" y="288548"/>
                  </a:lnTo>
                  <a:lnTo>
                    <a:pt x="285900" y="284835"/>
                  </a:lnTo>
                  <a:lnTo>
                    <a:pt x="289579" y="281003"/>
                  </a:lnTo>
                  <a:lnTo>
                    <a:pt x="293134" y="277056"/>
                  </a:lnTo>
                  <a:lnTo>
                    <a:pt x="296562" y="272997"/>
                  </a:lnTo>
                  <a:lnTo>
                    <a:pt x="299859" y="268832"/>
                  </a:lnTo>
                  <a:lnTo>
                    <a:pt x="303023" y="264565"/>
                  </a:lnTo>
                  <a:lnTo>
                    <a:pt x="306049" y="260199"/>
                  </a:lnTo>
                  <a:lnTo>
                    <a:pt x="308935" y="255739"/>
                  </a:lnTo>
                  <a:lnTo>
                    <a:pt x="311677" y="251189"/>
                  </a:lnTo>
                  <a:lnTo>
                    <a:pt x="314274" y="246555"/>
                  </a:lnTo>
                  <a:lnTo>
                    <a:pt x="316722" y="241840"/>
                  </a:lnTo>
                  <a:lnTo>
                    <a:pt x="319019" y="237050"/>
                  </a:lnTo>
                  <a:lnTo>
                    <a:pt x="321163" y="232190"/>
                  </a:lnTo>
                  <a:lnTo>
                    <a:pt x="323151" y="227264"/>
                  </a:lnTo>
                  <a:lnTo>
                    <a:pt x="324982" y="222277"/>
                  </a:lnTo>
                  <a:lnTo>
                    <a:pt x="326654" y="217235"/>
                  </a:lnTo>
                  <a:lnTo>
                    <a:pt x="328164" y="212142"/>
                  </a:lnTo>
                  <a:lnTo>
                    <a:pt x="329512" y="207003"/>
                  </a:lnTo>
                  <a:lnTo>
                    <a:pt x="330695" y="201825"/>
                  </a:lnTo>
                  <a:lnTo>
                    <a:pt x="331714" y="196611"/>
                  </a:lnTo>
                  <a:lnTo>
                    <a:pt x="332566" y="191368"/>
                  </a:lnTo>
                  <a:lnTo>
                    <a:pt x="333252" y="186100"/>
                  </a:lnTo>
                  <a:lnTo>
                    <a:pt x="333770" y="180813"/>
                  </a:lnTo>
                  <a:lnTo>
                    <a:pt x="334119" y="175512"/>
                  </a:lnTo>
                  <a:lnTo>
                    <a:pt x="334300" y="170203"/>
                  </a:lnTo>
                  <a:lnTo>
                    <a:pt x="334312" y="164891"/>
                  </a:lnTo>
                  <a:lnTo>
                    <a:pt x="334155" y="159581"/>
                  </a:lnTo>
                  <a:lnTo>
                    <a:pt x="333830" y="154279"/>
                  </a:lnTo>
                  <a:lnTo>
                    <a:pt x="333336" y="148989"/>
                  </a:lnTo>
                  <a:lnTo>
                    <a:pt x="332675" y="143719"/>
                  </a:lnTo>
                  <a:lnTo>
                    <a:pt x="331846" y="138471"/>
                  </a:lnTo>
                  <a:lnTo>
                    <a:pt x="330851" y="133253"/>
                  </a:lnTo>
                  <a:lnTo>
                    <a:pt x="329691" y="128069"/>
                  </a:lnTo>
                  <a:lnTo>
                    <a:pt x="328367" y="122925"/>
                  </a:lnTo>
                  <a:lnTo>
                    <a:pt x="326880" y="117825"/>
                  </a:lnTo>
                  <a:lnTo>
                    <a:pt x="325231" y="112775"/>
                  </a:lnTo>
                  <a:lnTo>
                    <a:pt x="323423" y="107780"/>
                  </a:lnTo>
                  <a:lnTo>
                    <a:pt x="321457" y="102845"/>
                  </a:lnTo>
                  <a:lnTo>
                    <a:pt x="319336" y="97975"/>
                  </a:lnTo>
                  <a:lnTo>
                    <a:pt x="317060" y="93174"/>
                  </a:lnTo>
                  <a:lnTo>
                    <a:pt x="314633" y="88449"/>
                  </a:lnTo>
                  <a:lnTo>
                    <a:pt x="312058" y="83803"/>
                  </a:lnTo>
                  <a:lnTo>
                    <a:pt x="309336" y="79241"/>
                  </a:lnTo>
                  <a:lnTo>
                    <a:pt x="306470" y="74768"/>
                  </a:lnTo>
                  <a:lnTo>
                    <a:pt x="303464" y="70388"/>
                  </a:lnTo>
                  <a:lnTo>
                    <a:pt x="300320" y="66106"/>
                  </a:lnTo>
                  <a:lnTo>
                    <a:pt x="297042" y="61926"/>
                  </a:lnTo>
                  <a:lnTo>
                    <a:pt x="293632" y="57852"/>
                  </a:lnTo>
                  <a:lnTo>
                    <a:pt x="290095" y="53889"/>
                  </a:lnTo>
                  <a:lnTo>
                    <a:pt x="286434" y="50040"/>
                  </a:lnTo>
                  <a:lnTo>
                    <a:pt x="282652" y="46309"/>
                  </a:lnTo>
                  <a:lnTo>
                    <a:pt x="278754" y="42701"/>
                  </a:lnTo>
                  <a:lnTo>
                    <a:pt x="274743" y="39218"/>
                  </a:lnTo>
                  <a:lnTo>
                    <a:pt x="270623" y="35864"/>
                  </a:lnTo>
                  <a:lnTo>
                    <a:pt x="266399" y="32643"/>
                  </a:lnTo>
                  <a:lnTo>
                    <a:pt x="262074" y="29558"/>
                  </a:lnTo>
                  <a:lnTo>
                    <a:pt x="257654" y="26612"/>
                  </a:lnTo>
                  <a:lnTo>
                    <a:pt x="253142" y="23807"/>
                  </a:lnTo>
                  <a:lnTo>
                    <a:pt x="248544" y="21148"/>
                  </a:lnTo>
                  <a:lnTo>
                    <a:pt x="243863" y="18635"/>
                  </a:lnTo>
                  <a:lnTo>
                    <a:pt x="239105" y="16273"/>
                  </a:lnTo>
                  <a:lnTo>
                    <a:pt x="234274" y="14063"/>
                  </a:lnTo>
                  <a:lnTo>
                    <a:pt x="229375" y="12008"/>
                  </a:lnTo>
                  <a:lnTo>
                    <a:pt x="224414" y="10110"/>
                  </a:lnTo>
                  <a:lnTo>
                    <a:pt x="219395" y="8370"/>
                  </a:lnTo>
                  <a:lnTo>
                    <a:pt x="214323" y="6790"/>
                  </a:lnTo>
                  <a:lnTo>
                    <a:pt x="209203" y="5373"/>
                  </a:lnTo>
                  <a:lnTo>
                    <a:pt x="204041" y="4119"/>
                  </a:lnTo>
                  <a:lnTo>
                    <a:pt x="198842" y="3029"/>
                  </a:lnTo>
                  <a:lnTo>
                    <a:pt x="193611" y="2105"/>
                  </a:lnTo>
                  <a:lnTo>
                    <a:pt x="188353" y="1348"/>
                  </a:lnTo>
                  <a:lnTo>
                    <a:pt x="183073" y="759"/>
                  </a:lnTo>
                  <a:lnTo>
                    <a:pt x="177778" y="337"/>
                  </a:lnTo>
                  <a:lnTo>
                    <a:pt x="172472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269" y="0"/>
                  </a:moveTo>
                  <a:lnTo>
                    <a:pt x="0" y="0"/>
                  </a:lnTo>
                  <a:lnTo>
                    <a:pt x="26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451" y="5018213"/>
              <a:ext cx="269" cy="167167"/>
            </a:xfrm>
            <a:custGeom>
              <a:avLst/>
              <a:pathLst>
                <a:path w="269" h="167167">
                  <a:moveTo>
                    <a:pt x="0" y="0"/>
                  </a:moveTo>
                  <a:lnTo>
                    <a:pt x="26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72" y="5018213"/>
              <a:ext cx="334308" cy="334333"/>
            </a:xfrm>
            <a:custGeom>
              <a:avLst/>
              <a:pathLst>
                <a:path w="334308" h="334333">
                  <a:moveTo>
                    <a:pt x="166879" y="0"/>
                  </a:moveTo>
                  <a:lnTo>
                    <a:pt x="161584" y="92"/>
                  </a:lnTo>
                  <a:lnTo>
                    <a:pt x="156294" y="352"/>
                  </a:lnTo>
                  <a:lnTo>
                    <a:pt x="151015" y="780"/>
                  </a:lnTo>
                  <a:lnTo>
                    <a:pt x="145753" y="1374"/>
                  </a:lnTo>
                  <a:lnTo>
                    <a:pt x="140512" y="2135"/>
                  </a:lnTo>
                  <a:lnTo>
                    <a:pt x="135298" y="3062"/>
                  </a:lnTo>
                  <a:lnTo>
                    <a:pt x="130116" y="4153"/>
                  </a:lnTo>
                  <a:lnTo>
                    <a:pt x="124970" y="5408"/>
                  </a:lnTo>
                  <a:lnTo>
                    <a:pt x="119868" y="6825"/>
                  </a:lnTo>
                  <a:lnTo>
                    <a:pt x="114812" y="8403"/>
                  </a:lnTo>
                  <a:lnTo>
                    <a:pt x="109810" y="10141"/>
                  </a:lnTo>
                  <a:lnTo>
                    <a:pt x="104864" y="12036"/>
                  </a:lnTo>
                  <a:lnTo>
                    <a:pt x="99982" y="14086"/>
                  </a:lnTo>
                  <a:lnTo>
                    <a:pt x="95166" y="16291"/>
                  </a:lnTo>
                  <a:lnTo>
                    <a:pt x="90423" y="18647"/>
                  </a:lnTo>
                  <a:lnTo>
                    <a:pt x="85757" y="21152"/>
                  </a:lnTo>
                  <a:lnTo>
                    <a:pt x="81173" y="23803"/>
                  </a:lnTo>
                  <a:lnTo>
                    <a:pt x="76675" y="26598"/>
                  </a:lnTo>
                  <a:lnTo>
                    <a:pt x="72267" y="29535"/>
                  </a:lnTo>
                  <a:lnTo>
                    <a:pt x="67955" y="32609"/>
                  </a:lnTo>
                  <a:lnTo>
                    <a:pt x="63743" y="35819"/>
                  </a:lnTo>
                  <a:lnTo>
                    <a:pt x="59634" y="39160"/>
                  </a:lnTo>
                  <a:lnTo>
                    <a:pt x="55633" y="42630"/>
                  </a:lnTo>
                  <a:lnTo>
                    <a:pt x="51744" y="46225"/>
                  </a:lnTo>
                  <a:lnTo>
                    <a:pt x="47971" y="49941"/>
                  </a:lnTo>
                  <a:lnTo>
                    <a:pt x="44318" y="53775"/>
                  </a:lnTo>
                  <a:lnTo>
                    <a:pt x="40788" y="57723"/>
                  </a:lnTo>
                  <a:lnTo>
                    <a:pt x="37384" y="61781"/>
                  </a:lnTo>
                  <a:lnTo>
                    <a:pt x="34111" y="65944"/>
                  </a:lnTo>
                  <a:lnTo>
                    <a:pt x="30971" y="70209"/>
                  </a:lnTo>
                  <a:lnTo>
                    <a:pt x="27969" y="74571"/>
                  </a:lnTo>
                  <a:lnTo>
                    <a:pt x="25105" y="79026"/>
                  </a:lnTo>
                  <a:lnTo>
                    <a:pt x="22385" y="83570"/>
                  </a:lnTo>
                  <a:lnTo>
                    <a:pt x="19809" y="88198"/>
                  </a:lnTo>
                  <a:lnTo>
                    <a:pt x="17382" y="92904"/>
                  </a:lnTo>
                  <a:lnTo>
                    <a:pt x="15105" y="97686"/>
                  </a:lnTo>
                  <a:lnTo>
                    <a:pt x="12980" y="102537"/>
                  </a:lnTo>
                  <a:lnTo>
                    <a:pt x="11010" y="107453"/>
                  </a:lnTo>
                  <a:lnTo>
                    <a:pt x="9197" y="112429"/>
                  </a:lnTo>
                  <a:lnTo>
                    <a:pt x="7542" y="117459"/>
                  </a:lnTo>
                  <a:lnTo>
                    <a:pt x="6048" y="122540"/>
                  </a:lnTo>
                  <a:lnTo>
                    <a:pt x="4715" y="127666"/>
                  </a:lnTo>
                  <a:lnTo>
                    <a:pt x="3545" y="132831"/>
                  </a:lnTo>
                  <a:lnTo>
                    <a:pt x="2540" y="138030"/>
                  </a:lnTo>
                  <a:lnTo>
                    <a:pt x="1699" y="143259"/>
                  </a:lnTo>
                  <a:lnTo>
                    <a:pt x="1025" y="148512"/>
                  </a:lnTo>
                  <a:lnTo>
                    <a:pt x="518" y="153783"/>
                  </a:lnTo>
                  <a:lnTo>
                    <a:pt x="177" y="159068"/>
                  </a:lnTo>
                  <a:lnTo>
                    <a:pt x="4" y="164361"/>
                  </a:lnTo>
                  <a:lnTo>
                    <a:pt x="0" y="169657"/>
                  </a:lnTo>
                  <a:lnTo>
                    <a:pt x="162" y="174951"/>
                  </a:lnTo>
                  <a:lnTo>
                    <a:pt x="493" y="180236"/>
                  </a:lnTo>
                  <a:lnTo>
                    <a:pt x="990" y="185509"/>
                  </a:lnTo>
                  <a:lnTo>
                    <a:pt x="1655" y="190763"/>
                  </a:lnTo>
                  <a:lnTo>
                    <a:pt x="2485" y="195993"/>
                  </a:lnTo>
                  <a:lnTo>
                    <a:pt x="3481" y="201195"/>
                  </a:lnTo>
                  <a:lnTo>
                    <a:pt x="4641" y="206362"/>
                  </a:lnTo>
                  <a:lnTo>
                    <a:pt x="5964" y="211490"/>
                  </a:lnTo>
                  <a:lnTo>
                    <a:pt x="7449" y="216574"/>
                  </a:lnTo>
                  <a:lnTo>
                    <a:pt x="9094" y="221608"/>
                  </a:lnTo>
                  <a:lnTo>
                    <a:pt x="10898" y="226587"/>
                  </a:lnTo>
                  <a:lnTo>
                    <a:pt x="12859" y="231506"/>
                  </a:lnTo>
                  <a:lnTo>
                    <a:pt x="14974" y="236361"/>
                  </a:lnTo>
                  <a:lnTo>
                    <a:pt x="17242" y="241147"/>
                  </a:lnTo>
                  <a:lnTo>
                    <a:pt x="19661" y="245858"/>
                  </a:lnTo>
                  <a:lnTo>
                    <a:pt x="22228" y="250491"/>
                  </a:lnTo>
                  <a:lnTo>
                    <a:pt x="24940" y="255040"/>
                  </a:lnTo>
                  <a:lnTo>
                    <a:pt x="27795" y="259500"/>
                  </a:lnTo>
                  <a:lnTo>
                    <a:pt x="30789" y="263868"/>
                  </a:lnTo>
                  <a:lnTo>
                    <a:pt x="33921" y="268139"/>
                  </a:lnTo>
                  <a:lnTo>
                    <a:pt x="37186" y="272308"/>
                  </a:lnTo>
                  <a:lnTo>
                    <a:pt x="40582" y="276372"/>
                  </a:lnTo>
                  <a:lnTo>
                    <a:pt x="44105" y="280327"/>
                  </a:lnTo>
                  <a:lnTo>
                    <a:pt x="47751" y="284167"/>
                  </a:lnTo>
                  <a:lnTo>
                    <a:pt x="51517" y="287891"/>
                  </a:lnTo>
                  <a:lnTo>
                    <a:pt x="55399" y="291493"/>
                  </a:lnTo>
                  <a:lnTo>
                    <a:pt x="59393" y="294970"/>
                  </a:lnTo>
                  <a:lnTo>
                    <a:pt x="63496" y="298320"/>
                  </a:lnTo>
                  <a:lnTo>
                    <a:pt x="67702" y="301537"/>
                  </a:lnTo>
                  <a:lnTo>
                    <a:pt x="72008" y="304620"/>
                  </a:lnTo>
                  <a:lnTo>
                    <a:pt x="76410" y="307565"/>
                  </a:lnTo>
                  <a:lnTo>
                    <a:pt x="80903" y="310368"/>
                  </a:lnTo>
                  <a:lnTo>
                    <a:pt x="85482" y="313028"/>
                  </a:lnTo>
                  <a:lnTo>
                    <a:pt x="90144" y="315542"/>
                  </a:lnTo>
                  <a:lnTo>
                    <a:pt x="94882" y="317907"/>
                  </a:lnTo>
                  <a:lnTo>
                    <a:pt x="99694" y="320120"/>
                  </a:lnTo>
                  <a:lnTo>
                    <a:pt x="104572" y="322180"/>
                  </a:lnTo>
                  <a:lnTo>
                    <a:pt x="109514" y="324085"/>
                  </a:lnTo>
                  <a:lnTo>
                    <a:pt x="114514" y="325832"/>
                  </a:lnTo>
                  <a:lnTo>
                    <a:pt x="119566" y="327419"/>
                  </a:lnTo>
                  <a:lnTo>
                    <a:pt x="124666" y="328846"/>
                  </a:lnTo>
                  <a:lnTo>
                    <a:pt x="129809" y="330111"/>
                  </a:lnTo>
                  <a:lnTo>
                    <a:pt x="134989" y="331212"/>
                  </a:lnTo>
                  <a:lnTo>
                    <a:pt x="140202" y="332148"/>
                  </a:lnTo>
                  <a:lnTo>
                    <a:pt x="145441" y="332919"/>
                  </a:lnTo>
                  <a:lnTo>
                    <a:pt x="150702" y="333523"/>
                  </a:lnTo>
                  <a:lnTo>
                    <a:pt x="155980" y="333961"/>
                  </a:lnTo>
                  <a:lnTo>
                    <a:pt x="161269" y="334231"/>
                  </a:lnTo>
                  <a:lnTo>
                    <a:pt x="166564" y="334333"/>
                  </a:lnTo>
                  <a:lnTo>
                    <a:pt x="171860" y="334268"/>
                  </a:lnTo>
                  <a:lnTo>
                    <a:pt x="177150" y="334035"/>
                  </a:lnTo>
                  <a:lnTo>
                    <a:pt x="182431" y="333634"/>
                  </a:lnTo>
                  <a:lnTo>
                    <a:pt x="187697" y="333066"/>
                  </a:lnTo>
                  <a:lnTo>
                    <a:pt x="192941" y="332332"/>
                  </a:lnTo>
                  <a:lnTo>
                    <a:pt x="198160" y="331432"/>
                  </a:lnTo>
                  <a:lnTo>
                    <a:pt x="203348" y="330368"/>
                  </a:lnTo>
                  <a:lnTo>
                    <a:pt x="208500" y="329139"/>
                  </a:lnTo>
                  <a:lnTo>
                    <a:pt x="213609" y="327748"/>
                  </a:lnTo>
                  <a:lnTo>
                    <a:pt x="218673" y="326196"/>
                  </a:lnTo>
                  <a:lnTo>
                    <a:pt x="223684" y="324484"/>
                  </a:lnTo>
                  <a:lnTo>
                    <a:pt x="228639" y="322614"/>
                  </a:lnTo>
                  <a:lnTo>
                    <a:pt x="233532" y="320588"/>
                  </a:lnTo>
                  <a:lnTo>
                    <a:pt x="238359" y="318408"/>
                  </a:lnTo>
                  <a:lnTo>
                    <a:pt x="243114" y="316077"/>
                  </a:lnTo>
                  <a:lnTo>
                    <a:pt x="247793" y="313596"/>
                  </a:lnTo>
                  <a:lnTo>
                    <a:pt x="252391" y="310968"/>
                  </a:lnTo>
                  <a:lnTo>
                    <a:pt x="256903" y="308195"/>
                  </a:lnTo>
                  <a:lnTo>
                    <a:pt x="261325" y="305281"/>
                  </a:lnTo>
                  <a:lnTo>
                    <a:pt x="265653" y="302229"/>
                  </a:lnTo>
                  <a:lnTo>
                    <a:pt x="269882" y="299041"/>
                  </a:lnTo>
                  <a:lnTo>
                    <a:pt x="274007" y="295721"/>
                  </a:lnTo>
                  <a:lnTo>
                    <a:pt x="278026" y="292271"/>
                  </a:lnTo>
                  <a:lnTo>
                    <a:pt x="281933" y="288696"/>
                  </a:lnTo>
                  <a:lnTo>
                    <a:pt x="285725" y="284999"/>
                  </a:lnTo>
                  <a:lnTo>
                    <a:pt x="289398" y="281184"/>
                  </a:lnTo>
                  <a:lnTo>
                    <a:pt x="292948" y="277254"/>
                  </a:lnTo>
                  <a:lnTo>
                    <a:pt x="296373" y="273214"/>
                  </a:lnTo>
                  <a:lnTo>
                    <a:pt x="299667" y="269068"/>
                  </a:lnTo>
                  <a:lnTo>
                    <a:pt x="302828" y="264819"/>
                  </a:lnTo>
                  <a:lnTo>
                    <a:pt x="305853" y="260472"/>
                  </a:lnTo>
                  <a:lnTo>
                    <a:pt x="308739" y="256031"/>
                  </a:lnTo>
                  <a:lnTo>
                    <a:pt x="311483" y="251502"/>
                  </a:lnTo>
                  <a:lnTo>
                    <a:pt x="314082" y="246887"/>
                  </a:lnTo>
                  <a:lnTo>
                    <a:pt x="316534" y="242193"/>
                  </a:lnTo>
                  <a:lnTo>
                    <a:pt x="318835" y="237424"/>
                  </a:lnTo>
                  <a:lnTo>
                    <a:pt x="320985" y="232583"/>
                  </a:lnTo>
                  <a:lnTo>
                    <a:pt x="322980" y="227678"/>
                  </a:lnTo>
                  <a:lnTo>
                    <a:pt x="324818" y="222711"/>
                  </a:lnTo>
                  <a:lnTo>
                    <a:pt x="326499" y="217689"/>
                  </a:lnTo>
                  <a:lnTo>
                    <a:pt x="328019" y="212616"/>
                  </a:lnTo>
                  <a:lnTo>
                    <a:pt x="329378" y="207497"/>
                  </a:lnTo>
                  <a:lnTo>
                    <a:pt x="330574" y="202338"/>
                  </a:lnTo>
                  <a:lnTo>
                    <a:pt x="331606" y="197144"/>
                  </a:lnTo>
                  <a:lnTo>
                    <a:pt x="332473" y="191919"/>
                  </a:lnTo>
                  <a:lnTo>
                    <a:pt x="333174" y="186670"/>
                  </a:lnTo>
                  <a:lnTo>
                    <a:pt x="333709" y="181401"/>
                  </a:lnTo>
                  <a:lnTo>
                    <a:pt x="334076" y="176118"/>
                  </a:lnTo>
                  <a:lnTo>
                    <a:pt x="334276" y="170826"/>
                  </a:lnTo>
                  <a:lnTo>
                    <a:pt x="334308" y="165530"/>
                  </a:lnTo>
                  <a:lnTo>
                    <a:pt x="334172" y="160236"/>
                  </a:lnTo>
                  <a:lnTo>
                    <a:pt x="333869" y="154948"/>
                  </a:lnTo>
                  <a:lnTo>
                    <a:pt x="333398" y="149674"/>
                  </a:lnTo>
                  <a:lnTo>
                    <a:pt x="332760" y="144416"/>
                  </a:lnTo>
                  <a:lnTo>
                    <a:pt x="331957" y="139182"/>
                  </a:lnTo>
                  <a:lnTo>
                    <a:pt x="330988" y="133975"/>
                  </a:lnTo>
                  <a:lnTo>
                    <a:pt x="329854" y="128802"/>
                  </a:lnTo>
                  <a:lnTo>
                    <a:pt x="328557" y="123667"/>
                  </a:lnTo>
                  <a:lnTo>
                    <a:pt x="327098" y="118576"/>
                  </a:lnTo>
                  <a:lnTo>
                    <a:pt x="325479" y="113534"/>
                  </a:lnTo>
                  <a:lnTo>
                    <a:pt x="323700" y="108546"/>
                  </a:lnTo>
                  <a:lnTo>
                    <a:pt x="321765" y="103616"/>
                  </a:lnTo>
                  <a:lnTo>
                    <a:pt x="319674" y="98750"/>
                  </a:lnTo>
                  <a:lnTo>
                    <a:pt x="317430" y="93953"/>
                  </a:lnTo>
                  <a:lnTo>
                    <a:pt x="315036" y="89229"/>
                  </a:lnTo>
                  <a:lnTo>
                    <a:pt x="312493" y="84584"/>
                  </a:lnTo>
                  <a:lnTo>
                    <a:pt x="309804" y="80021"/>
                  </a:lnTo>
                  <a:lnTo>
                    <a:pt x="306972" y="75546"/>
                  </a:lnTo>
                  <a:lnTo>
                    <a:pt x="304000" y="71163"/>
                  </a:lnTo>
                  <a:lnTo>
                    <a:pt x="300890" y="66876"/>
                  </a:lnTo>
                  <a:lnTo>
                    <a:pt x="297646" y="62690"/>
                  </a:lnTo>
                  <a:lnTo>
                    <a:pt x="294271" y="58609"/>
                  </a:lnTo>
                  <a:lnTo>
                    <a:pt x="290769" y="54637"/>
                  </a:lnTo>
                  <a:lnTo>
                    <a:pt x="287142" y="50777"/>
                  </a:lnTo>
                  <a:lnTo>
                    <a:pt x="283395" y="47035"/>
                  </a:lnTo>
                  <a:lnTo>
                    <a:pt x="279531" y="43413"/>
                  </a:lnTo>
                  <a:lnTo>
                    <a:pt x="275555" y="39915"/>
                  </a:lnTo>
                  <a:lnTo>
                    <a:pt x="271470" y="36545"/>
                  </a:lnTo>
                  <a:lnTo>
                    <a:pt x="267280" y="33306"/>
                  </a:lnTo>
                  <a:lnTo>
                    <a:pt x="262989" y="30201"/>
                  </a:lnTo>
                  <a:lnTo>
                    <a:pt x="258603" y="27234"/>
                  </a:lnTo>
                  <a:lnTo>
                    <a:pt x="254124" y="24408"/>
                  </a:lnTo>
                  <a:lnTo>
                    <a:pt x="249558" y="21724"/>
                  </a:lnTo>
                  <a:lnTo>
                    <a:pt x="244910" y="19187"/>
                  </a:lnTo>
                  <a:lnTo>
                    <a:pt x="240183" y="16798"/>
                  </a:lnTo>
                  <a:lnTo>
                    <a:pt x="235384" y="14560"/>
                  </a:lnTo>
                  <a:lnTo>
                    <a:pt x="230515" y="12475"/>
                  </a:lnTo>
                  <a:lnTo>
                    <a:pt x="225583" y="10545"/>
                  </a:lnTo>
                  <a:lnTo>
                    <a:pt x="220593" y="8773"/>
                  </a:lnTo>
                  <a:lnTo>
                    <a:pt x="215549" y="7159"/>
                  </a:lnTo>
                  <a:lnTo>
                    <a:pt x="210456" y="5707"/>
                  </a:lnTo>
                  <a:lnTo>
                    <a:pt x="205320" y="4416"/>
                  </a:lnTo>
                  <a:lnTo>
                    <a:pt x="200145" y="3288"/>
                  </a:lnTo>
                  <a:lnTo>
                    <a:pt x="194938" y="2325"/>
                  </a:lnTo>
                  <a:lnTo>
                    <a:pt x="189702" y="1528"/>
                  </a:lnTo>
                  <a:lnTo>
                    <a:pt x="184444" y="896"/>
                  </a:lnTo>
                  <a:lnTo>
                    <a:pt x="179168" y="432"/>
                  </a:lnTo>
                  <a:lnTo>
                    <a:pt x="173881" y="135"/>
                  </a:lnTo>
                  <a:lnTo>
                    <a:pt x="168587" y="5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1438" cy="167167"/>
            </a:xfrm>
            <a:custGeom>
              <a:avLst/>
              <a:pathLst>
                <a:path w="1438" h="167167">
                  <a:moveTo>
                    <a:pt x="143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810802" y="5269756"/>
              <a:ext cx="153698" cy="167167"/>
            </a:xfrm>
            <a:custGeom>
              <a:avLst/>
              <a:pathLst>
                <a:path w="153698" h="167167">
                  <a:moveTo>
                    <a:pt x="153698" y="0"/>
                  </a:moveTo>
                  <a:lnTo>
                    <a:pt x="148282" y="87"/>
                  </a:lnTo>
                  <a:lnTo>
                    <a:pt x="142871" y="350"/>
                  </a:lnTo>
                  <a:lnTo>
                    <a:pt x="137472" y="789"/>
                  </a:lnTo>
                  <a:lnTo>
                    <a:pt x="132090" y="1402"/>
                  </a:lnTo>
                  <a:lnTo>
                    <a:pt x="126730" y="2189"/>
                  </a:lnTo>
                  <a:lnTo>
                    <a:pt x="121399" y="3150"/>
                  </a:lnTo>
                  <a:lnTo>
                    <a:pt x="116102" y="4282"/>
                  </a:lnTo>
                  <a:lnTo>
                    <a:pt x="110844" y="5586"/>
                  </a:lnTo>
                  <a:lnTo>
                    <a:pt x="105631" y="7059"/>
                  </a:lnTo>
                  <a:lnTo>
                    <a:pt x="100469" y="8701"/>
                  </a:lnTo>
                  <a:lnTo>
                    <a:pt x="95362" y="10509"/>
                  </a:lnTo>
                  <a:lnTo>
                    <a:pt x="90317" y="12481"/>
                  </a:lnTo>
                  <a:lnTo>
                    <a:pt x="85338" y="14616"/>
                  </a:lnTo>
                  <a:lnTo>
                    <a:pt x="80431" y="16911"/>
                  </a:lnTo>
                  <a:lnTo>
                    <a:pt x="75601" y="19363"/>
                  </a:lnTo>
                  <a:lnTo>
                    <a:pt x="70854" y="21971"/>
                  </a:lnTo>
                  <a:lnTo>
                    <a:pt x="66193" y="24732"/>
                  </a:lnTo>
                  <a:lnTo>
                    <a:pt x="61624" y="27642"/>
                  </a:lnTo>
                  <a:lnTo>
                    <a:pt x="57151" y="30698"/>
                  </a:lnTo>
                  <a:lnTo>
                    <a:pt x="52780" y="33898"/>
                  </a:lnTo>
                  <a:lnTo>
                    <a:pt x="48515" y="37238"/>
                  </a:lnTo>
                  <a:lnTo>
                    <a:pt x="44361" y="40714"/>
                  </a:lnTo>
                  <a:lnTo>
                    <a:pt x="40321" y="44323"/>
                  </a:lnTo>
                  <a:lnTo>
                    <a:pt x="36400" y="48061"/>
                  </a:lnTo>
                  <a:lnTo>
                    <a:pt x="32603" y="51924"/>
                  </a:lnTo>
                  <a:lnTo>
                    <a:pt x="28932" y="55908"/>
                  </a:lnTo>
                  <a:lnTo>
                    <a:pt x="25393" y="60009"/>
                  </a:lnTo>
                  <a:lnTo>
                    <a:pt x="21988" y="64223"/>
                  </a:lnTo>
                  <a:lnTo>
                    <a:pt x="18722" y="68544"/>
                  </a:lnTo>
                  <a:lnTo>
                    <a:pt x="15598" y="72969"/>
                  </a:lnTo>
                  <a:lnTo>
                    <a:pt x="12618" y="77493"/>
                  </a:lnTo>
                  <a:lnTo>
                    <a:pt x="9787" y="82111"/>
                  </a:lnTo>
                  <a:lnTo>
                    <a:pt x="7106" y="86819"/>
                  </a:lnTo>
                  <a:lnTo>
                    <a:pt x="4580" y="91611"/>
                  </a:lnTo>
                  <a:lnTo>
                    <a:pt x="2210" y="96482"/>
                  </a:lnTo>
                  <a:lnTo>
                    <a:pt x="0" y="101427"/>
                  </a:lnTo>
                  <a:lnTo>
                    <a:pt x="15369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40" y="5269756"/>
              <a:ext cx="334312" cy="334333"/>
            </a:xfrm>
            <a:custGeom>
              <a:avLst/>
              <a:pathLst>
                <a:path w="334312" h="334333">
                  <a:moveTo>
                    <a:pt x="13462" y="101427"/>
                  </a:moveTo>
                  <a:lnTo>
                    <a:pt x="11450" y="106344"/>
                  </a:lnTo>
                  <a:lnTo>
                    <a:pt x="9596" y="111323"/>
                  </a:lnTo>
                  <a:lnTo>
                    <a:pt x="7902" y="116357"/>
                  </a:lnTo>
                  <a:lnTo>
                    <a:pt x="6367" y="121443"/>
                  </a:lnTo>
                  <a:lnTo>
                    <a:pt x="4996" y="126576"/>
                  </a:lnTo>
                  <a:lnTo>
                    <a:pt x="3788" y="131749"/>
                  </a:lnTo>
                  <a:lnTo>
                    <a:pt x="2745" y="136958"/>
                  </a:lnTo>
                  <a:lnTo>
                    <a:pt x="1868" y="142197"/>
                  </a:lnTo>
                  <a:lnTo>
                    <a:pt x="1158" y="147462"/>
                  </a:lnTo>
                  <a:lnTo>
                    <a:pt x="616" y="152746"/>
                  </a:lnTo>
                  <a:lnTo>
                    <a:pt x="242" y="158046"/>
                  </a:lnTo>
                  <a:lnTo>
                    <a:pt x="36" y="163354"/>
                  </a:lnTo>
                  <a:lnTo>
                    <a:pt x="0" y="168666"/>
                  </a:lnTo>
                  <a:lnTo>
                    <a:pt x="132" y="173977"/>
                  </a:lnTo>
                  <a:lnTo>
                    <a:pt x="432" y="179281"/>
                  </a:lnTo>
                  <a:lnTo>
                    <a:pt x="901" y="184572"/>
                  </a:lnTo>
                  <a:lnTo>
                    <a:pt x="1538" y="189846"/>
                  </a:lnTo>
                  <a:lnTo>
                    <a:pt x="2343" y="195097"/>
                  </a:lnTo>
                  <a:lnTo>
                    <a:pt x="3313" y="200320"/>
                  </a:lnTo>
                  <a:lnTo>
                    <a:pt x="4449" y="205510"/>
                  </a:lnTo>
                  <a:lnTo>
                    <a:pt x="5750" y="210660"/>
                  </a:lnTo>
                  <a:lnTo>
                    <a:pt x="7213" y="215767"/>
                  </a:lnTo>
                  <a:lnTo>
                    <a:pt x="8838" y="220825"/>
                  </a:lnTo>
                  <a:lnTo>
                    <a:pt x="10623" y="225828"/>
                  </a:lnTo>
                  <a:lnTo>
                    <a:pt x="12566" y="230773"/>
                  </a:lnTo>
                  <a:lnTo>
                    <a:pt x="14665" y="235653"/>
                  </a:lnTo>
                  <a:lnTo>
                    <a:pt x="16919" y="240463"/>
                  </a:lnTo>
                  <a:lnTo>
                    <a:pt x="19323" y="245200"/>
                  </a:lnTo>
                  <a:lnTo>
                    <a:pt x="21877" y="249858"/>
                  </a:lnTo>
                  <a:lnTo>
                    <a:pt x="24578" y="254433"/>
                  </a:lnTo>
                  <a:lnTo>
                    <a:pt x="27423" y="258919"/>
                  </a:lnTo>
                  <a:lnTo>
                    <a:pt x="30409" y="263313"/>
                  </a:lnTo>
                  <a:lnTo>
                    <a:pt x="33533" y="267610"/>
                  </a:lnTo>
                  <a:lnTo>
                    <a:pt x="36792" y="271805"/>
                  </a:lnTo>
                  <a:lnTo>
                    <a:pt x="40183" y="275894"/>
                  </a:lnTo>
                  <a:lnTo>
                    <a:pt x="43702" y="279874"/>
                  </a:lnTo>
                  <a:lnTo>
                    <a:pt x="47345" y="283740"/>
                  </a:lnTo>
                  <a:lnTo>
                    <a:pt x="51110" y="287488"/>
                  </a:lnTo>
                  <a:lnTo>
                    <a:pt x="54992" y="291115"/>
                  </a:lnTo>
                  <a:lnTo>
                    <a:pt x="58987" y="294617"/>
                  </a:lnTo>
                  <a:lnTo>
                    <a:pt x="63091" y="297989"/>
                  </a:lnTo>
                  <a:lnTo>
                    <a:pt x="67300" y="301230"/>
                  </a:lnTo>
                  <a:lnTo>
                    <a:pt x="71610" y="304335"/>
                  </a:lnTo>
                  <a:lnTo>
                    <a:pt x="76017" y="307302"/>
                  </a:lnTo>
                  <a:lnTo>
                    <a:pt x="80516" y="310127"/>
                  </a:lnTo>
                  <a:lnTo>
                    <a:pt x="85102" y="312808"/>
                  </a:lnTo>
                  <a:lnTo>
                    <a:pt x="89771" y="315342"/>
                  </a:lnTo>
                  <a:lnTo>
                    <a:pt x="94519" y="317726"/>
                  </a:lnTo>
                  <a:lnTo>
                    <a:pt x="99339" y="319958"/>
                  </a:lnTo>
                  <a:lnTo>
                    <a:pt x="104228" y="322036"/>
                  </a:lnTo>
                  <a:lnTo>
                    <a:pt x="109181" y="323958"/>
                  </a:lnTo>
                  <a:lnTo>
                    <a:pt x="114192" y="325721"/>
                  </a:lnTo>
                  <a:lnTo>
                    <a:pt x="119257" y="327324"/>
                  </a:lnTo>
                  <a:lnTo>
                    <a:pt x="124370" y="328765"/>
                  </a:lnTo>
                  <a:lnTo>
                    <a:pt x="129526" y="330043"/>
                  </a:lnTo>
                  <a:lnTo>
                    <a:pt x="134721" y="331157"/>
                  </a:lnTo>
                  <a:lnTo>
                    <a:pt x="139948" y="332105"/>
                  </a:lnTo>
                  <a:lnTo>
                    <a:pt x="145202" y="332886"/>
                  </a:lnTo>
                  <a:lnTo>
                    <a:pt x="150479" y="333500"/>
                  </a:lnTo>
                  <a:lnTo>
                    <a:pt x="155773" y="333946"/>
                  </a:lnTo>
                  <a:lnTo>
                    <a:pt x="161078" y="334224"/>
                  </a:lnTo>
                  <a:lnTo>
                    <a:pt x="166389" y="334333"/>
                  </a:lnTo>
                  <a:lnTo>
                    <a:pt x="171701" y="334273"/>
                  </a:lnTo>
                  <a:lnTo>
                    <a:pt x="177008" y="334044"/>
                  </a:lnTo>
                  <a:lnTo>
                    <a:pt x="182306" y="333647"/>
                  </a:lnTo>
                  <a:lnTo>
                    <a:pt x="187588" y="333082"/>
                  </a:lnTo>
                  <a:lnTo>
                    <a:pt x="192849" y="332349"/>
                  </a:lnTo>
                  <a:lnTo>
                    <a:pt x="198085" y="331449"/>
                  </a:lnTo>
                  <a:lnTo>
                    <a:pt x="203289" y="330383"/>
                  </a:lnTo>
                  <a:lnTo>
                    <a:pt x="208457" y="329153"/>
                  </a:lnTo>
                  <a:lnTo>
                    <a:pt x="213583" y="327759"/>
                  </a:lnTo>
                  <a:lnTo>
                    <a:pt x="218663" y="326203"/>
                  </a:lnTo>
                  <a:lnTo>
                    <a:pt x="223690" y="324486"/>
                  </a:lnTo>
                  <a:lnTo>
                    <a:pt x="228660" y="322610"/>
                  </a:lnTo>
                  <a:lnTo>
                    <a:pt x="233568" y="320578"/>
                  </a:lnTo>
                  <a:lnTo>
                    <a:pt x="238409" y="318390"/>
                  </a:lnTo>
                  <a:lnTo>
                    <a:pt x="243178" y="316050"/>
                  </a:lnTo>
                  <a:lnTo>
                    <a:pt x="247871" y="313559"/>
                  </a:lnTo>
                  <a:lnTo>
                    <a:pt x="252482" y="310921"/>
                  </a:lnTo>
                  <a:lnTo>
                    <a:pt x="257006" y="308137"/>
                  </a:lnTo>
                  <a:lnTo>
                    <a:pt x="261440" y="305211"/>
                  </a:lnTo>
                  <a:lnTo>
                    <a:pt x="265779" y="302146"/>
                  </a:lnTo>
                  <a:lnTo>
                    <a:pt x="270018" y="298944"/>
                  </a:lnTo>
                  <a:lnTo>
                    <a:pt x="274153" y="295609"/>
                  </a:lnTo>
                  <a:lnTo>
                    <a:pt x="278180" y="292145"/>
                  </a:lnTo>
                  <a:lnTo>
                    <a:pt x="282095" y="288554"/>
                  </a:lnTo>
                  <a:lnTo>
                    <a:pt x="285894" y="284841"/>
                  </a:lnTo>
                  <a:lnTo>
                    <a:pt x="289573" y="281009"/>
                  </a:lnTo>
                  <a:lnTo>
                    <a:pt x="293129" y="277062"/>
                  </a:lnTo>
                  <a:lnTo>
                    <a:pt x="296557" y="273004"/>
                  </a:lnTo>
                  <a:lnTo>
                    <a:pt x="299855" y="268839"/>
                  </a:lnTo>
                  <a:lnTo>
                    <a:pt x="303018" y="264571"/>
                  </a:lnTo>
                  <a:lnTo>
                    <a:pt x="306045" y="260205"/>
                  </a:lnTo>
                  <a:lnTo>
                    <a:pt x="308931" y="255745"/>
                  </a:lnTo>
                  <a:lnTo>
                    <a:pt x="311674" y="251196"/>
                  </a:lnTo>
                  <a:lnTo>
                    <a:pt x="314271" y="246561"/>
                  </a:lnTo>
                  <a:lnTo>
                    <a:pt x="316719" y="241847"/>
                  </a:lnTo>
                  <a:lnTo>
                    <a:pt x="319016" y="237057"/>
                  </a:lnTo>
                  <a:lnTo>
                    <a:pt x="321161" y="232197"/>
                  </a:lnTo>
                  <a:lnTo>
                    <a:pt x="323149" y="227270"/>
                  </a:lnTo>
                  <a:lnTo>
                    <a:pt x="324980" y="222284"/>
                  </a:lnTo>
                  <a:lnTo>
                    <a:pt x="326652" y="217241"/>
                  </a:lnTo>
                  <a:lnTo>
                    <a:pt x="328162" y="212148"/>
                  </a:lnTo>
                  <a:lnTo>
                    <a:pt x="329510" y="207010"/>
                  </a:lnTo>
                  <a:lnTo>
                    <a:pt x="330694" y="201831"/>
                  </a:lnTo>
                  <a:lnTo>
                    <a:pt x="331713" y="196617"/>
                  </a:lnTo>
                  <a:lnTo>
                    <a:pt x="332566" y="191374"/>
                  </a:lnTo>
                  <a:lnTo>
                    <a:pt x="333251" y="186106"/>
                  </a:lnTo>
                  <a:lnTo>
                    <a:pt x="333769" y="180819"/>
                  </a:lnTo>
                  <a:lnTo>
                    <a:pt x="334119" y="175518"/>
                  </a:lnTo>
                  <a:lnTo>
                    <a:pt x="334300" y="170209"/>
                  </a:lnTo>
                  <a:lnTo>
                    <a:pt x="334312" y="164896"/>
                  </a:lnTo>
                  <a:lnTo>
                    <a:pt x="334156" y="159586"/>
                  </a:lnTo>
                  <a:lnTo>
                    <a:pt x="333831" y="154284"/>
                  </a:lnTo>
                  <a:lnTo>
                    <a:pt x="333337" y="148995"/>
                  </a:lnTo>
                  <a:lnTo>
                    <a:pt x="332676" y="143724"/>
                  </a:lnTo>
                  <a:lnTo>
                    <a:pt x="331847" y="138476"/>
                  </a:lnTo>
                  <a:lnTo>
                    <a:pt x="330852" y="133258"/>
                  </a:lnTo>
                  <a:lnTo>
                    <a:pt x="329692" y="128074"/>
                  </a:lnTo>
                  <a:lnTo>
                    <a:pt x="328368" y="122929"/>
                  </a:lnTo>
                  <a:lnTo>
                    <a:pt x="326881" y="117829"/>
                  </a:lnTo>
                  <a:lnTo>
                    <a:pt x="325233" y="112779"/>
                  </a:lnTo>
                  <a:lnTo>
                    <a:pt x="323425" y="107784"/>
                  </a:lnTo>
                  <a:lnTo>
                    <a:pt x="321459" y="102849"/>
                  </a:lnTo>
                  <a:lnTo>
                    <a:pt x="319337" y="97978"/>
                  </a:lnTo>
                  <a:lnTo>
                    <a:pt x="317062" y="93178"/>
                  </a:lnTo>
                  <a:lnTo>
                    <a:pt x="314635" y="88452"/>
                  </a:lnTo>
                  <a:lnTo>
                    <a:pt x="312060" y="83806"/>
                  </a:lnTo>
                  <a:lnTo>
                    <a:pt x="309338" y="79244"/>
                  </a:lnTo>
                  <a:lnTo>
                    <a:pt x="306472" y="74771"/>
                  </a:lnTo>
                  <a:lnTo>
                    <a:pt x="303466" y="70391"/>
                  </a:lnTo>
                  <a:lnTo>
                    <a:pt x="300322" y="66109"/>
                  </a:lnTo>
                  <a:lnTo>
                    <a:pt x="297044" y="61928"/>
                  </a:lnTo>
                  <a:lnTo>
                    <a:pt x="293635" y="57855"/>
                  </a:lnTo>
                  <a:lnTo>
                    <a:pt x="290097" y="53891"/>
                  </a:lnTo>
                  <a:lnTo>
                    <a:pt x="286436" y="50042"/>
                  </a:lnTo>
                  <a:lnTo>
                    <a:pt x="282654" y="46311"/>
                  </a:lnTo>
                  <a:lnTo>
                    <a:pt x="278756" y="42703"/>
                  </a:lnTo>
                  <a:lnTo>
                    <a:pt x="274745" y="39220"/>
                  </a:lnTo>
                  <a:lnTo>
                    <a:pt x="270625" y="35866"/>
                  </a:lnTo>
                  <a:lnTo>
                    <a:pt x="266401" y="32644"/>
                  </a:lnTo>
                  <a:lnTo>
                    <a:pt x="262076" y="29559"/>
                  </a:lnTo>
                  <a:lnTo>
                    <a:pt x="257656" y="26613"/>
                  </a:lnTo>
                  <a:lnTo>
                    <a:pt x="253144" y="23808"/>
                  </a:lnTo>
                  <a:lnTo>
                    <a:pt x="248545" y="21148"/>
                  </a:lnTo>
                  <a:lnTo>
                    <a:pt x="243865" y="18636"/>
                  </a:lnTo>
                  <a:lnTo>
                    <a:pt x="239106" y="16274"/>
                  </a:lnTo>
                  <a:lnTo>
                    <a:pt x="234276" y="14064"/>
                  </a:lnTo>
                  <a:lnTo>
                    <a:pt x="229377" y="12009"/>
                  </a:lnTo>
                  <a:lnTo>
                    <a:pt x="224415" y="10110"/>
                  </a:lnTo>
                  <a:lnTo>
                    <a:pt x="219396" y="8370"/>
                  </a:lnTo>
                  <a:lnTo>
                    <a:pt x="214324" y="6791"/>
                  </a:lnTo>
                  <a:lnTo>
                    <a:pt x="209204" y="5373"/>
                  </a:lnTo>
                  <a:lnTo>
                    <a:pt x="204042" y="4119"/>
                  </a:lnTo>
                  <a:lnTo>
                    <a:pt x="198843" y="3029"/>
                  </a:lnTo>
                  <a:lnTo>
                    <a:pt x="193611" y="2105"/>
                  </a:lnTo>
                  <a:lnTo>
                    <a:pt x="188353" y="1348"/>
                  </a:lnTo>
                  <a:lnTo>
                    <a:pt x="183074" y="759"/>
                  </a:lnTo>
                  <a:lnTo>
                    <a:pt x="177778" y="337"/>
                  </a:lnTo>
                  <a:lnTo>
                    <a:pt x="172472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0194" y="5399291"/>
              <a:ext cx="6021" cy="167167"/>
            </a:xfrm>
            <a:custGeom>
              <a:avLst/>
              <a:pathLst>
                <a:path w="6021" h="167167">
                  <a:moveTo>
                    <a:pt x="6021" y="0"/>
                  </a:moveTo>
                  <a:lnTo>
                    <a:pt x="0" y="108"/>
                  </a:lnTo>
                  <a:lnTo>
                    <a:pt x="602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0194" y="5399400"/>
              <a:ext cx="6021" cy="167058"/>
            </a:xfrm>
            <a:custGeom>
              <a:avLst/>
              <a:pathLst>
                <a:path w="6021" h="167058">
                  <a:moveTo>
                    <a:pt x="0" y="0"/>
                  </a:moveTo>
                  <a:lnTo>
                    <a:pt x="6021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0194" y="5399400"/>
              <a:ext cx="6021" cy="167058"/>
            </a:xfrm>
            <a:custGeom>
              <a:avLst/>
              <a:pathLst>
                <a:path w="6021" h="167058">
                  <a:moveTo>
                    <a:pt x="0" y="0"/>
                  </a:moveTo>
                  <a:lnTo>
                    <a:pt x="6021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80194" y="5399400"/>
              <a:ext cx="6021" cy="167058"/>
            </a:xfrm>
            <a:custGeom>
              <a:avLst/>
              <a:pathLst>
                <a:path w="6021" h="167058">
                  <a:moveTo>
                    <a:pt x="0" y="0"/>
                  </a:moveTo>
                  <a:lnTo>
                    <a:pt x="6021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80194" y="5399400"/>
              <a:ext cx="6021" cy="167058"/>
            </a:xfrm>
            <a:custGeom>
              <a:avLst/>
              <a:pathLst>
                <a:path w="6021" h="167058">
                  <a:moveTo>
                    <a:pt x="0" y="0"/>
                  </a:moveTo>
                  <a:lnTo>
                    <a:pt x="6021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80194" y="5399400"/>
              <a:ext cx="6021" cy="167058"/>
            </a:xfrm>
            <a:custGeom>
              <a:avLst/>
              <a:pathLst>
                <a:path w="6021" h="167058">
                  <a:moveTo>
                    <a:pt x="0" y="0"/>
                  </a:moveTo>
                  <a:lnTo>
                    <a:pt x="6021" y="1670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80194" y="5399400"/>
              <a:ext cx="6021" cy="167058"/>
            </a:xfrm>
            <a:custGeom>
              <a:avLst/>
              <a:pathLst>
                <a:path w="6021" h="167058">
                  <a:moveTo>
                    <a:pt x="0" y="0"/>
                  </a:moveTo>
                  <a:lnTo>
                    <a:pt x="6021" y="1670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61" y="5399400"/>
              <a:ext cx="334305" cy="334225"/>
            </a:xfrm>
            <a:custGeom>
              <a:avLst/>
              <a:pathLst>
                <a:path w="334305" h="334225">
                  <a:moveTo>
                    <a:pt x="161133" y="0"/>
                  </a:moveTo>
                  <a:lnTo>
                    <a:pt x="155839" y="274"/>
                  </a:lnTo>
                  <a:lnTo>
                    <a:pt x="150555" y="717"/>
                  </a:lnTo>
                  <a:lnTo>
                    <a:pt x="145289" y="1327"/>
                  </a:lnTo>
                  <a:lnTo>
                    <a:pt x="140045" y="2104"/>
                  </a:lnTo>
                  <a:lnTo>
                    <a:pt x="134827" y="3046"/>
                  </a:lnTo>
                  <a:lnTo>
                    <a:pt x="129643" y="4154"/>
                  </a:lnTo>
                  <a:lnTo>
                    <a:pt x="124496" y="5425"/>
                  </a:lnTo>
                  <a:lnTo>
                    <a:pt x="119392" y="6859"/>
                  </a:lnTo>
                  <a:lnTo>
                    <a:pt x="114336" y="8455"/>
                  </a:lnTo>
                  <a:lnTo>
                    <a:pt x="109333" y="10209"/>
                  </a:lnTo>
                  <a:lnTo>
                    <a:pt x="104388" y="12122"/>
                  </a:lnTo>
                  <a:lnTo>
                    <a:pt x="99507" y="14190"/>
                  </a:lnTo>
                  <a:lnTo>
                    <a:pt x="94693" y="16412"/>
                  </a:lnTo>
                  <a:lnTo>
                    <a:pt x="89953" y="18785"/>
                  </a:lnTo>
                  <a:lnTo>
                    <a:pt x="85290" y="21308"/>
                  </a:lnTo>
                  <a:lnTo>
                    <a:pt x="80709" y="23977"/>
                  </a:lnTo>
                  <a:lnTo>
                    <a:pt x="76216" y="26790"/>
                  </a:lnTo>
                  <a:lnTo>
                    <a:pt x="71813" y="29745"/>
                  </a:lnTo>
                  <a:lnTo>
                    <a:pt x="67507" y="32837"/>
                  </a:lnTo>
                  <a:lnTo>
                    <a:pt x="63301" y="36064"/>
                  </a:lnTo>
                  <a:lnTo>
                    <a:pt x="59199" y="39423"/>
                  </a:lnTo>
                  <a:lnTo>
                    <a:pt x="55206" y="42911"/>
                  </a:lnTo>
                  <a:lnTo>
                    <a:pt x="51326" y="46523"/>
                  </a:lnTo>
                  <a:lnTo>
                    <a:pt x="47562" y="50257"/>
                  </a:lnTo>
                  <a:lnTo>
                    <a:pt x="43918" y="54108"/>
                  </a:lnTo>
                  <a:lnTo>
                    <a:pt x="40398" y="58073"/>
                  </a:lnTo>
                  <a:lnTo>
                    <a:pt x="37006" y="62147"/>
                  </a:lnTo>
                  <a:lnTo>
                    <a:pt x="33745" y="66327"/>
                  </a:lnTo>
                  <a:lnTo>
                    <a:pt x="30618" y="70608"/>
                  </a:lnTo>
                  <a:lnTo>
                    <a:pt x="27628" y="74986"/>
                  </a:lnTo>
                  <a:lnTo>
                    <a:pt x="24778" y="79457"/>
                  </a:lnTo>
                  <a:lnTo>
                    <a:pt x="22072" y="84016"/>
                  </a:lnTo>
                  <a:lnTo>
                    <a:pt x="19512" y="88658"/>
                  </a:lnTo>
                  <a:lnTo>
                    <a:pt x="17100" y="93379"/>
                  </a:lnTo>
                  <a:lnTo>
                    <a:pt x="14839" y="98174"/>
                  </a:lnTo>
                  <a:lnTo>
                    <a:pt x="12731" y="103039"/>
                  </a:lnTo>
                  <a:lnTo>
                    <a:pt x="10779" y="107968"/>
                  </a:lnTo>
                  <a:lnTo>
                    <a:pt x="8983" y="112957"/>
                  </a:lnTo>
                  <a:lnTo>
                    <a:pt x="7347" y="117999"/>
                  </a:lnTo>
                  <a:lnTo>
                    <a:pt x="5872" y="123092"/>
                  </a:lnTo>
                  <a:lnTo>
                    <a:pt x="4559" y="128228"/>
                  </a:lnTo>
                  <a:lnTo>
                    <a:pt x="3409" y="133403"/>
                  </a:lnTo>
                  <a:lnTo>
                    <a:pt x="2425" y="138613"/>
                  </a:lnTo>
                  <a:lnTo>
                    <a:pt x="1605" y="143851"/>
                  </a:lnTo>
                  <a:lnTo>
                    <a:pt x="953" y="149112"/>
                  </a:lnTo>
                  <a:lnTo>
                    <a:pt x="467" y="154391"/>
                  </a:lnTo>
                  <a:lnTo>
                    <a:pt x="149" y="159683"/>
                  </a:lnTo>
                  <a:lnTo>
                    <a:pt x="0" y="164983"/>
                  </a:lnTo>
                  <a:lnTo>
                    <a:pt x="18" y="170285"/>
                  </a:lnTo>
                  <a:lnTo>
                    <a:pt x="204" y="175583"/>
                  </a:lnTo>
                  <a:lnTo>
                    <a:pt x="558" y="180873"/>
                  </a:lnTo>
                  <a:lnTo>
                    <a:pt x="1080" y="186149"/>
                  </a:lnTo>
                  <a:lnTo>
                    <a:pt x="1769" y="191405"/>
                  </a:lnTo>
                  <a:lnTo>
                    <a:pt x="2624" y="196637"/>
                  </a:lnTo>
                  <a:lnTo>
                    <a:pt x="3645" y="201840"/>
                  </a:lnTo>
                  <a:lnTo>
                    <a:pt x="4830" y="207007"/>
                  </a:lnTo>
                  <a:lnTo>
                    <a:pt x="6179" y="212134"/>
                  </a:lnTo>
                  <a:lnTo>
                    <a:pt x="7689" y="217216"/>
                  </a:lnTo>
                  <a:lnTo>
                    <a:pt x="9360" y="222248"/>
                  </a:lnTo>
                  <a:lnTo>
                    <a:pt x="11189" y="227224"/>
                  </a:lnTo>
                  <a:lnTo>
                    <a:pt x="13175" y="232139"/>
                  </a:lnTo>
                  <a:lnTo>
                    <a:pt x="15317" y="236989"/>
                  </a:lnTo>
                  <a:lnTo>
                    <a:pt x="17610" y="241769"/>
                  </a:lnTo>
                  <a:lnTo>
                    <a:pt x="20055" y="246474"/>
                  </a:lnTo>
                  <a:lnTo>
                    <a:pt x="22647" y="251098"/>
                  </a:lnTo>
                  <a:lnTo>
                    <a:pt x="25385" y="255638"/>
                  </a:lnTo>
                  <a:lnTo>
                    <a:pt x="28265" y="260089"/>
                  </a:lnTo>
                  <a:lnTo>
                    <a:pt x="31285" y="264447"/>
                  </a:lnTo>
                  <a:lnTo>
                    <a:pt x="34441" y="268706"/>
                  </a:lnTo>
                  <a:lnTo>
                    <a:pt x="37731" y="272863"/>
                  </a:lnTo>
                  <a:lnTo>
                    <a:pt x="41151" y="276914"/>
                  </a:lnTo>
                  <a:lnTo>
                    <a:pt x="44698" y="280855"/>
                  </a:lnTo>
                  <a:lnTo>
                    <a:pt x="48369" y="284681"/>
                  </a:lnTo>
                  <a:lnTo>
                    <a:pt x="52158" y="288388"/>
                  </a:lnTo>
                  <a:lnTo>
                    <a:pt x="56063" y="291974"/>
                  </a:lnTo>
                  <a:lnTo>
                    <a:pt x="60080" y="295434"/>
                  </a:lnTo>
                  <a:lnTo>
                    <a:pt x="64205" y="298764"/>
                  </a:lnTo>
                  <a:lnTo>
                    <a:pt x="68433" y="301963"/>
                  </a:lnTo>
                  <a:lnTo>
                    <a:pt x="72761" y="305025"/>
                  </a:lnTo>
                  <a:lnTo>
                    <a:pt x="77183" y="307949"/>
                  </a:lnTo>
                  <a:lnTo>
                    <a:pt x="81696" y="310731"/>
                  </a:lnTo>
                  <a:lnTo>
                    <a:pt x="86295" y="313369"/>
                  </a:lnTo>
                  <a:lnTo>
                    <a:pt x="90975" y="315860"/>
                  </a:lnTo>
                  <a:lnTo>
                    <a:pt x="95732" y="318200"/>
                  </a:lnTo>
                  <a:lnTo>
                    <a:pt x="100561" y="320389"/>
                  </a:lnTo>
                  <a:lnTo>
                    <a:pt x="105456" y="322424"/>
                  </a:lnTo>
                  <a:lnTo>
                    <a:pt x="110414" y="324302"/>
                  </a:lnTo>
                  <a:lnTo>
                    <a:pt x="115429" y="326022"/>
                  </a:lnTo>
                  <a:lnTo>
                    <a:pt x="120496" y="327582"/>
                  </a:lnTo>
                  <a:lnTo>
                    <a:pt x="125610" y="328981"/>
                  </a:lnTo>
                  <a:lnTo>
                    <a:pt x="130765" y="330217"/>
                  </a:lnTo>
                  <a:lnTo>
                    <a:pt x="135957" y="331289"/>
                  </a:lnTo>
                  <a:lnTo>
                    <a:pt x="141181" y="332196"/>
                  </a:lnTo>
                  <a:lnTo>
                    <a:pt x="146430" y="332936"/>
                  </a:lnTo>
                  <a:lnTo>
                    <a:pt x="151701" y="333510"/>
                  </a:lnTo>
                  <a:lnTo>
                    <a:pt x="156987" y="333916"/>
                  </a:lnTo>
                  <a:lnTo>
                    <a:pt x="162283" y="334155"/>
                  </a:lnTo>
                  <a:lnTo>
                    <a:pt x="167584" y="334225"/>
                  </a:lnTo>
                  <a:lnTo>
                    <a:pt x="172885" y="334128"/>
                  </a:lnTo>
                  <a:lnTo>
                    <a:pt x="178180" y="333862"/>
                  </a:lnTo>
                  <a:lnTo>
                    <a:pt x="183464" y="333428"/>
                  </a:lnTo>
                  <a:lnTo>
                    <a:pt x="188731" y="332828"/>
                  </a:lnTo>
                  <a:lnTo>
                    <a:pt x="193977" y="332060"/>
                  </a:lnTo>
                  <a:lnTo>
                    <a:pt x="199196" y="331126"/>
                  </a:lnTo>
                  <a:lnTo>
                    <a:pt x="204382" y="330028"/>
                  </a:lnTo>
                  <a:lnTo>
                    <a:pt x="209531" y="328765"/>
                  </a:lnTo>
                  <a:lnTo>
                    <a:pt x="214638" y="327340"/>
                  </a:lnTo>
                  <a:lnTo>
                    <a:pt x="219697" y="325754"/>
                  </a:lnTo>
                  <a:lnTo>
                    <a:pt x="224702" y="324008"/>
                  </a:lnTo>
                  <a:lnTo>
                    <a:pt x="229650" y="322104"/>
                  </a:lnTo>
                  <a:lnTo>
                    <a:pt x="234536" y="320044"/>
                  </a:lnTo>
                  <a:lnTo>
                    <a:pt x="239353" y="317831"/>
                  </a:lnTo>
                  <a:lnTo>
                    <a:pt x="244098" y="315465"/>
                  </a:lnTo>
                  <a:lnTo>
                    <a:pt x="248765" y="312951"/>
                  </a:lnTo>
                  <a:lnTo>
                    <a:pt x="253350" y="310290"/>
                  </a:lnTo>
                  <a:lnTo>
                    <a:pt x="257849" y="307484"/>
                  </a:lnTo>
                  <a:lnTo>
                    <a:pt x="262256" y="304538"/>
                  </a:lnTo>
                  <a:lnTo>
                    <a:pt x="266568" y="301453"/>
                  </a:lnTo>
                  <a:lnTo>
                    <a:pt x="270780" y="298233"/>
                  </a:lnTo>
                  <a:lnTo>
                    <a:pt x="274887" y="294881"/>
                  </a:lnTo>
                  <a:lnTo>
                    <a:pt x="278886" y="291400"/>
                  </a:lnTo>
                  <a:lnTo>
                    <a:pt x="282773" y="287795"/>
                  </a:lnTo>
                  <a:lnTo>
                    <a:pt x="286543" y="284068"/>
                  </a:lnTo>
                  <a:lnTo>
                    <a:pt x="290194" y="280223"/>
                  </a:lnTo>
                  <a:lnTo>
                    <a:pt x="293720" y="276264"/>
                  </a:lnTo>
                  <a:lnTo>
                    <a:pt x="297120" y="272196"/>
                  </a:lnTo>
                  <a:lnTo>
                    <a:pt x="300388" y="268022"/>
                  </a:lnTo>
                  <a:lnTo>
                    <a:pt x="303523" y="263746"/>
                  </a:lnTo>
                  <a:lnTo>
                    <a:pt x="306520" y="259373"/>
                  </a:lnTo>
                  <a:lnTo>
                    <a:pt x="309378" y="254907"/>
                  </a:lnTo>
                  <a:lnTo>
                    <a:pt x="312092" y="250353"/>
                  </a:lnTo>
                  <a:lnTo>
                    <a:pt x="314660" y="245715"/>
                  </a:lnTo>
                  <a:lnTo>
                    <a:pt x="317080" y="240998"/>
                  </a:lnTo>
                  <a:lnTo>
                    <a:pt x="319349" y="236207"/>
                  </a:lnTo>
                  <a:lnTo>
                    <a:pt x="321466" y="231346"/>
                  </a:lnTo>
                  <a:lnTo>
                    <a:pt x="323427" y="226420"/>
                  </a:lnTo>
                  <a:lnTo>
                    <a:pt x="325230" y="221435"/>
                  </a:lnTo>
                  <a:lnTo>
                    <a:pt x="326875" y="216395"/>
                  </a:lnTo>
                  <a:lnTo>
                    <a:pt x="328359" y="211305"/>
                  </a:lnTo>
                  <a:lnTo>
                    <a:pt x="329681" y="206171"/>
                  </a:lnTo>
                  <a:lnTo>
                    <a:pt x="330840" y="200998"/>
                  </a:lnTo>
                  <a:lnTo>
                    <a:pt x="331834" y="195790"/>
                  </a:lnTo>
                  <a:lnTo>
                    <a:pt x="332662" y="190554"/>
                  </a:lnTo>
                  <a:lnTo>
                    <a:pt x="333324" y="185294"/>
                  </a:lnTo>
                  <a:lnTo>
                    <a:pt x="333819" y="180015"/>
                  </a:lnTo>
                  <a:lnTo>
                    <a:pt x="334146" y="174724"/>
                  </a:lnTo>
                  <a:lnTo>
                    <a:pt x="334305" y="169424"/>
                  </a:lnTo>
                  <a:lnTo>
                    <a:pt x="334296" y="164123"/>
                  </a:lnTo>
                  <a:lnTo>
                    <a:pt x="334119" y="158824"/>
                  </a:lnTo>
                  <a:lnTo>
                    <a:pt x="333773" y="153534"/>
                  </a:lnTo>
                  <a:lnTo>
                    <a:pt x="333261" y="148257"/>
                  </a:lnTo>
                  <a:lnTo>
                    <a:pt x="332581" y="142999"/>
                  </a:lnTo>
                  <a:lnTo>
                    <a:pt x="331735" y="137765"/>
                  </a:lnTo>
                  <a:lnTo>
                    <a:pt x="330723" y="132561"/>
                  </a:lnTo>
                  <a:lnTo>
                    <a:pt x="329547" y="127392"/>
                  </a:lnTo>
                  <a:lnTo>
                    <a:pt x="328208" y="122262"/>
                  </a:lnTo>
                  <a:lnTo>
                    <a:pt x="326706" y="117178"/>
                  </a:lnTo>
                  <a:lnTo>
                    <a:pt x="325044" y="112143"/>
                  </a:lnTo>
                  <a:lnTo>
                    <a:pt x="323223" y="107164"/>
                  </a:lnTo>
                  <a:lnTo>
                    <a:pt x="321246" y="102245"/>
                  </a:lnTo>
                  <a:lnTo>
                    <a:pt x="319113" y="97391"/>
                  </a:lnTo>
                  <a:lnTo>
                    <a:pt x="316827" y="92608"/>
                  </a:lnTo>
                  <a:lnTo>
                    <a:pt x="314391" y="87899"/>
                  </a:lnTo>
                  <a:lnTo>
                    <a:pt x="311807" y="83270"/>
                  </a:lnTo>
                  <a:lnTo>
                    <a:pt x="309077" y="78725"/>
                  </a:lnTo>
                  <a:lnTo>
                    <a:pt x="306205" y="74269"/>
                  </a:lnTo>
                  <a:lnTo>
                    <a:pt x="303192" y="69906"/>
                  </a:lnTo>
                  <a:lnTo>
                    <a:pt x="300043" y="65641"/>
                  </a:lnTo>
                  <a:lnTo>
                    <a:pt x="296760" y="61478"/>
                  </a:lnTo>
                  <a:lnTo>
                    <a:pt x="293347" y="57422"/>
                  </a:lnTo>
                  <a:lnTo>
                    <a:pt x="289807" y="53475"/>
                  </a:lnTo>
                  <a:lnTo>
                    <a:pt x="286144" y="49643"/>
                  </a:lnTo>
                  <a:lnTo>
                    <a:pt x="282361" y="45929"/>
                  </a:lnTo>
                  <a:lnTo>
                    <a:pt x="278462" y="42336"/>
                  </a:lnTo>
                  <a:lnTo>
                    <a:pt x="274451" y="38870"/>
                  </a:lnTo>
                  <a:lnTo>
                    <a:pt x="270332" y="35532"/>
                  </a:lnTo>
                  <a:lnTo>
                    <a:pt x="266109" y="32326"/>
                  </a:lnTo>
                  <a:lnTo>
                    <a:pt x="261787" y="29256"/>
                  </a:lnTo>
                  <a:lnTo>
                    <a:pt x="257369" y="26324"/>
                  </a:lnTo>
                  <a:lnTo>
                    <a:pt x="252861" y="23534"/>
                  </a:lnTo>
                  <a:lnTo>
                    <a:pt x="248267" y="20889"/>
                  </a:lnTo>
                  <a:lnTo>
                    <a:pt x="243591" y="18390"/>
                  </a:lnTo>
                  <a:lnTo>
                    <a:pt x="238838" y="16041"/>
                  </a:lnTo>
                  <a:lnTo>
                    <a:pt x="234013" y="13844"/>
                  </a:lnTo>
                  <a:lnTo>
                    <a:pt x="229121" y="11801"/>
                  </a:lnTo>
                  <a:lnTo>
                    <a:pt x="224167" y="9914"/>
                  </a:lnTo>
                  <a:lnTo>
                    <a:pt x="219155" y="8185"/>
                  </a:lnTo>
                  <a:lnTo>
                    <a:pt x="214091" y="6616"/>
                  </a:lnTo>
                  <a:lnTo>
                    <a:pt x="208980" y="5208"/>
                  </a:lnTo>
                  <a:lnTo>
                    <a:pt x="203826" y="3963"/>
                  </a:lnTo>
                  <a:lnTo>
                    <a:pt x="167154" y="1670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36672" cy="167167"/>
            </a:xfrm>
            <a:custGeom>
              <a:avLst/>
              <a:pathLst>
                <a:path w="36672" h="167167">
                  <a:moveTo>
                    <a:pt x="36672" y="4072"/>
                  </a:moveTo>
                  <a:lnTo>
                    <a:pt x="30636" y="2831"/>
                  </a:lnTo>
                  <a:lnTo>
                    <a:pt x="24559" y="1813"/>
                  </a:lnTo>
                  <a:lnTo>
                    <a:pt x="18448" y="1021"/>
                  </a:lnTo>
                  <a:lnTo>
                    <a:pt x="12313" y="454"/>
                  </a:lnTo>
                  <a:lnTo>
                    <a:pt x="6160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58245" y="5399291"/>
              <a:ext cx="65298" cy="167167"/>
            </a:xfrm>
            <a:custGeom>
              <a:avLst/>
              <a:pathLst>
                <a:path w="65298" h="167167">
                  <a:moveTo>
                    <a:pt x="65298" y="0"/>
                  </a:moveTo>
                  <a:lnTo>
                    <a:pt x="59201" y="111"/>
                  </a:lnTo>
                  <a:lnTo>
                    <a:pt x="53112" y="444"/>
                  </a:lnTo>
                  <a:lnTo>
                    <a:pt x="47039" y="1000"/>
                  </a:lnTo>
                  <a:lnTo>
                    <a:pt x="40990" y="1776"/>
                  </a:lnTo>
                  <a:lnTo>
                    <a:pt x="34974" y="2773"/>
                  </a:lnTo>
                  <a:lnTo>
                    <a:pt x="28998" y="3988"/>
                  </a:lnTo>
                  <a:lnTo>
                    <a:pt x="23070" y="5421"/>
                  </a:lnTo>
                  <a:lnTo>
                    <a:pt x="17199" y="7069"/>
                  </a:lnTo>
                  <a:lnTo>
                    <a:pt x="11391" y="8930"/>
                  </a:lnTo>
                  <a:lnTo>
                    <a:pt x="5656" y="11001"/>
                  </a:lnTo>
                  <a:lnTo>
                    <a:pt x="0" y="13280"/>
                  </a:lnTo>
                  <a:lnTo>
                    <a:pt x="652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58245" y="5412572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58245" y="5412572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58245" y="5412572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58245" y="5412572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58245" y="5412572"/>
              <a:ext cx="65298" cy="153886"/>
            </a:xfrm>
            <a:custGeom>
              <a:avLst/>
              <a:pathLst>
                <a:path w="65298" h="153886">
                  <a:moveTo>
                    <a:pt x="0" y="0"/>
                  </a:moveTo>
                  <a:lnTo>
                    <a:pt x="65298" y="1538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78" y="5412572"/>
              <a:ext cx="167165" cy="277912"/>
            </a:xfrm>
            <a:custGeom>
              <a:avLst/>
              <a:pathLst>
                <a:path w="167165" h="277912">
                  <a:moveTo>
                    <a:pt x="101866" y="0"/>
                  </a:moveTo>
                  <a:lnTo>
                    <a:pt x="96924" y="2192"/>
                  </a:lnTo>
                  <a:lnTo>
                    <a:pt x="92055" y="4543"/>
                  </a:lnTo>
                  <a:lnTo>
                    <a:pt x="87264" y="7050"/>
                  </a:lnTo>
                  <a:lnTo>
                    <a:pt x="82557" y="9711"/>
                  </a:lnTo>
                  <a:lnTo>
                    <a:pt x="77939" y="12522"/>
                  </a:lnTo>
                  <a:lnTo>
                    <a:pt x="73414" y="15482"/>
                  </a:lnTo>
                  <a:lnTo>
                    <a:pt x="68987" y="18586"/>
                  </a:lnTo>
                  <a:lnTo>
                    <a:pt x="64663" y="21832"/>
                  </a:lnTo>
                  <a:lnTo>
                    <a:pt x="60446" y="25216"/>
                  </a:lnTo>
                  <a:lnTo>
                    <a:pt x="56340" y="28735"/>
                  </a:lnTo>
                  <a:lnTo>
                    <a:pt x="52351" y="32384"/>
                  </a:lnTo>
                  <a:lnTo>
                    <a:pt x="48481" y="36161"/>
                  </a:lnTo>
                  <a:lnTo>
                    <a:pt x="44736" y="40061"/>
                  </a:lnTo>
                  <a:lnTo>
                    <a:pt x="41119" y="44080"/>
                  </a:lnTo>
                  <a:lnTo>
                    <a:pt x="37634" y="48213"/>
                  </a:lnTo>
                  <a:lnTo>
                    <a:pt x="34284" y="52458"/>
                  </a:lnTo>
                  <a:lnTo>
                    <a:pt x="31074" y="56808"/>
                  </a:lnTo>
                  <a:lnTo>
                    <a:pt x="28005" y="61260"/>
                  </a:lnTo>
                  <a:lnTo>
                    <a:pt x="25083" y="65809"/>
                  </a:lnTo>
                  <a:lnTo>
                    <a:pt x="22308" y="70450"/>
                  </a:lnTo>
                  <a:lnTo>
                    <a:pt x="19686" y="75178"/>
                  </a:lnTo>
                  <a:lnTo>
                    <a:pt x="17218" y="79989"/>
                  </a:lnTo>
                  <a:lnTo>
                    <a:pt x="14906" y="84877"/>
                  </a:lnTo>
                  <a:lnTo>
                    <a:pt x="12754" y="89837"/>
                  </a:lnTo>
                  <a:lnTo>
                    <a:pt x="10763" y="94864"/>
                  </a:lnTo>
                  <a:lnTo>
                    <a:pt x="8937" y="99953"/>
                  </a:lnTo>
                  <a:lnTo>
                    <a:pt x="7275" y="105098"/>
                  </a:lnTo>
                  <a:lnTo>
                    <a:pt x="5781" y="110295"/>
                  </a:lnTo>
                  <a:lnTo>
                    <a:pt x="4456" y="115537"/>
                  </a:lnTo>
                  <a:lnTo>
                    <a:pt x="3300" y="120819"/>
                  </a:lnTo>
                  <a:lnTo>
                    <a:pt x="2317" y="126136"/>
                  </a:lnTo>
                  <a:lnTo>
                    <a:pt x="1506" y="131481"/>
                  </a:lnTo>
                  <a:lnTo>
                    <a:pt x="868" y="136850"/>
                  </a:lnTo>
                  <a:lnTo>
                    <a:pt x="404" y="142237"/>
                  </a:lnTo>
                  <a:lnTo>
                    <a:pt x="114" y="147637"/>
                  </a:lnTo>
                  <a:lnTo>
                    <a:pt x="0" y="153042"/>
                  </a:lnTo>
                  <a:lnTo>
                    <a:pt x="60" y="158449"/>
                  </a:lnTo>
                  <a:lnTo>
                    <a:pt x="295" y="163851"/>
                  </a:lnTo>
                  <a:lnTo>
                    <a:pt x="704" y="169242"/>
                  </a:lnTo>
                  <a:lnTo>
                    <a:pt x="1288" y="174617"/>
                  </a:lnTo>
                  <a:lnTo>
                    <a:pt x="2045" y="179971"/>
                  </a:lnTo>
                  <a:lnTo>
                    <a:pt x="2975" y="185297"/>
                  </a:lnTo>
                  <a:lnTo>
                    <a:pt x="4077" y="190591"/>
                  </a:lnTo>
                  <a:lnTo>
                    <a:pt x="5349" y="195846"/>
                  </a:lnTo>
                  <a:lnTo>
                    <a:pt x="6791" y="201057"/>
                  </a:lnTo>
                  <a:lnTo>
                    <a:pt x="8400" y="206219"/>
                  </a:lnTo>
                  <a:lnTo>
                    <a:pt x="10176" y="211326"/>
                  </a:lnTo>
                  <a:lnTo>
                    <a:pt x="12115" y="216373"/>
                  </a:lnTo>
                  <a:lnTo>
                    <a:pt x="14217" y="221355"/>
                  </a:lnTo>
                  <a:lnTo>
                    <a:pt x="16479" y="226266"/>
                  </a:lnTo>
                  <a:lnTo>
                    <a:pt x="18899" y="231101"/>
                  </a:lnTo>
                  <a:lnTo>
                    <a:pt x="21474" y="235856"/>
                  </a:lnTo>
                  <a:lnTo>
                    <a:pt x="24201" y="240524"/>
                  </a:lnTo>
                  <a:lnTo>
                    <a:pt x="27077" y="245103"/>
                  </a:lnTo>
                  <a:lnTo>
                    <a:pt x="30101" y="249585"/>
                  </a:lnTo>
                  <a:lnTo>
                    <a:pt x="33267" y="253968"/>
                  </a:lnTo>
                  <a:lnTo>
                    <a:pt x="36574" y="258246"/>
                  </a:lnTo>
                  <a:lnTo>
                    <a:pt x="40017" y="262414"/>
                  </a:lnTo>
                  <a:lnTo>
                    <a:pt x="43594" y="266470"/>
                  </a:lnTo>
                  <a:lnTo>
                    <a:pt x="47299" y="270407"/>
                  </a:lnTo>
                  <a:lnTo>
                    <a:pt x="51130" y="274223"/>
                  </a:lnTo>
                  <a:lnTo>
                    <a:pt x="55083" y="277912"/>
                  </a:lnTo>
                  <a:lnTo>
                    <a:pt x="167165" y="1538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11461" y="5399291"/>
              <a:ext cx="279233" cy="334333"/>
            </a:xfrm>
            <a:custGeom>
              <a:avLst/>
              <a:pathLst>
                <a:path w="279233" h="334333">
                  <a:moveTo>
                    <a:pt x="0" y="291193"/>
                  </a:moveTo>
                  <a:lnTo>
                    <a:pt x="3996" y="294691"/>
                  </a:lnTo>
                  <a:lnTo>
                    <a:pt x="8102" y="298061"/>
                  </a:lnTo>
                  <a:lnTo>
                    <a:pt x="12313" y="301298"/>
                  </a:lnTo>
                  <a:lnTo>
                    <a:pt x="16624" y="304400"/>
                  </a:lnTo>
                  <a:lnTo>
                    <a:pt x="21032" y="307363"/>
                  </a:lnTo>
                  <a:lnTo>
                    <a:pt x="25532" y="310185"/>
                  </a:lnTo>
                  <a:lnTo>
                    <a:pt x="30119" y="312862"/>
                  </a:lnTo>
                  <a:lnTo>
                    <a:pt x="34789" y="315393"/>
                  </a:lnTo>
                  <a:lnTo>
                    <a:pt x="39537" y="317773"/>
                  </a:lnTo>
                  <a:lnTo>
                    <a:pt x="44358" y="320002"/>
                  </a:lnTo>
                  <a:lnTo>
                    <a:pt x="49248" y="322076"/>
                  </a:lnTo>
                  <a:lnTo>
                    <a:pt x="54201" y="323994"/>
                  </a:lnTo>
                  <a:lnTo>
                    <a:pt x="59212" y="325754"/>
                  </a:lnTo>
                  <a:lnTo>
                    <a:pt x="64277" y="327353"/>
                  </a:lnTo>
                  <a:lnTo>
                    <a:pt x="69390" y="328791"/>
                  </a:lnTo>
                  <a:lnTo>
                    <a:pt x="74547" y="330066"/>
                  </a:lnTo>
                  <a:lnTo>
                    <a:pt x="79741" y="331176"/>
                  </a:lnTo>
                  <a:lnTo>
                    <a:pt x="84967" y="332121"/>
                  </a:lnTo>
                  <a:lnTo>
                    <a:pt x="90221" y="332899"/>
                  </a:lnTo>
                  <a:lnTo>
                    <a:pt x="95497" y="333510"/>
                  </a:lnTo>
                  <a:lnTo>
                    <a:pt x="100790" y="333953"/>
                  </a:lnTo>
                  <a:lnTo>
                    <a:pt x="106095" y="334227"/>
                  </a:lnTo>
                  <a:lnTo>
                    <a:pt x="111405" y="334333"/>
                  </a:lnTo>
                  <a:lnTo>
                    <a:pt x="116716" y="334270"/>
                  </a:lnTo>
                  <a:lnTo>
                    <a:pt x="122022" y="334039"/>
                  </a:lnTo>
                  <a:lnTo>
                    <a:pt x="127319" y="333639"/>
                  </a:lnTo>
                  <a:lnTo>
                    <a:pt x="132600" y="333070"/>
                  </a:lnTo>
                  <a:lnTo>
                    <a:pt x="137860" y="332335"/>
                  </a:lnTo>
                  <a:lnTo>
                    <a:pt x="143094" y="331433"/>
                  </a:lnTo>
                  <a:lnTo>
                    <a:pt x="148297" y="330364"/>
                  </a:lnTo>
                  <a:lnTo>
                    <a:pt x="153463" y="329132"/>
                  </a:lnTo>
                  <a:lnTo>
                    <a:pt x="158588" y="327735"/>
                  </a:lnTo>
                  <a:lnTo>
                    <a:pt x="163665" y="326177"/>
                  </a:lnTo>
                  <a:lnTo>
                    <a:pt x="168691" y="324458"/>
                  </a:lnTo>
                  <a:lnTo>
                    <a:pt x="173659" y="322580"/>
                  </a:lnTo>
                  <a:lnTo>
                    <a:pt x="178565" y="320545"/>
                  </a:lnTo>
                  <a:lnTo>
                    <a:pt x="183404" y="318356"/>
                  </a:lnTo>
                  <a:lnTo>
                    <a:pt x="188171" y="316014"/>
                  </a:lnTo>
                  <a:lnTo>
                    <a:pt x="192862" y="313521"/>
                  </a:lnTo>
                  <a:lnTo>
                    <a:pt x="197470" y="310881"/>
                  </a:lnTo>
                  <a:lnTo>
                    <a:pt x="201993" y="308096"/>
                  </a:lnTo>
                  <a:lnTo>
                    <a:pt x="206425" y="305168"/>
                  </a:lnTo>
                  <a:lnTo>
                    <a:pt x="210761" y="302101"/>
                  </a:lnTo>
                  <a:lnTo>
                    <a:pt x="214998" y="298898"/>
                  </a:lnTo>
                  <a:lnTo>
                    <a:pt x="219131" y="295562"/>
                  </a:lnTo>
                  <a:lnTo>
                    <a:pt x="223156" y="292097"/>
                  </a:lnTo>
                  <a:lnTo>
                    <a:pt x="227069" y="288505"/>
                  </a:lnTo>
                  <a:lnTo>
                    <a:pt x="230866" y="284791"/>
                  </a:lnTo>
                  <a:lnTo>
                    <a:pt x="234542" y="280958"/>
                  </a:lnTo>
                  <a:lnTo>
                    <a:pt x="238096" y="277010"/>
                  </a:lnTo>
                  <a:lnTo>
                    <a:pt x="241522" y="272951"/>
                  </a:lnTo>
                  <a:lnTo>
                    <a:pt x="244817" y="268786"/>
                  </a:lnTo>
                  <a:lnTo>
                    <a:pt x="247978" y="264517"/>
                  </a:lnTo>
                  <a:lnTo>
                    <a:pt x="251002" y="260151"/>
                  </a:lnTo>
                  <a:lnTo>
                    <a:pt x="253886" y="255691"/>
                  </a:lnTo>
                  <a:lnTo>
                    <a:pt x="256627" y="251141"/>
                  </a:lnTo>
                  <a:lnTo>
                    <a:pt x="259222" y="246507"/>
                  </a:lnTo>
                  <a:lnTo>
                    <a:pt x="261668" y="241792"/>
                  </a:lnTo>
                  <a:lnTo>
                    <a:pt x="263963" y="237002"/>
                  </a:lnTo>
                  <a:lnTo>
                    <a:pt x="266105" y="232142"/>
                  </a:lnTo>
                  <a:lnTo>
                    <a:pt x="268092" y="227216"/>
                  </a:lnTo>
                  <a:lnTo>
                    <a:pt x="269921" y="222230"/>
                  </a:lnTo>
                  <a:lnTo>
                    <a:pt x="271590" y="217187"/>
                  </a:lnTo>
                  <a:lnTo>
                    <a:pt x="273099" y="212095"/>
                  </a:lnTo>
                  <a:lnTo>
                    <a:pt x="274445" y="206957"/>
                  </a:lnTo>
                  <a:lnTo>
                    <a:pt x="275627" y="201779"/>
                  </a:lnTo>
                  <a:lnTo>
                    <a:pt x="276644" y="196566"/>
                  </a:lnTo>
                  <a:lnTo>
                    <a:pt x="277495" y="191323"/>
                  </a:lnTo>
                  <a:lnTo>
                    <a:pt x="278179" y="186056"/>
                  </a:lnTo>
                  <a:lnTo>
                    <a:pt x="278695" y="180769"/>
                  </a:lnTo>
                  <a:lnTo>
                    <a:pt x="279043" y="175469"/>
                  </a:lnTo>
                  <a:lnTo>
                    <a:pt x="279222" y="170161"/>
                  </a:lnTo>
                  <a:lnTo>
                    <a:pt x="279233" y="164850"/>
                  </a:lnTo>
                  <a:lnTo>
                    <a:pt x="279075" y="159541"/>
                  </a:lnTo>
                  <a:lnTo>
                    <a:pt x="278749" y="154239"/>
                  </a:lnTo>
                  <a:lnTo>
                    <a:pt x="278254" y="148951"/>
                  </a:lnTo>
                  <a:lnTo>
                    <a:pt x="277591" y="143681"/>
                  </a:lnTo>
                  <a:lnTo>
                    <a:pt x="276762" y="138435"/>
                  </a:lnTo>
                  <a:lnTo>
                    <a:pt x="275766" y="133218"/>
                  </a:lnTo>
                  <a:lnTo>
                    <a:pt x="274605" y="128035"/>
                  </a:lnTo>
                  <a:lnTo>
                    <a:pt x="273279" y="122891"/>
                  </a:lnTo>
                  <a:lnTo>
                    <a:pt x="271791" y="117793"/>
                  </a:lnTo>
                  <a:lnTo>
                    <a:pt x="270142" y="112744"/>
                  </a:lnTo>
                  <a:lnTo>
                    <a:pt x="268333" y="107750"/>
                  </a:lnTo>
                  <a:lnTo>
                    <a:pt x="266367" y="102816"/>
                  </a:lnTo>
                  <a:lnTo>
                    <a:pt x="264245" y="97947"/>
                  </a:lnTo>
                  <a:lnTo>
                    <a:pt x="261969" y="93148"/>
                  </a:lnTo>
                  <a:lnTo>
                    <a:pt x="259542" y="88424"/>
                  </a:lnTo>
                  <a:lnTo>
                    <a:pt x="256966" y="83779"/>
                  </a:lnTo>
                  <a:lnTo>
                    <a:pt x="254243" y="79218"/>
                  </a:lnTo>
                  <a:lnTo>
                    <a:pt x="251378" y="74746"/>
                  </a:lnTo>
                  <a:lnTo>
                    <a:pt x="248371" y="70367"/>
                  </a:lnTo>
                  <a:lnTo>
                    <a:pt x="245227" y="66087"/>
                  </a:lnTo>
                  <a:lnTo>
                    <a:pt x="241949" y="61908"/>
                  </a:lnTo>
                  <a:lnTo>
                    <a:pt x="238539" y="57835"/>
                  </a:lnTo>
                  <a:lnTo>
                    <a:pt x="235002" y="53873"/>
                  </a:lnTo>
                  <a:lnTo>
                    <a:pt x="231341" y="50025"/>
                  </a:lnTo>
                  <a:lnTo>
                    <a:pt x="227559" y="46295"/>
                  </a:lnTo>
                  <a:lnTo>
                    <a:pt x="223661" y="42688"/>
                  </a:lnTo>
                  <a:lnTo>
                    <a:pt x="219650" y="39206"/>
                  </a:lnTo>
                  <a:lnTo>
                    <a:pt x="215531" y="35853"/>
                  </a:lnTo>
                  <a:lnTo>
                    <a:pt x="211307" y="32633"/>
                  </a:lnTo>
                  <a:lnTo>
                    <a:pt x="206983" y="29549"/>
                  </a:lnTo>
                  <a:lnTo>
                    <a:pt x="202563" y="26603"/>
                  </a:lnTo>
                  <a:lnTo>
                    <a:pt x="198052" y="23800"/>
                  </a:lnTo>
                  <a:lnTo>
                    <a:pt x="193454" y="21141"/>
                  </a:lnTo>
                  <a:lnTo>
                    <a:pt x="188773" y="18630"/>
                  </a:lnTo>
                  <a:lnTo>
                    <a:pt x="184016" y="16268"/>
                  </a:lnTo>
                  <a:lnTo>
                    <a:pt x="179186" y="14059"/>
                  </a:lnTo>
                  <a:lnTo>
                    <a:pt x="174288" y="12005"/>
                  </a:lnTo>
                  <a:lnTo>
                    <a:pt x="169327" y="10107"/>
                  </a:lnTo>
                  <a:lnTo>
                    <a:pt x="164309" y="8367"/>
                  </a:lnTo>
                  <a:lnTo>
                    <a:pt x="159237" y="6788"/>
                  </a:lnTo>
                  <a:lnTo>
                    <a:pt x="154119" y="5371"/>
                  </a:lnTo>
                  <a:lnTo>
                    <a:pt x="148957" y="4117"/>
                  </a:lnTo>
                  <a:lnTo>
                    <a:pt x="143759" y="3028"/>
                  </a:lnTo>
                  <a:lnTo>
                    <a:pt x="138528" y="2105"/>
                  </a:lnTo>
                  <a:lnTo>
                    <a:pt x="133271" y="1348"/>
                  </a:lnTo>
                  <a:lnTo>
                    <a:pt x="127992" y="758"/>
                  </a:lnTo>
                  <a:lnTo>
                    <a:pt x="122698" y="337"/>
                  </a:lnTo>
                  <a:lnTo>
                    <a:pt x="117393" y="84"/>
                  </a:lnTo>
                  <a:lnTo>
                    <a:pt x="112082" y="0"/>
                  </a:lnTo>
                  <a:lnTo>
                    <a:pt x="11208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07359" y="5269756"/>
              <a:ext cx="37898" cy="167167"/>
            </a:xfrm>
            <a:custGeom>
              <a:avLst/>
              <a:pathLst>
                <a:path w="37898" h="167167">
                  <a:moveTo>
                    <a:pt x="37898" y="0"/>
                  </a:moveTo>
                  <a:lnTo>
                    <a:pt x="31528" y="121"/>
                  </a:lnTo>
                  <a:lnTo>
                    <a:pt x="25167" y="485"/>
                  </a:lnTo>
                  <a:lnTo>
                    <a:pt x="18824" y="1091"/>
                  </a:lnTo>
                  <a:lnTo>
                    <a:pt x="12510" y="1939"/>
                  </a:lnTo>
                  <a:lnTo>
                    <a:pt x="6232" y="3026"/>
                  </a:lnTo>
                  <a:lnTo>
                    <a:pt x="0" y="4352"/>
                  </a:lnTo>
                  <a:lnTo>
                    <a:pt x="378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07359" y="5274109"/>
              <a:ext cx="37898" cy="162814"/>
            </a:xfrm>
            <a:custGeom>
              <a:avLst/>
              <a:pathLst>
                <a:path w="37898" h="162814">
                  <a:moveTo>
                    <a:pt x="0" y="0"/>
                  </a:moveTo>
                  <a:lnTo>
                    <a:pt x="37898" y="162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07359" y="5274109"/>
              <a:ext cx="37898" cy="162814"/>
            </a:xfrm>
            <a:custGeom>
              <a:avLst/>
              <a:pathLst>
                <a:path w="37898" h="162814">
                  <a:moveTo>
                    <a:pt x="0" y="0"/>
                  </a:moveTo>
                  <a:lnTo>
                    <a:pt x="37898" y="162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07359" y="5274109"/>
              <a:ext cx="37898" cy="162814"/>
            </a:xfrm>
            <a:custGeom>
              <a:avLst/>
              <a:pathLst>
                <a:path w="37898" h="162814">
                  <a:moveTo>
                    <a:pt x="0" y="0"/>
                  </a:moveTo>
                  <a:lnTo>
                    <a:pt x="37898" y="1628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07359" y="5274109"/>
              <a:ext cx="37898" cy="162814"/>
            </a:xfrm>
            <a:custGeom>
              <a:avLst/>
              <a:pathLst>
                <a:path w="37898" h="162814">
                  <a:moveTo>
                    <a:pt x="0" y="0"/>
                  </a:moveTo>
                  <a:lnTo>
                    <a:pt x="37898" y="1628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80483" y="5274109"/>
              <a:ext cx="164775" cy="162814"/>
            </a:xfrm>
            <a:custGeom>
              <a:avLst/>
              <a:pathLst>
                <a:path w="164775" h="162814">
                  <a:moveTo>
                    <a:pt x="126876" y="0"/>
                  </a:moveTo>
                  <a:lnTo>
                    <a:pt x="121593" y="1320"/>
                  </a:lnTo>
                  <a:lnTo>
                    <a:pt x="116356" y="2812"/>
                  </a:lnTo>
                  <a:lnTo>
                    <a:pt x="111171" y="4474"/>
                  </a:lnTo>
                  <a:lnTo>
                    <a:pt x="106042" y="6304"/>
                  </a:lnTo>
                  <a:lnTo>
                    <a:pt x="100976" y="8300"/>
                  </a:lnTo>
                  <a:lnTo>
                    <a:pt x="95977" y="10460"/>
                  </a:lnTo>
                  <a:lnTo>
                    <a:pt x="91051" y="12782"/>
                  </a:lnTo>
                  <a:lnTo>
                    <a:pt x="86204" y="15262"/>
                  </a:lnTo>
                  <a:lnTo>
                    <a:pt x="81440" y="17900"/>
                  </a:lnTo>
                  <a:lnTo>
                    <a:pt x="76764" y="20691"/>
                  </a:lnTo>
                  <a:lnTo>
                    <a:pt x="72182" y="23633"/>
                  </a:lnTo>
                  <a:lnTo>
                    <a:pt x="67698" y="26722"/>
                  </a:lnTo>
                  <a:lnTo>
                    <a:pt x="63317" y="29956"/>
                  </a:lnTo>
                  <a:lnTo>
                    <a:pt x="59044" y="33331"/>
                  </a:lnTo>
                  <a:lnTo>
                    <a:pt x="54883" y="36843"/>
                  </a:lnTo>
                  <a:lnTo>
                    <a:pt x="50838" y="40489"/>
                  </a:lnTo>
                  <a:lnTo>
                    <a:pt x="46914" y="44265"/>
                  </a:lnTo>
                  <a:lnTo>
                    <a:pt x="43116" y="48167"/>
                  </a:lnTo>
                  <a:lnTo>
                    <a:pt x="39446" y="52190"/>
                  </a:lnTo>
                  <a:lnTo>
                    <a:pt x="35910" y="56331"/>
                  </a:lnTo>
                  <a:lnTo>
                    <a:pt x="32510" y="60584"/>
                  </a:lnTo>
                  <a:lnTo>
                    <a:pt x="29251" y="64946"/>
                  </a:lnTo>
                  <a:lnTo>
                    <a:pt x="26135" y="69412"/>
                  </a:lnTo>
                  <a:lnTo>
                    <a:pt x="23166" y="73977"/>
                  </a:lnTo>
                  <a:lnTo>
                    <a:pt x="20348" y="78637"/>
                  </a:lnTo>
                  <a:lnTo>
                    <a:pt x="17683" y="83385"/>
                  </a:lnTo>
                  <a:lnTo>
                    <a:pt x="15174" y="88218"/>
                  </a:lnTo>
                  <a:lnTo>
                    <a:pt x="12824" y="93130"/>
                  </a:lnTo>
                  <a:lnTo>
                    <a:pt x="10635" y="98116"/>
                  </a:lnTo>
                  <a:lnTo>
                    <a:pt x="8610" y="103171"/>
                  </a:lnTo>
                  <a:lnTo>
                    <a:pt x="6750" y="108289"/>
                  </a:lnTo>
                  <a:lnTo>
                    <a:pt x="5058" y="113464"/>
                  </a:lnTo>
                  <a:lnTo>
                    <a:pt x="3535" y="118693"/>
                  </a:lnTo>
                  <a:lnTo>
                    <a:pt x="2184" y="123967"/>
                  </a:lnTo>
                  <a:lnTo>
                    <a:pt x="1005" y="129284"/>
                  </a:lnTo>
                  <a:lnTo>
                    <a:pt x="0" y="134635"/>
                  </a:lnTo>
                  <a:lnTo>
                    <a:pt x="164775" y="1628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101" y="5269756"/>
              <a:ext cx="334308" cy="334333"/>
            </a:xfrm>
            <a:custGeom>
              <a:avLst/>
              <a:pathLst>
                <a:path w="334308" h="334333">
                  <a:moveTo>
                    <a:pt x="2382" y="138988"/>
                  </a:moveTo>
                  <a:lnTo>
                    <a:pt x="1571" y="144225"/>
                  </a:lnTo>
                  <a:lnTo>
                    <a:pt x="927" y="149484"/>
                  </a:lnTo>
                  <a:lnTo>
                    <a:pt x="451" y="154762"/>
                  </a:lnTo>
                  <a:lnTo>
                    <a:pt x="141" y="160052"/>
                  </a:lnTo>
                  <a:lnTo>
                    <a:pt x="0" y="165349"/>
                  </a:lnTo>
                  <a:lnTo>
                    <a:pt x="26" y="170648"/>
                  </a:lnTo>
                  <a:lnTo>
                    <a:pt x="220" y="175943"/>
                  </a:lnTo>
                  <a:lnTo>
                    <a:pt x="582" y="181230"/>
                  </a:lnTo>
                  <a:lnTo>
                    <a:pt x="1112" y="186502"/>
                  </a:lnTo>
                  <a:lnTo>
                    <a:pt x="1808" y="191755"/>
                  </a:lnTo>
                  <a:lnTo>
                    <a:pt x="2670" y="196983"/>
                  </a:lnTo>
                  <a:lnTo>
                    <a:pt x="3698" y="202182"/>
                  </a:lnTo>
                  <a:lnTo>
                    <a:pt x="4890" y="207345"/>
                  </a:lnTo>
                  <a:lnTo>
                    <a:pt x="6245" y="212468"/>
                  </a:lnTo>
                  <a:lnTo>
                    <a:pt x="7761" y="217545"/>
                  </a:lnTo>
                  <a:lnTo>
                    <a:pt x="9438" y="222572"/>
                  </a:lnTo>
                  <a:lnTo>
                    <a:pt x="11273" y="227543"/>
                  </a:lnTo>
                  <a:lnTo>
                    <a:pt x="13265" y="232453"/>
                  </a:lnTo>
                  <a:lnTo>
                    <a:pt x="15412" y="237298"/>
                  </a:lnTo>
                  <a:lnTo>
                    <a:pt x="17711" y="242072"/>
                  </a:lnTo>
                  <a:lnTo>
                    <a:pt x="20160" y="246771"/>
                  </a:lnTo>
                  <a:lnTo>
                    <a:pt x="22757" y="251390"/>
                  </a:lnTo>
                  <a:lnTo>
                    <a:pt x="25499" y="255924"/>
                  </a:lnTo>
                  <a:lnTo>
                    <a:pt x="28383" y="260369"/>
                  </a:lnTo>
                  <a:lnTo>
                    <a:pt x="31407" y="264721"/>
                  </a:lnTo>
                  <a:lnTo>
                    <a:pt x="34567" y="268975"/>
                  </a:lnTo>
                  <a:lnTo>
                    <a:pt x="37860" y="273126"/>
                  </a:lnTo>
                  <a:lnTo>
                    <a:pt x="41283" y="277171"/>
                  </a:lnTo>
                  <a:lnTo>
                    <a:pt x="44833" y="281105"/>
                  </a:lnTo>
                  <a:lnTo>
                    <a:pt x="48506" y="284924"/>
                  </a:lnTo>
                  <a:lnTo>
                    <a:pt x="52298" y="288626"/>
                  </a:lnTo>
                  <a:lnTo>
                    <a:pt x="56205" y="292205"/>
                  </a:lnTo>
                  <a:lnTo>
                    <a:pt x="60224" y="295659"/>
                  </a:lnTo>
                  <a:lnTo>
                    <a:pt x="64350" y="298984"/>
                  </a:lnTo>
                  <a:lnTo>
                    <a:pt x="68579" y="302176"/>
                  </a:lnTo>
                  <a:lnTo>
                    <a:pt x="72908" y="305232"/>
                  </a:lnTo>
                  <a:lnTo>
                    <a:pt x="77331" y="308150"/>
                  </a:lnTo>
                  <a:lnTo>
                    <a:pt x="81845" y="310926"/>
                  </a:lnTo>
                  <a:lnTo>
                    <a:pt x="86444" y="313558"/>
                  </a:lnTo>
                  <a:lnTo>
                    <a:pt x="91124" y="316043"/>
                  </a:lnTo>
                  <a:lnTo>
                    <a:pt x="95881" y="318378"/>
                  </a:lnTo>
                  <a:lnTo>
                    <a:pt x="100709" y="320561"/>
                  </a:lnTo>
                  <a:lnTo>
                    <a:pt x="105605" y="322590"/>
                  </a:lnTo>
                  <a:lnTo>
                    <a:pt x="110562" y="324463"/>
                  </a:lnTo>
                  <a:lnTo>
                    <a:pt x="115575" y="326177"/>
                  </a:lnTo>
                  <a:lnTo>
                    <a:pt x="120641" y="327732"/>
                  </a:lnTo>
                  <a:lnTo>
                    <a:pt x="125753" y="329126"/>
                  </a:lnTo>
                  <a:lnTo>
                    <a:pt x="130907" y="330357"/>
                  </a:lnTo>
                  <a:lnTo>
                    <a:pt x="136098" y="331424"/>
                  </a:lnTo>
                  <a:lnTo>
                    <a:pt x="141320" y="332326"/>
                  </a:lnTo>
                  <a:lnTo>
                    <a:pt x="146567" y="333062"/>
                  </a:lnTo>
                  <a:lnTo>
                    <a:pt x="151835" y="333631"/>
                  </a:lnTo>
                  <a:lnTo>
                    <a:pt x="157119" y="334033"/>
                  </a:lnTo>
                  <a:lnTo>
                    <a:pt x="162413" y="334267"/>
                  </a:lnTo>
                  <a:lnTo>
                    <a:pt x="167711" y="334333"/>
                  </a:lnTo>
                  <a:lnTo>
                    <a:pt x="173009" y="334232"/>
                  </a:lnTo>
                  <a:lnTo>
                    <a:pt x="178301" y="333962"/>
                  </a:lnTo>
                  <a:lnTo>
                    <a:pt x="183582" y="333525"/>
                  </a:lnTo>
                  <a:lnTo>
                    <a:pt x="188847" y="332921"/>
                  </a:lnTo>
                  <a:lnTo>
                    <a:pt x="194089" y="332151"/>
                  </a:lnTo>
                  <a:lnTo>
                    <a:pt x="199305" y="331214"/>
                  </a:lnTo>
                  <a:lnTo>
                    <a:pt x="204488" y="330113"/>
                  </a:lnTo>
                  <a:lnTo>
                    <a:pt x="209634" y="328848"/>
                  </a:lnTo>
                  <a:lnTo>
                    <a:pt x="214737" y="327420"/>
                  </a:lnTo>
                  <a:lnTo>
                    <a:pt x="219792" y="325832"/>
                  </a:lnTo>
                  <a:lnTo>
                    <a:pt x="224794" y="324084"/>
                  </a:lnTo>
                  <a:lnTo>
                    <a:pt x="229739" y="322178"/>
                  </a:lnTo>
                  <a:lnTo>
                    <a:pt x="234620" y="320117"/>
                  </a:lnTo>
                  <a:lnTo>
                    <a:pt x="239434" y="317902"/>
                  </a:lnTo>
                  <a:lnTo>
                    <a:pt x="244175" y="315535"/>
                  </a:lnTo>
                  <a:lnTo>
                    <a:pt x="248839" y="313020"/>
                  </a:lnTo>
                  <a:lnTo>
                    <a:pt x="253421" y="310357"/>
                  </a:lnTo>
                  <a:lnTo>
                    <a:pt x="257916" y="307551"/>
                  </a:lnTo>
                  <a:lnTo>
                    <a:pt x="262320" y="304604"/>
                  </a:lnTo>
                  <a:lnTo>
                    <a:pt x="266628" y="301519"/>
                  </a:lnTo>
                  <a:lnTo>
                    <a:pt x="270836" y="298299"/>
                  </a:lnTo>
                  <a:lnTo>
                    <a:pt x="274940" y="294947"/>
                  </a:lnTo>
                  <a:lnTo>
                    <a:pt x="278936" y="291467"/>
                  </a:lnTo>
                  <a:lnTo>
                    <a:pt x="282819" y="287862"/>
                  </a:lnTo>
                  <a:lnTo>
                    <a:pt x="286587" y="284135"/>
                  </a:lnTo>
                  <a:lnTo>
                    <a:pt x="290234" y="280291"/>
                  </a:lnTo>
                  <a:lnTo>
                    <a:pt x="293757" y="276333"/>
                  </a:lnTo>
                  <a:lnTo>
                    <a:pt x="297154" y="272266"/>
                  </a:lnTo>
                  <a:lnTo>
                    <a:pt x="300420" y="268093"/>
                  </a:lnTo>
                  <a:lnTo>
                    <a:pt x="303551" y="263819"/>
                  </a:lnTo>
                  <a:lnTo>
                    <a:pt x="306546" y="259447"/>
                  </a:lnTo>
                  <a:lnTo>
                    <a:pt x="309401" y="254983"/>
                  </a:lnTo>
                  <a:lnTo>
                    <a:pt x="312113" y="250430"/>
                  </a:lnTo>
                  <a:lnTo>
                    <a:pt x="314679" y="245794"/>
                  </a:lnTo>
                  <a:lnTo>
                    <a:pt x="317097" y="241079"/>
                  </a:lnTo>
                  <a:lnTo>
                    <a:pt x="319364" y="236290"/>
                  </a:lnTo>
                  <a:lnTo>
                    <a:pt x="321478" y="231431"/>
                  </a:lnTo>
                  <a:lnTo>
                    <a:pt x="323438" y="226508"/>
                  </a:lnTo>
                  <a:lnTo>
                    <a:pt x="325240" y="221524"/>
                  </a:lnTo>
                  <a:lnTo>
                    <a:pt x="326883" y="216487"/>
                  </a:lnTo>
                  <a:lnTo>
                    <a:pt x="328366" y="211400"/>
                  </a:lnTo>
                  <a:lnTo>
                    <a:pt x="329687" y="206268"/>
                  </a:lnTo>
                  <a:lnTo>
                    <a:pt x="330845" y="201097"/>
                  </a:lnTo>
                  <a:lnTo>
                    <a:pt x="331838" y="195892"/>
                  </a:lnTo>
                  <a:lnTo>
                    <a:pt x="332666" y="190658"/>
                  </a:lnTo>
                  <a:lnTo>
                    <a:pt x="333327" y="185401"/>
                  </a:lnTo>
                  <a:lnTo>
                    <a:pt x="333822" y="180125"/>
                  </a:lnTo>
                  <a:lnTo>
                    <a:pt x="334148" y="174836"/>
                  </a:lnTo>
                  <a:lnTo>
                    <a:pt x="334308" y="169539"/>
                  </a:lnTo>
                  <a:lnTo>
                    <a:pt x="334299" y="164240"/>
                  </a:lnTo>
                  <a:lnTo>
                    <a:pt x="334122" y="158944"/>
                  </a:lnTo>
                  <a:lnTo>
                    <a:pt x="333778" y="153657"/>
                  </a:lnTo>
                  <a:lnTo>
                    <a:pt x="333266" y="148382"/>
                  </a:lnTo>
                  <a:lnTo>
                    <a:pt x="332587" y="143127"/>
                  </a:lnTo>
                  <a:lnTo>
                    <a:pt x="331742" y="137896"/>
                  </a:lnTo>
                  <a:lnTo>
                    <a:pt x="330731" y="132694"/>
                  </a:lnTo>
                  <a:lnTo>
                    <a:pt x="329557" y="127527"/>
                  </a:lnTo>
                  <a:lnTo>
                    <a:pt x="328219" y="122400"/>
                  </a:lnTo>
                  <a:lnTo>
                    <a:pt x="326719" y="117318"/>
                  </a:lnTo>
                  <a:lnTo>
                    <a:pt x="325059" y="112286"/>
                  </a:lnTo>
                  <a:lnTo>
                    <a:pt x="323240" y="107308"/>
                  </a:lnTo>
                  <a:lnTo>
                    <a:pt x="321265" y="102392"/>
                  </a:lnTo>
                  <a:lnTo>
                    <a:pt x="319134" y="97540"/>
                  </a:lnTo>
                  <a:lnTo>
                    <a:pt x="316851" y="92758"/>
                  </a:lnTo>
                  <a:lnTo>
                    <a:pt x="314417" y="88051"/>
                  </a:lnTo>
                  <a:lnTo>
                    <a:pt x="311836" y="83423"/>
                  </a:lnTo>
                  <a:lnTo>
                    <a:pt x="309109" y="78880"/>
                  </a:lnTo>
                  <a:lnTo>
                    <a:pt x="306239" y="74425"/>
                  </a:lnTo>
                  <a:lnTo>
                    <a:pt x="303230" y="70064"/>
                  </a:lnTo>
                  <a:lnTo>
                    <a:pt x="300084" y="65800"/>
                  </a:lnTo>
                  <a:lnTo>
                    <a:pt x="296805" y="61637"/>
                  </a:lnTo>
                  <a:lnTo>
                    <a:pt x="293395" y="57581"/>
                  </a:lnTo>
                  <a:lnTo>
                    <a:pt x="289858" y="53635"/>
                  </a:lnTo>
                  <a:lnTo>
                    <a:pt x="286198" y="49803"/>
                  </a:lnTo>
                  <a:lnTo>
                    <a:pt x="282419" y="46089"/>
                  </a:lnTo>
                  <a:lnTo>
                    <a:pt x="278523" y="42497"/>
                  </a:lnTo>
                  <a:lnTo>
                    <a:pt x="274516" y="39030"/>
                  </a:lnTo>
                  <a:lnTo>
                    <a:pt x="270401" y="35692"/>
                  </a:lnTo>
                  <a:lnTo>
                    <a:pt x="266182" y="32486"/>
                  </a:lnTo>
                  <a:lnTo>
                    <a:pt x="261863" y="29415"/>
                  </a:lnTo>
                  <a:lnTo>
                    <a:pt x="257450" y="26482"/>
                  </a:lnTo>
                  <a:lnTo>
                    <a:pt x="252946" y="23691"/>
                  </a:lnTo>
                  <a:lnTo>
                    <a:pt x="248355" y="21044"/>
                  </a:lnTo>
                  <a:lnTo>
                    <a:pt x="243683" y="18544"/>
                  </a:lnTo>
                  <a:lnTo>
                    <a:pt x="238934" y="16193"/>
                  </a:lnTo>
                  <a:lnTo>
                    <a:pt x="234113" y="13994"/>
                  </a:lnTo>
                  <a:lnTo>
                    <a:pt x="229225" y="11949"/>
                  </a:lnTo>
                  <a:lnTo>
                    <a:pt x="224274" y="10060"/>
                  </a:lnTo>
                  <a:lnTo>
                    <a:pt x="219266" y="8329"/>
                  </a:lnTo>
                  <a:lnTo>
                    <a:pt x="214205" y="6757"/>
                  </a:lnTo>
                  <a:lnTo>
                    <a:pt x="209097" y="5346"/>
                  </a:lnTo>
                  <a:lnTo>
                    <a:pt x="203948" y="4098"/>
                  </a:lnTo>
                  <a:lnTo>
                    <a:pt x="198761" y="3014"/>
                  </a:lnTo>
                  <a:lnTo>
                    <a:pt x="193542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96114" y="5018213"/>
              <a:ext cx="24924" cy="167167"/>
            </a:xfrm>
            <a:custGeom>
              <a:avLst/>
              <a:pathLst>
                <a:path w="24924" h="167167">
                  <a:moveTo>
                    <a:pt x="24924" y="0"/>
                  </a:moveTo>
                  <a:lnTo>
                    <a:pt x="16588" y="207"/>
                  </a:lnTo>
                  <a:lnTo>
                    <a:pt x="8273" y="831"/>
                  </a:lnTo>
                  <a:lnTo>
                    <a:pt x="0" y="1868"/>
                  </a:lnTo>
                  <a:lnTo>
                    <a:pt x="249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96114" y="5020081"/>
              <a:ext cx="24924" cy="165298"/>
            </a:xfrm>
            <a:custGeom>
              <a:avLst/>
              <a:pathLst>
                <a:path w="24924" h="165298">
                  <a:moveTo>
                    <a:pt x="0" y="0"/>
                  </a:moveTo>
                  <a:lnTo>
                    <a:pt x="24924" y="165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96114" y="5020081"/>
              <a:ext cx="24924" cy="165298"/>
            </a:xfrm>
            <a:custGeom>
              <a:avLst/>
              <a:pathLst>
                <a:path w="24924" h="165298">
                  <a:moveTo>
                    <a:pt x="0" y="0"/>
                  </a:moveTo>
                  <a:lnTo>
                    <a:pt x="24924" y="165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96114" y="5020081"/>
              <a:ext cx="24924" cy="165298"/>
            </a:xfrm>
            <a:custGeom>
              <a:avLst/>
              <a:pathLst>
                <a:path w="24924" h="165298">
                  <a:moveTo>
                    <a:pt x="0" y="0"/>
                  </a:moveTo>
                  <a:lnTo>
                    <a:pt x="24924" y="165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82119" y="5020081"/>
              <a:ext cx="138919" cy="165298"/>
            </a:xfrm>
            <a:custGeom>
              <a:avLst/>
              <a:pathLst>
                <a:path w="138919" h="165298">
                  <a:moveTo>
                    <a:pt x="113994" y="0"/>
                  </a:moveTo>
                  <a:lnTo>
                    <a:pt x="108513" y="920"/>
                  </a:lnTo>
                  <a:lnTo>
                    <a:pt x="103065" y="2021"/>
                  </a:lnTo>
                  <a:lnTo>
                    <a:pt x="97656" y="3303"/>
                  </a:lnTo>
                  <a:lnTo>
                    <a:pt x="92294" y="4765"/>
                  </a:lnTo>
                  <a:lnTo>
                    <a:pt x="86982" y="6404"/>
                  </a:lnTo>
                  <a:lnTo>
                    <a:pt x="81729" y="8218"/>
                  </a:lnTo>
                  <a:lnTo>
                    <a:pt x="76538" y="10206"/>
                  </a:lnTo>
                  <a:lnTo>
                    <a:pt x="71417" y="12366"/>
                  </a:lnTo>
                  <a:lnTo>
                    <a:pt x="66370" y="14695"/>
                  </a:lnTo>
                  <a:lnTo>
                    <a:pt x="61403" y="17190"/>
                  </a:lnTo>
                  <a:lnTo>
                    <a:pt x="56522" y="19849"/>
                  </a:lnTo>
                  <a:lnTo>
                    <a:pt x="51732" y="22668"/>
                  </a:lnTo>
                  <a:lnTo>
                    <a:pt x="47038" y="25646"/>
                  </a:lnTo>
                  <a:lnTo>
                    <a:pt x="42446" y="28777"/>
                  </a:lnTo>
                  <a:lnTo>
                    <a:pt x="37961" y="32060"/>
                  </a:lnTo>
                  <a:lnTo>
                    <a:pt x="33587" y="35490"/>
                  </a:lnTo>
                  <a:lnTo>
                    <a:pt x="29330" y="39064"/>
                  </a:lnTo>
                  <a:lnTo>
                    <a:pt x="25194" y="42777"/>
                  </a:lnTo>
                  <a:lnTo>
                    <a:pt x="21184" y="46625"/>
                  </a:lnTo>
                  <a:lnTo>
                    <a:pt x="17303" y="50605"/>
                  </a:lnTo>
                  <a:lnTo>
                    <a:pt x="13558" y="54712"/>
                  </a:lnTo>
                  <a:lnTo>
                    <a:pt x="9950" y="58940"/>
                  </a:lnTo>
                  <a:lnTo>
                    <a:pt x="6486" y="63287"/>
                  </a:lnTo>
                  <a:lnTo>
                    <a:pt x="3168" y="67746"/>
                  </a:lnTo>
                  <a:lnTo>
                    <a:pt x="0" y="72313"/>
                  </a:lnTo>
                  <a:lnTo>
                    <a:pt x="138919" y="165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886" y="5018213"/>
              <a:ext cx="334300" cy="334334"/>
            </a:xfrm>
            <a:custGeom>
              <a:avLst/>
              <a:pathLst>
                <a:path w="334300" h="334334">
                  <a:moveTo>
                    <a:pt x="28232" y="74182"/>
                  </a:moveTo>
                  <a:lnTo>
                    <a:pt x="25350" y="78638"/>
                  </a:lnTo>
                  <a:lnTo>
                    <a:pt x="22612" y="83184"/>
                  </a:lnTo>
                  <a:lnTo>
                    <a:pt x="20018" y="87815"/>
                  </a:lnTo>
                  <a:lnTo>
                    <a:pt x="17574" y="92526"/>
                  </a:lnTo>
                  <a:lnTo>
                    <a:pt x="15280" y="97312"/>
                  </a:lnTo>
                  <a:lnTo>
                    <a:pt x="13139" y="102168"/>
                  </a:lnTo>
                  <a:lnTo>
                    <a:pt x="11153" y="107090"/>
                  </a:lnTo>
                  <a:lnTo>
                    <a:pt x="9324" y="112072"/>
                  </a:lnTo>
                  <a:lnTo>
                    <a:pt x="7655" y="117110"/>
                  </a:lnTo>
                  <a:lnTo>
                    <a:pt x="6146" y="122199"/>
                  </a:lnTo>
                  <a:lnTo>
                    <a:pt x="4800" y="127332"/>
                  </a:lnTo>
                  <a:lnTo>
                    <a:pt x="3617" y="132506"/>
                  </a:lnTo>
                  <a:lnTo>
                    <a:pt x="2599" y="137715"/>
                  </a:lnTo>
                  <a:lnTo>
                    <a:pt x="1747" y="142954"/>
                  </a:lnTo>
                  <a:lnTo>
                    <a:pt x="1062" y="148217"/>
                  </a:lnTo>
                  <a:lnTo>
                    <a:pt x="544" y="153499"/>
                  </a:lnTo>
                  <a:lnTo>
                    <a:pt x="194" y="158794"/>
                  </a:lnTo>
                  <a:lnTo>
                    <a:pt x="13" y="164099"/>
                  </a:lnTo>
                  <a:lnTo>
                    <a:pt x="0" y="169406"/>
                  </a:lnTo>
                  <a:lnTo>
                    <a:pt x="155" y="174711"/>
                  </a:lnTo>
                  <a:lnTo>
                    <a:pt x="478" y="180008"/>
                  </a:lnTo>
                  <a:lnTo>
                    <a:pt x="970" y="185293"/>
                  </a:lnTo>
                  <a:lnTo>
                    <a:pt x="1629" y="190559"/>
                  </a:lnTo>
                  <a:lnTo>
                    <a:pt x="2455" y="195802"/>
                  </a:lnTo>
                  <a:lnTo>
                    <a:pt x="3447" y="201016"/>
                  </a:lnTo>
                  <a:lnTo>
                    <a:pt x="4604" y="206195"/>
                  </a:lnTo>
                  <a:lnTo>
                    <a:pt x="5925" y="211336"/>
                  </a:lnTo>
                  <a:lnTo>
                    <a:pt x="7409" y="216432"/>
                  </a:lnTo>
                  <a:lnTo>
                    <a:pt x="9053" y="221478"/>
                  </a:lnTo>
                  <a:lnTo>
                    <a:pt x="10857" y="226469"/>
                  </a:lnTo>
                  <a:lnTo>
                    <a:pt x="12818" y="231401"/>
                  </a:lnTo>
                  <a:lnTo>
                    <a:pt x="14935" y="236268"/>
                  </a:lnTo>
                  <a:lnTo>
                    <a:pt x="17205" y="241065"/>
                  </a:lnTo>
                  <a:lnTo>
                    <a:pt x="19627" y="245788"/>
                  </a:lnTo>
                  <a:lnTo>
                    <a:pt x="22197" y="250431"/>
                  </a:lnTo>
                  <a:lnTo>
                    <a:pt x="24913" y="254991"/>
                  </a:lnTo>
                  <a:lnTo>
                    <a:pt x="27773" y="259462"/>
                  </a:lnTo>
                  <a:lnTo>
                    <a:pt x="30773" y="263840"/>
                  </a:lnTo>
                  <a:lnTo>
                    <a:pt x="33910" y="268120"/>
                  </a:lnTo>
                  <a:lnTo>
                    <a:pt x="37182" y="272299"/>
                  </a:lnTo>
                  <a:lnTo>
                    <a:pt x="40585" y="276372"/>
                  </a:lnTo>
                  <a:lnTo>
                    <a:pt x="44116" y="280335"/>
                  </a:lnTo>
                  <a:lnTo>
                    <a:pt x="47770" y="284184"/>
                  </a:lnTo>
                  <a:lnTo>
                    <a:pt x="51545" y="287914"/>
                  </a:lnTo>
                  <a:lnTo>
                    <a:pt x="55436" y="291523"/>
                  </a:lnTo>
                  <a:lnTo>
                    <a:pt x="59440" y="295007"/>
                  </a:lnTo>
                  <a:lnTo>
                    <a:pt x="63553" y="298362"/>
                  </a:lnTo>
                  <a:lnTo>
                    <a:pt x="67770" y="301585"/>
                  </a:lnTo>
                  <a:lnTo>
                    <a:pt x="72087" y="304672"/>
                  </a:lnTo>
                  <a:lnTo>
                    <a:pt x="76500" y="307620"/>
                  </a:lnTo>
                  <a:lnTo>
                    <a:pt x="81004" y="310427"/>
                  </a:lnTo>
                  <a:lnTo>
                    <a:pt x="85595" y="313090"/>
                  </a:lnTo>
                  <a:lnTo>
                    <a:pt x="90269" y="315605"/>
                  </a:lnTo>
                  <a:lnTo>
                    <a:pt x="95019" y="317971"/>
                  </a:lnTo>
                  <a:lnTo>
                    <a:pt x="99843" y="320185"/>
                  </a:lnTo>
                  <a:lnTo>
                    <a:pt x="104734" y="322244"/>
                  </a:lnTo>
                  <a:lnTo>
                    <a:pt x="109689" y="324148"/>
                  </a:lnTo>
                  <a:lnTo>
                    <a:pt x="114701" y="325893"/>
                  </a:lnTo>
                  <a:lnTo>
                    <a:pt x="119766" y="327478"/>
                  </a:lnTo>
                  <a:lnTo>
                    <a:pt x="124879" y="328901"/>
                  </a:lnTo>
                  <a:lnTo>
                    <a:pt x="130035" y="330162"/>
                  </a:lnTo>
                  <a:lnTo>
                    <a:pt x="135227" y="331258"/>
                  </a:lnTo>
                  <a:lnTo>
                    <a:pt x="140453" y="332188"/>
                  </a:lnTo>
                  <a:lnTo>
                    <a:pt x="145705" y="332953"/>
                  </a:lnTo>
                  <a:lnTo>
                    <a:pt x="150978" y="333550"/>
                  </a:lnTo>
                  <a:lnTo>
                    <a:pt x="156268" y="333980"/>
                  </a:lnTo>
                  <a:lnTo>
                    <a:pt x="161569" y="334241"/>
                  </a:lnTo>
                  <a:lnTo>
                    <a:pt x="166875" y="334334"/>
                  </a:lnTo>
                  <a:lnTo>
                    <a:pt x="172182" y="334259"/>
                  </a:lnTo>
                  <a:lnTo>
                    <a:pt x="177484" y="334015"/>
                  </a:lnTo>
                  <a:lnTo>
                    <a:pt x="182775" y="333603"/>
                  </a:lnTo>
                  <a:lnTo>
                    <a:pt x="188051" y="333023"/>
                  </a:lnTo>
                  <a:lnTo>
                    <a:pt x="193305" y="332276"/>
                  </a:lnTo>
                  <a:lnTo>
                    <a:pt x="198534" y="331362"/>
                  </a:lnTo>
                  <a:lnTo>
                    <a:pt x="203730" y="330283"/>
                  </a:lnTo>
                  <a:lnTo>
                    <a:pt x="208890" y="329040"/>
                  </a:lnTo>
                  <a:lnTo>
                    <a:pt x="214007" y="327634"/>
                  </a:lnTo>
                  <a:lnTo>
                    <a:pt x="219078" y="326065"/>
                  </a:lnTo>
                  <a:lnTo>
                    <a:pt x="224096" y="324337"/>
                  </a:lnTo>
                  <a:lnTo>
                    <a:pt x="229056" y="322450"/>
                  </a:lnTo>
                  <a:lnTo>
                    <a:pt x="233954" y="320407"/>
                  </a:lnTo>
                  <a:lnTo>
                    <a:pt x="238785" y="318209"/>
                  </a:lnTo>
                  <a:lnTo>
                    <a:pt x="243544" y="315859"/>
                  </a:lnTo>
                  <a:lnTo>
                    <a:pt x="248226" y="313359"/>
                  </a:lnTo>
                  <a:lnTo>
                    <a:pt x="252826" y="310711"/>
                  </a:lnTo>
                  <a:lnTo>
                    <a:pt x="257339" y="307919"/>
                  </a:lnTo>
                  <a:lnTo>
                    <a:pt x="261762" y="304985"/>
                  </a:lnTo>
                  <a:lnTo>
                    <a:pt x="266089" y="301913"/>
                  </a:lnTo>
                  <a:lnTo>
                    <a:pt x="270317" y="298704"/>
                  </a:lnTo>
                  <a:lnTo>
                    <a:pt x="274440" y="295363"/>
                  </a:lnTo>
                  <a:lnTo>
                    <a:pt x="278456" y="291892"/>
                  </a:lnTo>
                  <a:lnTo>
                    <a:pt x="282359" y="288296"/>
                  </a:lnTo>
                  <a:lnTo>
                    <a:pt x="286146" y="284578"/>
                  </a:lnTo>
                  <a:lnTo>
                    <a:pt x="289813" y="280741"/>
                  </a:lnTo>
                  <a:lnTo>
                    <a:pt x="293357" y="276790"/>
                  </a:lnTo>
                  <a:lnTo>
                    <a:pt x="296773" y="272729"/>
                  </a:lnTo>
                  <a:lnTo>
                    <a:pt x="300059" y="268561"/>
                  </a:lnTo>
                  <a:lnTo>
                    <a:pt x="303211" y="264290"/>
                  </a:lnTo>
                  <a:lnTo>
                    <a:pt x="306225" y="259922"/>
                  </a:lnTo>
                  <a:lnTo>
                    <a:pt x="309100" y="255461"/>
                  </a:lnTo>
                  <a:lnTo>
                    <a:pt x="311831" y="250910"/>
                  </a:lnTo>
                  <a:lnTo>
                    <a:pt x="314416" y="246275"/>
                  </a:lnTo>
                  <a:lnTo>
                    <a:pt x="316853" y="241561"/>
                  </a:lnTo>
                  <a:lnTo>
                    <a:pt x="319140" y="236771"/>
                  </a:lnTo>
                  <a:lnTo>
                    <a:pt x="321273" y="231911"/>
                  </a:lnTo>
                  <a:lnTo>
                    <a:pt x="323250" y="226986"/>
                  </a:lnTo>
                  <a:lnTo>
                    <a:pt x="325070" y="222000"/>
                  </a:lnTo>
                  <a:lnTo>
                    <a:pt x="326732" y="216960"/>
                  </a:lnTo>
                  <a:lnTo>
                    <a:pt x="328232" y="211869"/>
                  </a:lnTo>
                  <a:lnTo>
                    <a:pt x="329570" y="206733"/>
                  </a:lnTo>
                  <a:lnTo>
                    <a:pt x="330744" y="201557"/>
                  </a:lnTo>
                  <a:lnTo>
                    <a:pt x="331753" y="196347"/>
                  </a:lnTo>
                  <a:lnTo>
                    <a:pt x="332596" y="191107"/>
                  </a:lnTo>
                  <a:lnTo>
                    <a:pt x="333273" y="185843"/>
                  </a:lnTo>
                  <a:lnTo>
                    <a:pt x="333782" y="180560"/>
                  </a:lnTo>
                  <a:lnTo>
                    <a:pt x="334123" y="175263"/>
                  </a:lnTo>
                  <a:lnTo>
                    <a:pt x="334296" y="169959"/>
                  </a:lnTo>
                  <a:lnTo>
                    <a:pt x="334300" y="164651"/>
                  </a:lnTo>
                  <a:lnTo>
                    <a:pt x="334136" y="159347"/>
                  </a:lnTo>
                  <a:lnTo>
                    <a:pt x="333804" y="154050"/>
                  </a:lnTo>
                  <a:lnTo>
                    <a:pt x="333304" y="148766"/>
                  </a:lnTo>
                  <a:lnTo>
                    <a:pt x="332636" y="143501"/>
                  </a:lnTo>
                  <a:lnTo>
                    <a:pt x="331801" y="138260"/>
                  </a:lnTo>
                  <a:lnTo>
                    <a:pt x="330800" y="133047"/>
                  </a:lnTo>
                  <a:lnTo>
                    <a:pt x="329635" y="127870"/>
                  </a:lnTo>
                  <a:lnTo>
                    <a:pt x="328305" y="122732"/>
                  </a:lnTo>
                  <a:lnTo>
                    <a:pt x="326814" y="117638"/>
                  </a:lnTo>
                  <a:lnTo>
                    <a:pt x="325161" y="112595"/>
                  </a:lnTo>
                  <a:lnTo>
                    <a:pt x="323349" y="107606"/>
                  </a:lnTo>
                  <a:lnTo>
                    <a:pt x="321379" y="102678"/>
                  </a:lnTo>
                  <a:lnTo>
                    <a:pt x="319255" y="97815"/>
                  </a:lnTo>
                  <a:lnTo>
                    <a:pt x="316976" y="93021"/>
                  </a:lnTo>
                  <a:lnTo>
                    <a:pt x="314547" y="88302"/>
                  </a:lnTo>
                  <a:lnTo>
                    <a:pt x="311969" y="83663"/>
                  </a:lnTo>
                  <a:lnTo>
                    <a:pt x="309245" y="79108"/>
                  </a:lnTo>
                  <a:lnTo>
                    <a:pt x="306378" y="74642"/>
                  </a:lnTo>
                  <a:lnTo>
                    <a:pt x="303371" y="70269"/>
                  </a:lnTo>
                  <a:lnTo>
                    <a:pt x="300226" y="65993"/>
                  </a:lnTo>
                  <a:lnTo>
                    <a:pt x="296948" y="61820"/>
                  </a:lnTo>
                  <a:lnTo>
                    <a:pt x="293538" y="57753"/>
                  </a:lnTo>
                  <a:lnTo>
                    <a:pt x="290001" y="53796"/>
                  </a:lnTo>
                  <a:lnTo>
                    <a:pt x="286340" y="49953"/>
                  </a:lnTo>
                  <a:lnTo>
                    <a:pt x="282559" y="46228"/>
                  </a:lnTo>
                  <a:lnTo>
                    <a:pt x="278662" y="42626"/>
                  </a:lnTo>
                  <a:lnTo>
                    <a:pt x="274652" y="39149"/>
                  </a:lnTo>
                  <a:lnTo>
                    <a:pt x="270534" y="35801"/>
                  </a:lnTo>
                  <a:lnTo>
                    <a:pt x="266312" y="32585"/>
                  </a:lnTo>
                  <a:lnTo>
                    <a:pt x="261990" y="29505"/>
                  </a:lnTo>
                  <a:lnTo>
                    <a:pt x="257572" y="26564"/>
                  </a:lnTo>
                  <a:lnTo>
                    <a:pt x="253063" y="23764"/>
                  </a:lnTo>
                  <a:lnTo>
                    <a:pt x="248467" y="21110"/>
                  </a:lnTo>
                  <a:lnTo>
                    <a:pt x="243790" y="18602"/>
                  </a:lnTo>
                  <a:lnTo>
                    <a:pt x="239035" y="16244"/>
                  </a:lnTo>
                  <a:lnTo>
                    <a:pt x="234208" y="14038"/>
                  </a:lnTo>
                  <a:lnTo>
                    <a:pt x="229313" y="11987"/>
                  </a:lnTo>
                  <a:lnTo>
                    <a:pt x="224355" y="10091"/>
                  </a:lnTo>
                  <a:lnTo>
                    <a:pt x="219340" y="8355"/>
                  </a:lnTo>
                  <a:lnTo>
                    <a:pt x="214273" y="6778"/>
                  </a:lnTo>
                  <a:lnTo>
                    <a:pt x="209157" y="5363"/>
                  </a:lnTo>
                  <a:lnTo>
                    <a:pt x="204000" y="4111"/>
                  </a:lnTo>
                  <a:lnTo>
                    <a:pt x="198805" y="3024"/>
                  </a:lnTo>
                  <a:lnTo>
                    <a:pt x="193578" y="2102"/>
                  </a:lnTo>
                  <a:lnTo>
                    <a:pt x="188325" y="1346"/>
                  </a:lnTo>
                  <a:lnTo>
                    <a:pt x="183051" y="757"/>
                  </a:lnTo>
                  <a:lnTo>
                    <a:pt x="177760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284331" y="4659281"/>
              <a:ext cx="138903" cy="167167"/>
            </a:xfrm>
            <a:custGeom>
              <a:avLst/>
              <a:pathLst>
                <a:path w="138903" h="167167">
                  <a:moveTo>
                    <a:pt x="138903" y="0"/>
                  </a:moveTo>
                  <a:lnTo>
                    <a:pt x="133438" y="89"/>
                  </a:lnTo>
                  <a:lnTo>
                    <a:pt x="127980" y="357"/>
                  </a:lnTo>
                  <a:lnTo>
                    <a:pt x="122534" y="803"/>
                  </a:lnTo>
                  <a:lnTo>
                    <a:pt x="117105" y="1427"/>
                  </a:lnTo>
                  <a:lnTo>
                    <a:pt x="111699" y="2228"/>
                  </a:lnTo>
                  <a:lnTo>
                    <a:pt x="106322" y="3205"/>
                  </a:lnTo>
                  <a:lnTo>
                    <a:pt x="100980" y="4358"/>
                  </a:lnTo>
                  <a:lnTo>
                    <a:pt x="95679" y="5684"/>
                  </a:lnTo>
                  <a:lnTo>
                    <a:pt x="90424" y="7183"/>
                  </a:lnTo>
                  <a:lnTo>
                    <a:pt x="85220" y="8853"/>
                  </a:lnTo>
                  <a:lnTo>
                    <a:pt x="80074" y="10693"/>
                  </a:lnTo>
                  <a:lnTo>
                    <a:pt x="74991" y="12699"/>
                  </a:lnTo>
                  <a:lnTo>
                    <a:pt x="69976" y="14871"/>
                  </a:lnTo>
                  <a:lnTo>
                    <a:pt x="65035" y="17205"/>
                  </a:lnTo>
                  <a:lnTo>
                    <a:pt x="60173" y="19700"/>
                  </a:lnTo>
                  <a:lnTo>
                    <a:pt x="55395" y="22352"/>
                  </a:lnTo>
                  <a:lnTo>
                    <a:pt x="50706" y="25159"/>
                  </a:lnTo>
                  <a:lnTo>
                    <a:pt x="46112" y="28117"/>
                  </a:lnTo>
                  <a:lnTo>
                    <a:pt x="41616" y="31225"/>
                  </a:lnTo>
                  <a:lnTo>
                    <a:pt x="37225" y="34477"/>
                  </a:lnTo>
                  <a:lnTo>
                    <a:pt x="32942" y="37872"/>
                  </a:lnTo>
                  <a:lnTo>
                    <a:pt x="28772" y="41404"/>
                  </a:lnTo>
                  <a:lnTo>
                    <a:pt x="24720" y="45071"/>
                  </a:lnTo>
                  <a:lnTo>
                    <a:pt x="20791" y="48869"/>
                  </a:lnTo>
                  <a:lnTo>
                    <a:pt x="16987" y="52792"/>
                  </a:lnTo>
                  <a:lnTo>
                    <a:pt x="13314" y="56838"/>
                  </a:lnTo>
                  <a:lnTo>
                    <a:pt x="9774" y="61002"/>
                  </a:lnTo>
                  <a:lnTo>
                    <a:pt x="6373" y="65280"/>
                  </a:lnTo>
                  <a:lnTo>
                    <a:pt x="3114" y="69666"/>
                  </a:lnTo>
                  <a:lnTo>
                    <a:pt x="0" y="74157"/>
                  </a:lnTo>
                  <a:lnTo>
                    <a:pt x="13890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331" y="4733439"/>
              <a:ext cx="138903" cy="93010"/>
            </a:xfrm>
            <a:custGeom>
              <a:avLst/>
              <a:pathLst>
                <a:path w="138903" h="93010">
                  <a:moveTo>
                    <a:pt x="0" y="0"/>
                  </a:moveTo>
                  <a:lnTo>
                    <a:pt x="138903" y="930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331" y="4733439"/>
              <a:ext cx="138903" cy="93010"/>
            </a:xfrm>
            <a:custGeom>
              <a:avLst/>
              <a:pathLst>
                <a:path w="138903" h="93010">
                  <a:moveTo>
                    <a:pt x="0" y="0"/>
                  </a:moveTo>
                  <a:lnTo>
                    <a:pt x="138903" y="930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83" y="4733439"/>
              <a:ext cx="334305" cy="260177"/>
            </a:xfrm>
            <a:custGeom>
              <a:avLst/>
              <a:pathLst>
                <a:path w="334305" h="260177">
                  <a:moveTo>
                    <a:pt x="28248" y="0"/>
                  </a:moveTo>
                  <a:lnTo>
                    <a:pt x="25362" y="4461"/>
                  </a:lnTo>
                  <a:lnTo>
                    <a:pt x="22620" y="9012"/>
                  </a:lnTo>
                  <a:lnTo>
                    <a:pt x="20023" y="13647"/>
                  </a:lnTo>
                  <a:lnTo>
                    <a:pt x="17575" y="18363"/>
                  </a:lnTo>
                  <a:lnTo>
                    <a:pt x="15278" y="23155"/>
                  </a:lnTo>
                  <a:lnTo>
                    <a:pt x="13135" y="28016"/>
                  </a:lnTo>
                  <a:lnTo>
                    <a:pt x="11147" y="32944"/>
                  </a:lnTo>
                  <a:lnTo>
                    <a:pt x="9317" y="37932"/>
                  </a:lnTo>
                  <a:lnTo>
                    <a:pt x="7647" y="42976"/>
                  </a:lnTo>
                  <a:lnTo>
                    <a:pt x="6137" y="48070"/>
                  </a:lnTo>
                  <a:lnTo>
                    <a:pt x="4790" y="53210"/>
                  </a:lnTo>
                  <a:lnTo>
                    <a:pt x="3607" y="58390"/>
                  </a:lnTo>
                  <a:lnTo>
                    <a:pt x="2590" y="63605"/>
                  </a:lnTo>
                  <a:lnTo>
                    <a:pt x="1738" y="68850"/>
                  </a:lnTo>
                  <a:lnTo>
                    <a:pt x="1054" y="74119"/>
                  </a:lnTo>
                  <a:lnTo>
                    <a:pt x="538" y="79407"/>
                  </a:lnTo>
                  <a:lnTo>
                    <a:pt x="190" y="84709"/>
                  </a:lnTo>
                  <a:lnTo>
                    <a:pt x="10" y="90019"/>
                  </a:lnTo>
                  <a:lnTo>
                    <a:pt x="0" y="95332"/>
                  </a:lnTo>
                  <a:lnTo>
                    <a:pt x="158" y="100643"/>
                  </a:lnTo>
                  <a:lnTo>
                    <a:pt x="485" y="105947"/>
                  </a:lnTo>
                  <a:lnTo>
                    <a:pt x="980" y="111237"/>
                  </a:lnTo>
                  <a:lnTo>
                    <a:pt x="1643" y="116509"/>
                  </a:lnTo>
                  <a:lnTo>
                    <a:pt x="2474" y="121757"/>
                  </a:lnTo>
                  <a:lnTo>
                    <a:pt x="3470" y="126976"/>
                  </a:lnTo>
                  <a:lnTo>
                    <a:pt x="4633" y="132160"/>
                  </a:lnTo>
                  <a:lnTo>
                    <a:pt x="5959" y="137305"/>
                  </a:lnTo>
                  <a:lnTo>
                    <a:pt x="7448" y="142406"/>
                  </a:lnTo>
                  <a:lnTo>
                    <a:pt x="9099" y="147456"/>
                  </a:lnTo>
                  <a:lnTo>
                    <a:pt x="10909" y="152452"/>
                  </a:lnTo>
                  <a:lnTo>
                    <a:pt x="12877" y="157387"/>
                  </a:lnTo>
                  <a:lnTo>
                    <a:pt x="15001" y="162258"/>
                  </a:lnTo>
                  <a:lnTo>
                    <a:pt x="17278" y="167058"/>
                  </a:lnTo>
                  <a:lnTo>
                    <a:pt x="19707" y="171784"/>
                  </a:lnTo>
                  <a:lnTo>
                    <a:pt x="22285" y="176430"/>
                  </a:lnTo>
                  <a:lnTo>
                    <a:pt x="25009" y="180991"/>
                  </a:lnTo>
                  <a:lnTo>
                    <a:pt x="27877" y="185464"/>
                  </a:lnTo>
                  <a:lnTo>
                    <a:pt x="30886" y="189844"/>
                  </a:lnTo>
                  <a:lnTo>
                    <a:pt x="34032" y="194125"/>
                  </a:lnTo>
                  <a:lnTo>
                    <a:pt x="37313" y="198305"/>
                  </a:lnTo>
                  <a:lnTo>
                    <a:pt x="40725" y="202378"/>
                  </a:lnTo>
                  <a:lnTo>
                    <a:pt x="44264" y="206341"/>
                  </a:lnTo>
                  <a:lnTo>
                    <a:pt x="47928" y="210189"/>
                  </a:lnTo>
                  <a:lnTo>
                    <a:pt x="51712" y="213919"/>
                  </a:lnTo>
                  <a:lnTo>
                    <a:pt x="55613" y="217526"/>
                  </a:lnTo>
                  <a:lnTo>
                    <a:pt x="59627" y="221008"/>
                  </a:lnTo>
                  <a:lnTo>
                    <a:pt x="63749" y="224360"/>
                  </a:lnTo>
                  <a:lnTo>
                    <a:pt x="67976" y="227580"/>
                  </a:lnTo>
                  <a:lnTo>
                    <a:pt x="72302" y="230664"/>
                  </a:lnTo>
                  <a:lnTo>
                    <a:pt x="76725" y="233609"/>
                  </a:lnTo>
                  <a:lnTo>
                    <a:pt x="81239" y="236412"/>
                  </a:lnTo>
                  <a:lnTo>
                    <a:pt x="85840" y="239070"/>
                  </a:lnTo>
                  <a:lnTo>
                    <a:pt x="90523" y="241580"/>
                  </a:lnTo>
                  <a:lnTo>
                    <a:pt x="95283" y="243940"/>
                  </a:lnTo>
                  <a:lnTo>
                    <a:pt x="100116" y="246148"/>
                  </a:lnTo>
                  <a:lnTo>
                    <a:pt x="105017" y="248201"/>
                  </a:lnTo>
                  <a:lnTo>
                    <a:pt x="109980" y="250097"/>
                  </a:lnTo>
                  <a:lnTo>
                    <a:pt x="115001" y="251835"/>
                  </a:lnTo>
                  <a:lnTo>
                    <a:pt x="120075" y="253412"/>
                  </a:lnTo>
                  <a:lnTo>
                    <a:pt x="125196" y="254827"/>
                  </a:lnTo>
                  <a:lnTo>
                    <a:pt x="130360" y="256078"/>
                  </a:lnTo>
                  <a:lnTo>
                    <a:pt x="135561" y="257165"/>
                  </a:lnTo>
                  <a:lnTo>
                    <a:pt x="140794" y="258086"/>
                  </a:lnTo>
                  <a:lnTo>
                    <a:pt x="146054" y="258841"/>
                  </a:lnTo>
                  <a:lnTo>
                    <a:pt x="151334" y="259427"/>
                  </a:lnTo>
                  <a:lnTo>
                    <a:pt x="156631" y="259846"/>
                  </a:lnTo>
                  <a:lnTo>
                    <a:pt x="161939" y="260096"/>
                  </a:lnTo>
                  <a:lnTo>
                    <a:pt x="167251" y="260177"/>
                  </a:lnTo>
                  <a:lnTo>
                    <a:pt x="172564" y="260090"/>
                  </a:lnTo>
                  <a:lnTo>
                    <a:pt x="177871" y="259833"/>
                  </a:lnTo>
                  <a:lnTo>
                    <a:pt x="183167" y="259408"/>
                  </a:lnTo>
                  <a:lnTo>
                    <a:pt x="188448" y="258815"/>
                  </a:lnTo>
                  <a:lnTo>
                    <a:pt x="193706" y="258054"/>
                  </a:lnTo>
                  <a:lnTo>
                    <a:pt x="198938" y="257127"/>
                  </a:lnTo>
                  <a:lnTo>
                    <a:pt x="204138" y="256034"/>
                  </a:lnTo>
                  <a:lnTo>
                    <a:pt x="209300" y="254776"/>
                  </a:lnTo>
                  <a:lnTo>
                    <a:pt x="214420" y="253355"/>
                  </a:lnTo>
                  <a:lnTo>
                    <a:pt x="219492" y="251772"/>
                  </a:lnTo>
                  <a:lnTo>
                    <a:pt x="224511" y="250028"/>
                  </a:lnTo>
                  <a:lnTo>
                    <a:pt x="229472" y="248126"/>
                  </a:lnTo>
                  <a:lnTo>
                    <a:pt x="234370" y="246067"/>
                  </a:lnTo>
                  <a:lnTo>
                    <a:pt x="239200" y="243853"/>
                  </a:lnTo>
                  <a:lnTo>
                    <a:pt x="243958" y="241487"/>
                  </a:lnTo>
                  <a:lnTo>
                    <a:pt x="248638" y="238972"/>
                  </a:lnTo>
                  <a:lnTo>
                    <a:pt x="253235" y="236308"/>
                  </a:lnTo>
                  <a:lnTo>
                    <a:pt x="257746" y="233500"/>
                  </a:lnTo>
                  <a:lnTo>
                    <a:pt x="262165" y="230550"/>
                  </a:lnTo>
                  <a:lnTo>
                    <a:pt x="266488" y="227461"/>
                  </a:lnTo>
                  <a:lnTo>
                    <a:pt x="270711" y="224236"/>
                  </a:lnTo>
                  <a:lnTo>
                    <a:pt x="274829" y="220878"/>
                  </a:lnTo>
                  <a:lnTo>
                    <a:pt x="278838" y="217392"/>
                  </a:lnTo>
                  <a:lnTo>
                    <a:pt x="282735" y="213779"/>
                  </a:lnTo>
                  <a:lnTo>
                    <a:pt x="286514" y="210045"/>
                  </a:lnTo>
                  <a:lnTo>
                    <a:pt x="290174" y="206193"/>
                  </a:lnTo>
                  <a:lnTo>
                    <a:pt x="293708" y="202226"/>
                  </a:lnTo>
                  <a:lnTo>
                    <a:pt x="297115" y="198148"/>
                  </a:lnTo>
                  <a:lnTo>
                    <a:pt x="300391" y="193965"/>
                  </a:lnTo>
                  <a:lnTo>
                    <a:pt x="303532" y="189680"/>
                  </a:lnTo>
                  <a:lnTo>
                    <a:pt x="306536" y="185297"/>
                  </a:lnTo>
                  <a:lnTo>
                    <a:pt x="309398" y="180820"/>
                  </a:lnTo>
                  <a:lnTo>
                    <a:pt x="312117" y="176255"/>
                  </a:lnTo>
                  <a:lnTo>
                    <a:pt x="314689" y="171606"/>
                  </a:lnTo>
                  <a:lnTo>
                    <a:pt x="317112" y="166878"/>
                  </a:lnTo>
                  <a:lnTo>
                    <a:pt x="319384" y="162074"/>
                  </a:lnTo>
                  <a:lnTo>
                    <a:pt x="321502" y="157201"/>
                  </a:lnTo>
                  <a:lnTo>
                    <a:pt x="323464" y="152264"/>
                  </a:lnTo>
                  <a:lnTo>
                    <a:pt x="325269" y="147266"/>
                  </a:lnTo>
                  <a:lnTo>
                    <a:pt x="326913" y="142214"/>
                  </a:lnTo>
                  <a:lnTo>
                    <a:pt x="328396" y="137111"/>
                  </a:lnTo>
                  <a:lnTo>
                    <a:pt x="329716" y="131965"/>
                  </a:lnTo>
                  <a:lnTo>
                    <a:pt x="330872" y="126779"/>
                  </a:lnTo>
                  <a:lnTo>
                    <a:pt x="331862" y="121558"/>
                  </a:lnTo>
                  <a:lnTo>
                    <a:pt x="332687" y="116309"/>
                  </a:lnTo>
                  <a:lnTo>
                    <a:pt x="333343" y="111037"/>
                  </a:lnTo>
                  <a:lnTo>
                    <a:pt x="333832" y="105746"/>
                  </a:lnTo>
                  <a:lnTo>
                    <a:pt x="334153" y="100442"/>
                  </a:lnTo>
                  <a:lnTo>
                    <a:pt x="334305" y="95131"/>
                  </a:lnTo>
                  <a:lnTo>
                    <a:pt x="334288" y="89818"/>
                  </a:lnTo>
                  <a:lnTo>
                    <a:pt x="334102" y="84508"/>
                  </a:lnTo>
                  <a:lnTo>
                    <a:pt x="333747" y="79206"/>
                  </a:lnTo>
                  <a:lnTo>
                    <a:pt x="333225" y="73919"/>
                  </a:lnTo>
                  <a:lnTo>
                    <a:pt x="332534" y="68651"/>
                  </a:lnTo>
                  <a:lnTo>
                    <a:pt x="331676" y="63407"/>
                  </a:lnTo>
                  <a:lnTo>
                    <a:pt x="330652" y="58193"/>
                  </a:lnTo>
                  <a:lnTo>
                    <a:pt x="329463" y="53015"/>
                  </a:lnTo>
                  <a:lnTo>
                    <a:pt x="328110" y="47877"/>
                  </a:lnTo>
                  <a:lnTo>
                    <a:pt x="326595" y="42784"/>
                  </a:lnTo>
                  <a:lnTo>
                    <a:pt x="324918" y="37742"/>
                  </a:lnTo>
                  <a:lnTo>
                    <a:pt x="323082" y="32756"/>
                  </a:lnTo>
                  <a:lnTo>
                    <a:pt x="321088" y="27831"/>
                  </a:lnTo>
                  <a:lnTo>
                    <a:pt x="318939" y="22972"/>
                  </a:lnTo>
                  <a:lnTo>
                    <a:pt x="167151" y="930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51788" cy="167167"/>
            </a:xfrm>
            <a:custGeom>
              <a:avLst/>
              <a:pathLst>
                <a:path w="151788" h="167167">
                  <a:moveTo>
                    <a:pt x="151788" y="97129"/>
                  </a:moveTo>
                  <a:lnTo>
                    <a:pt x="149430" y="92229"/>
                  </a:lnTo>
                  <a:lnTo>
                    <a:pt x="146913" y="87409"/>
                  </a:lnTo>
                  <a:lnTo>
                    <a:pt x="144242" y="82673"/>
                  </a:lnTo>
                  <a:lnTo>
                    <a:pt x="141417" y="78027"/>
                  </a:lnTo>
                  <a:lnTo>
                    <a:pt x="138444" y="73475"/>
                  </a:lnTo>
                  <a:lnTo>
                    <a:pt x="135323" y="69022"/>
                  </a:lnTo>
                  <a:lnTo>
                    <a:pt x="132060" y="64673"/>
                  </a:lnTo>
                  <a:lnTo>
                    <a:pt x="128657" y="60432"/>
                  </a:lnTo>
                  <a:lnTo>
                    <a:pt x="125117" y="56304"/>
                  </a:lnTo>
                  <a:lnTo>
                    <a:pt x="121446" y="52294"/>
                  </a:lnTo>
                  <a:lnTo>
                    <a:pt x="117645" y="48405"/>
                  </a:lnTo>
                  <a:lnTo>
                    <a:pt x="113721" y="44642"/>
                  </a:lnTo>
                  <a:lnTo>
                    <a:pt x="109676" y="41008"/>
                  </a:lnTo>
                  <a:lnTo>
                    <a:pt x="105515" y="37508"/>
                  </a:lnTo>
                  <a:lnTo>
                    <a:pt x="101242" y="34145"/>
                  </a:lnTo>
                  <a:lnTo>
                    <a:pt x="96862" y="30922"/>
                  </a:lnTo>
                  <a:lnTo>
                    <a:pt x="92380" y="27844"/>
                  </a:lnTo>
                  <a:lnTo>
                    <a:pt x="87800" y="24914"/>
                  </a:lnTo>
                  <a:lnTo>
                    <a:pt x="83127" y="22133"/>
                  </a:lnTo>
                  <a:lnTo>
                    <a:pt x="78366" y="19507"/>
                  </a:lnTo>
                  <a:lnTo>
                    <a:pt x="73523" y="17036"/>
                  </a:lnTo>
                  <a:lnTo>
                    <a:pt x="68601" y="14724"/>
                  </a:lnTo>
                  <a:lnTo>
                    <a:pt x="63607" y="12574"/>
                  </a:lnTo>
                  <a:lnTo>
                    <a:pt x="58546" y="10587"/>
                  </a:lnTo>
                  <a:lnTo>
                    <a:pt x="53422" y="8766"/>
                  </a:lnTo>
                  <a:lnTo>
                    <a:pt x="48242" y="7112"/>
                  </a:lnTo>
                  <a:lnTo>
                    <a:pt x="43011" y="5628"/>
                  </a:lnTo>
                  <a:lnTo>
                    <a:pt x="37735" y="4314"/>
                  </a:lnTo>
                  <a:lnTo>
                    <a:pt x="32419" y="3173"/>
                  </a:lnTo>
                  <a:lnTo>
                    <a:pt x="27068" y="2206"/>
                  </a:lnTo>
                  <a:lnTo>
                    <a:pt x="21689" y="1413"/>
                  </a:lnTo>
                  <a:lnTo>
                    <a:pt x="16287" y="795"/>
                  </a:lnTo>
                  <a:lnTo>
                    <a:pt x="10867" y="353"/>
                  </a:lnTo>
                  <a:lnTo>
                    <a:pt x="543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646615" y="4213821"/>
              <a:ext cx="81856" cy="167167"/>
            </a:xfrm>
            <a:custGeom>
              <a:avLst/>
              <a:pathLst>
                <a:path w="81856" h="167167">
                  <a:moveTo>
                    <a:pt x="81856" y="0"/>
                  </a:moveTo>
                  <a:lnTo>
                    <a:pt x="76155" y="97"/>
                  </a:lnTo>
                  <a:lnTo>
                    <a:pt x="70460" y="388"/>
                  </a:lnTo>
                  <a:lnTo>
                    <a:pt x="64778" y="874"/>
                  </a:lnTo>
                  <a:lnTo>
                    <a:pt x="59116" y="1553"/>
                  </a:lnTo>
                  <a:lnTo>
                    <a:pt x="53480" y="2425"/>
                  </a:lnTo>
                  <a:lnTo>
                    <a:pt x="47878" y="3489"/>
                  </a:lnTo>
                  <a:lnTo>
                    <a:pt x="42315" y="4743"/>
                  </a:lnTo>
                  <a:lnTo>
                    <a:pt x="36798" y="6186"/>
                  </a:lnTo>
                  <a:lnTo>
                    <a:pt x="31334" y="7817"/>
                  </a:lnTo>
                  <a:lnTo>
                    <a:pt x="25928" y="9633"/>
                  </a:lnTo>
                  <a:lnTo>
                    <a:pt x="20588" y="11632"/>
                  </a:lnTo>
                  <a:lnTo>
                    <a:pt x="15319" y="13812"/>
                  </a:lnTo>
                  <a:lnTo>
                    <a:pt x="10127" y="16171"/>
                  </a:lnTo>
                  <a:lnTo>
                    <a:pt x="5018" y="18705"/>
                  </a:lnTo>
                  <a:lnTo>
                    <a:pt x="0" y="21412"/>
                  </a:lnTo>
                  <a:lnTo>
                    <a:pt x="818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646615" y="4235234"/>
              <a:ext cx="81856" cy="145754"/>
            </a:xfrm>
            <a:custGeom>
              <a:avLst/>
              <a:pathLst>
                <a:path w="81856" h="145754">
                  <a:moveTo>
                    <a:pt x="0" y="0"/>
                  </a:moveTo>
                  <a:lnTo>
                    <a:pt x="81856" y="1457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7" y="4235234"/>
              <a:ext cx="167165" cy="302053"/>
            </a:xfrm>
            <a:custGeom>
              <a:avLst/>
              <a:pathLst>
                <a:path w="167165" h="302053">
                  <a:moveTo>
                    <a:pt x="85308" y="0"/>
                  </a:moveTo>
                  <a:lnTo>
                    <a:pt x="80696" y="2687"/>
                  </a:lnTo>
                  <a:lnTo>
                    <a:pt x="76172" y="5521"/>
                  </a:lnTo>
                  <a:lnTo>
                    <a:pt x="71741" y="8498"/>
                  </a:lnTo>
                  <a:lnTo>
                    <a:pt x="67407" y="11615"/>
                  </a:lnTo>
                  <a:lnTo>
                    <a:pt x="63175" y="14868"/>
                  </a:lnTo>
                  <a:lnTo>
                    <a:pt x="59050" y="18255"/>
                  </a:lnTo>
                  <a:lnTo>
                    <a:pt x="55034" y="21772"/>
                  </a:lnTo>
                  <a:lnTo>
                    <a:pt x="51132" y="25415"/>
                  </a:lnTo>
                  <a:lnTo>
                    <a:pt x="47349" y="29181"/>
                  </a:lnTo>
                  <a:lnTo>
                    <a:pt x="43688" y="33066"/>
                  </a:lnTo>
                  <a:lnTo>
                    <a:pt x="40153" y="37066"/>
                  </a:lnTo>
                  <a:lnTo>
                    <a:pt x="36748" y="41177"/>
                  </a:lnTo>
                  <a:lnTo>
                    <a:pt x="33476" y="45394"/>
                  </a:lnTo>
                  <a:lnTo>
                    <a:pt x="30339" y="49714"/>
                  </a:lnTo>
                  <a:lnTo>
                    <a:pt x="27343" y="54131"/>
                  </a:lnTo>
                  <a:lnTo>
                    <a:pt x="24489" y="58642"/>
                  </a:lnTo>
                  <a:lnTo>
                    <a:pt x="21780" y="63242"/>
                  </a:lnTo>
                  <a:lnTo>
                    <a:pt x="19220" y="67926"/>
                  </a:lnTo>
                  <a:lnTo>
                    <a:pt x="16810" y="72689"/>
                  </a:lnTo>
                  <a:lnTo>
                    <a:pt x="14554" y="77527"/>
                  </a:lnTo>
                  <a:lnTo>
                    <a:pt x="12453" y="82434"/>
                  </a:lnTo>
                  <a:lnTo>
                    <a:pt x="10511" y="87406"/>
                  </a:lnTo>
                  <a:lnTo>
                    <a:pt x="8728" y="92438"/>
                  </a:lnTo>
                  <a:lnTo>
                    <a:pt x="7106" y="97524"/>
                  </a:lnTo>
                  <a:lnTo>
                    <a:pt x="5648" y="102659"/>
                  </a:lnTo>
                  <a:lnTo>
                    <a:pt x="4354" y="107838"/>
                  </a:lnTo>
                  <a:lnTo>
                    <a:pt x="3226" y="113055"/>
                  </a:lnTo>
                  <a:lnTo>
                    <a:pt x="2266" y="118306"/>
                  </a:lnTo>
                  <a:lnTo>
                    <a:pt x="1474" y="123585"/>
                  </a:lnTo>
                  <a:lnTo>
                    <a:pt x="850" y="128887"/>
                  </a:lnTo>
                  <a:lnTo>
                    <a:pt x="397" y="134205"/>
                  </a:lnTo>
                  <a:lnTo>
                    <a:pt x="113" y="139536"/>
                  </a:lnTo>
                  <a:lnTo>
                    <a:pt x="0" y="144873"/>
                  </a:lnTo>
                  <a:lnTo>
                    <a:pt x="57" y="150210"/>
                  </a:lnTo>
                  <a:lnTo>
                    <a:pt x="284" y="155544"/>
                  </a:lnTo>
                  <a:lnTo>
                    <a:pt x="682" y="160867"/>
                  </a:lnTo>
                  <a:lnTo>
                    <a:pt x="1249" y="166175"/>
                  </a:lnTo>
                  <a:lnTo>
                    <a:pt x="1986" y="171462"/>
                  </a:lnTo>
                  <a:lnTo>
                    <a:pt x="2891" y="176722"/>
                  </a:lnTo>
                  <a:lnTo>
                    <a:pt x="3963" y="181952"/>
                  </a:lnTo>
                  <a:lnTo>
                    <a:pt x="5202" y="187144"/>
                  </a:lnTo>
                  <a:lnTo>
                    <a:pt x="6606" y="192294"/>
                  </a:lnTo>
                  <a:lnTo>
                    <a:pt x="8174" y="197397"/>
                  </a:lnTo>
                  <a:lnTo>
                    <a:pt x="9904" y="202447"/>
                  </a:lnTo>
                  <a:lnTo>
                    <a:pt x="11794" y="207439"/>
                  </a:lnTo>
                  <a:lnTo>
                    <a:pt x="13843" y="212368"/>
                  </a:lnTo>
                  <a:lnTo>
                    <a:pt x="16048" y="217229"/>
                  </a:lnTo>
                  <a:lnTo>
                    <a:pt x="18407" y="222018"/>
                  </a:lnTo>
                  <a:lnTo>
                    <a:pt x="20918" y="226729"/>
                  </a:lnTo>
                  <a:lnTo>
                    <a:pt x="23578" y="231357"/>
                  </a:lnTo>
                  <a:lnTo>
                    <a:pt x="26384" y="235898"/>
                  </a:lnTo>
                  <a:lnTo>
                    <a:pt x="29334" y="240346"/>
                  </a:lnTo>
                  <a:lnTo>
                    <a:pt x="32424" y="244699"/>
                  </a:lnTo>
                  <a:lnTo>
                    <a:pt x="35652" y="248950"/>
                  </a:lnTo>
                  <a:lnTo>
                    <a:pt x="39014" y="253097"/>
                  </a:lnTo>
                  <a:lnTo>
                    <a:pt x="42507" y="257134"/>
                  </a:lnTo>
                  <a:lnTo>
                    <a:pt x="46127" y="261057"/>
                  </a:lnTo>
                  <a:lnTo>
                    <a:pt x="49870" y="264863"/>
                  </a:lnTo>
                  <a:lnTo>
                    <a:pt x="53732" y="268547"/>
                  </a:lnTo>
                  <a:lnTo>
                    <a:pt x="57711" y="272106"/>
                  </a:lnTo>
                  <a:lnTo>
                    <a:pt x="61801" y="275536"/>
                  </a:lnTo>
                  <a:lnTo>
                    <a:pt x="65998" y="278834"/>
                  </a:lnTo>
                  <a:lnTo>
                    <a:pt x="70299" y="281997"/>
                  </a:lnTo>
                  <a:lnTo>
                    <a:pt x="74698" y="285020"/>
                  </a:lnTo>
                  <a:lnTo>
                    <a:pt x="79192" y="287901"/>
                  </a:lnTo>
                  <a:lnTo>
                    <a:pt x="83775" y="290638"/>
                  </a:lnTo>
                  <a:lnTo>
                    <a:pt x="88444" y="293226"/>
                  </a:lnTo>
                  <a:lnTo>
                    <a:pt x="93192" y="295664"/>
                  </a:lnTo>
                  <a:lnTo>
                    <a:pt x="98016" y="297950"/>
                  </a:lnTo>
                  <a:lnTo>
                    <a:pt x="102911" y="300080"/>
                  </a:lnTo>
                  <a:lnTo>
                    <a:pt x="107871" y="302053"/>
                  </a:lnTo>
                  <a:lnTo>
                    <a:pt x="167165" y="1457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669178" y="4213821"/>
              <a:ext cx="226452" cy="334322"/>
            </a:xfrm>
            <a:custGeom>
              <a:avLst/>
              <a:pathLst>
                <a:path w="226452" h="334322">
                  <a:moveTo>
                    <a:pt x="0" y="323465"/>
                  </a:moveTo>
                  <a:lnTo>
                    <a:pt x="5008" y="325275"/>
                  </a:lnTo>
                  <a:lnTo>
                    <a:pt x="10071" y="326924"/>
                  </a:lnTo>
                  <a:lnTo>
                    <a:pt x="15185" y="328410"/>
                  </a:lnTo>
                  <a:lnTo>
                    <a:pt x="20343" y="329733"/>
                  </a:lnTo>
                  <a:lnTo>
                    <a:pt x="25540" y="330891"/>
                  </a:lnTo>
                  <a:lnTo>
                    <a:pt x="30772" y="331883"/>
                  </a:lnTo>
                  <a:lnTo>
                    <a:pt x="36033" y="332708"/>
                  </a:lnTo>
                  <a:lnTo>
                    <a:pt x="41317" y="333365"/>
                  </a:lnTo>
                  <a:lnTo>
                    <a:pt x="46620" y="333853"/>
                  </a:lnTo>
                  <a:lnTo>
                    <a:pt x="51936" y="334172"/>
                  </a:lnTo>
                  <a:lnTo>
                    <a:pt x="57259" y="334322"/>
                  </a:lnTo>
                  <a:lnTo>
                    <a:pt x="62584" y="334302"/>
                  </a:lnTo>
                  <a:lnTo>
                    <a:pt x="67905" y="334112"/>
                  </a:lnTo>
                  <a:lnTo>
                    <a:pt x="73218" y="333753"/>
                  </a:lnTo>
                  <a:lnTo>
                    <a:pt x="78517" y="333225"/>
                  </a:lnTo>
                  <a:lnTo>
                    <a:pt x="83797" y="332529"/>
                  </a:lnTo>
                  <a:lnTo>
                    <a:pt x="89051" y="331664"/>
                  </a:lnTo>
                  <a:lnTo>
                    <a:pt x="94275" y="330633"/>
                  </a:lnTo>
                  <a:lnTo>
                    <a:pt x="99464" y="329436"/>
                  </a:lnTo>
                  <a:lnTo>
                    <a:pt x="104612" y="328074"/>
                  </a:lnTo>
                  <a:lnTo>
                    <a:pt x="109714" y="326549"/>
                  </a:lnTo>
                  <a:lnTo>
                    <a:pt x="114765" y="324862"/>
                  </a:lnTo>
                  <a:lnTo>
                    <a:pt x="119760" y="323015"/>
                  </a:lnTo>
                  <a:lnTo>
                    <a:pt x="124693" y="321010"/>
                  </a:lnTo>
                  <a:lnTo>
                    <a:pt x="129560" y="318849"/>
                  </a:lnTo>
                  <a:lnTo>
                    <a:pt x="134355" y="316534"/>
                  </a:lnTo>
                  <a:lnTo>
                    <a:pt x="139075" y="314068"/>
                  </a:lnTo>
                  <a:lnTo>
                    <a:pt x="143713" y="311452"/>
                  </a:lnTo>
                  <a:lnTo>
                    <a:pt x="148266" y="308690"/>
                  </a:lnTo>
                  <a:lnTo>
                    <a:pt x="152728" y="305784"/>
                  </a:lnTo>
                  <a:lnTo>
                    <a:pt x="157096" y="302738"/>
                  </a:lnTo>
                  <a:lnTo>
                    <a:pt x="161364" y="299554"/>
                  </a:lnTo>
                  <a:lnTo>
                    <a:pt x="165529" y="296236"/>
                  </a:lnTo>
                  <a:lnTo>
                    <a:pt x="169586" y="292787"/>
                  </a:lnTo>
                  <a:lnTo>
                    <a:pt x="173531" y="289210"/>
                  </a:lnTo>
                  <a:lnTo>
                    <a:pt x="177361" y="285510"/>
                  </a:lnTo>
                  <a:lnTo>
                    <a:pt x="181070" y="281689"/>
                  </a:lnTo>
                  <a:lnTo>
                    <a:pt x="184656" y="277752"/>
                  </a:lnTo>
                  <a:lnTo>
                    <a:pt x="188114" y="273703"/>
                  </a:lnTo>
                  <a:lnTo>
                    <a:pt x="191442" y="269546"/>
                  </a:lnTo>
                  <a:lnTo>
                    <a:pt x="194636" y="265285"/>
                  </a:lnTo>
                  <a:lnTo>
                    <a:pt x="197693" y="260925"/>
                  </a:lnTo>
                  <a:lnTo>
                    <a:pt x="200609" y="256469"/>
                  </a:lnTo>
                  <a:lnTo>
                    <a:pt x="203381" y="251922"/>
                  </a:lnTo>
                  <a:lnTo>
                    <a:pt x="206008" y="247290"/>
                  </a:lnTo>
                  <a:lnTo>
                    <a:pt x="208485" y="242577"/>
                  </a:lnTo>
                  <a:lnTo>
                    <a:pt x="210811" y="237786"/>
                  </a:lnTo>
                  <a:lnTo>
                    <a:pt x="212984" y="232925"/>
                  </a:lnTo>
                  <a:lnTo>
                    <a:pt x="215000" y="227996"/>
                  </a:lnTo>
                  <a:lnTo>
                    <a:pt x="216859" y="223006"/>
                  </a:lnTo>
                  <a:lnTo>
                    <a:pt x="218557" y="217959"/>
                  </a:lnTo>
                  <a:lnTo>
                    <a:pt x="220094" y="212860"/>
                  </a:lnTo>
                  <a:lnTo>
                    <a:pt x="221468" y="207715"/>
                  </a:lnTo>
                  <a:lnTo>
                    <a:pt x="222677" y="202530"/>
                  </a:lnTo>
                  <a:lnTo>
                    <a:pt x="223721" y="197308"/>
                  </a:lnTo>
                  <a:lnTo>
                    <a:pt x="224597" y="192055"/>
                  </a:lnTo>
                  <a:lnTo>
                    <a:pt x="225306" y="186777"/>
                  </a:lnTo>
                  <a:lnTo>
                    <a:pt x="225847" y="181480"/>
                  </a:lnTo>
                  <a:lnTo>
                    <a:pt x="226218" y="176168"/>
                  </a:lnTo>
                  <a:lnTo>
                    <a:pt x="226420" y="170847"/>
                  </a:lnTo>
                  <a:lnTo>
                    <a:pt x="226452" y="165522"/>
                  </a:lnTo>
                  <a:lnTo>
                    <a:pt x="226315" y="160198"/>
                  </a:lnTo>
                  <a:lnTo>
                    <a:pt x="226008" y="154882"/>
                  </a:lnTo>
                  <a:lnTo>
                    <a:pt x="225533" y="149578"/>
                  </a:lnTo>
                  <a:lnTo>
                    <a:pt x="224888" y="144292"/>
                  </a:lnTo>
                  <a:lnTo>
                    <a:pt x="224075" y="139029"/>
                  </a:lnTo>
                  <a:lnTo>
                    <a:pt x="223096" y="133795"/>
                  </a:lnTo>
                  <a:lnTo>
                    <a:pt x="221950" y="128595"/>
                  </a:lnTo>
                  <a:lnTo>
                    <a:pt x="220638" y="123434"/>
                  </a:lnTo>
                  <a:lnTo>
                    <a:pt x="219164" y="118317"/>
                  </a:lnTo>
                  <a:lnTo>
                    <a:pt x="217527" y="113250"/>
                  </a:lnTo>
                  <a:lnTo>
                    <a:pt x="215729" y="108237"/>
                  </a:lnTo>
                  <a:lnTo>
                    <a:pt x="213773" y="103285"/>
                  </a:lnTo>
                  <a:lnTo>
                    <a:pt x="211660" y="98397"/>
                  </a:lnTo>
                  <a:lnTo>
                    <a:pt x="209392" y="93579"/>
                  </a:lnTo>
                  <a:lnTo>
                    <a:pt x="206972" y="88835"/>
                  </a:lnTo>
                  <a:lnTo>
                    <a:pt x="204402" y="84171"/>
                  </a:lnTo>
                  <a:lnTo>
                    <a:pt x="201685" y="79591"/>
                  </a:lnTo>
                  <a:lnTo>
                    <a:pt x="198823" y="75101"/>
                  </a:lnTo>
                  <a:lnTo>
                    <a:pt x="195820" y="70703"/>
                  </a:lnTo>
                  <a:lnTo>
                    <a:pt x="192679" y="66404"/>
                  </a:lnTo>
                  <a:lnTo>
                    <a:pt x="189401" y="62206"/>
                  </a:lnTo>
                  <a:lnTo>
                    <a:pt x="185992" y="58115"/>
                  </a:lnTo>
                  <a:lnTo>
                    <a:pt x="182455" y="54135"/>
                  </a:lnTo>
                  <a:lnTo>
                    <a:pt x="178792" y="50270"/>
                  </a:lnTo>
                  <a:lnTo>
                    <a:pt x="175008" y="46523"/>
                  </a:lnTo>
                  <a:lnTo>
                    <a:pt x="171107" y="42899"/>
                  </a:lnTo>
                  <a:lnTo>
                    <a:pt x="167092" y="39400"/>
                  </a:lnTo>
                  <a:lnTo>
                    <a:pt x="162968" y="36032"/>
                  </a:lnTo>
                  <a:lnTo>
                    <a:pt x="158739" y="32796"/>
                  </a:lnTo>
                  <a:lnTo>
                    <a:pt x="154408" y="29697"/>
                  </a:lnTo>
                  <a:lnTo>
                    <a:pt x="149981" y="26737"/>
                  </a:lnTo>
                  <a:lnTo>
                    <a:pt x="145463" y="23920"/>
                  </a:lnTo>
                  <a:lnTo>
                    <a:pt x="140856" y="21248"/>
                  </a:lnTo>
                  <a:lnTo>
                    <a:pt x="136167" y="18724"/>
                  </a:lnTo>
                  <a:lnTo>
                    <a:pt x="131400" y="16351"/>
                  </a:lnTo>
                  <a:lnTo>
                    <a:pt x="126560" y="14131"/>
                  </a:lnTo>
                  <a:lnTo>
                    <a:pt x="121652" y="12066"/>
                  </a:lnTo>
                  <a:lnTo>
                    <a:pt x="116680" y="10158"/>
                  </a:lnTo>
                  <a:lnTo>
                    <a:pt x="111650" y="8410"/>
                  </a:lnTo>
                  <a:lnTo>
                    <a:pt x="106567" y="6823"/>
                  </a:lnTo>
                  <a:lnTo>
                    <a:pt x="101436" y="5399"/>
                  </a:lnTo>
                  <a:lnTo>
                    <a:pt x="96262" y="4139"/>
                  </a:lnTo>
                  <a:lnTo>
                    <a:pt x="91051" y="3044"/>
                  </a:lnTo>
                  <a:lnTo>
                    <a:pt x="85807" y="2116"/>
                  </a:lnTo>
                  <a:lnTo>
                    <a:pt x="80537" y="1355"/>
                  </a:lnTo>
                  <a:lnTo>
                    <a:pt x="75245" y="762"/>
                  </a:lnTo>
                  <a:lnTo>
                    <a:pt x="69936" y="339"/>
                  </a:lnTo>
                  <a:lnTo>
                    <a:pt x="64617" y="84"/>
                  </a:lnTo>
                  <a:lnTo>
                    <a:pt x="59293" y="0"/>
                  </a:lnTo>
                  <a:lnTo>
                    <a:pt x="5929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2090" y="3707720"/>
              <a:ext cx="166920" cy="167167"/>
            </a:xfrm>
            <a:custGeom>
              <a:avLst/>
              <a:pathLst>
                <a:path w="166920" h="167167">
                  <a:moveTo>
                    <a:pt x="166920" y="0"/>
                  </a:moveTo>
                  <a:lnTo>
                    <a:pt x="161528" y="87"/>
                  </a:lnTo>
                  <a:lnTo>
                    <a:pt x="156140" y="347"/>
                  </a:lnTo>
                  <a:lnTo>
                    <a:pt x="150764" y="782"/>
                  </a:lnTo>
                  <a:lnTo>
                    <a:pt x="145405" y="1390"/>
                  </a:lnTo>
                  <a:lnTo>
                    <a:pt x="140068" y="2170"/>
                  </a:lnTo>
                  <a:lnTo>
                    <a:pt x="134760" y="3122"/>
                  </a:lnTo>
                  <a:lnTo>
                    <a:pt x="129484" y="4245"/>
                  </a:lnTo>
                  <a:lnTo>
                    <a:pt x="124248" y="5538"/>
                  </a:lnTo>
                  <a:lnTo>
                    <a:pt x="119056" y="6998"/>
                  </a:lnTo>
                  <a:lnTo>
                    <a:pt x="113914" y="8626"/>
                  </a:lnTo>
                  <a:lnTo>
                    <a:pt x="108827" y="10418"/>
                  </a:lnTo>
                  <a:lnTo>
                    <a:pt x="103800" y="12374"/>
                  </a:lnTo>
                  <a:lnTo>
                    <a:pt x="98840" y="14491"/>
                  </a:lnTo>
                  <a:lnTo>
                    <a:pt x="93950" y="16767"/>
                  </a:lnTo>
                  <a:lnTo>
                    <a:pt x="89136" y="19199"/>
                  </a:lnTo>
                  <a:lnTo>
                    <a:pt x="84403" y="21785"/>
                  </a:lnTo>
                  <a:lnTo>
                    <a:pt x="79756" y="24523"/>
                  </a:lnTo>
                  <a:lnTo>
                    <a:pt x="75199" y="27409"/>
                  </a:lnTo>
                  <a:lnTo>
                    <a:pt x="70738" y="30441"/>
                  </a:lnTo>
                  <a:lnTo>
                    <a:pt x="66378" y="33615"/>
                  </a:lnTo>
                  <a:lnTo>
                    <a:pt x="62122" y="36928"/>
                  </a:lnTo>
                  <a:lnTo>
                    <a:pt x="57975" y="40377"/>
                  </a:lnTo>
                  <a:lnTo>
                    <a:pt x="53941" y="43957"/>
                  </a:lnTo>
                  <a:lnTo>
                    <a:pt x="50025" y="47666"/>
                  </a:lnTo>
                  <a:lnTo>
                    <a:pt x="46231" y="51499"/>
                  </a:lnTo>
                  <a:lnTo>
                    <a:pt x="42562" y="55453"/>
                  </a:lnTo>
                  <a:lnTo>
                    <a:pt x="39023" y="59523"/>
                  </a:lnTo>
                  <a:lnTo>
                    <a:pt x="35617" y="63705"/>
                  </a:lnTo>
                  <a:lnTo>
                    <a:pt x="32348" y="67995"/>
                  </a:lnTo>
                  <a:lnTo>
                    <a:pt x="29218" y="72388"/>
                  </a:lnTo>
                  <a:lnTo>
                    <a:pt x="26233" y="76879"/>
                  </a:lnTo>
                  <a:lnTo>
                    <a:pt x="23393" y="81465"/>
                  </a:lnTo>
                  <a:lnTo>
                    <a:pt x="20703" y="86140"/>
                  </a:lnTo>
                  <a:lnTo>
                    <a:pt x="18165" y="90899"/>
                  </a:lnTo>
                  <a:lnTo>
                    <a:pt x="15782" y="95738"/>
                  </a:lnTo>
                  <a:lnTo>
                    <a:pt x="13557" y="100650"/>
                  </a:lnTo>
                  <a:lnTo>
                    <a:pt x="11491" y="105633"/>
                  </a:lnTo>
                  <a:lnTo>
                    <a:pt x="9586" y="110679"/>
                  </a:lnTo>
                  <a:lnTo>
                    <a:pt x="7846" y="115784"/>
                  </a:lnTo>
                  <a:lnTo>
                    <a:pt x="6271" y="120942"/>
                  </a:lnTo>
                  <a:lnTo>
                    <a:pt x="4863" y="126149"/>
                  </a:lnTo>
                  <a:lnTo>
                    <a:pt x="3625" y="131398"/>
                  </a:lnTo>
                  <a:lnTo>
                    <a:pt x="2556" y="136685"/>
                  </a:lnTo>
                  <a:lnTo>
                    <a:pt x="1658" y="142003"/>
                  </a:lnTo>
                  <a:lnTo>
                    <a:pt x="932" y="147348"/>
                  </a:lnTo>
                  <a:lnTo>
                    <a:pt x="379" y="152713"/>
                  </a:lnTo>
                  <a:lnTo>
                    <a:pt x="0" y="158093"/>
                  </a:lnTo>
                  <a:lnTo>
                    <a:pt x="16692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0" y="3707729"/>
              <a:ext cx="334324" cy="334320"/>
            </a:xfrm>
            <a:custGeom>
              <a:avLst/>
              <a:pathLst>
                <a:path w="334324" h="334320">
                  <a:moveTo>
                    <a:pt x="239" y="158084"/>
                  </a:moveTo>
                  <a:lnTo>
                    <a:pt x="35" y="163380"/>
                  </a:lnTo>
                  <a:lnTo>
                    <a:pt x="0" y="168681"/>
                  </a:lnTo>
                  <a:lnTo>
                    <a:pt x="132" y="173980"/>
                  </a:lnTo>
                  <a:lnTo>
                    <a:pt x="432" y="179271"/>
                  </a:lnTo>
                  <a:lnTo>
                    <a:pt x="900" y="184551"/>
                  </a:lnTo>
                  <a:lnTo>
                    <a:pt x="1535" y="189813"/>
                  </a:lnTo>
                  <a:lnTo>
                    <a:pt x="2336" y="195053"/>
                  </a:lnTo>
                  <a:lnTo>
                    <a:pt x="3304" y="200264"/>
                  </a:lnTo>
                  <a:lnTo>
                    <a:pt x="4436" y="205443"/>
                  </a:lnTo>
                  <a:lnTo>
                    <a:pt x="5731" y="210582"/>
                  </a:lnTo>
                  <a:lnTo>
                    <a:pt x="7189" y="215678"/>
                  </a:lnTo>
                  <a:lnTo>
                    <a:pt x="8808" y="220725"/>
                  </a:lnTo>
                  <a:lnTo>
                    <a:pt x="10586" y="225719"/>
                  </a:lnTo>
                  <a:lnTo>
                    <a:pt x="12521" y="230653"/>
                  </a:lnTo>
                  <a:lnTo>
                    <a:pt x="14612" y="235524"/>
                  </a:lnTo>
                  <a:lnTo>
                    <a:pt x="16856" y="240326"/>
                  </a:lnTo>
                  <a:lnTo>
                    <a:pt x="19251" y="245054"/>
                  </a:lnTo>
                  <a:lnTo>
                    <a:pt x="21795" y="249704"/>
                  </a:lnTo>
                  <a:lnTo>
                    <a:pt x="24485" y="254271"/>
                  </a:lnTo>
                  <a:lnTo>
                    <a:pt x="27318" y="258751"/>
                  </a:lnTo>
                  <a:lnTo>
                    <a:pt x="30293" y="263138"/>
                  </a:lnTo>
                  <a:lnTo>
                    <a:pt x="33404" y="267429"/>
                  </a:lnTo>
                  <a:lnTo>
                    <a:pt x="36650" y="271619"/>
                  </a:lnTo>
                  <a:lnTo>
                    <a:pt x="40028" y="275704"/>
                  </a:lnTo>
                  <a:lnTo>
                    <a:pt x="43533" y="279680"/>
                  </a:lnTo>
                  <a:lnTo>
                    <a:pt x="47162" y="283543"/>
                  </a:lnTo>
                  <a:lnTo>
                    <a:pt x="50913" y="287289"/>
                  </a:lnTo>
                  <a:lnTo>
                    <a:pt x="54780" y="290914"/>
                  </a:lnTo>
                  <a:lnTo>
                    <a:pt x="58760" y="294415"/>
                  </a:lnTo>
                  <a:lnTo>
                    <a:pt x="62849" y="297787"/>
                  </a:lnTo>
                  <a:lnTo>
                    <a:pt x="67042" y="301029"/>
                  </a:lnTo>
                  <a:lnTo>
                    <a:pt x="71337" y="304136"/>
                  </a:lnTo>
                  <a:lnTo>
                    <a:pt x="75728" y="307105"/>
                  </a:lnTo>
                  <a:lnTo>
                    <a:pt x="80210" y="309933"/>
                  </a:lnTo>
                  <a:lnTo>
                    <a:pt x="84781" y="312618"/>
                  </a:lnTo>
                  <a:lnTo>
                    <a:pt x="89434" y="315156"/>
                  </a:lnTo>
                  <a:lnTo>
                    <a:pt x="94165" y="317546"/>
                  </a:lnTo>
                  <a:lnTo>
                    <a:pt x="98969" y="319785"/>
                  </a:lnTo>
                  <a:lnTo>
                    <a:pt x="103842" y="321870"/>
                  </a:lnTo>
                  <a:lnTo>
                    <a:pt x="108779" y="323800"/>
                  </a:lnTo>
                  <a:lnTo>
                    <a:pt x="113774" y="325572"/>
                  </a:lnTo>
                  <a:lnTo>
                    <a:pt x="118823" y="327185"/>
                  </a:lnTo>
                  <a:lnTo>
                    <a:pt x="123921" y="328637"/>
                  </a:lnTo>
                  <a:lnTo>
                    <a:pt x="129062" y="329926"/>
                  </a:lnTo>
                  <a:lnTo>
                    <a:pt x="134242" y="331052"/>
                  </a:lnTo>
                  <a:lnTo>
                    <a:pt x="139454" y="332013"/>
                  </a:lnTo>
                  <a:lnTo>
                    <a:pt x="144695" y="332809"/>
                  </a:lnTo>
                  <a:lnTo>
                    <a:pt x="149958" y="333438"/>
                  </a:lnTo>
                  <a:lnTo>
                    <a:pt x="155238" y="333900"/>
                  </a:lnTo>
                  <a:lnTo>
                    <a:pt x="160530" y="334194"/>
                  </a:lnTo>
                  <a:lnTo>
                    <a:pt x="165829" y="334320"/>
                  </a:lnTo>
                  <a:lnTo>
                    <a:pt x="171129" y="334278"/>
                  </a:lnTo>
                  <a:lnTo>
                    <a:pt x="176426" y="334068"/>
                  </a:lnTo>
                  <a:lnTo>
                    <a:pt x="181713" y="333691"/>
                  </a:lnTo>
                  <a:lnTo>
                    <a:pt x="186985" y="333146"/>
                  </a:lnTo>
                  <a:lnTo>
                    <a:pt x="192237" y="332434"/>
                  </a:lnTo>
                  <a:lnTo>
                    <a:pt x="197465" y="331556"/>
                  </a:lnTo>
                  <a:lnTo>
                    <a:pt x="202661" y="330512"/>
                  </a:lnTo>
                  <a:lnTo>
                    <a:pt x="207822" y="329305"/>
                  </a:lnTo>
                  <a:lnTo>
                    <a:pt x="212942" y="327934"/>
                  </a:lnTo>
                  <a:lnTo>
                    <a:pt x="218017" y="326402"/>
                  </a:lnTo>
                  <a:lnTo>
                    <a:pt x="223040" y="324709"/>
                  </a:lnTo>
                  <a:lnTo>
                    <a:pt x="228006" y="322858"/>
                  </a:lnTo>
                  <a:lnTo>
                    <a:pt x="232912" y="320851"/>
                  </a:lnTo>
                  <a:lnTo>
                    <a:pt x="237752" y="318689"/>
                  </a:lnTo>
                  <a:lnTo>
                    <a:pt x="242520" y="316375"/>
                  </a:lnTo>
                  <a:lnTo>
                    <a:pt x="247213" y="313911"/>
                  </a:lnTo>
                  <a:lnTo>
                    <a:pt x="251825" y="311299"/>
                  </a:lnTo>
                  <a:lnTo>
                    <a:pt x="256353" y="308543"/>
                  </a:lnTo>
                  <a:lnTo>
                    <a:pt x="260790" y="305644"/>
                  </a:lnTo>
                  <a:lnTo>
                    <a:pt x="265133" y="302606"/>
                  </a:lnTo>
                  <a:lnTo>
                    <a:pt x="269378" y="299432"/>
                  </a:lnTo>
                  <a:lnTo>
                    <a:pt x="273520" y="296125"/>
                  </a:lnTo>
                  <a:lnTo>
                    <a:pt x="277556" y="292688"/>
                  </a:lnTo>
                  <a:lnTo>
                    <a:pt x="281480" y="289125"/>
                  </a:lnTo>
                  <a:lnTo>
                    <a:pt x="285289" y="285439"/>
                  </a:lnTo>
                  <a:lnTo>
                    <a:pt x="288980" y="281635"/>
                  </a:lnTo>
                  <a:lnTo>
                    <a:pt x="292548" y="277715"/>
                  </a:lnTo>
                  <a:lnTo>
                    <a:pt x="295990" y="273684"/>
                  </a:lnTo>
                  <a:lnTo>
                    <a:pt x="299302" y="269546"/>
                  </a:lnTo>
                  <a:lnTo>
                    <a:pt x="302482" y="265305"/>
                  </a:lnTo>
                  <a:lnTo>
                    <a:pt x="305526" y="260966"/>
                  </a:lnTo>
                  <a:lnTo>
                    <a:pt x="308430" y="256532"/>
                  </a:lnTo>
                  <a:lnTo>
                    <a:pt x="311192" y="252008"/>
                  </a:lnTo>
                  <a:lnTo>
                    <a:pt x="313810" y="247399"/>
                  </a:lnTo>
                  <a:lnTo>
                    <a:pt x="316280" y="242710"/>
                  </a:lnTo>
                  <a:lnTo>
                    <a:pt x="318601" y="237944"/>
                  </a:lnTo>
                  <a:lnTo>
                    <a:pt x="320769" y="233108"/>
                  </a:lnTo>
                  <a:lnTo>
                    <a:pt x="322782" y="228204"/>
                  </a:lnTo>
                  <a:lnTo>
                    <a:pt x="324639" y="223240"/>
                  </a:lnTo>
                  <a:lnTo>
                    <a:pt x="326338" y="218219"/>
                  </a:lnTo>
                  <a:lnTo>
                    <a:pt x="327877" y="213147"/>
                  </a:lnTo>
                  <a:lnTo>
                    <a:pt x="329254" y="208029"/>
                  </a:lnTo>
                  <a:lnTo>
                    <a:pt x="330468" y="202869"/>
                  </a:lnTo>
                  <a:lnTo>
                    <a:pt x="331519" y="197674"/>
                  </a:lnTo>
                  <a:lnTo>
                    <a:pt x="332403" y="192448"/>
                  </a:lnTo>
                  <a:lnTo>
                    <a:pt x="333122" y="187196"/>
                  </a:lnTo>
                  <a:lnTo>
                    <a:pt x="333674" y="181925"/>
                  </a:lnTo>
                  <a:lnTo>
                    <a:pt x="334058" y="176638"/>
                  </a:lnTo>
                  <a:lnTo>
                    <a:pt x="334275" y="171342"/>
                  </a:lnTo>
                  <a:lnTo>
                    <a:pt x="334324" y="166042"/>
                  </a:lnTo>
                  <a:lnTo>
                    <a:pt x="334204" y="160743"/>
                  </a:lnTo>
                  <a:lnTo>
                    <a:pt x="333917" y="155450"/>
                  </a:lnTo>
                  <a:lnTo>
                    <a:pt x="333462" y="150169"/>
                  </a:lnTo>
                  <a:lnTo>
                    <a:pt x="332840" y="144906"/>
                  </a:lnTo>
                  <a:lnTo>
                    <a:pt x="332051" y="139664"/>
                  </a:lnTo>
                  <a:lnTo>
                    <a:pt x="331096" y="134450"/>
                  </a:lnTo>
                  <a:lnTo>
                    <a:pt x="329977" y="129269"/>
                  </a:lnTo>
                  <a:lnTo>
                    <a:pt x="328694" y="124127"/>
                  </a:lnTo>
                  <a:lnTo>
                    <a:pt x="327249" y="119027"/>
                  </a:lnTo>
                  <a:lnTo>
                    <a:pt x="325642" y="113976"/>
                  </a:lnTo>
                  <a:lnTo>
                    <a:pt x="323877" y="108978"/>
                  </a:lnTo>
                  <a:lnTo>
                    <a:pt x="321953" y="104039"/>
                  </a:lnTo>
                  <a:lnTo>
                    <a:pt x="319874" y="99163"/>
                  </a:lnTo>
                  <a:lnTo>
                    <a:pt x="317642" y="94356"/>
                  </a:lnTo>
                  <a:lnTo>
                    <a:pt x="315258" y="89622"/>
                  </a:lnTo>
                  <a:lnTo>
                    <a:pt x="312726" y="84966"/>
                  </a:lnTo>
                  <a:lnTo>
                    <a:pt x="310047" y="80392"/>
                  </a:lnTo>
                  <a:lnTo>
                    <a:pt x="307224" y="75906"/>
                  </a:lnTo>
                  <a:lnTo>
                    <a:pt x="304261" y="71511"/>
                  </a:lnTo>
                  <a:lnTo>
                    <a:pt x="301159" y="67212"/>
                  </a:lnTo>
                  <a:lnTo>
                    <a:pt x="297924" y="63014"/>
                  </a:lnTo>
                  <a:lnTo>
                    <a:pt x="294556" y="58921"/>
                  </a:lnTo>
                  <a:lnTo>
                    <a:pt x="291061" y="54937"/>
                  </a:lnTo>
                  <a:lnTo>
                    <a:pt x="287440" y="51065"/>
                  </a:lnTo>
                  <a:lnTo>
                    <a:pt x="283699" y="47310"/>
                  </a:lnTo>
                  <a:lnTo>
                    <a:pt x="279841" y="43676"/>
                  </a:lnTo>
                  <a:lnTo>
                    <a:pt x="275870" y="40165"/>
                  </a:lnTo>
                  <a:lnTo>
                    <a:pt x="271789" y="36783"/>
                  </a:lnTo>
                  <a:lnTo>
                    <a:pt x="267603" y="33531"/>
                  </a:lnTo>
                  <a:lnTo>
                    <a:pt x="263316" y="30414"/>
                  </a:lnTo>
                  <a:lnTo>
                    <a:pt x="258933" y="27434"/>
                  </a:lnTo>
                  <a:lnTo>
                    <a:pt x="254457" y="24595"/>
                  </a:lnTo>
                  <a:lnTo>
                    <a:pt x="249893" y="21899"/>
                  </a:lnTo>
                  <a:lnTo>
                    <a:pt x="245246" y="19349"/>
                  </a:lnTo>
                  <a:lnTo>
                    <a:pt x="240521" y="16948"/>
                  </a:lnTo>
                  <a:lnTo>
                    <a:pt x="235722" y="14697"/>
                  </a:lnTo>
                  <a:lnTo>
                    <a:pt x="230854" y="12600"/>
                  </a:lnTo>
                  <a:lnTo>
                    <a:pt x="225922" y="10659"/>
                  </a:lnTo>
                  <a:lnTo>
                    <a:pt x="220931" y="8875"/>
                  </a:lnTo>
                  <a:lnTo>
                    <a:pt x="215886" y="7249"/>
                  </a:lnTo>
                  <a:lnTo>
                    <a:pt x="210792" y="5785"/>
                  </a:lnTo>
                  <a:lnTo>
                    <a:pt x="205654" y="4483"/>
                  </a:lnTo>
                  <a:lnTo>
                    <a:pt x="200477" y="3344"/>
                  </a:lnTo>
                  <a:lnTo>
                    <a:pt x="195267" y="2370"/>
                  </a:lnTo>
                  <a:lnTo>
                    <a:pt x="190028" y="1562"/>
                  </a:lnTo>
                  <a:lnTo>
                    <a:pt x="184767" y="920"/>
                  </a:lnTo>
                  <a:lnTo>
                    <a:pt x="179488" y="446"/>
                  </a:lnTo>
                  <a:lnTo>
                    <a:pt x="174196" y="139"/>
                  </a:lnTo>
                  <a:lnTo>
                    <a:pt x="168898" y="0"/>
                  </a:lnTo>
                  <a:lnTo>
                    <a:pt x="167160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1737" cy="167167"/>
            </a:xfrm>
            <a:custGeom>
              <a:avLst/>
              <a:pathLst>
                <a:path w="1737" h="167167">
                  <a:moveTo>
                    <a:pt x="1737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2025-06-05T14:09:37Z</dcterms:modified>
  <cp:category/>
</cp:coreProperties>
</file>