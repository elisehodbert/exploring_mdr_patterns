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24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13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78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93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24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224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80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50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31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46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5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5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93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37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9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23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4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24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58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3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40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63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24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35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98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24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43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3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24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5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3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24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80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58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37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03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56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80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14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09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80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38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58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60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14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138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5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38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60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06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36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178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93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51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24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80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50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93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51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98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44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50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78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93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9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23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24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178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3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43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3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24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51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3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78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7308" y="3170392"/>
              <a:ext cx="56470" cy="167167"/>
            </a:xfrm>
            <a:custGeom>
              <a:avLst/>
              <a:pathLst>
                <a:path w="56470" h="167167">
                  <a:moveTo>
                    <a:pt x="56470" y="0"/>
                  </a:moveTo>
                  <a:lnTo>
                    <a:pt x="50071" y="122"/>
                  </a:lnTo>
                  <a:lnTo>
                    <a:pt x="43681" y="489"/>
                  </a:lnTo>
                  <a:lnTo>
                    <a:pt x="37311" y="1101"/>
                  </a:lnTo>
                  <a:lnTo>
                    <a:pt x="30968" y="1956"/>
                  </a:lnTo>
                  <a:lnTo>
                    <a:pt x="24663" y="3053"/>
                  </a:lnTo>
                  <a:lnTo>
                    <a:pt x="18404" y="4391"/>
                  </a:lnTo>
                  <a:lnTo>
                    <a:pt x="12201" y="5967"/>
                  </a:lnTo>
                  <a:lnTo>
                    <a:pt x="6064" y="7780"/>
                  </a:lnTo>
                  <a:lnTo>
                    <a:pt x="0" y="9826"/>
                  </a:lnTo>
                  <a:lnTo>
                    <a:pt x="5647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7308" y="3180219"/>
              <a:ext cx="56470" cy="157340"/>
            </a:xfrm>
            <a:custGeom>
              <a:avLst/>
              <a:pathLst>
                <a:path w="56470" h="157340">
                  <a:moveTo>
                    <a:pt x="0" y="0"/>
                  </a:moveTo>
                  <a:lnTo>
                    <a:pt x="56470" y="1573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816620" y="3170841"/>
              <a:ext cx="334321" cy="333881"/>
            </a:xfrm>
            <a:custGeom>
              <a:avLst/>
              <a:pathLst>
                <a:path w="334321" h="333881">
                  <a:moveTo>
                    <a:pt x="110688" y="9377"/>
                  </a:moveTo>
                  <a:lnTo>
                    <a:pt x="105729" y="11246"/>
                  </a:lnTo>
                  <a:lnTo>
                    <a:pt x="100831" y="13272"/>
                  </a:lnTo>
                  <a:lnTo>
                    <a:pt x="96001" y="15451"/>
                  </a:lnTo>
                  <a:lnTo>
                    <a:pt x="91241" y="17783"/>
                  </a:lnTo>
                  <a:lnTo>
                    <a:pt x="86558" y="20264"/>
                  </a:lnTo>
                  <a:lnTo>
                    <a:pt x="81957" y="22893"/>
                  </a:lnTo>
                  <a:lnTo>
                    <a:pt x="77440" y="25666"/>
                  </a:lnTo>
                  <a:lnTo>
                    <a:pt x="73014" y="28581"/>
                  </a:lnTo>
                  <a:lnTo>
                    <a:pt x="68683" y="31634"/>
                  </a:lnTo>
                  <a:lnTo>
                    <a:pt x="64450" y="34824"/>
                  </a:lnTo>
                  <a:lnTo>
                    <a:pt x="60321" y="38146"/>
                  </a:lnTo>
                  <a:lnTo>
                    <a:pt x="56299" y="41597"/>
                  </a:lnTo>
                  <a:lnTo>
                    <a:pt x="52388" y="45174"/>
                  </a:lnTo>
                  <a:lnTo>
                    <a:pt x="48593" y="48873"/>
                  </a:lnTo>
                  <a:lnTo>
                    <a:pt x="44917" y="52691"/>
                  </a:lnTo>
                  <a:lnTo>
                    <a:pt x="41364" y="56623"/>
                  </a:lnTo>
                  <a:lnTo>
                    <a:pt x="37938" y="60666"/>
                  </a:lnTo>
                  <a:lnTo>
                    <a:pt x="34641" y="64815"/>
                  </a:lnTo>
                  <a:lnTo>
                    <a:pt x="31477" y="69067"/>
                  </a:lnTo>
                  <a:lnTo>
                    <a:pt x="28450" y="73417"/>
                  </a:lnTo>
                  <a:lnTo>
                    <a:pt x="25562" y="77861"/>
                  </a:lnTo>
                  <a:lnTo>
                    <a:pt x="22817" y="82394"/>
                  </a:lnTo>
                  <a:lnTo>
                    <a:pt x="20216" y="87012"/>
                  </a:lnTo>
                  <a:lnTo>
                    <a:pt x="17763" y="91710"/>
                  </a:lnTo>
                  <a:lnTo>
                    <a:pt x="15461" y="96483"/>
                  </a:lnTo>
                  <a:lnTo>
                    <a:pt x="13311" y="101327"/>
                  </a:lnTo>
                  <a:lnTo>
                    <a:pt x="11315" y="106237"/>
                  </a:lnTo>
                  <a:lnTo>
                    <a:pt x="9476" y="111207"/>
                  </a:lnTo>
                  <a:lnTo>
                    <a:pt x="7796" y="116234"/>
                  </a:lnTo>
                  <a:lnTo>
                    <a:pt x="6276" y="121311"/>
                  </a:lnTo>
                  <a:lnTo>
                    <a:pt x="4917" y="126433"/>
                  </a:lnTo>
                  <a:lnTo>
                    <a:pt x="3722" y="131596"/>
                  </a:lnTo>
                  <a:lnTo>
                    <a:pt x="2691" y="136795"/>
                  </a:lnTo>
                  <a:lnTo>
                    <a:pt x="1825" y="142023"/>
                  </a:lnTo>
                  <a:lnTo>
                    <a:pt x="1125" y="147276"/>
                  </a:lnTo>
                  <a:lnTo>
                    <a:pt x="592" y="152549"/>
                  </a:lnTo>
                  <a:lnTo>
                    <a:pt x="227" y="157836"/>
                  </a:lnTo>
                  <a:lnTo>
                    <a:pt x="29" y="163132"/>
                  </a:lnTo>
                  <a:lnTo>
                    <a:pt x="0" y="168432"/>
                  </a:lnTo>
                  <a:lnTo>
                    <a:pt x="138" y="173730"/>
                  </a:lnTo>
                  <a:lnTo>
                    <a:pt x="444" y="179021"/>
                  </a:lnTo>
                  <a:lnTo>
                    <a:pt x="918" y="184299"/>
                  </a:lnTo>
                  <a:lnTo>
                    <a:pt x="1559" y="189560"/>
                  </a:lnTo>
                  <a:lnTo>
                    <a:pt x="2366" y="194798"/>
                  </a:lnTo>
                  <a:lnTo>
                    <a:pt x="3339" y="200008"/>
                  </a:lnTo>
                  <a:lnTo>
                    <a:pt x="4476" y="205184"/>
                  </a:lnTo>
                  <a:lnTo>
                    <a:pt x="5778" y="210321"/>
                  </a:lnTo>
                  <a:lnTo>
                    <a:pt x="7241" y="215415"/>
                  </a:lnTo>
                  <a:lnTo>
                    <a:pt x="8865" y="220460"/>
                  </a:lnTo>
                  <a:lnTo>
                    <a:pt x="10648" y="225450"/>
                  </a:lnTo>
                  <a:lnTo>
                    <a:pt x="12588" y="230382"/>
                  </a:lnTo>
                  <a:lnTo>
                    <a:pt x="14684" y="235250"/>
                  </a:lnTo>
                  <a:lnTo>
                    <a:pt x="16933" y="240049"/>
                  </a:lnTo>
                  <a:lnTo>
                    <a:pt x="19333" y="244774"/>
                  </a:lnTo>
                  <a:lnTo>
                    <a:pt x="21882" y="249420"/>
                  </a:lnTo>
                  <a:lnTo>
                    <a:pt x="24576" y="253984"/>
                  </a:lnTo>
                  <a:lnTo>
                    <a:pt x="27414" y="258460"/>
                  </a:lnTo>
                  <a:lnTo>
                    <a:pt x="30392" y="262843"/>
                  </a:lnTo>
                  <a:lnTo>
                    <a:pt x="33508" y="267130"/>
                  </a:lnTo>
                  <a:lnTo>
                    <a:pt x="36758" y="271316"/>
                  </a:lnTo>
                  <a:lnTo>
                    <a:pt x="40140" y="275397"/>
                  </a:lnTo>
                  <a:lnTo>
                    <a:pt x="43648" y="279369"/>
                  </a:lnTo>
                  <a:lnTo>
                    <a:pt x="47281" y="283228"/>
                  </a:lnTo>
                  <a:lnTo>
                    <a:pt x="51035" y="286969"/>
                  </a:lnTo>
                  <a:lnTo>
                    <a:pt x="54905" y="290590"/>
                  </a:lnTo>
                  <a:lnTo>
                    <a:pt x="58888" y="294086"/>
                  </a:lnTo>
                  <a:lnTo>
                    <a:pt x="62980" y="297454"/>
                  </a:lnTo>
                  <a:lnTo>
                    <a:pt x="67177" y="300690"/>
                  </a:lnTo>
                  <a:lnTo>
                    <a:pt x="71474" y="303792"/>
                  </a:lnTo>
                  <a:lnTo>
                    <a:pt x="75867" y="306757"/>
                  </a:lnTo>
                  <a:lnTo>
                    <a:pt x="80352" y="309580"/>
                  </a:lnTo>
                  <a:lnTo>
                    <a:pt x="84924" y="312260"/>
                  </a:lnTo>
                  <a:lnTo>
                    <a:pt x="89579" y="314793"/>
                  </a:lnTo>
                  <a:lnTo>
                    <a:pt x="94312" y="317178"/>
                  </a:lnTo>
                  <a:lnTo>
                    <a:pt x="99118" y="319412"/>
                  </a:lnTo>
                  <a:lnTo>
                    <a:pt x="103992" y="321492"/>
                  </a:lnTo>
                  <a:lnTo>
                    <a:pt x="108930" y="323416"/>
                  </a:lnTo>
                  <a:lnTo>
                    <a:pt x="113926" y="325183"/>
                  </a:lnTo>
                  <a:lnTo>
                    <a:pt x="118976" y="326791"/>
                  </a:lnTo>
                  <a:lnTo>
                    <a:pt x="124075" y="328238"/>
                  </a:lnTo>
                  <a:lnTo>
                    <a:pt x="129216" y="329523"/>
                  </a:lnTo>
                  <a:lnTo>
                    <a:pt x="134396" y="330643"/>
                  </a:lnTo>
                  <a:lnTo>
                    <a:pt x="139609" y="331600"/>
                  </a:lnTo>
                  <a:lnTo>
                    <a:pt x="144849" y="332390"/>
                  </a:lnTo>
                  <a:lnTo>
                    <a:pt x="150112" y="333014"/>
                  </a:lnTo>
                  <a:lnTo>
                    <a:pt x="155392" y="333471"/>
                  </a:lnTo>
                  <a:lnTo>
                    <a:pt x="160684" y="333760"/>
                  </a:lnTo>
                  <a:lnTo>
                    <a:pt x="165982" y="333881"/>
                  </a:lnTo>
                  <a:lnTo>
                    <a:pt x="171282" y="333834"/>
                  </a:lnTo>
                  <a:lnTo>
                    <a:pt x="176577" y="333620"/>
                  </a:lnTo>
                  <a:lnTo>
                    <a:pt x="181863" y="333237"/>
                  </a:lnTo>
                  <a:lnTo>
                    <a:pt x="187134" y="332687"/>
                  </a:lnTo>
                  <a:lnTo>
                    <a:pt x="192385" y="331971"/>
                  </a:lnTo>
                  <a:lnTo>
                    <a:pt x="197611" y="331088"/>
                  </a:lnTo>
                  <a:lnTo>
                    <a:pt x="202806" y="330040"/>
                  </a:lnTo>
                  <a:lnTo>
                    <a:pt x="207965" y="328828"/>
                  </a:lnTo>
                  <a:lnTo>
                    <a:pt x="213083" y="327453"/>
                  </a:lnTo>
                  <a:lnTo>
                    <a:pt x="218155" y="325917"/>
                  </a:lnTo>
                  <a:lnTo>
                    <a:pt x="223176" y="324220"/>
                  </a:lnTo>
                  <a:lnTo>
                    <a:pt x="228141" y="322365"/>
                  </a:lnTo>
                  <a:lnTo>
                    <a:pt x="233044" y="320354"/>
                  </a:lnTo>
                  <a:lnTo>
                    <a:pt x="237881" y="318188"/>
                  </a:lnTo>
                  <a:lnTo>
                    <a:pt x="242647" y="315870"/>
                  </a:lnTo>
                  <a:lnTo>
                    <a:pt x="247337" y="313402"/>
                  </a:lnTo>
                  <a:lnTo>
                    <a:pt x="251946" y="310787"/>
                  </a:lnTo>
                  <a:lnTo>
                    <a:pt x="256470" y="308027"/>
                  </a:lnTo>
                  <a:lnTo>
                    <a:pt x="260905" y="305125"/>
                  </a:lnTo>
                  <a:lnTo>
                    <a:pt x="265245" y="302084"/>
                  </a:lnTo>
                  <a:lnTo>
                    <a:pt x="269487" y="298906"/>
                  </a:lnTo>
                  <a:lnTo>
                    <a:pt x="273626" y="295596"/>
                  </a:lnTo>
                  <a:lnTo>
                    <a:pt x="277657" y="292157"/>
                  </a:lnTo>
                  <a:lnTo>
                    <a:pt x="281578" y="288591"/>
                  </a:lnTo>
                  <a:lnTo>
                    <a:pt x="285384" y="284903"/>
                  </a:lnTo>
                  <a:lnTo>
                    <a:pt x="289071" y="281096"/>
                  </a:lnTo>
                  <a:lnTo>
                    <a:pt x="292635" y="277174"/>
                  </a:lnTo>
                  <a:lnTo>
                    <a:pt x="296073" y="273141"/>
                  </a:lnTo>
                  <a:lnTo>
                    <a:pt x="299382" y="269001"/>
                  </a:lnTo>
                  <a:lnTo>
                    <a:pt x="302558" y="264758"/>
                  </a:lnTo>
                  <a:lnTo>
                    <a:pt x="305598" y="260417"/>
                  </a:lnTo>
                  <a:lnTo>
                    <a:pt x="308498" y="255981"/>
                  </a:lnTo>
                  <a:lnTo>
                    <a:pt x="311257" y="251456"/>
                  </a:lnTo>
                  <a:lnTo>
                    <a:pt x="313870" y="246846"/>
                  </a:lnTo>
                  <a:lnTo>
                    <a:pt x="316337" y="242155"/>
                  </a:lnTo>
                  <a:lnTo>
                    <a:pt x="318653" y="237388"/>
                  </a:lnTo>
                  <a:lnTo>
                    <a:pt x="320817" y="232550"/>
                  </a:lnTo>
                  <a:lnTo>
                    <a:pt x="322827" y="227646"/>
                  </a:lnTo>
                  <a:lnTo>
                    <a:pt x="324680" y="222681"/>
                  </a:lnTo>
                  <a:lnTo>
                    <a:pt x="326375" y="217660"/>
                  </a:lnTo>
                  <a:lnTo>
                    <a:pt x="327909" y="212587"/>
                  </a:lnTo>
                  <a:lnTo>
                    <a:pt x="329283" y="207469"/>
                  </a:lnTo>
                  <a:lnTo>
                    <a:pt x="330493" y="202309"/>
                  </a:lnTo>
                  <a:lnTo>
                    <a:pt x="331539" y="197113"/>
                  </a:lnTo>
                  <a:lnTo>
                    <a:pt x="332420" y="191887"/>
                  </a:lnTo>
                  <a:lnTo>
                    <a:pt x="333135" y="186636"/>
                  </a:lnTo>
                  <a:lnTo>
                    <a:pt x="333683" y="181365"/>
                  </a:lnTo>
                  <a:lnTo>
                    <a:pt x="334063" y="176079"/>
                  </a:lnTo>
                  <a:lnTo>
                    <a:pt x="334276" y="170783"/>
                  </a:lnTo>
                  <a:lnTo>
                    <a:pt x="334321" y="165484"/>
                  </a:lnTo>
                  <a:lnTo>
                    <a:pt x="334198" y="160186"/>
                  </a:lnTo>
                  <a:lnTo>
                    <a:pt x="333907" y="154894"/>
                  </a:lnTo>
                  <a:lnTo>
                    <a:pt x="333448" y="149614"/>
                  </a:lnTo>
                  <a:lnTo>
                    <a:pt x="332823" y="144352"/>
                  </a:lnTo>
                  <a:lnTo>
                    <a:pt x="332030" y="139111"/>
                  </a:lnTo>
                  <a:lnTo>
                    <a:pt x="331072" y="133899"/>
                  </a:lnTo>
                  <a:lnTo>
                    <a:pt x="329950" y="128720"/>
                  </a:lnTo>
                  <a:lnTo>
                    <a:pt x="328663" y="123578"/>
                  </a:lnTo>
                  <a:lnTo>
                    <a:pt x="327215" y="118481"/>
                  </a:lnTo>
                  <a:lnTo>
                    <a:pt x="325605" y="113431"/>
                  </a:lnTo>
                  <a:lnTo>
                    <a:pt x="323836" y="108435"/>
                  </a:lnTo>
                  <a:lnTo>
                    <a:pt x="321910" y="103498"/>
                  </a:lnTo>
                  <a:lnTo>
                    <a:pt x="319828" y="98624"/>
                  </a:lnTo>
                  <a:lnTo>
                    <a:pt x="317593" y="93819"/>
                  </a:lnTo>
                  <a:lnTo>
                    <a:pt x="315207" y="89087"/>
                  </a:lnTo>
                  <a:lnTo>
                    <a:pt x="312672" y="84433"/>
                  </a:lnTo>
                  <a:lnTo>
                    <a:pt x="309990" y="79862"/>
                  </a:lnTo>
                  <a:lnTo>
                    <a:pt x="307165" y="75378"/>
                  </a:lnTo>
                  <a:lnTo>
                    <a:pt x="304199" y="70986"/>
                  </a:lnTo>
                  <a:lnTo>
                    <a:pt x="301096" y="66690"/>
                  </a:lnTo>
                  <a:lnTo>
                    <a:pt x="297858" y="62494"/>
                  </a:lnTo>
                  <a:lnTo>
                    <a:pt x="294488" y="58404"/>
                  </a:lnTo>
                  <a:lnTo>
                    <a:pt x="290991" y="54422"/>
                  </a:lnTo>
                  <a:lnTo>
                    <a:pt x="287369" y="50553"/>
                  </a:lnTo>
                  <a:lnTo>
                    <a:pt x="283626" y="46801"/>
                  </a:lnTo>
                  <a:lnTo>
                    <a:pt x="279767" y="43169"/>
                  </a:lnTo>
                  <a:lnTo>
                    <a:pt x="275794" y="39662"/>
                  </a:lnTo>
                  <a:lnTo>
                    <a:pt x="271712" y="36282"/>
                  </a:lnTo>
                  <a:lnTo>
                    <a:pt x="267524" y="33033"/>
                  </a:lnTo>
                  <a:lnTo>
                    <a:pt x="263236" y="29919"/>
                  </a:lnTo>
                  <a:lnTo>
                    <a:pt x="258852" y="26942"/>
                  </a:lnTo>
                  <a:lnTo>
                    <a:pt x="254375" y="24106"/>
                  </a:lnTo>
                  <a:lnTo>
                    <a:pt x="249810" y="21413"/>
                  </a:lnTo>
                  <a:lnTo>
                    <a:pt x="245163" y="18866"/>
                  </a:lnTo>
                  <a:lnTo>
                    <a:pt x="240437" y="16467"/>
                  </a:lnTo>
                  <a:lnTo>
                    <a:pt x="235637" y="14220"/>
                  </a:lnTo>
                  <a:lnTo>
                    <a:pt x="230769" y="12126"/>
                  </a:lnTo>
                  <a:lnTo>
                    <a:pt x="225836" y="10187"/>
                  </a:lnTo>
                  <a:lnTo>
                    <a:pt x="220845" y="8406"/>
                  </a:lnTo>
                  <a:lnTo>
                    <a:pt x="215800" y="6784"/>
                  </a:lnTo>
                  <a:lnTo>
                    <a:pt x="210706" y="5322"/>
                  </a:lnTo>
                  <a:lnTo>
                    <a:pt x="205568" y="4023"/>
                  </a:lnTo>
                  <a:lnTo>
                    <a:pt x="200391" y="2887"/>
                  </a:lnTo>
                  <a:lnTo>
                    <a:pt x="195181" y="1916"/>
                  </a:lnTo>
                  <a:lnTo>
                    <a:pt x="189943" y="1110"/>
                  </a:lnTo>
                  <a:lnTo>
                    <a:pt x="184682" y="471"/>
                  </a:lnTo>
                  <a:lnTo>
                    <a:pt x="179403" y="0"/>
                  </a:lnTo>
                  <a:lnTo>
                    <a:pt x="167158" y="1667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83779" y="3170392"/>
              <a:ext cx="12245" cy="167167"/>
            </a:xfrm>
            <a:custGeom>
              <a:avLst/>
              <a:pathLst>
                <a:path w="12245" h="167167">
                  <a:moveTo>
                    <a:pt x="12245" y="44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1858" y="2633064"/>
              <a:ext cx="167152" cy="256346"/>
            </a:xfrm>
            <a:custGeom>
              <a:avLst/>
              <a:pathLst>
                <a:path w="167152" h="256346">
                  <a:moveTo>
                    <a:pt x="167152" y="0"/>
                  </a:moveTo>
                  <a:lnTo>
                    <a:pt x="161750" y="87"/>
                  </a:lnTo>
                  <a:lnTo>
                    <a:pt x="156352" y="349"/>
                  </a:lnTo>
                  <a:lnTo>
                    <a:pt x="150966" y="785"/>
                  </a:lnTo>
                  <a:lnTo>
                    <a:pt x="145597" y="1395"/>
                  </a:lnTo>
                  <a:lnTo>
                    <a:pt x="140251" y="2178"/>
                  </a:lnTo>
                  <a:lnTo>
                    <a:pt x="134933" y="3134"/>
                  </a:lnTo>
                  <a:lnTo>
                    <a:pt x="129648" y="4261"/>
                  </a:lnTo>
                  <a:lnTo>
                    <a:pt x="124402" y="5558"/>
                  </a:lnTo>
                  <a:lnTo>
                    <a:pt x="119201" y="7024"/>
                  </a:lnTo>
                  <a:lnTo>
                    <a:pt x="114051" y="8658"/>
                  </a:lnTo>
                  <a:lnTo>
                    <a:pt x="108955" y="10457"/>
                  </a:lnTo>
                  <a:lnTo>
                    <a:pt x="103921" y="12420"/>
                  </a:lnTo>
                  <a:lnTo>
                    <a:pt x="98952" y="14544"/>
                  </a:lnTo>
                  <a:lnTo>
                    <a:pt x="94055" y="16828"/>
                  </a:lnTo>
                  <a:lnTo>
                    <a:pt x="89235" y="19269"/>
                  </a:lnTo>
                  <a:lnTo>
                    <a:pt x="84495" y="21865"/>
                  </a:lnTo>
                  <a:lnTo>
                    <a:pt x="79842" y="24612"/>
                  </a:lnTo>
                  <a:lnTo>
                    <a:pt x="75280" y="27509"/>
                  </a:lnTo>
                  <a:lnTo>
                    <a:pt x="70815" y="30551"/>
                  </a:lnTo>
                  <a:lnTo>
                    <a:pt x="66449" y="33736"/>
                  </a:lnTo>
                  <a:lnTo>
                    <a:pt x="62190" y="37060"/>
                  </a:lnTo>
                  <a:lnTo>
                    <a:pt x="58039" y="40521"/>
                  </a:lnTo>
                  <a:lnTo>
                    <a:pt x="54003" y="44113"/>
                  </a:lnTo>
                  <a:lnTo>
                    <a:pt x="50085" y="47835"/>
                  </a:lnTo>
                  <a:lnTo>
                    <a:pt x="46289" y="51681"/>
                  </a:lnTo>
                  <a:lnTo>
                    <a:pt x="42620" y="55647"/>
                  </a:lnTo>
                  <a:lnTo>
                    <a:pt x="39081" y="59730"/>
                  </a:lnTo>
                  <a:lnTo>
                    <a:pt x="35675" y="63926"/>
                  </a:lnTo>
                  <a:lnTo>
                    <a:pt x="32407" y="68229"/>
                  </a:lnTo>
                  <a:lnTo>
                    <a:pt x="29280" y="72636"/>
                  </a:lnTo>
                  <a:lnTo>
                    <a:pt x="26297" y="77141"/>
                  </a:lnTo>
                  <a:lnTo>
                    <a:pt x="23461" y="81741"/>
                  </a:lnTo>
                  <a:lnTo>
                    <a:pt x="20775" y="86429"/>
                  </a:lnTo>
                  <a:lnTo>
                    <a:pt x="18242" y="91203"/>
                  </a:lnTo>
                  <a:lnTo>
                    <a:pt x="15864" y="96055"/>
                  </a:lnTo>
                  <a:lnTo>
                    <a:pt x="13645" y="100982"/>
                  </a:lnTo>
                  <a:lnTo>
                    <a:pt x="11586" y="105978"/>
                  </a:lnTo>
                  <a:lnTo>
                    <a:pt x="9690" y="111038"/>
                  </a:lnTo>
                  <a:lnTo>
                    <a:pt x="7958" y="116156"/>
                  </a:lnTo>
                  <a:lnTo>
                    <a:pt x="6393" y="121328"/>
                  </a:lnTo>
                  <a:lnTo>
                    <a:pt x="4995" y="126548"/>
                  </a:lnTo>
                  <a:lnTo>
                    <a:pt x="3767" y="131810"/>
                  </a:lnTo>
                  <a:lnTo>
                    <a:pt x="2710" y="137109"/>
                  </a:lnTo>
                  <a:lnTo>
                    <a:pt x="1824" y="142440"/>
                  </a:lnTo>
                  <a:lnTo>
                    <a:pt x="1111" y="147796"/>
                  </a:lnTo>
                  <a:lnTo>
                    <a:pt x="572" y="153172"/>
                  </a:lnTo>
                  <a:lnTo>
                    <a:pt x="207" y="158564"/>
                  </a:lnTo>
                  <a:lnTo>
                    <a:pt x="16" y="163964"/>
                  </a:lnTo>
                  <a:lnTo>
                    <a:pt x="0" y="169367"/>
                  </a:lnTo>
                  <a:lnTo>
                    <a:pt x="158" y="174769"/>
                  </a:lnTo>
                  <a:lnTo>
                    <a:pt x="491" y="180162"/>
                  </a:lnTo>
                  <a:lnTo>
                    <a:pt x="998" y="185542"/>
                  </a:lnTo>
                  <a:lnTo>
                    <a:pt x="1679" y="190902"/>
                  </a:lnTo>
                  <a:lnTo>
                    <a:pt x="2532" y="196238"/>
                  </a:lnTo>
                  <a:lnTo>
                    <a:pt x="3558" y="201543"/>
                  </a:lnTo>
                  <a:lnTo>
                    <a:pt x="4754" y="206813"/>
                  </a:lnTo>
                  <a:lnTo>
                    <a:pt x="6120" y="212041"/>
                  </a:lnTo>
                  <a:lnTo>
                    <a:pt x="7655" y="217222"/>
                  </a:lnTo>
                  <a:lnTo>
                    <a:pt x="9356" y="222351"/>
                  </a:lnTo>
                  <a:lnTo>
                    <a:pt x="11222" y="227422"/>
                  </a:lnTo>
                  <a:lnTo>
                    <a:pt x="13251" y="232430"/>
                  </a:lnTo>
                  <a:lnTo>
                    <a:pt x="15441" y="237370"/>
                  </a:lnTo>
                  <a:lnTo>
                    <a:pt x="17789" y="242237"/>
                  </a:lnTo>
                  <a:lnTo>
                    <a:pt x="20293" y="247025"/>
                  </a:lnTo>
                  <a:lnTo>
                    <a:pt x="22951" y="251730"/>
                  </a:lnTo>
                  <a:lnTo>
                    <a:pt x="25759" y="256346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77618" y="2800231"/>
              <a:ext cx="141393" cy="89179"/>
            </a:xfrm>
            <a:custGeom>
              <a:avLst/>
              <a:pathLst>
                <a:path w="141393" h="89179">
                  <a:moveTo>
                    <a:pt x="0" y="89179"/>
                  </a:moveTo>
                  <a:lnTo>
                    <a:pt x="1413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77618" y="2643309"/>
              <a:ext cx="308557" cy="324075"/>
            </a:xfrm>
            <a:custGeom>
              <a:avLst/>
              <a:pathLst>
                <a:path w="308557" h="324075">
                  <a:moveTo>
                    <a:pt x="0" y="246101"/>
                  </a:moveTo>
                  <a:lnTo>
                    <a:pt x="2917" y="250567"/>
                  </a:lnTo>
                  <a:lnTo>
                    <a:pt x="5976" y="254938"/>
                  </a:lnTo>
                  <a:lnTo>
                    <a:pt x="9172" y="259209"/>
                  </a:lnTo>
                  <a:lnTo>
                    <a:pt x="12503" y="263376"/>
                  </a:lnTo>
                  <a:lnTo>
                    <a:pt x="15966" y="267435"/>
                  </a:lnTo>
                  <a:lnTo>
                    <a:pt x="19556" y="271381"/>
                  </a:lnTo>
                  <a:lnTo>
                    <a:pt x="23270" y="275210"/>
                  </a:lnTo>
                  <a:lnTo>
                    <a:pt x="27105" y="278919"/>
                  </a:lnTo>
                  <a:lnTo>
                    <a:pt x="31056" y="282503"/>
                  </a:lnTo>
                  <a:lnTo>
                    <a:pt x="35119" y="285960"/>
                  </a:lnTo>
                  <a:lnTo>
                    <a:pt x="39291" y="289286"/>
                  </a:lnTo>
                  <a:lnTo>
                    <a:pt x="43566" y="292476"/>
                  </a:lnTo>
                  <a:lnTo>
                    <a:pt x="47941" y="295529"/>
                  </a:lnTo>
                  <a:lnTo>
                    <a:pt x="52412" y="298440"/>
                  </a:lnTo>
                  <a:lnTo>
                    <a:pt x="56973" y="301207"/>
                  </a:lnTo>
                  <a:lnTo>
                    <a:pt x="61620" y="303827"/>
                  </a:lnTo>
                  <a:lnTo>
                    <a:pt x="66348" y="306298"/>
                  </a:lnTo>
                  <a:lnTo>
                    <a:pt x="71152" y="308616"/>
                  </a:lnTo>
                  <a:lnTo>
                    <a:pt x="76028" y="310780"/>
                  </a:lnTo>
                  <a:lnTo>
                    <a:pt x="80971" y="312788"/>
                  </a:lnTo>
                  <a:lnTo>
                    <a:pt x="85975" y="314636"/>
                  </a:lnTo>
                  <a:lnTo>
                    <a:pt x="91036" y="316324"/>
                  </a:lnTo>
                  <a:lnTo>
                    <a:pt x="96148" y="317850"/>
                  </a:lnTo>
                  <a:lnTo>
                    <a:pt x="101306" y="319212"/>
                  </a:lnTo>
                  <a:lnTo>
                    <a:pt x="106505" y="320408"/>
                  </a:lnTo>
                  <a:lnTo>
                    <a:pt x="111739" y="321438"/>
                  </a:lnTo>
                  <a:lnTo>
                    <a:pt x="117004" y="322301"/>
                  </a:lnTo>
                  <a:lnTo>
                    <a:pt x="122293" y="322995"/>
                  </a:lnTo>
                  <a:lnTo>
                    <a:pt x="127602" y="323520"/>
                  </a:lnTo>
                  <a:lnTo>
                    <a:pt x="132925" y="323875"/>
                  </a:lnTo>
                  <a:lnTo>
                    <a:pt x="138257" y="324060"/>
                  </a:lnTo>
                  <a:lnTo>
                    <a:pt x="143591" y="324075"/>
                  </a:lnTo>
                  <a:lnTo>
                    <a:pt x="148924" y="323920"/>
                  </a:lnTo>
                  <a:lnTo>
                    <a:pt x="154249" y="323594"/>
                  </a:lnTo>
                  <a:lnTo>
                    <a:pt x="159561" y="323099"/>
                  </a:lnTo>
                  <a:lnTo>
                    <a:pt x="164854" y="322435"/>
                  </a:lnTo>
                  <a:lnTo>
                    <a:pt x="170123" y="321602"/>
                  </a:lnTo>
                  <a:lnTo>
                    <a:pt x="175363" y="320601"/>
                  </a:lnTo>
                  <a:lnTo>
                    <a:pt x="180569" y="319434"/>
                  </a:lnTo>
                  <a:lnTo>
                    <a:pt x="185734" y="318101"/>
                  </a:lnTo>
                  <a:lnTo>
                    <a:pt x="190855" y="316604"/>
                  </a:lnTo>
                  <a:lnTo>
                    <a:pt x="195925" y="314945"/>
                  </a:lnTo>
                  <a:lnTo>
                    <a:pt x="200939" y="313124"/>
                  </a:lnTo>
                  <a:lnTo>
                    <a:pt x="205893" y="311145"/>
                  </a:lnTo>
                  <a:lnTo>
                    <a:pt x="210781" y="309008"/>
                  </a:lnTo>
                  <a:lnTo>
                    <a:pt x="215599" y="306716"/>
                  </a:lnTo>
                  <a:lnTo>
                    <a:pt x="220341" y="304272"/>
                  </a:lnTo>
                  <a:lnTo>
                    <a:pt x="225002" y="301678"/>
                  </a:lnTo>
                  <a:lnTo>
                    <a:pt x="229579" y="298937"/>
                  </a:lnTo>
                  <a:lnTo>
                    <a:pt x="234065" y="296050"/>
                  </a:lnTo>
                  <a:lnTo>
                    <a:pt x="238458" y="293022"/>
                  </a:lnTo>
                  <a:lnTo>
                    <a:pt x="242751" y="289856"/>
                  </a:lnTo>
                  <a:lnTo>
                    <a:pt x="246941" y="286554"/>
                  </a:lnTo>
                  <a:lnTo>
                    <a:pt x="251024" y="283120"/>
                  </a:lnTo>
                  <a:lnTo>
                    <a:pt x="254995" y="279558"/>
                  </a:lnTo>
                  <a:lnTo>
                    <a:pt x="258850" y="275870"/>
                  </a:lnTo>
                  <a:lnTo>
                    <a:pt x="262586" y="272062"/>
                  </a:lnTo>
                  <a:lnTo>
                    <a:pt x="266198" y="268136"/>
                  </a:lnTo>
                  <a:lnTo>
                    <a:pt x="269683" y="264097"/>
                  </a:lnTo>
                  <a:lnTo>
                    <a:pt x="273038" y="259949"/>
                  </a:lnTo>
                  <a:lnTo>
                    <a:pt x="276258" y="255696"/>
                  </a:lnTo>
                  <a:lnTo>
                    <a:pt x="279341" y="251342"/>
                  </a:lnTo>
                  <a:lnTo>
                    <a:pt x="282284" y="246892"/>
                  </a:lnTo>
                  <a:lnTo>
                    <a:pt x="285083" y="242351"/>
                  </a:lnTo>
                  <a:lnTo>
                    <a:pt x="287735" y="237722"/>
                  </a:lnTo>
                  <a:lnTo>
                    <a:pt x="290239" y="233012"/>
                  </a:lnTo>
                  <a:lnTo>
                    <a:pt x="292591" y="228224"/>
                  </a:lnTo>
                  <a:lnTo>
                    <a:pt x="294789" y="223363"/>
                  </a:lnTo>
                  <a:lnTo>
                    <a:pt x="296831" y="218434"/>
                  </a:lnTo>
                  <a:lnTo>
                    <a:pt x="298715" y="213443"/>
                  </a:lnTo>
                  <a:lnTo>
                    <a:pt x="300438" y="208394"/>
                  </a:lnTo>
                  <a:lnTo>
                    <a:pt x="302000" y="203293"/>
                  </a:lnTo>
                  <a:lnTo>
                    <a:pt x="303398" y="198145"/>
                  </a:lnTo>
                  <a:lnTo>
                    <a:pt x="304631" y="192954"/>
                  </a:lnTo>
                  <a:lnTo>
                    <a:pt x="305697" y="187727"/>
                  </a:lnTo>
                  <a:lnTo>
                    <a:pt x="306596" y="182469"/>
                  </a:lnTo>
                  <a:lnTo>
                    <a:pt x="307328" y="177185"/>
                  </a:lnTo>
                  <a:lnTo>
                    <a:pt x="307890" y="171879"/>
                  </a:lnTo>
                  <a:lnTo>
                    <a:pt x="308282" y="166559"/>
                  </a:lnTo>
                  <a:lnTo>
                    <a:pt x="308505" y="161229"/>
                  </a:lnTo>
                  <a:lnTo>
                    <a:pt x="308557" y="155895"/>
                  </a:lnTo>
                  <a:lnTo>
                    <a:pt x="308439" y="150561"/>
                  </a:lnTo>
                  <a:lnTo>
                    <a:pt x="308151" y="145234"/>
                  </a:lnTo>
                  <a:lnTo>
                    <a:pt x="307693" y="139919"/>
                  </a:lnTo>
                  <a:lnTo>
                    <a:pt x="307066" y="134621"/>
                  </a:lnTo>
                  <a:lnTo>
                    <a:pt x="306270" y="129346"/>
                  </a:lnTo>
                  <a:lnTo>
                    <a:pt x="305306" y="124099"/>
                  </a:lnTo>
                  <a:lnTo>
                    <a:pt x="304175" y="118886"/>
                  </a:lnTo>
                  <a:lnTo>
                    <a:pt x="302879" y="113711"/>
                  </a:lnTo>
                  <a:lnTo>
                    <a:pt x="301418" y="108580"/>
                  </a:lnTo>
                  <a:lnTo>
                    <a:pt x="299794" y="103499"/>
                  </a:lnTo>
                  <a:lnTo>
                    <a:pt x="298008" y="98471"/>
                  </a:lnTo>
                  <a:lnTo>
                    <a:pt x="296064" y="93504"/>
                  </a:lnTo>
                  <a:lnTo>
                    <a:pt x="293961" y="88601"/>
                  </a:lnTo>
                  <a:lnTo>
                    <a:pt x="291703" y="83767"/>
                  </a:lnTo>
                  <a:lnTo>
                    <a:pt x="289293" y="79008"/>
                  </a:lnTo>
                  <a:lnTo>
                    <a:pt x="286731" y="74329"/>
                  </a:lnTo>
                  <a:lnTo>
                    <a:pt x="284022" y="69733"/>
                  </a:lnTo>
                  <a:lnTo>
                    <a:pt x="281167" y="65226"/>
                  </a:lnTo>
                  <a:lnTo>
                    <a:pt x="278170" y="60813"/>
                  </a:lnTo>
                  <a:lnTo>
                    <a:pt x="275034" y="56498"/>
                  </a:lnTo>
                  <a:lnTo>
                    <a:pt x="271761" y="52285"/>
                  </a:lnTo>
                  <a:lnTo>
                    <a:pt x="268356" y="48178"/>
                  </a:lnTo>
                  <a:lnTo>
                    <a:pt x="264822" y="44182"/>
                  </a:lnTo>
                  <a:lnTo>
                    <a:pt x="261161" y="40301"/>
                  </a:lnTo>
                  <a:lnTo>
                    <a:pt x="257379" y="36539"/>
                  </a:lnTo>
                  <a:lnTo>
                    <a:pt x="253479" y="32899"/>
                  </a:lnTo>
                  <a:lnTo>
                    <a:pt x="249464" y="29386"/>
                  </a:lnTo>
                  <a:lnTo>
                    <a:pt x="245340" y="26002"/>
                  </a:lnTo>
                  <a:lnTo>
                    <a:pt x="241109" y="22752"/>
                  </a:lnTo>
                  <a:lnTo>
                    <a:pt x="236777" y="19639"/>
                  </a:lnTo>
                  <a:lnTo>
                    <a:pt x="232348" y="16665"/>
                  </a:lnTo>
                  <a:lnTo>
                    <a:pt x="227827" y="13834"/>
                  </a:lnTo>
                  <a:lnTo>
                    <a:pt x="223217" y="11149"/>
                  </a:lnTo>
                  <a:lnTo>
                    <a:pt x="218524" y="8612"/>
                  </a:lnTo>
                  <a:lnTo>
                    <a:pt x="213752" y="6227"/>
                  </a:lnTo>
                  <a:lnTo>
                    <a:pt x="208907" y="3994"/>
                  </a:lnTo>
                  <a:lnTo>
                    <a:pt x="203993" y="1918"/>
                  </a:lnTo>
                  <a:lnTo>
                    <a:pt x="199015" y="0"/>
                  </a:lnTo>
                  <a:lnTo>
                    <a:pt x="141393" y="1569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919011" y="2633064"/>
              <a:ext cx="57622" cy="167167"/>
            </a:xfrm>
            <a:custGeom>
              <a:avLst/>
              <a:pathLst>
                <a:path w="57622" h="167167">
                  <a:moveTo>
                    <a:pt x="57622" y="10245"/>
                  </a:moveTo>
                  <a:lnTo>
                    <a:pt x="52065" y="8314"/>
                  </a:lnTo>
                  <a:lnTo>
                    <a:pt x="46444" y="6581"/>
                  </a:lnTo>
                  <a:lnTo>
                    <a:pt x="40765" y="5046"/>
                  </a:lnTo>
                  <a:lnTo>
                    <a:pt x="35035" y="3712"/>
                  </a:lnTo>
                  <a:lnTo>
                    <a:pt x="29262" y="2581"/>
                  </a:lnTo>
                  <a:lnTo>
                    <a:pt x="23453" y="1653"/>
                  </a:lnTo>
                  <a:lnTo>
                    <a:pt x="17615" y="930"/>
                  </a:lnTo>
                  <a:lnTo>
                    <a:pt x="11756" y="413"/>
                  </a:lnTo>
                  <a:lnTo>
                    <a:pt x="5881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62875" y="2126963"/>
              <a:ext cx="65596" cy="167167"/>
            </a:xfrm>
            <a:custGeom>
              <a:avLst/>
              <a:pathLst>
                <a:path w="65596" h="167167">
                  <a:moveTo>
                    <a:pt x="65596" y="0"/>
                  </a:moveTo>
                  <a:lnTo>
                    <a:pt x="59469" y="112"/>
                  </a:lnTo>
                  <a:lnTo>
                    <a:pt x="53351" y="449"/>
                  </a:lnTo>
                  <a:lnTo>
                    <a:pt x="47249" y="1009"/>
                  </a:lnTo>
                  <a:lnTo>
                    <a:pt x="41171" y="1793"/>
                  </a:lnTo>
                  <a:lnTo>
                    <a:pt x="35127" y="2800"/>
                  </a:lnTo>
                  <a:lnTo>
                    <a:pt x="29123" y="4027"/>
                  </a:lnTo>
                  <a:lnTo>
                    <a:pt x="23169" y="5473"/>
                  </a:lnTo>
                  <a:lnTo>
                    <a:pt x="17271" y="7137"/>
                  </a:lnTo>
                  <a:lnTo>
                    <a:pt x="11439" y="9015"/>
                  </a:lnTo>
                  <a:lnTo>
                    <a:pt x="5679" y="11106"/>
                  </a:lnTo>
                  <a:lnTo>
                    <a:pt x="0" y="13407"/>
                  </a:lnTo>
                  <a:lnTo>
                    <a:pt x="6559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62875" y="2140371"/>
              <a:ext cx="65596" cy="153759"/>
            </a:xfrm>
            <a:custGeom>
              <a:avLst/>
              <a:pathLst>
                <a:path w="65596" h="153759">
                  <a:moveTo>
                    <a:pt x="0" y="0"/>
                  </a:moveTo>
                  <a:lnTo>
                    <a:pt x="65596" y="1537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561320" y="2140371"/>
              <a:ext cx="212535" cy="320911"/>
            </a:xfrm>
            <a:custGeom>
              <a:avLst/>
              <a:pathLst>
                <a:path w="212535" h="320911">
                  <a:moveTo>
                    <a:pt x="101555" y="0"/>
                  </a:moveTo>
                  <a:lnTo>
                    <a:pt x="96661" y="2181"/>
                  </a:lnTo>
                  <a:lnTo>
                    <a:pt x="91839" y="4518"/>
                  </a:lnTo>
                  <a:lnTo>
                    <a:pt x="87094" y="7009"/>
                  </a:lnTo>
                  <a:lnTo>
                    <a:pt x="82432" y="9650"/>
                  </a:lnTo>
                  <a:lnTo>
                    <a:pt x="77857" y="12439"/>
                  </a:lnTo>
                  <a:lnTo>
                    <a:pt x="73373" y="15374"/>
                  </a:lnTo>
                  <a:lnTo>
                    <a:pt x="68986" y="18451"/>
                  </a:lnTo>
                  <a:lnTo>
                    <a:pt x="64700" y="21666"/>
                  </a:lnTo>
                  <a:lnTo>
                    <a:pt x="60519" y="25018"/>
                  </a:lnTo>
                  <a:lnTo>
                    <a:pt x="56447" y="28502"/>
                  </a:lnTo>
                  <a:lnTo>
                    <a:pt x="52489" y="32114"/>
                  </a:lnTo>
                  <a:lnTo>
                    <a:pt x="48649" y="35852"/>
                  </a:lnTo>
                  <a:lnTo>
                    <a:pt x="44931" y="39710"/>
                  </a:lnTo>
                  <a:lnTo>
                    <a:pt x="41339" y="43686"/>
                  </a:lnTo>
                  <a:lnTo>
                    <a:pt x="37875" y="47775"/>
                  </a:lnTo>
                  <a:lnTo>
                    <a:pt x="34545" y="51973"/>
                  </a:lnTo>
                  <a:lnTo>
                    <a:pt x="31351" y="56276"/>
                  </a:lnTo>
                  <a:lnTo>
                    <a:pt x="28296" y="60678"/>
                  </a:lnTo>
                  <a:lnTo>
                    <a:pt x="25384" y="65176"/>
                  </a:lnTo>
                  <a:lnTo>
                    <a:pt x="22618" y="69766"/>
                  </a:lnTo>
                  <a:lnTo>
                    <a:pt x="20000" y="74441"/>
                  </a:lnTo>
                  <a:lnTo>
                    <a:pt x="17533" y="79198"/>
                  </a:lnTo>
                  <a:lnTo>
                    <a:pt x="15221" y="84032"/>
                  </a:lnTo>
                  <a:lnTo>
                    <a:pt x="13064" y="88937"/>
                  </a:lnTo>
                  <a:lnTo>
                    <a:pt x="11065" y="93909"/>
                  </a:lnTo>
                  <a:lnTo>
                    <a:pt x="9227" y="98943"/>
                  </a:lnTo>
                  <a:lnTo>
                    <a:pt x="7552" y="104032"/>
                  </a:lnTo>
                  <a:lnTo>
                    <a:pt x="6040" y="109173"/>
                  </a:lnTo>
                  <a:lnTo>
                    <a:pt x="4693" y="114360"/>
                  </a:lnTo>
                  <a:lnTo>
                    <a:pt x="3514" y="119587"/>
                  </a:lnTo>
                  <a:lnTo>
                    <a:pt x="2503" y="124849"/>
                  </a:lnTo>
                  <a:lnTo>
                    <a:pt x="1661" y="130141"/>
                  </a:lnTo>
                  <a:lnTo>
                    <a:pt x="989" y="135458"/>
                  </a:lnTo>
                  <a:lnTo>
                    <a:pt x="488" y="140793"/>
                  </a:lnTo>
                  <a:lnTo>
                    <a:pt x="158" y="146141"/>
                  </a:lnTo>
                  <a:lnTo>
                    <a:pt x="0" y="151497"/>
                  </a:lnTo>
                  <a:lnTo>
                    <a:pt x="13" y="156856"/>
                  </a:lnTo>
                  <a:lnTo>
                    <a:pt x="198" y="162211"/>
                  </a:lnTo>
                  <a:lnTo>
                    <a:pt x="555" y="167558"/>
                  </a:lnTo>
                  <a:lnTo>
                    <a:pt x="1082" y="172890"/>
                  </a:lnTo>
                  <a:lnTo>
                    <a:pt x="1781" y="178203"/>
                  </a:lnTo>
                  <a:lnTo>
                    <a:pt x="2649" y="183491"/>
                  </a:lnTo>
                  <a:lnTo>
                    <a:pt x="3687" y="188748"/>
                  </a:lnTo>
                  <a:lnTo>
                    <a:pt x="4892" y="193969"/>
                  </a:lnTo>
                  <a:lnTo>
                    <a:pt x="6264" y="199149"/>
                  </a:lnTo>
                  <a:lnTo>
                    <a:pt x="7802" y="204282"/>
                  </a:lnTo>
                  <a:lnTo>
                    <a:pt x="9503" y="209364"/>
                  </a:lnTo>
                  <a:lnTo>
                    <a:pt x="11366" y="214388"/>
                  </a:lnTo>
                  <a:lnTo>
                    <a:pt x="13389" y="219350"/>
                  </a:lnTo>
                  <a:lnTo>
                    <a:pt x="15570" y="224244"/>
                  </a:lnTo>
                  <a:lnTo>
                    <a:pt x="17907" y="229066"/>
                  </a:lnTo>
                  <a:lnTo>
                    <a:pt x="20398" y="233811"/>
                  </a:lnTo>
                  <a:lnTo>
                    <a:pt x="23039" y="238473"/>
                  </a:lnTo>
                  <a:lnTo>
                    <a:pt x="25828" y="243049"/>
                  </a:lnTo>
                  <a:lnTo>
                    <a:pt x="28762" y="247532"/>
                  </a:lnTo>
                  <a:lnTo>
                    <a:pt x="31839" y="251920"/>
                  </a:lnTo>
                  <a:lnTo>
                    <a:pt x="35055" y="256206"/>
                  </a:lnTo>
                  <a:lnTo>
                    <a:pt x="38406" y="260387"/>
                  </a:lnTo>
                  <a:lnTo>
                    <a:pt x="41890" y="264459"/>
                  </a:lnTo>
                  <a:lnTo>
                    <a:pt x="45502" y="268417"/>
                  </a:lnTo>
                  <a:lnTo>
                    <a:pt x="49239" y="272257"/>
                  </a:lnTo>
                  <a:lnTo>
                    <a:pt x="53098" y="275975"/>
                  </a:lnTo>
                  <a:lnTo>
                    <a:pt x="57074" y="279568"/>
                  </a:lnTo>
                  <a:lnTo>
                    <a:pt x="61163" y="283031"/>
                  </a:lnTo>
                  <a:lnTo>
                    <a:pt x="65360" y="286362"/>
                  </a:lnTo>
                  <a:lnTo>
                    <a:pt x="69663" y="289556"/>
                  </a:lnTo>
                  <a:lnTo>
                    <a:pt x="74065" y="292611"/>
                  </a:lnTo>
                  <a:lnTo>
                    <a:pt x="78563" y="295523"/>
                  </a:lnTo>
                  <a:lnTo>
                    <a:pt x="83152" y="298290"/>
                  </a:lnTo>
                  <a:lnTo>
                    <a:pt x="87828" y="300908"/>
                  </a:lnTo>
                  <a:lnTo>
                    <a:pt x="92585" y="303375"/>
                  </a:lnTo>
                  <a:lnTo>
                    <a:pt x="97418" y="305688"/>
                  </a:lnTo>
                  <a:lnTo>
                    <a:pt x="102324" y="307845"/>
                  </a:lnTo>
                  <a:lnTo>
                    <a:pt x="107296" y="309843"/>
                  </a:lnTo>
                  <a:lnTo>
                    <a:pt x="112329" y="311681"/>
                  </a:lnTo>
                  <a:lnTo>
                    <a:pt x="117419" y="313357"/>
                  </a:lnTo>
                  <a:lnTo>
                    <a:pt x="122559" y="314869"/>
                  </a:lnTo>
                  <a:lnTo>
                    <a:pt x="127746" y="316216"/>
                  </a:lnTo>
                  <a:lnTo>
                    <a:pt x="132973" y="317395"/>
                  </a:lnTo>
                  <a:lnTo>
                    <a:pt x="138235" y="318407"/>
                  </a:lnTo>
                  <a:lnTo>
                    <a:pt x="143527" y="319249"/>
                  </a:lnTo>
                  <a:lnTo>
                    <a:pt x="148843" y="319921"/>
                  </a:lnTo>
                  <a:lnTo>
                    <a:pt x="154178" y="320423"/>
                  </a:lnTo>
                  <a:lnTo>
                    <a:pt x="159527" y="320753"/>
                  </a:lnTo>
                  <a:lnTo>
                    <a:pt x="164883" y="320911"/>
                  </a:lnTo>
                  <a:lnTo>
                    <a:pt x="170242" y="320898"/>
                  </a:lnTo>
                  <a:lnTo>
                    <a:pt x="175597" y="320713"/>
                  </a:lnTo>
                  <a:lnTo>
                    <a:pt x="180944" y="320357"/>
                  </a:lnTo>
                  <a:lnTo>
                    <a:pt x="186276" y="319829"/>
                  </a:lnTo>
                  <a:lnTo>
                    <a:pt x="191589" y="319131"/>
                  </a:lnTo>
                  <a:lnTo>
                    <a:pt x="196877" y="318263"/>
                  </a:lnTo>
                  <a:lnTo>
                    <a:pt x="202134" y="317226"/>
                  </a:lnTo>
                  <a:lnTo>
                    <a:pt x="207355" y="316020"/>
                  </a:lnTo>
                  <a:lnTo>
                    <a:pt x="212535" y="314648"/>
                  </a:lnTo>
                  <a:lnTo>
                    <a:pt x="167152" y="1537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728472" y="2126963"/>
              <a:ext cx="167158" cy="328056"/>
            </a:xfrm>
            <a:custGeom>
              <a:avLst/>
              <a:pathLst>
                <a:path w="167158" h="328056">
                  <a:moveTo>
                    <a:pt x="45383" y="328056"/>
                  </a:moveTo>
                  <a:lnTo>
                    <a:pt x="50484" y="326529"/>
                  </a:lnTo>
                  <a:lnTo>
                    <a:pt x="55533" y="324841"/>
                  </a:lnTo>
                  <a:lnTo>
                    <a:pt x="60526" y="322992"/>
                  </a:lnTo>
                  <a:lnTo>
                    <a:pt x="65458" y="320985"/>
                  </a:lnTo>
                  <a:lnTo>
                    <a:pt x="70323" y="318823"/>
                  </a:lnTo>
                  <a:lnTo>
                    <a:pt x="75117" y="316506"/>
                  </a:lnTo>
                  <a:lnTo>
                    <a:pt x="79835" y="314038"/>
                  </a:lnTo>
                  <a:lnTo>
                    <a:pt x="84472" y="311421"/>
                  </a:lnTo>
                  <a:lnTo>
                    <a:pt x="89023" y="308658"/>
                  </a:lnTo>
                  <a:lnTo>
                    <a:pt x="93484" y="305751"/>
                  </a:lnTo>
                  <a:lnTo>
                    <a:pt x="97850" y="302704"/>
                  </a:lnTo>
                  <a:lnTo>
                    <a:pt x="102117" y="299519"/>
                  </a:lnTo>
                  <a:lnTo>
                    <a:pt x="106280" y="296200"/>
                  </a:lnTo>
                  <a:lnTo>
                    <a:pt x="110335" y="292750"/>
                  </a:lnTo>
                  <a:lnTo>
                    <a:pt x="114279" y="289172"/>
                  </a:lnTo>
                  <a:lnTo>
                    <a:pt x="118106" y="285471"/>
                  </a:lnTo>
                  <a:lnTo>
                    <a:pt x="121814" y="281650"/>
                  </a:lnTo>
                  <a:lnTo>
                    <a:pt x="125398" y="277712"/>
                  </a:lnTo>
                  <a:lnTo>
                    <a:pt x="128855" y="273663"/>
                  </a:lnTo>
                  <a:lnTo>
                    <a:pt x="132181" y="269505"/>
                  </a:lnTo>
                  <a:lnTo>
                    <a:pt x="135373" y="265244"/>
                  </a:lnTo>
                  <a:lnTo>
                    <a:pt x="138427" y="260883"/>
                  </a:lnTo>
                  <a:lnTo>
                    <a:pt x="141342" y="256427"/>
                  </a:lnTo>
                  <a:lnTo>
                    <a:pt x="144113" y="251880"/>
                  </a:lnTo>
                  <a:lnTo>
                    <a:pt x="146737" y="247248"/>
                  </a:lnTo>
                  <a:lnTo>
                    <a:pt x="149213" y="242534"/>
                  </a:lnTo>
                  <a:lnTo>
                    <a:pt x="151538" y="237744"/>
                  </a:lnTo>
                  <a:lnTo>
                    <a:pt x="153708" y="232882"/>
                  </a:lnTo>
                  <a:lnTo>
                    <a:pt x="155723" y="227954"/>
                  </a:lnTo>
                  <a:lnTo>
                    <a:pt x="157580" y="222964"/>
                  </a:lnTo>
                  <a:lnTo>
                    <a:pt x="159277" y="217917"/>
                  </a:lnTo>
                  <a:lnTo>
                    <a:pt x="160813" y="212819"/>
                  </a:lnTo>
                  <a:lnTo>
                    <a:pt x="162185" y="207674"/>
                  </a:lnTo>
                  <a:lnTo>
                    <a:pt x="163393" y="202489"/>
                  </a:lnTo>
                  <a:lnTo>
                    <a:pt x="164435" y="197268"/>
                  </a:lnTo>
                  <a:lnTo>
                    <a:pt x="165310" y="192016"/>
                  </a:lnTo>
                  <a:lnTo>
                    <a:pt x="166017" y="186738"/>
                  </a:lnTo>
                  <a:lnTo>
                    <a:pt x="166556" y="181441"/>
                  </a:lnTo>
                  <a:lnTo>
                    <a:pt x="166926" y="176130"/>
                  </a:lnTo>
                  <a:lnTo>
                    <a:pt x="167127" y="170809"/>
                  </a:lnTo>
                  <a:lnTo>
                    <a:pt x="167158" y="165485"/>
                  </a:lnTo>
                  <a:lnTo>
                    <a:pt x="167020" y="160163"/>
                  </a:lnTo>
                  <a:lnTo>
                    <a:pt x="166712" y="154847"/>
                  </a:lnTo>
                  <a:lnTo>
                    <a:pt x="166235" y="149544"/>
                  </a:lnTo>
                  <a:lnTo>
                    <a:pt x="165590" y="144259"/>
                  </a:lnTo>
                  <a:lnTo>
                    <a:pt x="164776" y="138997"/>
                  </a:lnTo>
                  <a:lnTo>
                    <a:pt x="163796" y="133764"/>
                  </a:lnTo>
                  <a:lnTo>
                    <a:pt x="162649" y="128565"/>
                  </a:lnTo>
                  <a:lnTo>
                    <a:pt x="161337" y="123404"/>
                  </a:lnTo>
                  <a:lnTo>
                    <a:pt x="159862" y="118289"/>
                  </a:lnTo>
                  <a:lnTo>
                    <a:pt x="158224" y="113222"/>
                  </a:lnTo>
                  <a:lnTo>
                    <a:pt x="156426" y="108211"/>
                  </a:lnTo>
                  <a:lnTo>
                    <a:pt x="154469" y="103259"/>
                  </a:lnTo>
                  <a:lnTo>
                    <a:pt x="152355" y="98372"/>
                  </a:lnTo>
                  <a:lnTo>
                    <a:pt x="150087" y="93555"/>
                  </a:lnTo>
                  <a:lnTo>
                    <a:pt x="147667" y="88813"/>
                  </a:lnTo>
                  <a:lnTo>
                    <a:pt x="145096" y="84150"/>
                  </a:lnTo>
                  <a:lnTo>
                    <a:pt x="142379" y="79571"/>
                  </a:lnTo>
                  <a:lnTo>
                    <a:pt x="139517" y="75081"/>
                  </a:lnTo>
                  <a:lnTo>
                    <a:pt x="136514" y="70685"/>
                  </a:lnTo>
                  <a:lnTo>
                    <a:pt x="133372" y="66386"/>
                  </a:lnTo>
                  <a:lnTo>
                    <a:pt x="130095" y="62190"/>
                  </a:lnTo>
                  <a:lnTo>
                    <a:pt x="126686" y="58100"/>
                  </a:lnTo>
                  <a:lnTo>
                    <a:pt x="123148" y="54121"/>
                  </a:lnTo>
                  <a:lnTo>
                    <a:pt x="119486" y="50257"/>
                  </a:lnTo>
                  <a:lnTo>
                    <a:pt x="115702" y="46511"/>
                  </a:lnTo>
                  <a:lnTo>
                    <a:pt x="111801" y="42887"/>
                  </a:lnTo>
                  <a:lnTo>
                    <a:pt x="107786" y="39390"/>
                  </a:lnTo>
                  <a:lnTo>
                    <a:pt x="103662" y="36022"/>
                  </a:lnTo>
                  <a:lnTo>
                    <a:pt x="99433" y="32787"/>
                  </a:lnTo>
                  <a:lnTo>
                    <a:pt x="95103" y="29689"/>
                  </a:lnTo>
                  <a:lnTo>
                    <a:pt x="90677" y="26730"/>
                  </a:lnTo>
                  <a:lnTo>
                    <a:pt x="86158" y="23913"/>
                  </a:lnTo>
                  <a:lnTo>
                    <a:pt x="81553" y="21242"/>
                  </a:lnTo>
                  <a:lnTo>
                    <a:pt x="76864" y="18719"/>
                  </a:lnTo>
                  <a:lnTo>
                    <a:pt x="72098" y="16346"/>
                  </a:lnTo>
                  <a:lnTo>
                    <a:pt x="67258" y="14127"/>
                  </a:lnTo>
                  <a:lnTo>
                    <a:pt x="62350" y="12063"/>
                  </a:lnTo>
                  <a:lnTo>
                    <a:pt x="57379" y="10156"/>
                  </a:lnTo>
                  <a:lnTo>
                    <a:pt x="52349" y="8408"/>
                  </a:lnTo>
                  <a:lnTo>
                    <a:pt x="47267" y="6821"/>
                  </a:lnTo>
                  <a:lnTo>
                    <a:pt x="42137" y="5397"/>
                  </a:lnTo>
                  <a:lnTo>
                    <a:pt x="36963" y="4137"/>
                  </a:lnTo>
                  <a:lnTo>
                    <a:pt x="31753" y="3043"/>
                  </a:lnTo>
                  <a:lnTo>
                    <a:pt x="26510" y="2115"/>
                  </a:lnTo>
                  <a:lnTo>
                    <a:pt x="21240" y="1354"/>
                  </a:lnTo>
                  <a:lnTo>
                    <a:pt x="15949" y="762"/>
                  </a:lnTo>
                  <a:lnTo>
                    <a:pt x="10641" y="339"/>
                  </a:lnTo>
                  <a:lnTo>
                    <a:pt x="5323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0808" y="1681503"/>
              <a:ext cx="42426" cy="167167"/>
            </a:xfrm>
            <a:custGeom>
              <a:avLst/>
              <a:pathLst>
                <a:path w="42426" h="167167">
                  <a:moveTo>
                    <a:pt x="42426" y="0"/>
                  </a:moveTo>
                  <a:lnTo>
                    <a:pt x="36300" y="112"/>
                  </a:lnTo>
                  <a:lnTo>
                    <a:pt x="30181" y="449"/>
                  </a:lnTo>
                  <a:lnTo>
                    <a:pt x="24079" y="1009"/>
                  </a:lnTo>
                  <a:lnTo>
                    <a:pt x="18002" y="1793"/>
                  </a:lnTo>
                  <a:lnTo>
                    <a:pt x="11958" y="2800"/>
                  </a:lnTo>
                  <a:lnTo>
                    <a:pt x="5954" y="4027"/>
                  </a:lnTo>
                  <a:lnTo>
                    <a:pt x="0" y="5473"/>
                  </a:lnTo>
                  <a:lnTo>
                    <a:pt x="4242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0808" y="1686976"/>
              <a:ext cx="42426" cy="161693"/>
            </a:xfrm>
            <a:custGeom>
              <a:avLst/>
              <a:pathLst>
                <a:path w="42426" h="161693">
                  <a:moveTo>
                    <a:pt x="0" y="0"/>
                  </a:moveTo>
                  <a:lnTo>
                    <a:pt x="42426" y="1616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256087" y="1686976"/>
              <a:ext cx="334309" cy="328859"/>
            </a:xfrm>
            <a:custGeom>
              <a:avLst/>
              <a:pathLst>
                <a:path w="334309" h="328859">
                  <a:moveTo>
                    <a:pt x="124720" y="0"/>
                  </a:moveTo>
                  <a:lnTo>
                    <a:pt x="119623" y="1424"/>
                  </a:lnTo>
                  <a:lnTo>
                    <a:pt x="114574" y="3008"/>
                  </a:lnTo>
                  <a:lnTo>
                    <a:pt x="109577" y="4752"/>
                  </a:lnTo>
                  <a:lnTo>
                    <a:pt x="104638" y="6653"/>
                  </a:lnTo>
                  <a:lnTo>
                    <a:pt x="99762" y="8709"/>
                  </a:lnTo>
                  <a:lnTo>
                    <a:pt x="94953" y="10919"/>
                  </a:lnTo>
                  <a:lnTo>
                    <a:pt x="90216" y="13280"/>
                  </a:lnTo>
                  <a:lnTo>
                    <a:pt x="85557" y="15789"/>
                  </a:lnTo>
                  <a:lnTo>
                    <a:pt x="80980" y="18445"/>
                  </a:lnTo>
                  <a:lnTo>
                    <a:pt x="76488" y="21244"/>
                  </a:lnTo>
                  <a:lnTo>
                    <a:pt x="72088" y="24184"/>
                  </a:lnTo>
                  <a:lnTo>
                    <a:pt x="67783" y="27262"/>
                  </a:lnTo>
                  <a:lnTo>
                    <a:pt x="63577" y="30475"/>
                  </a:lnTo>
                  <a:lnTo>
                    <a:pt x="59476" y="33819"/>
                  </a:lnTo>
                  <a:lnTo>
                    <a:pt x="55482" y="37291"/>
                  </a:lnTo>
                  <a:lnTo>
                    <a:pt x="51600" y="40888"/>
                  </a:lnTo>
                  <a:lnTo>
                    <a:pt x="47834" y="44606"/>
                  </a:lnTo>
                  <a:lnTo>
                    <a:pt x="44188" y="48442"/>
                  </a:lnTo>
                  <a:lnTo>
                    <a:pt x="40664" y="52390"/>
                  </a:lnTo>
                  <a:lnTo>
                    <a:pt x="37268" y="56449"/>
                  </a:lnTo>
                  <a:lnTo>
                    <a:pt x="34002" y="60613"/>
                  </a:lnTo>
                  <a:lnTo>
                    <a:pt x="30869" y="64878"/>
                  </a:lnTo>
                  <a:lnTo>
                    <a:pt x="27872" y="69240"/>
                  </a:lnTo>
                  <a:lnTo>
                    <a:pt x="25016" y="73695"/>
                  </a:lnTo>
                  <a:lnTo>
                    <a:pt x="22301" y="78238"/>
                  </a:lnTo>
                  <a:lnTo>
                    <a:pt x="19732" y="82865"/>
                  </a:lnTo>
                  <a:lnTo>
                    <a:pt x="17311" y="87571"/>
                  </a:lnTo>
                  <a:lnTo>
                    <a:pt x="15040" y="92351"/>
                  </a:lnTo>
                  <a:lnTo>
                    <a:pt x="12921" y="97200"/>
                  </a:lnTo>
                  <a:lnTo>
                    <a:pt x="10957" y="102115"/>
                  </a:lnTo>
                  <a:lnTo>
                    <a:pt x="9149" y="107088"/>
                  </a:lnTo>
                  <a:lnTo>
                    <a:pt x="7500" y="112117"/>
                  </a:lnTo>
                  <a:lnTo>
                    <a:pt x="6011" y="117195"/>
                  </a:lnTo>
                  <a:lnTo>
                    <a:pt x="4683" y="122318"/>
                  </a:lnTo>
                  <a:lnTo>
                    <a:pt x="3518" y="127481"/>
                  </a:lnTo>
                  <a:lnTo>
                    <a:pt x="2517" y="132677"/>
                  </a:lnTo>
                  <a:lnTo>
                    <a:pt x="1681" y="137903"/>
                  </a:lnTo>
                  <a:lnTo>
                    <a:pt x="1011" y="143153"/>
                  </a:lnTo>
                  <a:lnTo>
                    <a:pt x="507" y="148421"/>
                  </a:lnTo>
                  <a:lnTo>
                    <a:pt x="171" y="153702"/>
                  </a:lnTo>
                  <a:lnTo>
                    <a:pt x="1" y="158992"/>
                  </a:lnTo>
                  <a:lnTo>
                    <a:pt x="0" y="164284"/>
                  </a:lnTo>
                  <a:lnTo>
                    <a:pt x="165" y="169573"/>
                  </a:lnTo>
                  <a:lnTo>
                    <a:pt x="498" y="174855"/>
                  </a:lnTo>
                  <a:lnTo>
                    <a:pt x="998" y="180123"/>
                  </a:lnTo>
                  <a:lnTo>
                    <a:pt x="1665" y="185373"/>
                  </a:lnTo>
                  <a:lnTo>
                    <a:pt x="2498" y="190600"/>
                  </a:lnTo>
                  <a:lnTo>
                    <a:pt x="3495" y="195797"/>
                  </a:lnTo>
                  <a:lnTo>
                    <a:pt x="4657" y="200960"/>
                  </a:lnTo>
                  <a:lnTo>
                    <a:pt x="5981" y="206084"/>
                  </a:lnTo>
                  <a:lnTo>
                    <a:pt x="7467" y="211163"/>
                  </a:lnTo>
                  <a:lnTo>
                    <a:pt x="9113" y="216193"/>
                  </a:lnTo>
                  <a:lnTo>
                    <a:pt x="10917" y="221168"/>
                  </a:lnTo>
                  <a:lnTo>
                    <a:pt x="12878" y="226084"/>
                  </a:lnTo>
                  <a:lnTo>
                    <a:pt x="14994" y="230934"/>
                  </a:lnTo>
                  <a:lnTo>
                    <a:pt x="17262" y="235716"/>
                  </a:lnTo>
                  <a:lnTo>
                    <a:pt x="19680" y="240423"/>
                  </a:lnTo>
                  <a:lnTo>
                    <a:pt x="22246" y="245052"/>
                  </a:lnTo>
                  <a:lnTo>
                    <a:pt x="24957" y="249597"/>
                  </a:lnTo>
                  <a:lnTo>
                    <a:pt x="27811" y="254054"/>
                  </a:lnTo>
                  <a:lnTo>
                    <a:pt x="30804" y="258418"/>
                  </a:lnTo>
                  <a:lnTo>
                    <a:pt x="33934" y="262685"/>
                  </a:lnTo>
                  <a:lnTo>
                    <a:pt x="37198" y="266851"/>
                  </a:lnTo>
                  <a:lnTo>
                    <a:pt x="40592" y="270912"/>
                  </a:lnTo>
                  <a:lnTo>
                    <a:pt x="44112" y="274863"/>
                  </a:lnTo>
                  <a:lnTo>
                    <a:pt x="47756" y="278701"/>
                  </a:lnTo>
                  <a:lnTo>
                    <a:pt x="51520" y="282422"/>
                  </a:lnTo>
                  <a:lnTo>
                    <a:pt x="55399" y="286021"/>
                  </a:lnTo>
                  <a:lnTo>
                    <a:pt x="59391" y="289496"/>
                  </a:lnTo>
                  <a:lnTo>
                    <a:pt x="63490" y="292843"/>
                  </a:lnTo>
                  <a:lnTo>
                    <a:pt x="67693" y="296058"/>
                  </a:lnTo>
                  <a:lnTo>
                    <a:pt x="71996" y="299139"/>
                  </a:lnTo>
                  <a:lnTo>
                    <a:pt x="76395" y="302082"/>
                  </a:lnTo>
                  <a:lnTo>
                    <a:pt x="80884" y="304884"/>
                  </a:lnTo>
                  <a:lnTo>
                    <a:pt x="85460" y="307543"/>
                  </a:lnTo>
                  <a:lnTo>
                    <a:pt x="90117" y="310056"/>
                  </a:lnTo>
                  <a:lnTo>
                    <a:pt x="94852" y="312420"/>
                  </a:lnTo>
                  <a:lnTo>
                    <a:pt x="99660" y="314633"/>
                  </a:lnTo>
                  <a:lnTo>
                    <a:pt x="104535" y="316692"/>
                  </a:lnTo>
                  <a:lnTo>
                    <a:pt x="109472" y="318597"/>
                  </a:lnTo>
                  <a:lnTo>
                    <a:pt x="114468" y="320344"/>
                  </a:lnTo>
                  <a:lnTo>
                    <a:pt x="119516" y="321932"/>
                  </a:lnTo>
                  <a:lnTo>
                    <a:pt x="124612" y="323359"/>
                  </a:lnTo>
                  <a:lnTo>
                    <a:pt x="129751" y="324624"/>
                  </a:lnTo>
                  <a:lnTo>
                    <a:pt x="134927" y="325726"/>
                  </a:lnTo>
                  <a:lnTo>
                    <a:pt x="140135" y="326664"/>
                  </a:lnTo>
                  <a:lnTo>
                    <a:pt x="145371" y="327436"/>
                  </a:lnTo>
                  <a:lnTo>
                    <a:pt x="150628" y="328043"/>
                  </a:lnTo>
                  <a:lnTo>
                    <a:pt x="155902" y="328482"/>
                  </a:lnTo>
                  <a:lnTo>
                    <a:pt x="161187" y="328755"/>
                  </a:lnTo>
                  <a:lnTo>
                    <a:pt x="166478" y="328859"/>
                  </a:lnTo>
                  <a:lnTo>
                    <a:pt x="171770" y="328797"/>
                  </a:lnTo>
                  <a:lnTo>
                    <a:pt x="177057" y="328567"/>
                  </a:lnTo>
                  <a:lnTo>
                    <a:pt x="182335" y="328169"/>
                  </a:lnTo>
                  <a:lnTo>
                    <a:pt x="187597" y="327605"/>
                  </a:lnTo>
                  <a:lnTo>
                    <a:pt x="192838" y="326875"/>
                  </a:lnTo>
                  <a:lnTo>
                    <a:pt x="198054" y="325979"/>
                  </a:lnTo>
                  <a:lnTo>
                    <a:pt x="203239" y="324918"/>
                  </a:lnTo>
                  <a:lnTo>
                    <a:pt x="208387" y="323694"/>
                  </a:lnTo>
                  <a:lnTo>
                    <a:pt x="213495" y="322307"/>
                  </a:lnTo>
                  <a:lnTo>
                    <a:pt x="218555" y="320760"/>
                  </a:lnTo>
                  <a:lnTo>
                    <a:pt x="223565" y="319053"/>
                  </a:lnTo>
                  <a:lnTo>
                    <a:pt x="228517" y="317188"/>
                  </a:lnTo>
                  <a:lnTo>
                    <a:pt x="233409" y="315168"/>
                  </a:lnTo>
                  <a:lnTo>
                    <a:pt x="238234" y="312993"/>
                  </a:lnTo>
                  <a:lnTo>
                    <a:pt x="242987" y="310667"/>
                  </a:lnTo>
                  <a:lnTo>
                    <a:pt x="247665" y="308192"/>
                  </a:lnTo>
                  <a:lnTo>
                    <a:pt x="252262" y="305570"/>
                  </a:lnTo>
                  <a:lnTo>
                    <a:pt x="256773" y="302803"/>
                  </a:lnTo>
                  <a:lnTo>
                    <a:pt x="261195" y="299896"/>
                  </a:lnTo>
                  <a:lnTo>
                    <a:pt x="265523" y="296849"/>
                  </a:lnTo>
                  <a:lnTo>
                    <a:pt x="269751" y="293668"/>
                  </a:lnTo>
                  <a:lnTo>
                    <a:pt x="273878" y="290354"/>
                  </a:lnTo>
                  <a:lnTo>
                    <a:pt x="277897" y="286911"/>
                  </a:lnTo>
                  <a:lnTo>
                    <a:pt x="281805" y="283342"/>
                  </a:lnTo>
                  <a:lnTo>
                    <a:pt x="285598" y="279652"/>
                  </a:lnTo>
                  <a:lnTo>
                    <a:pt x="289273" y="275844"/>
                  </a:lnTo>
                  <a:lnTo>
                    <a:pt x="292825" y="271921"/>
                  </a:lnTo>
                  <a:lnTo>
                    <a:pt x="296251" y="267887"/>
                  </a:lnTo>
                  <a:lnTo>
                    <a:pt x="299548" y="263747"/>
                  </a:lnTo>
                  <a:lnTo>
                    <a:pt x="302712" y="259505"/>
                  </a:lnTo>
                  <a:lnTo>
                    <a:pt x="305740" y="255165"/>
                  </a:lnTo>
                  <a:lnTo>
                    <a:pt x="308629" y="250731"/>
                  </a:lnTo>
                  <a:lnTo>
                    <a:pt x="311377" y="246208"/>
                  </a:lnTo>
                  <a:lnTo>
                    <a:pt x="313980" y="241600"/>
                  </a:lnTo>
                  <a:lnTo>
                    <a:pt x="316435" y="236912"/>
                  </a:lnTo>
                  <a:lnTo>
                    <a:pt x="318742" y="232149"/>
                  </a:lnTo>
                  <a:lnTo>
                    <a:pt x="320896" y="227315"/>
                  </a:lnTo>
                  <a:lnTo>
                    <a:pt x="322896" y="222416"/>
                  </a:lnTo>
                  <a:lnTo>
                    <a:pt x="324740" y="217455"/>
                  </a:lnTo>
                  <a:lnTo>
                    <a:pt x="326426" y="212439"/>
                  </a:lnTo>
                  <a:lnTo>
                    <a:pt x="327953" y="207372"/>
                  </a:lnTo>
                  <a:lnTo>
                    <a:pt x="329318" y="202259"/>
                  </a:lnTo>
                  <a:lnTo>
                    <a:pt x="330521" y="197105"/>
                  </a:lnTo>
                  <a:lnTo>
                    <a:pt x="331560" y="191916"/>
                  </a:lnTo>
                  <a:lnTo>
                    <a:pt x="332434" y="186696"/>
                  </a:lnTo>
                  <a:lnTo>
                    <a:pt x="333143" y="181452"/>
                  </a:lnTo>
                  <a:lnTo>
                    <a:pt x="333685" y="176187"/>
                  </a:lnTo>
                  <a:lnTo>
                    <a:pt x="334060" y="170909"/>
                  </a:lnTo>
                  <a:lnTo>
                    <a:pt x="334268" y="165621"/>
                  </a:lnTo>
                  <a:lnTo>
                    <a:pt x="334309" y="160328"/>
                  </a:lnTo>
                  <a:lnTo>
                    <a:pt x="334182" y="155038"/>
                  </a:lnTo>
                  <a:lnTo>
                    <a:pt x="333887" y="149754"/>
                  </a:lnTo>
                  <a:lnTo>
                    <a:pt x="333426" y="144482"/>
                  </a:lnTo>
                  <a:lnTo>
                    <a:pt x="332798" y="139227"/>
                  </a:lnTo>
                  <a:lnTo>
                    <a:pt x="332004" y="133995"/>
                  </a:lnTo>
                  <a:lnTo>
                    <a:pt x="331044" y="128790"/>
                  </a:lnTo>
                  <a:lnTo>
                    <a:pt x="329921" y="123619"/>
                  </a:lnTo>
                  <a:lnTo>
                    <a:pt x="328634" y="118486"/>
                  </a:lnTo>
                  <a:lnTo>
                    <a:pt x="327185" y="113395"/>
                  </a:lnTo>
                  <a:lnTo>
                    <a:pt x="325576" y="108354"/>
                  </a:lnTo>
                  <a:lnTo>
                    <a:pt x="323808" y="103366"/>
                  </a:lnTo>
                  <a:lnTo>
                    <a:pt x="321884" y="98436"/>
                  </a:lnTo>
                  <a:lnTo>
                    <a:pt x="319804" y="93570"/>
                  </a:lnTo>
                  <a:lnTo>
                    <a:pt x="317571" y="88772"/>
                  </a:lnTo>
                  <a:lnTo>
                    <a:pt x="315187" y="84047"/>
                  </a:lnTo>
                  <a:lnTo>
                    <a:pt x="312655" y="79399"/>
                  </a:lnTo>
                  <a:lnTo>
                    <a:pt x="309977" y="74835"/>
                  </a:lnTo>
                  <a:lnTo>
                    <a:pt x="307156" y="70357"/>
                  </a:lnTo>
                  <a:lnTo>
                    <a:pt x="304195" y="65971"/>
                  </a:lnTo>
                  <a:lnTo>
                    <a:pt x="301096" y="61681"/>
                  </a:lnTo>
                  <a:lnTo>
                    <a:pt x="297863" y="57491"/>
                  </a:lnTo>
                  <a:lnTo>
                    <a:pt x="294500" y="53406"/>
                  </a:lnTo>
                  <a:lnTo>
                    <a:pt x="291008" y="49429"/>
                  </a:lnTo>
                  <a:lnTo>
                    <a:pt x="287392" y="45564"/>
                  </a:lnTo>
                  <a:lnTo>
                    <a:pt x="283656" y="41816"/>
                  </a:lnTo>
                  <a:lnTo>
                    <a:pt x="279803" y="38188"/>
                  </a:lnTo>
                  <a:lnTo>
                    <a:pt x="275837" y="34684"/>
                  </a:lnTo>
                  <a:lnTo>
                    <a:pt x="271762" y="31307"/>
                  </a:lnTo>
                  <a:lnTo>
                    <a:pt x="267583" y="28061"/>
                  </a:lnTo>
                  <a:lnTo>
                    <a:pt x="263303" y="24949"/>
                  </a:lnTo>
                  <a:lnTo>
                    <a:pt x="258926" y="21974"/>
                  </a:lnTo>
                  <a:lnTo>
                    <a:pt x="254457" y="19139"/>
                  </a:lnTo>
                  <a:lnTo>
                    <a:pt x="249901" y="16446"/>
                  </a:lnTo>
                  <a:lnTo>
                    <a:pt x="245262" y="13900"/>
                  </a:lnTo>
                  <a:lnTo>
                    <a:pt x="240545" y="11501"/>
                  </a:lnTo>
                  <a:lnTo>
                    <a:pt x="167147" y="1616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423235" y="1681503"/>
              <a:ext cx="73397" cy="167167"/>
            </a:xfrm>
            <a:custGeom>
              <a:avLst/>
              <a:pathLst>
                <a:path w="73397" h="167167">
                  <a:moveTo>
                    <a:pt x="73397" y="16975"/>
                  </a:moveTo>
                  <a:lnTo>
                    <a:pt x="68102" y="14500"/>
                  </a:lnTo>
                  <a:lnTo>
                    <a:pt x="62723" y="12213"/>
                  </a:lnTo>
                  <a:lnTo>
                    <a:pt x="57268" y="10115"/>
                  </a:lnTo>
                  <a:lnTo>
                    <a:pt x="51742" y="8209"/>
                  </a:lnTo>
                  <a:lnTo>
                    <a:pt x="46154" y="6497"/>
                  </a:lnTo>
                  <a:lnTo>
                    <a:pt x="40509" y="4982"/>
                  </a:lnTo>
                  <a:lnTo>
                    <a:pt x="34814" y="3665"/>
                  </a:lnTo>
                  <a:lnTo>
                    <a:pt x="29077" y="2548"/>
                  </a:lnTo>
                  <a:lnTo>
                    <a:pt x="23304" y="1632"/>
                  </a:lnTo>
                  <a:lnTo>
                    <a:pt x="17503" y="918"/>
                  </a:lnTo>
                  <a:lnTo>
                    <a:pt x="11680" y="408"/>
                  </a:lnTo>
                  <a:lnTo>
                    <a:pt x="5844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853876" y="132257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378099" y="1071028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5" y="83"/>
                  </a:lnTo>
                  <a:lnTo>
                    <a:pt x="156597" y="333"/>
                  </a:lnTo>
                  <a:lnTo>
                    <a:pt x="151329" y="751"/>
                  </a:lnTo>
                  <a:lnTo>
                    <a:pt x="146077" y="1334"/>
                  </a:lnTo>
                  <a:lnTo>
                    <a:pt x="140846" y="2083"/>
                  </a:lnTo>
                  <a:lnTo>
                    <a:pt x="135642" y="2997"/>
                  </a:lnTo>
                  <a:lnTo>
                    <a:pt x="130468" y="4076"/>
                  </a:lnTo>
                  <a:lnTo>
                    <a:pt x="125332" y="5317"/>
                  </a:lnTo>
                  <a:lnTo>
                    <a:pt x="120237" y="6720"/>
                  </a:lnTo>
                  <a:lnTo>
                    <a:pt x="115189" y="8283"/>
                  </a:lnTo>
                  <a:lnTo>
                    <a:pt x="110194" y="10005"/>
                  </a:lnTo>
                  <a:lnTo>
                    <a:pt x="105255" y="11884"/>
                  </a:lnTo>
                  <a:lnTo>
                    <a:pt x="100378" y="13918"/>
                  </a:lnTo>
                  <a:lnTo>
                    <a:pt x="95567" y="16105"/>
                  </a:lnTo>
                  <a:lnTo>
                    <a:pt x="90828" y="18444"/>
                  </a:lnTo>
                  <a:lnTo>
                    <a:pt x="86166" y="20931"/>
                  </a:lnTo>
                  <a:lnTo>
                    <a:pt x="81584" y="23564"/>
                  </a:lnTo>
                  <a:lnTo>
                    <a:pt x="77088" y="26340"/>
                  </a:lnTo>
                  <a:lnTo>
                    <a:pt x="72682" y="29257"/>
                  </a:lnTo>
                  <a:lnTo>
                    <a:pt x="68370" y="32312"/>
                  </a:lnTo>
                  <a:lnTo>
                    <a:pt x="64157" y="35502"/>
                  </a:lnTo>
                  <a:lnTo>
                    <a:pt x="60047" y="38823"/>
                  </a:lnTo>
                  <a:lnTo>
                    <a:pt x="56044" y="42273"/>
                  </a:lnTo>
                  <a:lnTo>
                    <a:pt x="52152" y="45847"/>
                  </a:lnTo>
                  <a:lnTo>
                    <a:pt x="48375" y="49543"/>
                  </a:lnTo>
                  <a:lnTo>
                    <a:pt x="44717" y="53356"/>
                  </a:lnTo>
                  <a:lnTo>
                    <a:pt x="41181" y="57283"/>
                  </a:lnTo>
                  <a:lnTo>
                    <a:pt x="37771" y="61320"/>
                  </a:lnTo>
                  <a:lnTo>
                    <a:pt x="34490" y="65462"/>
                  </a:lnTo>
                  <a:lnTo>
                    <a:pt x="31342" y="69706"/>
                  </a:lnTo>
                  <a:lnTo>
                    <a:pt x="28329" y="74048"/>
                  </a:lnTo>
                  <a:lnTo>
                    <a:pt x="25455" y="78482"/>
                  </a:lnTo>
                  <a:lnTo>
                    <a:pt x="22723" y="83005"/>
                  </a:lnTo>
                  <a:lnTo>
                    <a:pt x="20135" y="87613"/>
                  </a:lnTo>
                  <a:lnTo>
                    <a:pt x="17694" y="92299"/>
                  </a:lnTo>
                  <a:lnTo>
                    <a:pt x="15402" y="97061"/>
                  </a:lnTo>
                  <a:lnTo>
                    <a:pt x="13262" y="101892"/>
                  </a:lnTo>
                  <a:lnTo>
                    <a:pt x="11276" y="106789"/>
                  </a:lnTo>
                  <a:lnTo>
                    <a:pt x="9446" y="111746"/>
                  </a:lnTo>
                  <a:lnTo>
                    <a:pt x="7773" y="116759"/>
                  </a:lnTo>
                  <a:lnTo>
                    <a:pt x="6259" y="121822"/>
                  </a:lnTo>
                  <a:lnTo>
                    <a:pt x="4906" y="126930"/>
                  </a:lnTo>
                  <a:lnTo>
                    <a:pt x="3716" y="132078"/>
                  </a:lnTo>
                  <a:lnTo>
                    <a:pt x="2688" y="137262"/>
                  </a:lnTo>
                  <a:lnTo>
                    <a:pt x="1825" y="142475"/>
                  </a:lnTo>
                  <a:lnTo>
                    <a:pt x="1127" y="147713"/>
                  </a:lnTo>
                  <a:lnTo>
                    <a:pt x="595" y="152971"/>
                  </a:lnTo>
                  <a:lnTo>
                    <a:pt x="230" y="158242"/>
                  </a:lnTo>
                  <a:lnTo>
                    <a:pt x="31" y="163523"/>
                  </a:lnTo>
                  <a:lnTo>
                    <a:pt x="0" y="168807"/>
                  </a:lnTo>
                  <a:lnTo>
                    <a:pt x="135" y="174090"/>
                  </a:lnTo>
                  <a:lnTo>
                    <a:pt x="437" y="179365"/>
                  </a:lnTo>
                  <a:lnTo>
                    <a:pt x="906" y="184629"/>
                  </a:lnTo>
                  <a:lnTo>
                    <a:pt x="1541" y="189875"/>
                  </a:lnTo>
                  <a:lnTo>
                    <a:pt x="2341" y="195098"/>
                  </a:lnTo>
                  <a:lnTo>
                    <a:pt x="3307" y="200293"/>
                  </a:lnTo>
                  <a:lnTo>
                    <a:pt x="4435" y="205456"/>
                  </a:lnTo>
                  <a:lnTo>
                    <a:pt x="5727" y="210580"/>
                  </a:lnTo>
                  <a:lnTo>
                    <a:pt x="7180" y="215661"/>
                  </a:lnTo>
                  <a:lnTo>
                    <a:pt x="8792" y="220693"/>
                  </a:lnTo>
                  <a:lnTo>
                    <a:pt x="10563" y="225671"/>
                  </a:lnTo>
                  <a:lnTo>
                    <a:pt x="12491" y="230592"/>
                  </a:lnTo>
                  <a:lnTo>
                    <a:pt x="14573" y="235449"/>
                  </a:lnTo>
                  <a:lnTo>
                    <a:pt x="16807" y="240237"/>
                  </a:lnTo>
                  <a:lnTo>
                    <a:pt x="19192" y="244953"/>
                  </a:lnTo>
                  <a:lnTo>
                    <a:pt x="21724" y="249591"/>
                  </a:lnTo>
                  <a:lnTo>
                    <a:pt x="24402" y="254146"/>
                  </a:lnTo>
                  <a:lnTo>
                    <a:pt x="27223" y="258615"/>
                  </a:lnTo>
                  <a:lnTo>
                    <a:pt x="30183" y="262992"/>
                  </a:lnTo>
                  <a:lnTo>
                    <a:pt x="33280" y="267274"/>
                  </a:lnTo>
                  <a:lnTo>
                    <a:pt x="36511" y="271455"/>
                  </a:lnTo>
                  <a:lnTo>
                    <a:pt x="39872" y="275533"/>
                  </a:lnTo>
                  <a:lnTo>
                    <a:pt x="43361" y="279502"/>
                  </a:lnTo>
                  <a:lnTo>
                    <a:pt x="46974" y="283358"/>
                  </a:lnTo>
                  <a:lnTo>
                    <a:pt x="50706" y="287099"/>
                  </a:lnTo>
                  <a:lnTo>
                    <a:pt x="54555" y="290720"/>
                  </a:lnTo>
                  <a:lnTo>
                    <a:pt x="58516" y="294217"/>
                  </a:lnTo>
                  <a:lnTo>
                    <a:pt x="62586" y="297587"/>
                  </a:lnTo>
                  <a:lnTo>
                    <a:pt x="66761" y="300828"/>
                  </a:lnTo>
                  <a:lnTo>
                    <a:pt x="71035" y="303934"/>
                  </a:lnTo>
                  <a:lnTo>
                    <a:pt x="75406" y="306904"/>
                  </a:lnTo>
                  <a:lnTo>
                    <a:pt x="79869" y="309734"/>
                  </a:lnTo>
                  <a:lnTo>
                    <a:pt x="84418" y="312422"/>
                  </a:lnTo>
                  <a:lnTo>
                    <a:pt x="89051" y="314964"/>
                  </a:lnTo>
                  <a:lnTo>
                    <a:pt x="93761" y="317359"/>
                  </a:lnTo>
                  <a:lnTo>
                    <a:pt x="98545" y="319604"/>
                  </a:lnTo>
                  <a:lnTo>
                    <a:pt x="103397" y="321697"/>
                  </a:lnTo>
                  <a:lnTo>
                    <a:pt x="108313" y="323635"/>
                  </a:lnTo>
                  <a:lnTo>
                    <a:pt x="113288" y="325416"/>
                  </a:lnTo>
                  <a:lnTo>
                    <a:pt x="118317" y="327040"/>
                  </a:lnTo>
                  <a:lnTo>
                    <a:pt x="123394" y="328504"/>
                  </a:lnTo>
                  <a:lnTo>
                    <a:pt x="128516" y="329807"/>
                  </a:lnTo>
                  <a:lnTo>
                    <a:pt x="133676" y="330947"/>
                  </a:lnTo>
                  <a:lnTo>
                    <a:pt x="138869" y="331923"/>
                  </a:lnTo>
                  <a:lnTo>
                    <a:pt x="144090" y="332735"/>
                  </a:lnTo>
                  <a:lnTo>
                    <a:pt x="149335" y="333381"/>
                  </a:lnTo>
                  <a:lnTo>
                    <a:pt x="154597" y="333862"/>
                  </a:lnTo>
                  <a:lnTo>
                    <a:pt x="159872" y="334176"/>
                  </a:lnTo>
                  <a:lnTo>
                    <a:pt x="165155" y="334322"/>
                  </a:lnTo>
                  <a:lnTo>
                    <a:pt x="170439" y="334302"/>
                  </a:lnTo>
                  <a:lnTo>
                    <a:pt x="175720" y="334115"/>
                  </a:lnTo>
                  <a:lnTo>
                    <a:pt x="180992" y="333761"/>
                  </a:lnTo>
                  <a:lnTo>
                    <a:pt x="186251" y="333241"/>
                  </a:lnTo>
                  <a:lnTo>
                    <a:pt x="191491" y="332554"/>
                  </a:lnTo>
                  <a:lnTo>
                    <a:pt x="196706" y="331702"/>
                  </a:lnTo>
                  <a:lnTo>
                    <a:pt x="201891" y="330686"/>
                  </a:lnTo>
                  <a:lnTo>
                    <a:pt x="207042" y="329507"/>
                  </a:lnTo>
                  <a:lnTo>
                    <a:pt x="212154" y="328165"/>
                  </a:lnTo>
                  <a:lnTo>
                    <a:pt x="217220" y="326663"/>
                  </a:lnTo>
                  <a:lnTo>
                    <a:pt x="222236" y="325001"/>
                  </a:lnTo>
                  <a:lnTo>
                    <a:pt x="227197" y="323181"/>
                  </a:lnTo>
                  <a:lnTo>
                    <a:pt x="232098" y="321205"/>
                  </a:lnTo>
                  <a:lnTo>
                    <a:pt x="236934" y="319076"/>
                  </a:lnTo>
                  <a:lnTo>
                    <a:pt x="241701" y="316795"/>
                  </a:lnTo>
                  <a:lnTo>
                    <a:pt x="246393" y="314364"/>
                  </a:lnTo>
                  <a:lnTo>
                    <a:pt x="251006" y="311786"/>
                  </a:lnTo>
                  <a:lnTo>
                    <a:pt x="255535" y="309064"/>
                  </a:lnTo>
                  <a:lnTo>
                    <a:pt x="259976" y="306199"/>
                  </a:lnTo>
                  <a:lnTo>
                    <a:pt x="264324" y="303196"/>
                  </a:lnTo>
                  <a:lnTo>
                    <a:pt x="268574" y="300057"/>
                  </a:lnTo>
                  <a:lnTo>
                    <a:pt x="272724" y="296785"/>
                  </a:lnTo>
                  <a:lnTo>
                    <a:pt x="276768" y="293384"/>
                  </a:lnTo>
                  <a:lnTo>
                    <a:pt x="280703" y="289857"/>
                  </a:lnTo>
                  <a:lnTo>
                    <a:pt x="284524" y="286207"/>
                  </a:lnTo>
                  <a:lnTo>
                    <a:pt x="288228" y="282438"/>
                  </a:lnTo>
                  <a:lnTo>
                    <a:pt x="291811" y="278553"/>
                  </a:lnTo>
                  <a:lnTo>
                    <a:pt x="295269" y="274558"/>
                  </a:lnTo>
                  <a:lnTo>
                    <a:pt x="298599" y="270455"/>
                  </a:lnTo>
                  <a:lnTo>
                    <a:pt x="301798" y="266249"/>
                  </a:lnTo>
                  <a:lnTo>
                    <a:pt x="304862" y="261944"/>
                  </a:lnTo>
                  <a:lnTo>
                    <a:pt x="307789" y="257544"/>
                  </a:lnTo>
                  <a:lnTo>
                    <a:pt x="310576" y="253054"/>
                  </a:lnTo>
                  <a:lnTo>
                    <a:pt x="313219" y="248478"/>
                  </a:lnTo>
                  <a:lnTo>
                    <a:pt x="315716" y="243821"/>
                  </a:lnTo>
                  <a:lnTo>
                    <a:pt x="318064" y="239087"/>
                  </a:lnTo>
                  <a:lnTo>
                    <a:pt x="320262" y="234282"/>
                  </a:lnTo>
                  <a:lnTo>
                    <a:pt x="322307" y="229409"/>
                  </a:lnTo>
                  <a:lnTo>
                    <a:pt x="324196" y="224474"/>
                  </a:lnTo>
                  <a:lnTo>
                    <a:pt x="325929" y="219482"/>
                  </a:lnTo>
                  <a:lnTo>
                    <a:pt x="327504" y="214438"/>
                  </a:lnTo>
                  <a:lnTo>
                    <a:pt x="328918" y="209346"/>
                  </a:lnTo>
                  <a:lnTo>
                    <a:pt x="330170" y="204213"/>
                  </a:lnTo>
                  <a:lnTo>
                    <a:pt x="331259" y="199042"/>
                  </a:lnTo>
                  <a:lnTo>
                    <a:pt x="332185" y="193839"/>
                  </a:lnTo>
                  <a:lnTo>
                    <a:pt x="332945" y="188610"/>
                  </a:lnTo>
                  <a:lnTo>
                    <a:pt x="333540" y="183359"/>
                  </a:lnTo>
                  <a:lnTo>
                    <a:pt x="333969" y="178092"/>
                  </a:lnTo>
                  <a:lnTo>
                    <a:pt x="334231" y="172814"/>
                  </a:lnTo>
                  <a:lnTo>
                    <a:pt x="334326" y="167531"/>
                  </a:lnTo>
                  <a:lnTo>
                    <a:pt x="334254" y="162247"/>
                  </a:lnTo>
                  <a:lnTo>
                    <a:pt x="334015" y="156968"/>
                  </a:lnTo>
                  <a:lnTo>
                    <a:pt x="333609" y="151700"/>
                  </a:lnTo>
                  <a:lnTo>
                    <a:pt x="333037" y="146446"/>
                  </a:lnTo>
                  <a:lnTo>
                    <a:pt x="332299" y="141214"/>
                  </a:lnTo>
                  <a:lnTo>
                    <a:pt x="331397" y="136007"/>
                  </a:lnTo>
                  <a:lnTo>
                    <a:pt x="330330" y="130832"/>
                  </a:lnTo>
                  <a:lnTo>
                    <a:pt x="329100" y="125693"/>
                  </a:lnTo>
                  <a:lnTo>
                    <a:pt x="327708" y="120595"/>
                  </a:lnTo>
                  <a:lnTo>
                    <a:pt x="326156" y="115544"/>
                  </a:lnTo>
                  <a:lnTo>
                    <a:pt x="324445" y="110544"/>
                  </a:lnTo>
                  <a:lnTo>
                    <a:pt x="322576" y="105601"/>
                  </a:lnTo>
                  <a:lnTo>
                    <a:pt x="320553" y="100720"/>
                  </a:lnTo>
                  <a:lnTo>
                    <a:pt x="318376" y="95904"/>
                  </a:lnTo>
                  <a:lnTo>
                    <a:pt x="316048" y="91161"/>
                  </a:lnTo>
                  <a:lnTo>
                    <a:pt x="313571" y="86493"/>
                  </a:lnTo>
                  <a:lnTo>
                    <a:pt x="310948" y="81905"/>
                  </a:lnTo>
                  <a:lnTo>
                    <a:pt x="308182" y="77403"/>
                  </a:lnTo>
                  <a:lnTo>
                    <a:pt x="305274" y="72991"/>
                  </a:lnTo>
                  <a:lnTo>
                    <a:pt x="302228" y="68672"/>
                  </a:lnTo>
                  <a:lnTo>
                    <a:pt x="299048" y="6445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35481"/>
              <a:ext cx="131888" cy="102714"/>
            </a:xfrm>
            <a:custGeom>
              <a:avLst/>
              <a:pathLst>
                <a:path w="131888" h="102714">
                  <a:moveTo>
                    <a:pt x="131888" y="0"/>
                  </a:moveTo>
                  <a:lnTo>
                    <a:pt x="0" y="1027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071028"/>
              <a:ext cx="131888" cy="167167"/>
            </a:xfrm>
            <a:custGeom>
              <a:avLst/>
              <a:pathLst>
                <a:path w="131888" h="167167">
                  <a:moveTo>
                    <a:pt x="131888" y="64452"/>
                  </a:moveTo>
                  <a:lnTo>
                    <a:pt x="128356" y="60071"/>
                  </a:lnTo>
                  <a:lnTo>
                    <a:pt x="124678" y="55810"/>
                  </a:lnTo>
                  <a:lnTo>
                    <a:pt x="120858" y="51676"/>
                  </a:lnTo>
                  <a:lnTo>
                    <a:pt x="116902" y="47673"/>
                  </a:lnTo>
                  <a:lnTo>
                    <a:pt x="112813" y="43805"/>
                  </a:lnTo>
                  <a:lnTo>
                    <a:pt x="108596" y="40077"/>
                  </a:lnTo>
                  <a:lnTo>
                    <a:pt x="104256" y="36493"/>
                  </a:lnTo>
                  <a:lnTo>
                    <a:pt x="99798" y="33058"/>
                  </a:lnTo>
                  <a:lnTo>
                    <a:pt x="95226" y="29774"/>
                  </a:lnTo>
                  <a:lnTo>
                    <a:pt x="90547" y="26646"/>
                  </a:lnTo>
                  <a:lnTo>
                    <a:pt x="85765" y="23678"/>
                  </a:lnTo>
                  <a:lnTo>
                    <a:pt x="80886" y="20872"/>
                  </a:lnTo>
                  <a:lnTo>
                    <a:pt x="75915" y="18232"/>
                  </a:lnTo>
                  <a:lnTo>
                    <a:pt x="70858" y="15760"/>
                  </a:lnTo>
                  <a:lnTo>
                    <a:pt x="65721" y="13461"/>
                  </a:lnTo>
                  <a:lnTo>
                    <a:pt x="60509" y="11335"/>
                  </a:lnTo>
                  <a:lnTo>
                    <a:pt x="55229" y="9387"/>
                  </a:lnTo>
                  <a:lnTo>
                    <a:pt x="49886" y="7617"/>
                  </a:lnTo>
                  <a:lnTo>
                    <a:pt x="44487" y="6028"/>
                  </a:lnTo>
                  <a:lnTo>
                    <a:pt x="39037" y="4621"/>
                  </a:lnTo>
                  <a:lnTo>
                    <a:pt x="33542" y="3399"/>
                  </a:lnTo>
                  <a:lnTo>
                    <a:pt x="28010" y="2363"/>
                  </a:lnTo>
                  <a:lnTo>
                    <a:pt x="22446" y="1513"/>
                  </a:lnTo>
                  <a:lnTo>
                    <a:pt x="16857" y="852"/>
                  </a:lnTo>
                  <a:lnTo>
                    <a:pt x="11248" y="378"/>
                  </a:lnTo>
                  <a:lnTo>
                    <a:pt x="562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0358" y="941493"/>
              <a:ext cx="123185" cy="167167"/>
            </a:xfrm>
            <a:custGeom>
              <a:avLst/>
              <a:pathLst>
                <a:path w="123185" h="167167">
                  <a:moveTo>
                    <a:pt x="123185" y="0"/>
                  </a:moveTo>
                  <a:lnTo>
                    <a:pt x="117646" y="91"/>
                  </a:lnTo>
                  <a:lnTo>
                    <a:pt x="112114" y="367"/>
                  </a:lnTo>
                  <a:lnTo>
                    <a:pt x="106593" y="825"/>
                  </a:lnTo>
                  <a:lnTo>
                    <a:pt x="101091" y="1466"/>
                  </a:lnTo>
                  <a:lnTo>
                    <a:pt x="95613" y="2289"/>
                  </a:lnTo>
                  <a:lnTo>
                    <a:pt x="90165" y="3293"/>
                  </a:lnTo>
                  <a:lnTo>
                    <a:pt x="84754" y="4477"/>
                  </a:lnTo>
                  <a:lnTo>
                    <a:pt x="79384" y="5840"/>
                  </a:lnTo>
                  <a:lnTo>
                    <a:pt x="74063" y="7380"/>
                  </a:lnTo>
                  <a:lnTo>
                    <a:pt x="68796" y="9095"/>
                  </a:lnTo>
                  <a:lnTo>
                    <a:pt x="63589" y="10984"/>
                  </a:lnTo>
                  <a:lnTo>
                    <a:pt x="58446" y="13044"/>
                  </a:lnTo>
                  <a:lnTo>
                    <a:pt x="53375" y="15274"/>
                  </a:lnTo>
                  <a:lnTo>
                    <a:pt x="48381" y="17670"/>
                  </a:lnTo>
                  <a:lnTo>
                    <a:pt x="43469" y="20231"/>
                  </a:lnTo>
                  <a:lnTo>
                    <a:pt x="38644" y="22952"/>
                  </a:lnTo>
                  <a:lnTo>
                    <a:pt x="33912" y="25833"/>
                  </a:lnTo>
                  <a:lnTo>
                    <a:pt x="29279" y="28868"/>
                  </a:lnTo>
                  <a:lnTo>
                    <a:pt x="24748" y="32055"/>
                  </a:lnTo>
                  <a:lnTo>
                    <a:pt x="20325" y="35391"/>
                  </a:lnTo>
                  <a:lnTo>
                    <a:pt x="16016" y="38871"/>
                  </a:lnTo>
                  <a:lnTo>
                    <a:pt x="11824" y="42493"/>
                  </a:lnTo>
                  <a:lnTo>
                    <a:pt x="7754" y="46251"/>
                  </a:lnTo>
                  <a:lnTo>
                    <a:pt x="3811" y="50142"/>
                  </a:lnTo>
                  <a:lnTo>
                    <a:pt x="0" y="54161"/>
                  </a:lnTo>
                  <a:lnTo>
                    <a:pt x="12318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00358" y="995655"/>
              <a:ext cx="123185" cy="113005"/>
            </a:xfrm>
            <a:custGeom>
              <a:avLst/>
              <a:pathLst>
                <a:path w="123185" h="113005">
                  <a:moveTo>
                    <a:pt x="0" y="0"/>
                  </a:moveTo>
                  <a:lnTo>
                    <a:pt x="123185" y="113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56386" y="947606"/>
              <a:ext cx="334323" cy="328216"/>
            </a:xfrm>
            <a:custGeom>
              <a:avLst/>
              <a:pathLst>
                <a:path w="334323" h="328216">
                  <a:moveTo>
                    <a:pt x="43971" y="48048"/>
                  </a:moveTo>
                  <a:lnTo>
                    <a:pt x="40441" y="52022"/>
                  </a:lnTo>
                  <a:lnTo>
                    <a:pt x="37038" y="56106"/>
                  </a:lnTo>
                  <a:lnTo>
                    <a:pt x="33767" y="60296"/>
                  </a:lnTo>
                  <a:lnTo>
                    <a:pt x="30631" y="64588"/>
                  </a:lnTo>
                  <a:lnTo>
                    <a:pt x="27633" y="68978"/>
                  </a:lnTo>
                  <a:lnTo>
                    <a:pt x="24776" y="73461"/>
                  </a:lnTo>
                  <a:lnTo>
                    <a:pt x="22063" y="78032"/>
                  </a:lnTo>
                  <a:lnTo>
                    <a:pt x="19497" y="82687"/>
                  </a:lnTo>
                  <a:lnTo>
                    <a:pt x="17080" y="87422"/>
                  </a:lnTo>
                  <a:lnTo>
                    <a:pt x="14814" y="92231"/>
                  </a:lnTo>
                  <a:lnTo>
                    <a:pt x="12703" y="97109"/>
                  </a:lnTo>
                  <a:lnTo>
                    <a:pt x="10748" y="102052"/>
                  </a:lnTo>
                  <a:lnTo>
                    <a:pt x="8951" y="107055"/>
                  </a:lnTo>
                  <a:lnTo>
                    <a:pt x="7314" y="112112"/>
                  </a:lnTo>
                  <a:lnTo>
                    <a:pt x="5839" y="117219"/>
                  </a:lnTo>
                  <a:lnTo>
                    <a:pt x="4527" y="122371"/>
                  </a:lnTo>
                  <a:lnTo>
                    <a:pt x="3379" y="127561"/>
                  </a:lnTo>
                  <a:lnTo>
                    <a:pt x="2397" y="132785"/>
                  </a:lnTo>
                  <a:lnTo>
                    <a:pt x="1582" y="138038"/>
                  </a:lnTo>
                  <a:lnTo>
                    <a:pt x="933" y="143314"/>
                  </a:lnTo>
                  <a:lnTo>
                    <a:pt x="453" y="148608"/>
                  </a:lnTo>
                  <a:lnTo>
                    <a:pt x="142" y="153915"/>
                  </a:lnTo>
                  <a:lnTo>
                    <a:pt x="0" y="159229"/>
                  </a:lnTo>
                  <a:lnTo>
                    <a:pt x="26" y="164544"/>
                  </a:lnTo>
                  <a:lnTo>
                    <a:pt x="221" y="169857"/>
                  </a:lnTo>
                  <a:lnTo>
                    <a:pt x="586" y="175160"/>
                  </a:lnTo>
                  <a:lnTo>
                    <a:pt x="1118" y="180449"/>
                  </a:lnTo>
                  <a:lnTo>
                    <a:pt x="1819" y="185718"/>
                  </a:lnTo>
                  <a:lnTo>
                    <a:pt x="2687" y="190963"/>
                  </a:lnTo>
                  <a:lnTo>
                    <a:pt x="3721" y="196177"/>
                  </a:lnTo>
                  <a:lnTo>
                    <a:pt x="4920" y="201355"/>
                  </a:lnTo>
                  <a:lnTo>
                    <a:pt x="6284" y="206493"/>
                  </a:lnTo>
                  <a:lnTo>
                    <a:pt x="7810" y="211585"/>
                  </a:lnTo>
                  <a:lnTo>
                    <a:pt x="9497" y="216626"/>
                  </a:lnTo>
                  <a:lnTo>
                    <a:pt x="11344" y="221611"/>
                  </a:lnTo>
                  <a:lnTo>
                    <a:pt x="13348" y="226534"/>
                  </a:lnTo>
                  <a:lnTo>
                    <a:pt x="15508" y="231392"/>
                  </a:lnTo>
                  <a:lnTo>
                    <a:pt x="17821" y="236178"/>
                  </a:lnTo>
                  <a:lnTo>
                    <a:pt x="20285" y="240888"/>
                  </a:lnTo>
                  <a:lnTo>
                    <a:pt x="22897" y="245517"/>
                  </a:lnTo>
                  <a:lnTo>
                    <a:pt x="25656" y="250061"/>
                  </a:lnTo>
                  <a:lnTo>
                    <a:pt x="28557" y="254515"/>
                  </a:lnTo>
                  <a:lnTo>
                    <a:pt x="31599" y="258875"/>
                  </a:lnTo>
                  <a:lnTo>
                    <a:pt x="34778" y="263135"/>
                  </a:lnTo>
                  <a:lnTo>
                    <a:pt x="38090" y="267293"/>
                  </a:lnTo>
                  <a:lnTo>
                    <a:pt x="41533" y="271343"/>
                  </a:lnTo>
                  <a:lnTo>
                    <a:pt x="45103" y="275281"/>
                  </a:lnTo>
                  <a:lnTo>
                    <a:pt x="48797" y="279104"/>
                  </a:lnTo>
                  <a:lnTo>
                    <a:pt x="52610" y="282808"/>
                  </a:lnTo>
                  <a:lnTo>
                    <a:pt x="56539" y="286388"/>
                  </a:lnTo>
                  <a:lnTo>
                    <a:pt x="60580" y="289842"/>
                  </a:lnTo>
                  <a:lnTo>
                    <a:pt x="64729" y="293165"/>
                  </a:lnTo>
                  <a:lnTo>
                    <a:pt x="68981" y="296355"/>
                  </a:lnTo>
                  <a:lnTo>
                    <a:pt x="73333" y="299408"/>
                  </a:lnTo>
                  <a:lnTo>
                    <a:pt x="77779" y="302322"/>
                  </a:lnTo>
                  <a:lnTo>
                    <a:pt x="82316" y="305092"/>
                  </a:lnTo>
                  <a:lnTo>
                    <a:pt x="86938" y="307717"/>
                  </a:lnTo>
                  <a:lnTo>
                    <a:pt x="91642" y="310193"/>
                  </a:lnTo>
                  <a:lnTo>
                    <a:pt x="96422" y="312519"/>
                  </a:lnTo>
                  <a:lnTo>
                    <a:pt x="101274" y="314691"/>
                  </a:lnTo>
                  <a:lnTo>
                    <a:pt x="106192" y="316708"/>
                  </a:lnTo>
                  <a:lnTo>
                    <a:pt x="111172" y="318568"/>
                  </a:lnTo>
                  <a:lnTo>
                    <a:pt x="116208" y="320268"/>
                  </a:lnTo>
                  <a:lnTo>
                    <a:pt x="121296" y="321808"/>
                  </a:lnTo>
                  <a:lnTo>
                    <a:pt x="126431" y="323184"/>
                  </a:lnTo>
                  <a:lnTo>
                    <a:pt x="131606" y="324397"/>
                  </a:lnTo>
                  <a:lnTo>
                    <a:pt x="136817" y="325445"/>
                  </a:lnTo>
                  <a:lnTo>
                    <a:pt x="142060" y="326327"/>
                  </a:lnTo>
                  <a:lnTo>
                    <a:pt x="147327" y="327041"/>
                  </a:lnTo>
                  <a:lnTo>
                    <a:pt x="152615" y="327588"/>
                  </a:lnTo>
                  <a:lnTo>
                    <a:pt x="157917" y="327966"/>
                  </a:lnTo>
                  <a:lnTo>
                    <a:pt x="163229" y="328175"/>
                  </a:lnTo>
                  <a:lnTo>
                    <a:pt x="168544" y="328216"/>
                  </a:lnTo>
                  <a:lnTo>
                    <a:pt x="173858" y="328087"/>
                  </a:lnTo>
                  <a:lnTo>
                    <a:pt x="179166" y="327789"/>
                  </a:lnTo>
                  <a:lnTo>
                    <a:pt x="184461" y="327323"/>
                  </a:lnTo>
                  <a:lnTo>
                    <a:pt x="189739" y="326689"/>
                  </a:lnTo>
                  <a:lnTo>
                    <a:pt x="194994" y="325887"/>
                  </a:lnTo>
                  <a:lnTo>
                    <a:pt x="200221" y="324919"/>
                  </a:lnTo>
                  <a:lnTo>
                    <a:pt x="205414" y="323785"/>
                  </a:lnTo>
                  <a:lnTo>
                    <a:pt x="210569" y="322486"/>
                  </a:lnTo>
                  <a:lnTo>
                    <a:pt x="215679" y="321024"/>
                  </a:lnTo>
                  <a:lnTo>
                    <a:pt x="220741" y="319401"/>
                  </a:lnTo>
                  <a:lnTo>
                    <a:pt x="225749" y="317617"/>
                  </a:lnTo>
                  <a:lnTo>
                    <a:pt x="230697" y="315675"/>
                  </a:lnTo>
                  <a:lnTo>
                    <a:pt x="235581" y="313576"/>
                  </a:lnTo>
                  <a:lnTo>
                    <a:pt x="240396" y="311324"/>
                  </a:lnTo>
                  <a:lnTo>
                    <a:pt x="245137" y="308919"/>
                  </a:lnTo>
                  <a:lnTo>
                    <a:pt x="249799" y="306365"/>
                  </a:lnTo>
                  <a:lnTo>
                    <a:pt x="254377" y="303664"/>
                  </a:lnTo>
                  <a:lnTo>
                    <a:pt x="258867" y="300819"/>
                  </a:lnTo>
                  <a:lnTo>
                    <a:pt x="263265" y="297832"/>
                  </a:lnTo>
                  <a:lnTo>
                    <a:pt x="267565" y="294707"/>
                  </a:lnTo>
                  <a:lnTo>
                    <a:pt x="271764" y="291447"/>
                  </a:lnTo>
                  <a:lnTo>
                    <a:pt x="275856" y="288055"/>
                  </a:lnTo>
                  <a:lnTo>
                    <a:pt x="279840" y="284535"/>
                  </a:lnTo>
                  <a:lnTo>
                    <a:pt x="283709" y="280890"/>
                  </a:lnTo>
                  <a:lnTo>
                    <a:pt x="287460" y="277124"/>
                  </a:lnTo>
                  <a:lnTo>
                    <a:pt x="291089" y="273240"/>
                  </a:lnTo>
                  <a:lnTo>
                    <a:pt x="294594" y="269243"/>
                  </a:lnTo>
                  <a:lnTo>
                    <a:pt x="297969" y="265136"/>
                  </a:lnTo>
                  <a:lnTo>
                    <a:pt x="301212" y="260924"/>
                  </a:lnTo>
                  <a:lnTo>
                    <a:pt x="304320" y="256612"/>
                  </a:lnTo>
                  <a:lnTo>
                    <a:pt x="307289" y="252202"/>
                  </a:lnTo>
                  <a:lnTo>
                    <a:pt x="310116" y="247701"/>
                  </a:lnTo>
                  <a:lnTo>
                    <a:pt x="312799" y="243111"/>
                  </a:lnTo>
                  <a:lnTo>
                    <a:pt x="315334" y="238439"/>
                  </a:lnTo>
                  <a:lnTo>
                    <a:pt x="317720" y="233689"/>
                  </a:lnTo>
                  <a:lnTo>
                    <a:pt x="319953" y="228865"/>
                  </a:lnTo>
                  <a:lnTo>
                    <a:pt x="322032" y="223973"/>
                  </a:lnTo>
                  <a:lnTo>
                    <a:pt x="323954" y="219017"/>
                  </a:lnTo>
                  <a:lnTo>
                    <a:pt x="325718" y="214002"/>
                  </a:lnTo>
                  <a:lnTo>
                    <a:pt x="327321" y="208934"/>
                  </a:lnTo>
                  <a:lnTo>
                    <a:pt x="328762" y="203817"/>
                  </a:lnTo>
                  <a:lnTo>
                    <a:pt x="330040" y="198657"/>
                  </a:lnTo>
                  <a:lnTo>
                    <a:pt x="331153" y="193459"/>
                  </a:lnTo>
                  <a:lnTo>
                    <a:pt x="332101" y="188229"/>
                  </a:lnTo>
                  <a:lnTo>
                    <a:pt x="332881" y="182971"/>
                  </a:lnTo>
                  <a:lnTo>
                    <a:pt x="333495" y="177690"/>
                  </a:lnTo>
                  <a:lnTo>
                    <a:pt x="333939" y="172393"/>
                  </a:lnTo>
                  <a:lnTo>
                    <a:pt x="334216" y="167085"/>
                  </a:lnTo>
                  <a:lnTo>
                    <a:pt x="334323" y="161770"/>
                  </a:lnTo>
                  <a:lnTo>
                    <a:pt x="334261" y="156455"/>
                  </a:lnTo>
                  <a:lnTo>
                    <a:pt x="334030" y="151144"/>
                  </a:lnTo>
                  <a:lnTo>
                    <a:pt x="333631" y="145843"/>
                  </a:lnTo>
                  <a:lnTo>
                    <a:pt x="333063" y="140558"/>
                  </a:lnTo>
                  <a:lnTo>
                    <a:pt x="332328" y="135293"/>
                  </a:lnTo>
                  <a:lnTo>
                    <a:pt x="331425" y="130055"/>
                  </a:lnTo>
                  <a:lnTo>
                    <a:pt x="330356" y="124848"/>
                  </a:lnTo>
                  <a:lnTo>
                    <a:pt x="329123" y="119677"/>
                  </a:lnTo>
                  <a:lnTo>
                    <a:pt x="327725" y="114548"/>
                  </a:lnTo>
                  <a:lnTo>
                    <a:pt x="326165" y="109466"/>
                  </a:lnTo>
                  <a:lnTo>
                    <a:pt x="324445" y="104437"/>
                  </a:lnTo>
                  <a:lnTo>
                    <a:pt x="322565" y="99464"/>
                  </a:lnTo>
                  <a:lnTo>
                    <a:pt x="320528" y="94554"/>
                  </a:lnTo>
                  <a:lnTo>
                    <a:pt x="318336" y="89712"/>
                  </a:lnTo>
                  <a:lnTo>
                    <a:pt x="315992" y="84941"/>
                  </a:lnTo>
                  <a:lnTo>
                    <a:pt x="313496" y="80247"/>
                  </a:lnTo>
                  <a:lnTo>
                    <a:pt x="310853" y="75635"/>
                  </a:lnTo>
                  <a:lnTo>
                    <a:pt x="308065" y="71110"/>
                  </a:lnTo>
                  <a:lnTo>
                    <a:pt x="305134" y="66675"/>
                  </a:lnTo>
                  <a:lnTo>
                    <a:pt x="302063" y="62336"/>
                  </a:lnTo>
                  <a:lnTo>
                    <a:pt x="298856" y="58096"/>
                  </a:lnTo>
                  <a:lnTo>
                    <a:pt x="295516" y="53961"/>
                  </a:lnTo>
                  <a:lnTo>
                    <a:pt x="292046" y="49934"/>
                  </a:lnTo>
                  <a:lnTo>
                    <a:pt x="288450" y="46019"/>
                  </a:lnTo>
                  <a:lnTo>
                    <a:pt x="284731" y="42221"/>
                  </a:lnTo>
                  <a:lnTo>
                    <a:pt x="280893" y="38543"/>
                  </a:lnTo>
                  <a:lnTo>
                    <a:pt x="276941" y="34988"/>
                  </a:lnTo>
                  <a:lnTo>
                    <a:pt x="272877" y="31562"/>
                  </a:lnTo>
                  <a:lnTo>
                    <a:pt x="268706" y="28266"/>
                  </a:lnTo>
                  <a:lnTo>
                    <a:pt x="264433" y="25104"/>
                  </a:lnTo>
                  <a:lnTo>
                    <a:pt x="260061" y="22080"/>
                  </a:lnTo>
                  <a:lnTo>
                    <a:pt x="255596" y="19196"/>
                  </a:lnTo>
                  <a:lnTo>
                    <a:pt x="251041" y="16456"/>
                  </a:lnTo>
                  <a:lnTo>
                    <a:pt x="246401" y="13862"/>
                  </a:lnTo>
                  <a:lnTo>
                    <a:pt x="241681" y="11417"/>
                  </a:lnTo>
                  <a:lnTo>
                    <a:pt x="236885" y="9123"/>
                  </a:lnTo>
                  <a:lnTo>
                    <a:pt x="232019" y="6983"/>
                  </a:lnTo>
                  <a:lnTo>
                    <a:pt x="227088" y="4999"/>
                  </a:lnTo>
                  <a:lnTo>
                    <a:pt x="222096" y="3172"/>
                  </a:lnTo>
                  <a:lnTo>
                    <a:pt x="217048" y="1505"/>
                  </a:lnTo>
                  <a:lnTo>
                    <a:pt x="211950" y="0"/>
                  </a:lnTo>
                  <a:lnTo>
                    <a:pt x="167157" y="161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5023544" y="941493"/>
              <a:ext cx="44793" cy="167167"/>
            </a:xfrm>
            <a:custGeom>
              <a:avLst/>
              <a:pathLst>
                <a:path w="44793" h="167167">
                  <a:moveTo>
                    <a:pt x="44793" y="6113"/>
                  </a:moveTo>
                  <a:lnTo>
                    <a:pt x="38519" y="4498"/>
                  </a:lnTo>
                  <a:lnTo>
                    <a:pt x="32188" y="3128"/>
                  </a:lnTo>
                  <a:lnTo>
                    <a:pt x="25809" y="2004"/>
                  </a:lnTo>
                  <a:lnTo>
                    <a:pt x="19390" y="1128"/>
                  </a:lnTo>
                  <a:lnTo>
                    <a:pt x="12943" y="501"/>
                  </a:lnTo>
                  <a:lnTo>
                    <a:pt x="6476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7660" y="941493"/>
              <a:ext cx="98555" cy="167167"/>
            </a:xfrm>
            <a:custGeom>
              <a:avLst/>
              <a:pathLst>
                <a:path w="98555" h="167167">
                  <a:moveTo>
                    <a:pt x="98555" y="0"/>
                  </a:moveTo>
                  <a:lnTo>
                    <a:pt x="93009" y="92"/>
                  </a:lnTo>
                  <a:lnTo>
                    <a:pt x="87468" y="368"/>
                  </a:lnTo>
                  <a:lnTo>
                    <a:pt x="81940" y="827"/>
                  </a:lnTo>
                  <a:lnTo>
                    <a:pt x="76430" y="1470"/>
                  </a:lnTo>
                  <a:lnTo>
                    <a:pt x="70945" y="2295"/>
                  </a:lnTo>
                  <a:lnTo>
                    <a:pt x="65490" y="3302"/>
                  </a:lnTo>
                  <a:lnTo>
                    <a:pt x="60071" y="4490"/>
                  </a:lnTo>
                  <a:lnTo>
                    <a:pt x="54695" y="5856"/>
                  </a:lnTo>
                  <a:lnTo>
                    <a:pt x="49367" y="7400"/>
                  </a:lnTo>
                  <a:lnTo>
                    <a:pt x="44093" y="9120"/>
                  </a:lnTo>
                  <a:lnTo>
                    <a:pt x="38879" y="11014"/>
                  </a:lnTo>
                  <a:lnTo>
                    <a:pt x="33731" y="13080"/>
                  </a:lnTo>
                  <a:lnTo>
                    <a:pt x="28654" y="15316"/>
                  </a:lnTo>
                  <a:lnTo>
                    <a:pt x="23655" y="17719"/>
                  </a:lnTo>
                  <a:lnTo>
                    <a:pt x="18737" y="20286"/>
                  </a:lnTo>
                  <a:lnTo>
                    <a:pt x="13908" y="23015"/>
                  </a:lnTo>
                  <a:lnTo>
                    <a:pt x="9172" y="25903"/>
                  </a:lnTo>
                  <a:lnTo>
                    <a:pt x="4534" y="28946"/>
                  </a:lnTo>
                  <a:lnTo>
                    <a:pt x="0" y="32142"/>
                  </a:lnTo>
                  <a:lnTo>
                    <a:pt x="985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7660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19067" y="973635"/>
              <a:ext cx="167148" cy="300307"/>
            </a:xfrm>
            <a:custGeom>
              <a:avLst/>
              <a:pathLst>
                <a:path w="167148" h="300307">
                  <a:moveTo>
                    <a:pt x="68592" y="0"/>
                  </a:moveTo>
                  <a:lnTo>
                    <a:pt x="64335" y="3212"/>
                  </a:lnTo>
                  <a:lnTo>
                    <a:pt x="60183" y="6558"/>
                  </a:lnTo>
                  <a:lnTo>
                    <a:pt x="56140" y="10036"/>
                  </a:lnTo>
                  <a:lnTo>
                    <a:pt x="52210" y="13640"/>
                  </a:lnTo>
                  <a:lnTo>
                    <a:pt x="48396" y="17368"/>
                  </a:lnTo>
                  <a:lnTo>
                    <a:pt x="44704" y="21216"/>
                  </a:lnTo>
                  <a:lnTo>
                    <a:pt x="41136" y="25179"/>
                  </a:lnTo>
                  <a:lnTo>
                    <a:pt x="37696" y="29254"/>
                  </a:lnTo>
                  <a:lnTo>
                    <a:pt x="34389" y="33437"/>
                  </a:lnTo>
                  <a:lnTo>
                    <a:pt x="31216" y="37724"/>
                  </a:lnTo>
                  <a:lnTo>
                    <a:pt x="28181" y="42109"/>
                  </a:lnTo>
                  <a:lnTo>
                    <a:pt x="25288" y="46589"/>
                  </a:lnTo>
                  <a:lnTo>
                    <a:pt x="22540" y="51159"/>
                  </a:lnTo>
                  <a:lnTo>
                    <a:pt x="19938" y="55814"/>
                  </a:lnTo>
                  <a:lnTo>
                    <a:pt x="17487" y="60550"/>
                  </a:lnTo>
                  <a:lnTo>
                    <a:pt x="15187" y="65361"/>
                  </a:lnTo>
                  <a:lnTo>
                    <a:pt x="13043" y="70244"/>
                  </a:lnTo>
                  <a:lnTo>
                    <a:pt x="11055" y="75192"/>
                  </a:lnTo>
                  <a:lnTo>
                    <a:pt x="9226" y="80202"/>
                  </a:lnTo>
                  <a:lnTo>
                    <a:pt x="7557" y="85267"/>
                  </a:lnTo>
                  <a:lnTo>
                    <a:pt x="6051" y="90383"/>
                  </a:lnTo>
                  <a:lnTo>
                    <a:pt x="4709" y="95544"/>
                  </a:lnTo>
                  <a:lnTo>
                    <a:pt x="3533" y="100745"/>
                  </a:lnTo>
                  <a:lnTo>
                    <a:pt x="2523" y="105982"/>
                  </a:lnTo>
                  <a:lnTo>
                    <a:pt x="1680" y="111247"/>
                  </a:lnTo>
                  <a:lnTo>
                    <a:pt x="1006" y="116537"/>
                  </a:lnTo>
                  <a:lnTo>
                    <a:pt x="501" y="121846"/>
                  </a:lnTo>
                  <a:lnTo>
                    <a:pt x="165" y="127168"/>
                  </a:lnTo>
                  <a:lnTo>
                    <a:pt x="0" y="132499"/>
                  </a:lnTo>
                  <a:lnTo>
                    <a:pt x="4" y="137832"/>
                  </a:lnTo>
                  <a:lnTo>
                    <a:pt x="179" y="143161"/>
                  </a:lnTo>
                  <a:lnTo>
                    <a:pt x="523" y="148483"/>
                  </a:lnTo>
                  <a:lnTo>
                    <a:pt x="1037" y="153791"/>
                  </a:lnTo>
                  <a:lnTo>
                    <a:pt x="1720" y="159080"/>
                  </a:lnTo>
                  <a:lnTo>
                    <a:pt x="2572" y="164344"/>
                  </a:lnTo>
                  <a:lnTo>
                    <a:pt x="3591" y="169579"/>
                  </a:lnTo>
                  <a:lnTo>
                    <a:pt x="4776" y="174778"/>
                  </a:lnTo>
                  <a:lnTo>
                    <a:pt x="6127" y="179937"/>
                  </a:lnTo>
                  <a:lnTo>
                    <a:pt x="7641" y="185051"/>
                  </a:lnTo>
                  <a:lnTo>
                    <a:pt x="9318" y="190113"/>
                  </a:lnTo>
                  <a:lnTo>
                    <a:pt x="11156" y="195119"/>
                  </a:lnTo>
                  <a:lnTo>
                    <a:pt x="13152" y="200064"/>
                  </a:lnTo>
                  <a:lnTo>
                    <a:pt x="15305" y="204943"/>
                  </a:lnTo>
                  <a:lnTo>
                    <a:pt x="17612" y="209751"/>
                  </a:lnTo>
                  <a:lnTo>
                    <a:pt x="20072" y="214483"/>
                  </a:lnTo>
                  <a:lnTo>
                    <a:pt x="22681" y="219133"/>
                  </a:lnTo>
                  <a:lnTo>
                    <a:pt x="25438" y="223699"/>
                  </a:lnTo>
                  <a:lnTo>
                    <a:pt x="28338" y="228174"/>
                  </a:lnTo>
                  <a:lnTo>
                    <a:pt x="31380" y="232554"/>
                  </a:lnTo>
                  <a:lnTo>
                    <a:pt x="34560" y="236835"/>
                  </a:lnTo>
                  <a:lnTo>
                    <a:pt x="37875" y="241012"/>
                  </a:lnTo>
                  <a:lnTo>
                    <a:pt x="41321" y="245082"/>
                  </a:lnTo>
                  <a:lnTo>
                    <a:pt x="44896" y="249039"/>
                  </a:lnTo>
                  <a:lnTo>
                    <a:pt x="48595" y="252881"/>
                  </a:lnTo>
                  <a:lnTo>
                    <a:pt x="52414" y="256602"/>
                  </a:lnTo>
                  <a:lnTo>
                    <a:pt x="56351" y="260200"/>
                  </a:lnTo>
                  <a:lnTo>
                    <a:pt x="60400" y="263670"/>
                  </a:lnTo>
                  <a:lnTo>
                    <a:pt x="64558" y="267010"/>
                  </a:lnTo>
                  <a:lnTo>
                    <a:pt x="68820" y="270215"/>
                  </a:lnTo>
                  <a:lnTo>
                    <a:pt x="73182" y="273283"/>
                  </a:lnTo>
                  <a:lnTo>
                    <a:pt x="77640" y="276209"/>
                  </a:lnTo>
                  <a:lnTo>
                    <a:pt x="82189" y="278993"/>
                  </a:lnTo>
                  <a:lnTo>
                    <a:pt x="86824" y="281629"/>
                  </a:lnTo>
                  <a:lnTo>
                    <a:pt x="91541" y="284117"/>
                  </a:lnTo>
                  <a:lnTo>
                    <a:pt x="96335" y="286453"/>
                  </a:lnTo>
                  <a:lnTo>
                    <a:pt x="101201" y="288634"/>
                  </a:lnTo>
                  <a:lnTo>
                    <a:pt x="106135" y="290660"/>
                  </a:lnTo>
                  <a:lnTo>
                    <a:pt x="111130" y="292527"/>
                  </a:lnTo>
                  <a:lnTo>
                    <a:pt x="116182" y="294233"/>
                  </a:lnTo>
                  <a:lnTo>
                    <a:pt x="121286" y="295778"/>
                  </a:lnTo>
                  <a:lnTo>
                    <a:pt x="126437" y="297159"/>
                  </a:lnTo>
                  <a:lnTo>
                    <a:pt x="131630" y="298375"/>
                  </a:lnTo>
                  <a:lnTo>
                    <a:pt x="136858" y="299425"/>
                  </a:lnTo>
                  <a:lnTo>
                    <a:pt x="142117" y="300307"/>
                  </a:lnTo>
                  <a:lnTo>
                    <a:pt x="167148" y="1350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461185" y="941493"/>
              <a:ext cx="192195" cy="334327"/>
            </a:xfrm>
            <a:custGeom>
              <a:avLst/>
              <a:pathLst>
                <a:path w="192195" h="334327">
                  <a:moveTo>
                    <a:pt x="0" y="332450"/>
                  </a:moveTo>
                  <a:lnTo>
                    <a:pt x="5294" y="333165"/>
                  </a:lnTo>
                  <a:lnTo>
                    <a:pt x="10608" y="333711"/>
                  </a:lnTo>
                  <a:lnTo>
                    <a:pt x="15938" y="334087"/>
                  </a:lnTo>
                  <a:lnTo>
                    <a:pt x="21276" y="334292"/>
                  </a:lnTo>
                  <a:lnTo>
                    <a:pt x="26618" y="334327"/>
                  </a:lnTo>
                  <a:lnTo>
                    <a:pt x="31959" y="334191"/>
                  </a:lnTo>
                  <a:lnTo>
                    <a:pt x="37293" y="333884"/>
                  </a:lnTo>
                  <a:lnTo>
                    <a:pt x="42614" y="333407"/>
                  </a:lnTo>
                  <a:lnTo>
                    <a:pt x="47917" y="332760"/>
                  </a:lnTo>
                  <a:lnTo>
                    <a:pt x="53197" y="331944"/>
                  </a:lnTo>
                  <a:lnTo>
                    <a:pt x="58448" y="330960"/>
                  </a:lnTo>
                  <a:lnTo>
                    <a:pt x="63665" y="329809"/>
                  </a:lnTo>
                  <a:lnTo>
                    <a:pt x="68842" y="328491"/>
                  </a:lnTo>
                  <a:lnTo>
                    <a:pt x="73975" y="327009"/>
                  </a:lnTo>
                  <a:lnTo>
                    <a:pt x="79058" y="325363"/>
                  </a:lnTo>
                  <a:lnTo>
                    <a:pt x="84085" y="323556"/>
                  </a:lnTo>
                  <a:lnTo>
                    <a:pt x="89052" y="321589"/>
                  </a:lnTo>
                  <a:lnTo>
                    <a:pt x="93954" y="319464"/>
                  </a:lnTo>
                  <a:lnTo>
                    <a:pt x="98785" y="317184"/>
                  </a:lnTo>
                  <a:lnTo>
                    <a:pt x="103542" y="314750"/>
                  </a:lnTo>
                  <a:lnTo>
                    <a:pt x="108217" y="312166"/>
                  </a:lnTo>
                  <a:lnTo>
                    <a:pt x="112808" y="309434"/>
                  </a:lnTo>
                  <a:lnTo>
                    <a:pt x="117310" y="306556"/>
                  </a:lnTo>
                  <a:lnTo>
                    <a:pt x="121717" y="303536"/>
                  </a:lnTo>
                  <a:lnTo>
                    <a:pt x="126025" y="300377"/>
                  </a:lnTo>
                  <a:lnTo>
                    <a:pt x="130230" y="297082"/>
                  </a:lnTo>
                  <a:lnTo>
                    <a:pt x="134328" y="293654"/>
                  </a:lnTo>
                  <a:lnTo>
                    <a:pt x="138314" y="290097"/>
                  </a:lnTo>
                  <a:lnTo>
                    <a:pt x="142184" y="286414"/>
                  </a:lnTo>
                  <a:lnTo>
                    <a:pt x="145935" y="282609"/>
                  </a:lnTo>
                  <a:lnTo>
                    <a:pt x="149562" y="278687"/>
                  </a:lnTo>
                  <a:lnTo>
                    <a:pt x="153062" y="274651"/>
                  </a:lnTo>
                  <a:lnTo>
                    <a:pt x="156431" y="270505"/>
                  </a:lnTo>
                  <a:lnTo>
                    <a:pt x="159666" y="266253"/>
                  </a:lnTo>
                  <a:lnTo>
                    <a:pt x="162764" y="261900"/>
                  </a:lnTo>
                  <a:lnTo>
                    <a:pt x="165720" y="257451"/>
                  </a:lnTo>
                  <a:lnTo>
                    <a:pt x="168534" y="252909"/>
                  </a:lnTo>
                  <a:lnTo>
                    <a:pt x="171200" y="248279"/>
                  </a:lnTo>
                  <a:lnTo>
                    <a:pt x="173717" y="243567"/>
                  </a:lnTo>
                  <a:lnTo>
                    <a:pt x="176083" y="238777"/>
                  </a:lnTo>
                  <a:lnTo>
                    <a:pt x="178294" y="233913"/>
                  </a:lnTo>
                  <a:lnTo>
                    <a:pt x="180349" y="228982"/>
                  </a:lnTo>
                  <a:lnTo>
                    <a:pt x="182245" y="223987"/>
                  </a:lnTo>
                  <a:lnTo>
                    <a:pt x="183980" y="218934"/>
                  </a:lnTo>
                  <a:lnTo>
                    <a:pt x="185553" y="213829"/>
                  </a:lnTo>
                  <a:lnTo>
                    <a:pt x="186962" y="208675"/>
                  </a:lnTo>
                  <a:lnTo>
                    <a:pt x="188206" y="203480"/>
                  </a:lnTo>
                  <a:lnTo>
                    <a:pt x="189283" y="198247"/>
                  </a:lnTo>
                  <a:lnTo>
                    <a:pt x="190192" y="192982"/>
                  </a:lnTo>
                  <a:lnTo>
                    <a:pt x="190933" y="187692"/>
                  </a:lnTo>
                  <a:lnTo>
                    <a:pt x="191504" y="182380"/>
                  </a:lnTo>
                  <a:lnTo>
                    <a:pt x="191905" y="177052"/>
                  </a:lnTo>
                  <a:lnTo>
                    <a:pt x="192135" y="171715"/>
                  </a:lnTo>
                  <a:lnTo>
                    <a:pt x="192195" y="166373"/>
                  </a:lnTo>
                  <a:lnTo>
                    <a:pt x="192085" y="161031"/>
                  </a:lnTo>
                  <a:lnTo>
                    <a:pt x="191803" y="155696"/>
                  </a:lnTo>
                  <a:lnTo>
                    <a:pt x="191352" y="150373"/>
                  </a:lnTo>
                  <a:lnTo>
                    <a:pt x="190730" y="145067"/>
                  </a:lnTo>
                  <a:lnTo>
                    <a:pt x="189939" y="139783"/>
                  </a:lnTo>
                  <a:lnTo>
                    <a:pt x="188980" y="134528"/>
                  </a:lnTo>
                  <a:lnTo>
                    <a:pt x="187853" y="129305"/>
                  </a:lnTo>
                  <a:lnTo>
                    <a:pt x="186560" y="124122"/>
                  </a:lnTo>
                  <a:lnTo>
                    <a:pt x="185102" y="118982"/>
                  </a:lnTo>
                  <a:lnTo>
                    <a:pt x="183481" y="113892"/>
                  </a:lnTo>
                  <a:lnTo>
                    <a:pt x="181697" y="108855"/>
                  </a:lnTo>
                  <a:lnTo>
                    <a:pt x="179754" y="103879"/>
                  </a:lnTo>
                  <a:lnTo>
                    <a:pt x="177653" y="98967"/>
                  </a:lnTo>
                  <a:lnTo>
                    <a:pt x="175396" y="94125"/>
                  </a:lnTo>
                  <a:lnTo>
                    <a:pt x="172985" y="89357"/>
                  </a:lnTo>
                  <a:lnTo>
                    <a:pt x="170423" y="84669"/>
                  </a:lnTo>
                  <a:lnTo>
                    <a:pt x="167712" y="80065"/>
                  </a:lnTo>
                  <a:lnTo>
                    <a:pt x="164856" y="75551"/>
                  </a:lnTo>
                  <a:lnTo>
                    <a:pt x="161857" y="71129"/>
                  </a:lnTo>
                  <a:lnTo>
                    <a:pt x="158719" y="66806"/>
                  </a:lnTo>
                  <a:lnTo>
                    <a:pt x="155443" y="62585"/>
                  </a:lnTo>
                  <a:lnTo>
                    <a:pt x="152035" y="58471"/>
                  </a:lnTo>
                  <a:lnTo>
                    <a:pt x="148497" y="54468"/>
                  </a:lnTo>
                  <a:lnTo>
                    <a:pt x="144832" y="50581"/>
                  </a:lnTo>
                  <a:lnTo>
                    <a:pt x="141046" y="46812"/>
                  </a:lnTo>
                  <a:lnTo>
                    <a:pt x="137140" y="43166"/>
                  </a:lnTo>
                  <a:lnTo>
                    <a:pt x="133121" y="39647"/>
                  </a:lnTo>
                  <a:lnTo>
                    <a:pt x="128991" y="36258"/>
                  </a:lnTo>
                  <a:lnTo>
                    <a:pt x="124755" y="33003"/>
                  </a:lnTo>
                  <a:lnTo>
                    <a:pt x="120416" y="29885"/>
                  </a:lnTo>
                  <a:lnTo>
                    <a:pt x="115981" y="26907"/>
                  </a:lnTo>
                  <a:lnTo>
                    <a:pt x="111453" y="24072"/>
                  </a:lnTo>
                  <a:lnTo>
                    <a:pt x="106836" y="21384"/>
                  </a:lnTo>
                  <a:lnTo>
                    <a:pt x="102136" y="18844"/>
                  </a:lnTo>
                  <a:lnTo>
                    <a:pt x="97357" y="16456"/>
                  </a:lnTo>
                  <a:lnTo>
                    <a:pt x="92504" y="14222"/>
                  </a:lnTo>
                  <a:lnTo>
                    <a:pt x="87582" y="12144"/>
                  </a:lnTo>
                  <a:lnTo>
                    <a:pt x="82596" y="10224"/>
                  </a:lnTo>
                  <a:lnTo>
                    <a:pt x="77552" y="8465"/>
                  </a:lnTo>
                  <a:lnTo>
                    <a:pt x="72454" y="6867"/>
                  </a:lnTo>
                  <a:lnTo>
                    <a:pt x="67307" y="5434"/>
                  </a:lnTo>
                  <a:lnTo>
                    <a:pt x="62118" y="4166"/>
                  </a:lnTo>
                  <a:lnTo>
                    <a:pt x="56890" y="3064"/>
                  </a:lnTo>
                  <a:lnTo>
                    <a:pt x="51630" y="2129"/>
                  </a:lnTo>
                  <a:lnTo>
                    <a:pt x="46343" y="1364"/>
                  </a:lnTo>
                  <a:lnTo>
                    <a:pt x="41033" y="767"/>
                  </a:lnTo>
                  <a:lnTo>
                    <a:pt x="35708" y="341"/>
                  </a:lnTo>
                  <a:lnTo>
                    <a:pt x="30372" y="85"/>
                  </a:lnTo>
                  <a:lnTo>
                    <a:pt x="25030" y="0"/>
                  </a:lnTo>
                  <a:lnTo>
                    <a:pt x="2503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797352" y="1071028"/>
              <a:ext cx="324999" cy="334334"/>
            </a:xfrm>
            <a:custGeom>
              <a:avLst/>
              <a:pathLst>
                <a:path w="324999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1" y="336"/>
                  </a:lnTo>
                  <a:lnTo>
                    <a:pt x="151266" y="756"/>
                  </a:lnTo>
                  <a:lnTo>
                    <a:pt x="145997" y="1343"/>
                  </a:lnTo>
                  <a:lnTo>
                    <a:pt x="140749" y="2097"/>
                  </a:lnTo>
                  <a:lnTo>
                    <a:pt x="135527" y="3017"/>
                  </a:lnTo>
                  <a:lnTo>
                    <a:pt x="130338" y="4103"/>
                  </a:lnTo>
                  <a:lnTo>
                    <a:pt x="125185" y="5352"/>
                  </a:lnTo>
                  <a:lnTo>
                    <a:pt x="120075" y="6764"/>
                  </a:lnTo>
                  <a:lnTo>
                    <a:pt x="115012" y="8338"/>
                  </a:lnTo>
                  <a:lnTo>
                    <a:pt x="110001" y="10071"/>
                  </a:lnTo>
                  <a:lnTo>
                    <a:pt x="105048" y="11962"/>
                  </a:lnTo>
                  <a:lnTo>
                    <a:pt x="100158" y="14009"/>
                  </a:lnTo>
                  <a:lnTo>
                    <a:pt x="95334" y="16211"/>
                  </a:lnTo>
                  <a:lnTo>
                    <a:pt x="90583" y="18564"/>
                  </a:lnTo>
                  <a:lnTo>
                    <a:pt x="85909" y="21067"/>
                  </a:lnTo>
                  <a:lnTo>
                    <a:pt x="81317" y="23717"/>
                  </a:lnTo>
                  <a:lnTo>
                    <a:pt x="76811" y="26511"/>
                  </a:lnTo>
                  <a:lnTo>
                    <a:pt x="72396" y="29446"/>
                  </a:lnTo>
                  <a:lnTo>
                    <a:pt x="68076" y="32520"/>
                  </a:lnTo>
                  <a:lnTo>
                    <a:pt x="63856" y="35730"/>
                  </a:lnTo>
                  <a:lnTo>
                    <a:pt x="59740" y="39071"/>
                  </a:lnTo>
                  <a:lnTo>
                    <a:pt x="55732" y="42542"/>
                  </a:lnTo>
                  <a:lnTo>
                    <a:pt x="51836" y="46138"/>
                  </a:lnTo>
                  <a:lnTo>
                    <a:pt x="48056" y="49855"/>
                  </a:lnTo>
                  <a:lnTo>
                    <a:pt x="44396" y="53691"/>
                  </a:lnTo>
                  <a:lnTo>
                    <a:pt x="40859" y="57641"/>
                  </a:lnTo>
                  <a:lnTo>
                    <a:pt x="37449" y="61701"/>
                  </a:lnTo>
                  <a:lnTo>
                    <a:pt x="34170" y="65867"/>
                  </a:lnTo>
                  <a:lnTo>
                    <a:pt x="31024" y="70135"/>
                  </a:lnTo>
                  <a:lnTo>
                    <a:pt x="28016" y="74500"/>
                  </a:lnTo>
                  <a:lnTo>
                    <a:pt x="25147" y="78959"/>
                  </a:lnTo>
                  <a:lnTo>
                    <a:pt x="22421" y="83506"/>
                  </a:lnTo>
                  <a:lnTo>
                    <a:pt x="19841" y="88138"/>
                  </a:lnTo>
                  <a:lnTo>
                    <a:pt x="17409" y="92849"/>
                  </a:lnTo>
                  <a:lnTo>
                    <a:pt x="15127" y="97635"/>
                  </a:lnTo>
                  <a:lnTo>
                    <a:pt x="12999" y="102491"/>
                  </a:lnTo>
                  <a:lnTo>
                    <a:pt x="11025" y="107412"/>
                  </a:lnTo>
                  <a:lnTo>
                    <a:pt x="9209" y="112393"/>
                  </a:lnTo>
                  <a:lnTo>
                    <a:pt x="7551" y="117429"/>
                  </a:lnTo>
                  <a:lnTo>
                    <a:pt x="6054" y="122515"/>
                  </a:lnTo>
                  <a:lnTo>
                    <a:pt x="4719" y="127646"/>
                  </a:lnTo>
                  <a:lnTo>
                    <a:pt x="3548" y="132817"/>
                  </a:lnTo>
                  <a:lnTo>
                    <a:pt x="2541" y="138022"/>
                  </a:lnTo>
                  <a:lnTo>
                    <a:pt x="1699" y="143257"/>
                  </a:lnTo>
                  <a:lnTo>
                    <a:pt x="1024" y="148515"/>
                  </a:lnTo>
                  <a:lnTo>
                    <a:pt x="516" y="153793"/>
                  </a:lnTo>
                  <a:lnTo>
                    <a:pt x="176" y="159084"/>
                  </a:lnTo>
                  <a:lnTo>
                    <a:pt x="4" y="164383"/>
                  </a:lnTo>
                  <a:lnTo>
                    <a:pt x="0" y="169685"/>
                  </a:lnTo>
                  <a:lnTo>
                    <a:pt x="163" y="174984"/>
                  </a:lnTo>
                  <a:lnTo>
                    <a:pt x="495" y="180275"/>
                  </a:lnTo>
                  <a:lnTo>
                    <a:pt x="995" y="185554"/>
                  </a:lnTo>
                  <a:lnTo>
                    <a:pt x="1661" y="190813"/>
                  </a:lnTo>
                  <a:lnTo>
                    <a:pt x="2495" y="196049"/>
                  </a:lnTo>
                  <a:lnTo>
                    <a:pt x="3493" y="201256"/>
                  </a:lnTo>
                  <a:lnTo>
                    <a:pt x="4657" y="206429"/>
                  </a:lnTo>
                  <a:lnTo>
                    <a:pt x="5983" y="211562"/>
                  </a:lnTo>
                  <a:lnTo>
                    <a:pt x="7472" y="216651"/>
                  </a:lnTo>
                  <a:lnTo>
                    <a:pt x="9122" y="221689"/>
                  </a:lnTo>
                  <a:lnTo>
                    <a:pt x="10930" y="226673"/>
                  </a:lnTo>
                  <a:lnTo>
                    <a:pt x="12896" y="231597"/>
                  </a:lnTo>
                  <a:lnTo>
                    <a:pt x="15017" y="236457"/>
                  </a:lnTo>
                  <a:lnTo>
                    <a:pt x="17291" y="241246"/>
                  </a:lnTo>
                  <a:lnTo>
                    <a:pt x="19715" y="245961"/>
                  </a:lnTo>
                  <a:lnTo>
                    <a:pt x="22288" y="250597"/>
                  </a:lnTo>
                  <a:lnTo>
                    <a:pt x="25007" y="255149"/>
                  </a:lnTo>
                  <a:lnTo>
                    <a:pt x="27868" y="259612"/>
                  </a:lnTo>
                  <a:lnTo>
                    <a:pt x="30870" y="263982"/>
                  </a:lnTo>
                  <a:lnTo>
                    <a:pt x="34009" y="268255"/>
                  </a:lnTo>
                  <a:lnTo>
                    <a:pt x="37281" y="272426"/>
                  </a:lnTo>
                  <a:lnTo>
                    <a:pt x="40684" y="276492"/>
                  </a:lnTo>
                  <a:lnTo>
                    <a:pt x="44215" y="280447"/>
                  </a:lnTo>
                  <a:lnTo>
                    <a:pt x="47869" y="284289"/>
                  </a:lnTo>
                  <a:lnTo>
                    <a:pt x="51643" y="288012"/>
                  </a:lnTo>
                  <a:lnTo>
                    <a:pt x="55534" y="291614"/>
                  </a:lnTo>
                  <a:lnTo>
                    <a:pt x="59536" y="295091"/>
                  </a:lnTo>
                  <a:lnTo>
                    <a:pt x="63647" y="298440"/>
                  </a:lnTo>
                  <a:lnTo>
                    <a:pt x="67862" y="301656"/>
                  </a:lnTo>
                  <a:lnTo>
                    <a:pt x="72177" y="304737"/>
                  </a:lnTo>
                  <a:lnTo>
                    <a:pt x="76587" y="307679"/>
                  </a:lnTo>
                  <a:lnTo>
                    <a:pt x="81089" y="310480"/>
                  </a:lnTo>
                  <a:lnTo>
                    <a:pt x="85677" y="313137"/>
                  </a:lnTo>
                  <a:lnTo>
                    <a:pt x="90347" y="315648"/>
                  </a:lnTo>
                  <a:lnTo>
                    <a:pt x="95094" y="318008"/>
                  </a:lnTo>
                  <a:lnTo>
                    <a:pt x="99913" y="320218"/>
                  </a:lnTo>
                  <a:lnTo>
                    <a:pt x="104801" y="322273"/>
                  </a:lnTo>
                  <a:lnTo>
                    <a:pt x="109751" y="324172"/>
                  </a:lnTo>
                  <a:lnTo>
                    <a:pt x="114759" y="325913"/>
                  </a:lnTo>
                  <a:lnTo>
                    <a:pt x="119819" y="327495"/>
                  </a:lnTo>
                  <a:lnTo>
                    <a:pt x="124927" y="328915"/>
                  </a:lnTo>
                  <a:lnTo>
                    <a:pt x="130078" y="330172"/>
                  </a:lnTo>
                  <a:lnTo>
                    <a:pt x="135266" y="331266"/>
                  </a:lnTo>
                  <a:lnTo>
                    <a:pt x="140486" y="332194"/>
                  </a:lnTo>
                  <a:lnTo>
                    <a:pt x="145732" y="332957"/>
                  </a:lnTo>
                  <a:lnTo>
                    <a:pt x="151001" y="333553"/>
                  </a:lnTo>
                  <a:lnTo>
                    <a:pt x="156285" y="333981"/>
                  </a:lnTo>
                  <a:lnTo>
                    <a:pt x="161580" y="334242"/>
                  </a:lnTo>
                  <a:lnTo>
                    <a:pt x="166882" y="334334"/>
                  </a:lnTo>
                  <a:lnTo>
                    <a:pt x="172183" y="334259"/>
                  </a:lnTo>
                  <a:lnTo>
                    <a:pt x="177479" y="334015"/>
                  </a:lnTo>
                  <a:lnTo>
                    <a:pt x="182765" y="333603"/>
                  </a:lnTo>
                  <a:lnTo>
                    <a:pt x="188035" y="333024"/>
                  </a:lnTo>
                  <a:lnTo>
                    <a:pt x="193284" y="332279"/>
                  </a:lnTo>
                  <a:lnTo>
                    <a:pt x="198507" y="331367"/>
                  </a:lnTo>
                  <a:lnTo>
                    <a:pt x="203698" y="330290"/>
                  </a:lnTo>
                  <a:lnTo>
                    <a:pt x="208853" y="329049"/>
                  </a:lnTo>
                  <a:lnTo>
                    <a:pt x="213966" y="327645"/>
                  </a:lnTo>
                  <a:lnTo>
                    <a:pt x="219031" y="326079"/>
                  </a:lnTo>
                  <a:lnTo>
                    <a:pt x="224044" y="324354"/>
                  </a:lnTo>
                  <a:lnTo>
                    <a:pt x="229000" y="322471"/>
                  </a:lnTo>
                  <a:lnTo>
                    <a:pt x="233894" y="320431"/>
                  </a:lnTo>
                  <a:lnTo>
                    <a:pt x="238721" y="318237"/>
                  </a:lnTo>
                  <a:lnTo>
                    <a:pt x="243476" y="315892"/>
                  </a:lnTo>
                  <a:lnTo>
                    <a:pt x="248154" y="313396"/>
                  </a:lnTo>
                  <a:lnTo>
                    <a:pt x="252750" y="310754"/>
                  </a:lnTo>
                  <a:lnTo>
                    <a:pt x="257260" y="307967"/>
                  </a:lnTo>
                  <a:lnTo>
                    <a:pt x="261680" y="305039"/>
                  </a:lnTo>
                  <a:lnTo>
                    <a:pt x="266005" y="301972"/>
                  </a:lnTo>
                  <a:lnTo>
                    <a:pt x="270230" y="298769"/>
                  </a:lnTo>
                  <a:lnTo>
                    <a:pt x="274351" y="295434"/>
                  </a:lnTo>
                  <a:lnTo>
                    <a:pt x="278365" y="291970"/>
                  </a:lnTo>
                  <a:lnTo>
                    <a:pt x="282267" y="288380"/>
                  </a:lnTo>
                  <a:lnTo>
                    <a:pt x="286053" y="284668"/>
                  </a:lnTo>
                  <a:lnTo>
                    <a:pt x="289719" y="280839"/>
                  </a:lnTo>
                  <a:lnTo>
                    <a:pt x="293262" y="276894"/>
                  </a:lnTo>
                  <a:lnTo>
                    <a:pt x="296679" y="272840"/>
                  </a:lnTo>
                  <a:lnTo>
                    <a:pt x="299965" y="268679"/>
                  </a:lnTo>
                  <a:lnTo>
                    <a:pt x="303117" y="264416"/>
                  </a:lnTo>
                  <a:lnTo>
                    <a:pt x="306132" y="260055"/>
                  </a:lnTo>
                  <a:lnTo>
                    <a:pt x="309008" y="255601"/>
                  </a:lnTo>
                  <a:lnTo>
                    <a:pt x="311741" y="251058"/>
                  </a:lnTo>
                  <a:lnTo>
                    <a:pt x="314329" y="246431"/>
                  </a:lnTo>
                  <a:lnTo>
                    <a:pt x="316768" y="241723"/>
                  </a:lnTo>
                  <a:lnTo>
                    <a:pt x="319058" y="236941"/>
                  </a:lnTo>
                  <a:lnTo>
                    <a:pt x="321194" y="232089"/>
                  </a:lnTo>
                  <a:lnTo>
                    <a:pt x="323175" y="227171"/>
                  </a:lnTo>
                  <a:lnTo>
                    <a:pt x="324999" y="22219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077474"/>
              <a:ext cx="167159" cy="215747"/>
            </a:xfrm>
            <a:custGeom>
              <a:avLst/>
              <a:pathLst>
                <a:path w="167159" h="215747">
                  <a:moveTo>
                    <a:pt x="157851" y="215747"/>
                  </a:moveTo>
                  <a:lnTo>
                    <a:pt x="159558" y="210580"/>
                  </a:lnTo>
                  <a:lnTo>
                    <a:pt x="161097" y="205361"/>
                  </a:lnTo>
                  <a:lnTo>
                    <a:pt x="162464" y="200094"/>
                  </a:lnTo>
                  <a:lnTo>
                    <a:pt x="163659" y="194786"/>
                  </a:lnTo>
                  <a:lnTo>
                    <a:pt x="164681" y="189441"/>
                  </a:lnTo>
                  <a:lnTo>
                    <a:pt x="165529" y="184066"/>
                  </a:lnTo>
                  <a:lnTo>
                    <a:pt x="166201" y="178666"/>
                  </a:lnTo>
                  <a:lnTo>
                    <a:pt x="166697" y="173247"/>
                  </a:lnTo>
                  <a:lnTo>
                    <a:pt x="167016" y="167815"/>
                  </a:lnTo>
                  <a:lnTo>
                    <a:pt x="167159" y="162376"/>
                  </a:lnTo>
                  <a:lnTo>
                    <a:pt x="167124" y="156934"/>
                  </a:lnTo>
                  <a:lnTo>
                    <a:pt x="166912" y="151497"/>
                  </a:lnTo>
                  <a:lnTo>
                    <a:pt x="166524" y="146069"/>
                  </a:lnTo>
                  <a:lnTo>
                    <a:pt x="165959" y="140657"/>
                  </a:lnTo>
                  <a:lnTo>
                    <a:pt x="165218" y="135267"/>
                  </a:lnTo>
                  <a:lnTo>
                    <a:pt x="164302" y="129903"/>
                  </a:lnTo>
                  <a:lnTo>
                    <a:pt x="163212" y="124572"/>
                  </a:lnTo>
                  <a:lnTo>
                    <a:pt x="161949" y="119279"/>
                  </a:lnTo>
                  <a:lnTo>
                    <a:pt x="160514" y="114030"/>
                  </a:lnTo>
                  <a:lnTo>
                    <a:pt x="158909" y="108831"/>
                  </a:lnTo>
                  <a:lnTo>
                    <a:pt x="157136" y="103686"/>
                  </a:lnTo>
                  <a:lnTo>
                    <a:pt x="155197" y="98602"/>
                  </a:lnTo>
                  <a:lnTo>
                    <a:pt x="153093" y="93584"/>
                  </a:lnTo>
                  <a:lnTo>
                    <a:pt x="150826" y="88637"/>
                  </a:lnTo>
                  <a:lnTo>
                    <a:pt x="148400" y="83766"/>
                  </a:lnTo>
                  <a:lnTo>
                    <a:pt x="145817" y="78977"/>
                  </a:lnTo>
                  <a:lnTo>
                    <a:pt x="143079" y="74274"/>
                  </a:lnTo>
                  <a:lnTo>
                    <a:pt x="140190" y="69663"/>
                  </a:lnTo>
                  <a:lnTo>
                    <a:pt x="137152" y="65149"/>
                  </a:lnTo>
                  <a:lnTo>
                    <a:pt x="133969" y="60736"/>
                  </a:lnTo>
                  <a:lnTo>
                    <a:pt x="130644" y="56428"/>
                  </a:lnTo>
                  <a:lnTo>
                    <a:pt x="127180" y="52231"/>
                  </a:lnTo>
                  <a:lnTo>
                    <a:pt x="123582" y="48150"/>
                  </a:lnTo>
                  <a:lnTo>
                    <a:pt x="119853" y="44187"/>
                  </a:lnTo>
                  <a:lnTo>
                    <a:pt x="115996" y="40348"/>
                  </a:lnTo>
                  <a:lnTo>
                    <a:pt x="112017" y="36637"/>
                  </a:lnTo>
                  <a:lnTo>
                    <a:pt x="107919" y="33056"/>
                  </a:lnTo>
                  <a:lnTo>
                    <a:pt x="103707" y="29612"/>
                  </a:lnTo>
                  <a:lnTo>
                    <a:pt x="99385" y="26306"/>
                  </a:lnTo>
                  <a:lnTo>
                    <a:pt x="94958" y="23142"/>
                  </a:lnTo>
                  <a:lnTo>
                    <a:pt x="90430" y="20125"/>
                  </a:lnTo>
                  <a:lnTo>
                    <a:pt x="85806" y="17256"/>
                  </a:lnTo>
                  <a:lnTo>
                    <a:pt x="81091" y="14539"/>
                  </a:lnTo>
                  <a:lnTo>
                    <a:pt x="76290" y="11977"/>
                  </a:lnTo>
                  <a:lnTo>
                    <a:pt x="71409" y="9573"/>
                  </a:lnTo>
                  <a:lnTo>
                    <a:pt x="66452" y="7329"/>
                  </a:lnTo>
                  <a:lnTo>
                    <a:pt x="61424" y="5248"/>
                  </a:lnTo>
                  <a:lnTo>
                    <a:pt x="56331" y="3331"/>
                  </a:lnTo>
                  <a:lnTo>
                    <a:pt x="51179" y="1581"/>
                  </a:lnTo>
                  <a:lnTo>
                    <a:pt x="45972" y="0"/>
                  </a:lnTo>
                  <a:lnTo>
                    <a:pt x="0" y="1607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071028"/>
              <a:ext cx="45972" cy="167167"/>
            </a:xfrm>
            <a:custGeom>
              <a:avLst/>
              <a:pathLst>
                <a:path w="45972" h="167167">
                  <a:moveTo>
                    <a:pt x="45972" y="6445"/>
                  </a:moveTo>
                  <a:lnTo>
                    <a:pt x="39541" y="4743"/>
                  </a:lnTo>
                  <a:lnTo>
                    <a:pt x="33047" y="3299"/>
                  </a:lnTo>
                  <a:lnTo>
                    <a:pt x="26500" y="2113"/>
                  </a:lnTo>
                  <a:lnTo>
                    <a:pt x="19912" y="1190"/>
                  </a:lnTo>
                  <a:lnTo>
                    <a:pt x="13292" y="529"/>
                  </a:lnTo>
                  <a:lnTo>
                    <a:pt x="6651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15323" y="1322571"/>
              <a:ext cx="73397" cy="167167"/>
            </a:xfrm>
            <a:custGeom>
              <a:avLst/>
              <a:pathLst>
                <a:path w="73397" h="167167">
                  <a:moveTo>
                    <a:pt x="73397" y="0"/>
                  </a:moveTo>
                  <a:lnTo>
                    <a:pt x="67553" y="102"/>
                  </a:lnTo>
                  <a:lnTo>
                    <a:pt x="61716" y="408"/>
                  </a:lnTo>
                  <a:lnTo>
                    <a:pt x="55894" y="918"/>
                  </a:lnTo>
                  <a:lnTo>
                    <a:pt x="50093" y="1632"/>
                  </a:lnTo>
                  <a:lnTo>
                    <a:pt x="44320" y="2548"/>
                  </a:lnTo>
                  <a:lnTo>
                    <a:pt x="38583" y="3665"/>
                  </a:lnTo>
                  <a:lnTo>
                    <a:pt x="32888" y="4982"/>
                  </a:lnTo>
                  <a:lnTo>
                    <a:pt x="27243" y="6497"/>
                  </a:lnTo>
                  <a:lnTo>
                    <a:pt x="21654" y="8209"/>
                  </a:lnTo>
                  <a:lnTo>
                    <a:pt x="16129" y="10115"/>
                  </a:lnTo>
                  <a:lnTo>
                    <a:pt x="10674" y="12213"/>
                  </a:lnTo>
                  <a:lnTo>
                    <a:pt x="5295" y="14500"/>
                  </a:lnTo>
                  <a:lnTo>
                    <a:pt x="0" y="16975"/>
                  </a:lnTo>
                  <a:lnTo>
                    <a:pt x="7339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415323" y="1339546"/>
              <a:ext cx="73397" cy="150192"/>
            </a:xfrm>
            <a:custGeom>
              <a:avLst/>
              <a:pathLst>
                <a:path w="73397" h="150192">
                  <a:moveTo>
                    <a:pt x="0" y="0"/>
                  </a:moveTo>
                  <a:lnTo>
                    <a:pt x="73397" y="1501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21556" y="1339546"/>
              <a:ext cx="334327" cy="317352"/>
            </a:xfrm>
            <a:custGeom>
              <a:avLst/>
              <a:pathLst>
                <a:path w="334327" h="317352">
                  <a:moveTo>
                    <a:pt x="93766" y="0"/>
                  </a:moveTo>
                  <a:lnTo>
                    <a:pt x="89040" y="2403"/>
                  </a:lnTo>
                  <a:lnTo>
                    <a:pt x="84391" y="4955"/>
                  </a:lnTo>
                  <a:lnTo>
                    <a:pt x="79827" y="7654"/>
                  </a:lnTo>
                  <a:lnTo>
                    <a:pt x="75350" y="10495"/>
                  </a:lnTo>
                  <a:lnTo>
                    <a:pt x="70965" y="13478"/>
                  </a:lnTo>
                  <a:lnTo>
                    <a:pt x="66677" y="16598"/>
                  </a:lnTo>
                  <a:lnTo>
                    <a:pt x="62491" y="19852"/>
                  </a:lnTo>
                  <a:lnTo>
                    <a:pt x="58409" y="23238"/>
                  </a:lnTo>
                  <a:lnTo>
                    <a:pt x="54437" y="26751"/>
                  </a:lnTo>
                  <a:lnTo>
                    <a:pt x="50579" y="30388"/>
                  </a:lnTo>
                  <a:lnTo>
                    <a:pt x="46838" y="34146"/>
                  </a:lnTo>
                  <a:lnTo>
                    <a:pt x="43218" y="38021"/>
                  </a:lnTo>
                  <a:lnTo>
                    <a:pt x="39722" y="42009"/>
                  </a:lnTo>
                  <a:lnTo>
                    <a:pt x="36355" y="46105"/>
                  </a:lnTo>
                  <a:lnTo>
                    <a:pt x="33120" y="50306"/>
                  </a:lnTo>
                  <a:lnTo>
                    <a:pt x="30019" y="54608"/>
                  </a:lnTo>
                  <a:lnTo>
                    <a:pt x="27056" y="59006"/>
                  </a:lnTo>
                  <a:lnTo>
                    <a:pt x="24235" y="63496"/>
                  </a:lnTo>
                  <a:lnTo>
                    <a:pt x="21557" y="68073"/>
                  </a:lnTo>
                  <a:lnTo>
                    <a:pt x="19026" y="72732"/>
                  </a:lnTo>
                  <a:lnTo>
                    <a:pt x="16643" y="77470"/>
                  </a:lnTo>
                  <a:lnTo>
                    <a:pt x="14413" y="82280"/>
                  </a:lnTo>
                  <a:lnTo>
                    <a:pt x="12336" y="87159"/>
                  </a:lnTo>
                  <a:lnTo>
                    <a:pt x="10414" y="92102"/>
                  </a:lnTo>
                  <a:lnTo>
                    <a:pt x="8651" y="97103"/>
                  </a:lnTo>
                  <a:lnTo>
                    <a:pt x="7047" y="102157"/>
                  </a:lnTo>
                  <a:lnTo>
                    <a:pt x="5604" y="107260"/>
                  </a:lnTo>
                  <a:lnTo>
                    <a:pt x="4323" y="112405"/>
                  </a:lnTo>
                  <a:lnTo>
                    <a:pt x="3207" y="117589"/>
                  </a:lnTo>
                  <a:lnTo>
                    <a:pt x="2255" y="122806"/>
                  </a:lnTo>
                  <a:lnTo>
                    <a:pt x="1469" y="128050"/>
                  </a:lnTo>
                  <a:lnTo>
                    <a:pt x="850" y="133316"/>
                  </a:lnTo>
                  <a:lnTo>
                    <a:pt x="399" y="138600"/>
                  </a:lnTo>
                  <a:lnTo>
                    <a:pt x="115" y="143895"/>
                  </a:lnTo>
                  <a:lnTo>
                    <a:pt x="0" y="149197"/>
                  </a:lnTo>
                  <a:lnTo>
                    <a:pt x="52" y="154499"/>
                  </a:lnTo>
                  <a:lnTo>
                    <a:pt x="273" y="159797"/>
                  </a:lnTo>
                  <a:lnTo>
                    <a:pt x="661" y="165086"/>
                  </a:lnTo>
                  <a:lnTo>
                    <a:pt x="1217" y="170359"/>
                  </a:lnTo>
                  <a:lnTo>
                    <a:pt x="1941" y="175612"/>
                  </a:lnTo>
                  <a:lnTo>
                    <a:pt x="2830" y="180840"/>
                  </a:lnTo>
                  <a:lnTo>
                    <a:pt x="3885" y="186037"/>
                  </a:lnTo>
                  <a:lnTo>
                    <a:pt x="5104" y="191197"/>
                  </a:lnTo>
                  <a:lnTo>
                    <a:pt x="6486" y="196317"/>
                  </a:lnTo>
                  <a:lnTo>
                    <a:pt x="8030" y="201390"/>
                  </a:lnTo>
                  <a:lnTo>
                    <a:pt x="9734" y="206411"/>
                  </a:lnTo>
                  <a:lnTo>
                    <a:pt x="11596" y="211376"/>
                  </a:lnTo>
                  <a:lnTo>
                    <a:pt x="13615" y="216280"/>
                  </a:lnTo>
                  <a:lnTo>
                    <a:pt x="15788" y="221117"/>
                  </a:lnTo>
                  <a:lnTo>
                    <a:pt x="18114" y="225882"/>
                  </a:lnTo>
                  <a:lnTo>
                    <a:pt x="20589" y="230571"/>
                  </a:lnTo>
                  <a:lnTo>
                    <a:pt x="23213" y="235180"/>
                  </a:lnTo>
                  <a:lnTo>
                    <a:pt x="25981" y="239703"/>
                  </a:lnTo>
                  <a:lnTo>
                    <a:pt x="28891" y="244136"/>
                  </a:lnTo>
                  <a:lnTo>
                    <a:pt x="31940" y="248474"/>
                  </a:lnTo>
                  <a:lnTo>
                    <a:pt x="35125" y="252714"/>
                  </a:lnTo>
                  <a:lnTo>
                    <a:pt x="38443" y="256850"/>
                  </a:lnTo>
                  <a:lnTo>
                    <a:pt x="41891" y="260879"/>
                  </a:lnTo>
                  <a:lnTo>
                    <a:pt x="45465" y="264796"/>
                  </a:lnTo>
                  <a:lnTo>
                    <a:pt x="49161" y="268599"/>
                  </a:lnTo>
                  <a:lnTo>
                    <a:pt x="52976" y="272282"/>
                  </a:lnTo>
                  <a:lnTo>
                    <a:pt x="56905" y="275842"/>
                  </a:lnTo>
                  <a:lnTo>
                    <a:pt x="60946" y="279276"/>
                  </a:lnTo>
                  <a:lnTo>
                    <a:pt x="65094" y="282580"/>
                  </a:lnTo>
                  <a:lnTo>
                    <a:pt x="69344" y="285751"/>
                  </a:lnTo>
                  <a:lnTo>
                    <a:pt x="73693" y="288785"/>
                  </a:lnTo>
                  <a:lnTo>
                    <a:pt x="78136" y="291680"/>
                  </a:lnTo>
                  <a:lnTo>
                    <a:pt x="82668" y="294433"/>
                  </a:lnTo>
                  <a:lnTo>
                    <a:pt x="87285" y="297040"/>
                  </a:lnTo>
                  <a:lnTo>
                    <a:pt x="91983" y="299500"/>
                  </a:lnTo>
                  <a:lnTo>
                    <a:pt x="96757" y="301809"/>
                  </a:lnTo>
                  <a:lnTo>
                    <a:pt x="101601" y="303966"/>
                  </a:lnTo>
                  <a:lnTo>
                    <a:pt x="106511" y="305968"/>
                  </a:lnTo>
                  <a:lnTo>
                    <a:pt x="111482" y="307813"/>
                  </a:lnTo>
                  <a:lnTo>
                    <a:pt x="116510" y="309500"/>
                  </a:lnTo>
                  <a:lnTo>
                    <a:pt x="121588" y="311026"/>
                  </a:lnTo>
                  <a:lnTo>
                    <a:pt x="126712" y="312391"/>
                  </a:lnTo>
                  <a:lnTo>
                    <a:pt x="131877" y="313592"/>
                  </a:lnTo>
                  <a:lnTo>
                    <a:pt x="137077" y="314629"/>
                  </a:lnTo>
                  <a:lnTo>
                    <a:pt x="142308" y="315501"/>
                  </a:lnTo>
                  <a:lnTo>
                    <a:pt x="147563" y="316206"/>
                  </a:lnTo>
                  <a:lnTo>
                    <a:pt x="152839" y="316744"/>
                  </a:lnTo>
                  <a:lnTo>
                    <a:pt x="158129" y="317115"/>
                  </a:lnTo>
                  <a:lnTo>
                    <a:pt x="163427" y="317318"/>
                  </a:lnTo>
                  <a:lnTo>
                    <a:pt x="168730" y="317352"/>
                  </a:lnTo>
                  <a:lnTo>
                    <a:pt x="174031" y="317218"/>
                  </a:lnTo>
                  <a:lnTo>
                    <a:pt x="179325" y="316916"/>
                  </a:lnTo>
                  <a:lnTo>
                    <a:pt x="184607" y="316447"/>
                  </a:lnTo>
                  <a:lnTo>
                    <a:pt x="189871" y="315810"/>
                  </a:lnTo>
                  <a:lnTo>
                    <a:pt x="195113" y="315006"/>
                  </a:lnTo>
                  <a:lnTo>
                    <a:pt x="200326" y="314037"/>
                  </a:lnTo>
                  <a:lnTo>
                    <a:pt x="205506" y="312903"/>
                  </a:lnTo>
                  <a:lnTo>
                    <a:pt x="210648" y="311605"/>
                  </a:lnTo>
                  <a:lnTo>
                    <a:pt x="215745" y="310144"/>
                  </a:lnTo>
                  <a:lnTo>
                    <a:pt x="220794" y="308523"/>
                  </a:lnTo>
                  <a:lnTo>
                    <a:pt x="225789" y="306742"/>
                  </a:lnTo>
                  <a:lnTo>
                    <a:pt x="230725" y="304804"/>
                  </a:lnTo>
                  <a:lnTo>
                    <a:pt x="235597" y="302710"/>
                  </a:lnTo>
                  <a:lnTo>
                    <a:pt x="240400" y="300463"/>
                  </a:lnTo>
                  <a:lnTo>
                    <a:pt x="245129" y="298065"/>
                  </a:lnTo>
                  <a:lnTo>
                    <a:pt x="249780" y="295518"/>
                  </a:lnTo>
                  <a:lnTo>
                    <a:pt x="254348" y="292824"/>
                  </a:lnTo>
                  <a:lnTo>
                    <a:pt x="258828" y="289987"/>
                  </a:lnTo>
                  <a:lnTo>
                    <a:pt x="263215" y="287010"/>
                  </a:lnTo>
                  <a:lnTo>
                    <a:pt x="267506" y="283894"/>
                  </a:lnTo>
                  <a:lnTo>
                    <a:pt x="271697" y="280644"/>
                  </a:lnTo>
                  <a:lnTo>
                    <a:pt x="275782" y="277263"/>
                  </a:lnTo>
                  <a:lnTo>
                    <a:pt x="279757" y="273754"/>
                  </a:lnTo>
                  <a:lnTo>
                    <a:pt x="283620" y="270121"/>
                  </a:lnTo>
                  <a:lnTo>
                    <a:pt x="287365" y="266367"/>
                  </a:lnTo>
                  <a:lnTo>
                    <a:pt x="290989" y="262496"/>
                  </a:lnTo>
                  <a:lnTo>
                    <a:pt x="294489" y="258512"/>
                  </a:lnTo>
                  <a:lnTo>
                    <a:pt x="297860" y="254419"/>
                  </a:lnTo>
                  <a:lnTo>
                    <a:pt x="301100" y="250222"/>
                  </a:lnTo>
                  <a:lnTo>
                    <a:pt x="304206" y="245923"/>
                  </a:lnTo>
                  <a:lnTo>
                    <a:pt x="307173" y="241529"/>
                  </a:lnTo>
                  <a:lnTo>
                    <a:pt x="310000" y="237042"/>
                  </a:lnTo>
                  <a:lnTo>
                    <a:pt x="312682" y="232468"/>
                  </a:lnTo>
                  <a:lnTo>
                    <a:pt x="315219" y="227811"/>
                  </a:lnTo>
                  <a:lnTo>
                    <a:pt x="317606" y="223076"/>
                  </a:lnTo>
                  <a:lnTo>
                    <a:pt x="319842" y="218268"/>
                  </a:lnTo>
                  <a:lnTo>
                    <a:pt x="321924" y="213391"/>
                  </a:lnTo>
                  <a:lnTo>
                    <a:pt x="323851" y="208451"/>
                  </a:lnTo>
                  <a:lnTo>
                    <a:pt x="325620" y="203452"/>
                  </a:lnTo>
                  <a:lnTo>
                    <a:pt x="327230" y="198399"/>
                  </a:lnTo>
                  <a:lnTo>
                    <a:pt x="328678" y="193298"/>
                  </a:lnTo>
                  <a:lnTo>
                    <a:pt x="329964" y="188154"/>
                  </a:lnTo>
                  <a:lnTo>
                    <a:pt x="331086" y="182971"/>
                  </a:lnTo>
                  <a:lnTo>
                    <a:pt x="332043" y="177756"/>
                  </a:lnTo>
                  <a:lnTo>
                    <a:pt x="332835" y="172512"/>
                  </a:lnTo>
                  <a:lnTo>
                    <a:pt x="333459" y="167247"/>
                  </a:lnTo>
                  <a:lnTo>
                    <a:pt x="333916" y="161964"/>
                  </a:lnTo>
                  <a:lnTo>
                    <a:pt x="334206" y="156669"/>
                  </a:lnTo>
                  <a:lnTo>
                    <a:pt x="334327" y="151367"/>
                  </a:lnTo>
                  <a:lnTo>
                    <a:pt x="334280" y="146065"/>
                  </a:lnTo>
                  <a:lnTo>
                    <a:pt x="334065" y="140766"/>
                  </a:lnTo>
                  <a:lnTo>
                    <a:pt x="333683" y="135478"/>
                  </a:lnTo>
                  <a:lnTo>
                    <a:pt x="333132" y="130204"/>
                  </a:lnTo>
                  <a:lnTo>
                    <a:pt x="332415" y="124950"/>
                  </a:lnTo>
                  <a:lnTo>
                    <a:pt x="331531" y="119721"/>
                  </a:lnTo>
                  <a:lnTo>
                    <a:pt x="330482" y="114523"/>
                  </a:lnTo>
                  <a:lnTo>
                    <a:pt x="329268" y="109361"/>
                  </a:lnTo>
                  <a:lnTo>
                    <a:pt x="327892" y="104240"/>
                  </a:lnTo>
                  <a:lnTo>
                    <a:pt x="326353" y="99165"/>
                  </a:lnTo>
                  <a:lnTo>
                    <a:pt x="324655" y="94142"/>
                  </a:lnTo>
                  <a:lnTo>
                    <a:pt x="322798" y="89175"/>
                  </a:lnTo>
                  <a:lnTo>
                    <a:pt x="320784" y="84270"/>
                  </a:lnTo>
                  <a:lnTo>
                    <a:pt x="318616" y="79430"/>
                  </a:lnTo>
                  <a:lnTo>
                    <a:pt x="316296" y="74662"/>
                  </a:lnTo>
                  <a:lnTo>
                    <a:pt x="313825" y="69970"/>
                  </a:lnTo>
                  <a:lnTo>
                    <a:pt x="311207" y="65359"/>
                  </a:lnTo>
                  <a:lnTo>
                    <a:pt x="308444" y="60833"/>
                  </a:lnTo>
                  <a:lnTo>
                    <a:pt x="305538" y="56397"/>
                  </a:lnTo>
                  <a:lnTo>
                    <a:pt x="167164" y="150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488720" y="1322571"/>
              <a:ext cx="138374" cy="167167"/>
            </a:xfrm>
            <a:custGeom>
              <a:avLst/>
              <a:pathLst>
                <a:path w="138374" h="167167">
                  <a:moveTo>
                    <a:pt x="138374" y="73372"/>
                  </a:moveTo>
                  <a:lnTo>
                    <a:pt x="135253" y="68925"/>
                  </a:lnTo>
                  <a:lnTo>
                    <a:pt x="131989" y="64581"/>
                  </a:lnTo>
                  <a:lnTo>
                    <a:pt x="128585" y="60346"/>
                  </a:lnTo>
                  <a:lnTo>
                    <a:pt x="125046" y="56224"/>
                  </a:lnTo>
                  <a:lnTo>
                    <a:pt x="121374" y="52219"/>
                  </a:lnTo>
                  <a:lnTo>
                    <a:pt x="117575" y="48335"/>
                  </a:lnTo>
                  <a:lnTo>
                    <a:pt x="113651" y="44577"/>
                  </a:lnTo>
                  <a:lnTo>
                    <a:pt x="109607" y="40948"/>
                  </a:lnTo>
                  <a:lnTo>
                    <a:pt x="105447" y="37453"/>
                  </a:lnTo>
                  <a:lnTo>
                    <a:pt x="101176" y="34095"/>
                  </a:lnTo>
                  <a:lnTo>
                    <a:pt x="96798" y="30877"/>
                  </a:lnTo>
                  <a:lnTo>
                    <a:pt x="92318" y="27803"/>
                  </a:lnTo>
                  <a:lnTo>
                    <a:pt x="87740" y="24877"/>
                  </a:lnTo>
                  <a:lnTo>
                    <a:pt x="83070" y="22100"/>
                  </a:lnTo>
                  <a:lnTo>
                    <a:pt x="78311" y="19477"/>
                  </a:lnTo>
                  <a:lnTo>
                    <a:pt x="73471" y="17010"/>
                  </a:lnTo>
                  <a:lnTo>
                    <a:pt x="68552" y="14702"/>
                  </a:lnTo>
                  <a:lnTo>
                    <a:pt x="63561" y="12555"/>
                  </a:lnTo>
                  <a:lnTo>
                    <a:pt x="58503" y="10571"/>
                  </a:lnTo>
                  <a:lnTo>
                    <a:pt x="53383" y="8752"/>
                  </a:lnTo>
                  <a:lnTo>
                    <a:pt x="48207" y="7101"/>
                  </a:lnTo>
                  <a:lnTo>
                    <a:pt x="42979" y="5619"/>
                  </a:lnTo>
                  <a:lnTo>
                    <a:pt x="37707" y="4308"/>
                  </a:lnTo>
                  <a:lnTo>
                    <a:pt x="32394" y="3168"/>
                  </a:lnTo>
                  <a:lnTo>
                    <a:pt x="27048" y="2202"/>
                  </a:lnTo>
                  <a:lnTo>
                    <a:pt x="21672" y="1410"/>
                  </a:lnTo>
                  <a:lnTo>
                    <a:pt x="16274" y="794"/>
                  </a:lnTo>
                  <a:lnTo>
                    <a:pt x="10859" y="353"/>
                  </a:lnTo>
                  <a:lnTo>
                    <a:pt x="5432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87969" y="1681503"/>
              <a:ext cx="98555" cy="167167"/>
            </a:xfrm>
            <a:custGeom>
              <a:avLst/>
              <a:pathLst>
                <a:path w="98555" h="167167">
                  <a:moveTo>
                    <a:pt x="98555" y="0"/>
                  </a:moveTo>
                  <a:lnTo>
                    <a:pt x="93009" y="92"/>
                  </a:lnTo>
                  <a:lnTo>
                    <a:pt x="87468" y="368"/>
                  </a:lnTo>
                  <a:lnTo>
                    <a:pt x="81940" y="827"/>
                  </a:lnTo>
                  <a:lnTo>
                    <a:pt x="76430" y="1470"/>
                  </a:lnTo>
                  <a:lnTo>
                    <a:pt x="70945" y="2295"/>
                  </a:lnTo>
                  <a:lnTo>
                    <a:pt x="65490" y="3302"/>
                  </a:lnTo>
                  <a:lnTo>
                    <a:pt x="60071" y="4490"/>
                  </a:lnTo>
                  <a:lnTo>
                    <a:pt x="54695" y="5856"/>
                  </a:lnTo>
                  <a:lnTo>
                    <a:pt x="49367" y="7400"/>
                  </a:lnTo>
                  <a:lnTo>
                    <a:pt x="44093" y="9120"/>
                  </a:lnTo>
                  <a:lnTo>
                    <a:pt x="38879" y="11014"/>
                  </a:lnTo>
                  <a:lnTo>
                    <a:pt x="33731" y="13080"/>
                  </a:lnTo>
                  <a:lnTo>
                    <a:pt x="28654" y="15316"/>
                  </a:lnTo>
                  <a:lnTo>
                    <a:pt x="23655" y="17719"/>
                  </a:lnTo>
                  <a:lnTo>
                    <a:pt x="18737" y="20286"/>
                  </a:lnTo>
                  <a:lnTo>
                    <a:pt x="13908" y="23015"/>
                  </a:lnTo>
                  <a:lnTo>
                    <a:pt x="9172" y="25903"/>
                  </a:lnTo>
                  <a:lnTo>
                    <a:pt x="4534" y="28946"/>
                  </a:lnTo>
                  <a:lnTo>
                    <a:pt x="0" y="32142"/>
                  </a:lnTo>
                  <a:lnTo>
                    <a:pt x="9855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87969" y="171364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19370" y="1681503"/>
              <a:ext cx="334303" cy="334334"/>
            </a:xfrm>
            <a:custGeom>
              <a:avLst/>
              <a:pathLst>
                <a:path w="334303" h="334334">
                  <a:moveTo>
                    <a:pt x="68598" y="32142"/>
                  </a:moveTo>
                  <a:lnTo>
                    <a:pt x="64361" y="35339"/>
                  </a:lnTo>
                  <a:lnTo>
                    <a:pt x="60227" y="38670"/>
                  </a:lnTo>
                  <a:lnTo>
                    <a:pt x="56201" y="42130"/>
                  </a:lnTo>
                  <a:lnTo>
                    <a:pt x="52287" y="45716"/>
                  </a:lnTo>
                  <a:lnTo>
                    <a:pt x="48488" y="49424"/>
                  </a:lnTo>
                  <a:lnTo>
                    <a:pt x="44810" y="53251"/>
                  </a:lnTo>
                  <a:lnTo>
                    <a:pt x="41254" y="57193"/>
                  </a:lnTo>
                  <a:lnTo>
                    <a:pt x="37826" y="61246"/>
                  </a:lnTo>
                  <a:lnTo>
                    <a:pt x="34528" y="65406"/>
                  </a:lnTo>
                  <a:lnTo>
                    <a:pt x="31364" y="69668"/>
                  </a:lnTo>
                  <a:lnTo>
                    <a:pt x="28337" y="74029"/>
                  </a:lnTo>
                  <a:lnTo>
                    <a:pt x="25450" y="78483"/>
                  </a:lnTo>
                  <a:lnTo>
                    <a:pt x="22705" y="83027"/>
                  </a:lnTo>
                  <a:lnTo>
                    <a:pt x="20106" y="87656"/>
                  </a:lnTo>
                  <a:lnTo>
                    <a:pt x="17656" y="92365"/>
                  </a:lnTo>
                  <a:lnTo>
                    <a:pt x="15356" y="97150"/>
                  </a:lnTo>
                  <a:lnTo>
                    <a:pt x="13210" y="102005"/>
                  </a:lnTo>
                  <a:lnTo>
                    <a:pt x="11218" y="106925"/>
                  </a:lnTo>
                  <a:lnTo>
                    <a:pt x="9384" y="111907"/>
                  </a:lnTo>
                  <a:lnTo>
                    <a:pt x="7709" y="116944"/>
                  </a:lnTo>
                  <a:lnTo>
                    <a:pt x="6195" y="122032"/>
                  </a:lnTo>
                  <a:lnTo>
                    <a:pt x="4843" y="127166"/>
                  </a:lnTo>
                  <a:lnTo>
                    <a:pt x="3655" y="132339"/>
                  </a:lnTo>
                  <a:lnTo>
                    <a:pt x="2631" y="137548"/>
                  </a:lnTo>
                  <a:lnTo>
                    <a:pt x="1774" y="142787"/>
                  </a:lnTo>
                  <a:lnTo>
                    <a:pt x="1083" y="148050"/>
                  </a:lnTo>
                  <a:lnTo>
                    <a:pt x="560" y="153333"/>
                  </a:lnTo>
                  <a:lnTo>
                    <a:pt x="205" y="158629"/>
                  </a:lnTo>
                  <a:lnTo>
                    <a:pt x="18" y="163934"/>
                  </a:lnTo>
                  <a:lnTo>
                    <a:pt x="0" y="169243"/>
                  </a:lnTo>
                  <a:lnTo>
                    <a:pt x="150" y="174549"/>
                  </a:lnTo>
                  <a:lnTo>
                    <a:pt x="468" y="179848"/>
                  </a:lnTo>
                  <a:lnTo>
                    <a:pt x="955" y="185134"/>
                  </a:lnTo>
                  <a:lnTo>
                    <a:pt x="1609" y="190402"/>
                  </a:lnTo>
                  <a:lnTo>
                    <a:pt x="2430" y="195647"/>
                  </a:lnTo>
                  <a:lnTo>
                    <a:pt x="3418" y="200862"/>
                  </a:lnTo>
                  <a:lnTo>
                    <a:pt x="4570" y="206044"/>
                  </a:lnTo>
                  <a:lnTo>
                    <a:pt x="5887" y="211187"/>
                  </a:lnTo>
                  <a:lnTo>
                    <a:pt x="7366" y="216285"/>
                  </a:lnTo>
                  <a:lnTo>
                    <a:pt x="9006" y="221334"/>
                  </a:lnTo>
                  <a:lnTo>
                    <a:pt x="10805" y="226328"/>
                  </a:lnTo>
                  <a:lnTo>
                    <a:pt x="12763" y="231262"/>
                  </a:lnTo>
                  <a:lnTo>
                    <a:pt x="14876" y="236132"/>
                  </a:lnTo>
                  <a:lnTo>
                    <a:pt x="17142" y="240932"/>
                  </a:lnTo>
                  <a:lnTo>
                    <a:pt x="19560" y="245658"/>
                  </a:lnTo>
                  <a:lnTo>
                    <a:pt x="22126" y="250305"/>
                  </a:lnTo>
                  <a:lnTo>
                    <a:pt x="24839" y="254868"/>
                  </a:lnTo>
                  <a:lnTo>
                    <a:pt x="27696" y="259342"/>
                  </a:lnTo>
                  <a:lnTo>
                    <a:pt x="30693" y="263724"/>
                  </a:lnTo>
                  <a:lnTo>
                    <a:pt x="33827" y="268008"/>
                  </a:lnTo>
                  <a:lnTo>
                    <a:pt x="37096" y="272190"/>
                  </a:lnTo>
                  <a:lnTo>
                    <a:pt x="40497" y="276267"/>
                  </a:lnTo>
                  <a:lnTo>
                    <a:pt x="44024" y="280234"/>
                  </a:lnTo>
                  <a:lnTo>
                    <a:pt x="47677" y="284086"/>
                  </a:lnTo>
                  <a:lnTo>
                    <a:pt x="51449" y="287821"/>
                  </a:lnTo>
                  <a:lnTo>
                    <a:pt x="55338" y="291434"/>
                  </a:lnTo>
                  <a:lnTo>
                    <a:pt x="59340" y="294921"/>
                  </a:lnTo>
                  <a:lnTo>
                    <a:pt x="63451" y="298280"/>
                  </a:lnTo>
                  <a:lnTo>
                    <a:pt x="67666" y="301507"/>
                  </a:lnTo>
                  <a:lnTo>
                    <a:pt x="71982" y="304598"/>
                  </a:lnTo>
                  <a:lnTo>
                    <a:pt x="76393" y="307550"/>
                  </a:lnTo>
                  <a:lnTo>
                    <a:pt x="80897" y="310361"/>
                  </a:lnTo>
                  <a:lnTo>
                    <a:pt x="85487" y="313028"/>
                  </a:lnTo>
                  <a:lnTo>
                    <a:pt x="90159" y="315547"/>
                  </a:lnTo>
                  <a:lnTo>
                    <a:pt x="94909" y="317917"/>
                  </a:lnTo>
                  <a:lnTo>
                    <a:pt x="99732" y="320135"/>
                  </a:lnTo>
                  <a:lnTo>
                    <a:pt x="104623" y="322199"/>
                  </a:lnTo>
                  <a:lnTo>
                    <a:pt x="109577" y="324106"/>
                  </a:lnTo>
                  <a:lnTo>
                    <a:pt x="114589" y="325855"/>
                  </a:lnTo>
                  <a:lnTo>
                    <a:pt x="119654" y="327444"/>
                  </a:lnTo>
                  <a:lnTo>
                    <a:pt x="124767" y="328871"/>
                  </a:lnTo>
                  <a:lnTo>
                    <a:pt x="129923" y="330136"/>
                  </a:lnTo>
                  <a:lnTo>
                    <a:pt x="135116" y="331236"/>
                  </a:lnTo>
                  <a:lnTo>
                    <a:pt x="140341" y="332170"/>
                  </a:lnTo>
                  <a:lnTo>
                    <a:pt x="145594" y="332938"/>
                  </a:lnTo>
                  <a:lnTo>
                    <a:pt x="150868" y="333539"/>
                  </a:lnTo>
                  <a:lnTo>
                    <a:pt x="156159" y="333972"/>
                  </a:lnTo>
                  <a:lnTo>
                    <a:pt x="161461" y="334237"/>
                  </a:lnTo>
                  <a:lnTo>
                    <a:pt x="166768" y="334334"/>
                  </a:lnTo>
                  <a:lnTo>
                    <a:pt x="172076" y="334262"/>
                  </a:lnTo>
                  <a:lnTo>
                    <a:pt x="177379" y="334021"/>
                  </a:lnTo>
                  <a:lnTo>
                    <a:pt x="182672" y="333613"/>
                  </a:lnTo>
                  <a:lnTo>
                    <a:pt x="187949" y="333036"/>
                  </a:lnTo>
                  <a:lnTo>
                    <a:pt x="193205" y="332292"/>
                  </a:lnTo>
                  <a:lnTo>
                    <a:pt x="198435" y="331382"/>
                  </a:lnTo>
                  <a:lnTo>
                    <a:pt x="203633" y="330306"/>
                  </a:lnTo>
                  <a:lnTo>
                    <a:pt x="208795" y="329065"/>
                  </a:lnTo>
                  <a:lnTo>
                    <a:pt x="213914" y="327661"/>
                  </a:lnTo>
                  <a:lnTo>
                    <a:pt x="218986" y="326096"/>
                  </a:lnTo>
                  <a:lnTo>
                    <a:pt x="224006" y="324370"/>
                  </a:lnTo>
                  <a:lnTo>
                    <a:pt x="228969" y="322485"/>
                  </a:lnTo>
                  <a:lnTo>
                    <a:pt x="233870" y="320444"/>
                  </a:lnTo>
                  <a:lnTo>
                    <a:pt x="238703" y="318249"/>
                  </a:lnTo>
                  <a:lnTo>
                    <a:pt x="243464" y="315901"/>
                  </a:lnTo>
                  <a:lnTo>
                    <a:pt x="248148" y="313403"/>
                  </a:lnTo>
                  <a:lnTo>
                    <a:pt x="252750" y="310758"/>
                  </a:lnTo>
                  <a:lnTo>
                    <a:pt x="257266" y="307967"/>
                  </a:lnTo>
                  <a:lnTo>
                    <a:pt x="261691" y="305035"/>
                  </a:lnTo>
                  <a:lnTo>
                    <a:pt x="266021" y="301964"/>
                  </a:lnTo>
                  <a:lnTo>
                    <a:pt x="270251" y="298757"/>
                  </a:lnTo>
                  <a:lnTo>
                    <a:pt x="274377" y="295417"/>
                  </a:lnTo>
                  <a:lnTo>
                    <a:pt x="278395" y="291948"/>
                  </a:lnTo>
                  <a:lnTo>
                    <a:pt x="282301" y="288353"/>
                  </a:lnTo>
                  <a:lnTo>
                    <a:pt x="286091" y="284636"/>
                  </a:lnTo>
                  <a:lnTo>
                    <a:pt x="289761" y="280800"/>
                  </a:lnTo>
                  <a:lnTo>
                    <a:pt x="293307" y="276850"/>
                  </a:lnTo>
                  <a:lnTo>
                    <a:pt x="296726" y="272789"/>
                  </a:lnTo>
                  <a:lnTo>
                    <a:pt x="300014" y="268622"/>
                  </a:lnTo>
                  <a:lnTo>
                    <a:pt x="303169" y="264352"/>
                  </a:lnTo>
                  <a:lnTo>
                    <a:pt x="306186" y="259985"/>
                  </a:lnTo>
                  <a:lnTo>
                    <a:pt x="309063" y="255524"/>
                  </a:lnTo>
                  <a:lnTo>
                    <a:pt x="311797" y="250973"/>
                  </a:lnTo>
                  <a:lnTo>
                    <a:pt x="314385" y="246338"/>
                  </a:lnTo>
                  <a:lnTo>
                    <a:pt x="316824" y="241624"/>
                  </a:lnTo>
                  <a:lnTo>
                    <a:pt x="319113" y="236834"/>
                  </a:lnTo>
                  <a:lnTo>
                    <a:pt x="321248" y="231974"/>
                  </a:lnTo>
                  <a:lnTo>
                    <a:pt x="323228" y="227049"/>
                  </a:lnTo>
                  <a:lnTo>
                    <a:pt x="325051" y="222063"/>
                  </a:lnTo>
                  <a:lnTo>
                    <a:pt x="326714" y="217022"/>
                  </a:lnTo>
                  <a:lnTo>
                    <a:pt x="328217" y="211930"/>
                  </a:lnTo>
                  <a:lnTo>
                    <a:pt x="329557" y="206794"/>
                  </a:lnTo>
                  <a:lnTo>
                    <a:pt x="330733" y="201617"/>
                  </a:lnTo>
                  <a:lnTo>
                    <a:pt x="331745" y="196406"/>
                  </a:lnTo>
                  <a:lnTo>
                    <a:pt x="332590" y="191166"/>
                  </a:lnTo>
                  <a:lnTo>
                    <a:pt x="333268" y="185901"/>
                  </a:lnTo>
                  <a:lnTo>
                    <a:pt x="333780" y="180617"/>
                  </a:lnTo>
                  <a:lnTo>
                    <a:pt x="334123" y="175319"/>
                  </a:lnTo>
                  <a:lnTo>
                    <a:pt x="334297" y="170014"/>
                  </a:lnTo>
                  <a:lnTo>
                    <a:pt x="334303" y="164705"/>
                  </a:lnTo>
                  <a:lnTo>
                    <a:pt x="334141" y="159400"/>
                  </a:lnTo>
                  <a:lnTo>
                    <a:pt x="333810" y="154101"/>
                  </a:lnTo>
                  <a:lnTo>
                    <a:pt x="333311" y="148816"/>
                  </a:lnTo>
                  <a:lnTo>
                    <a:pt x="332645" y="143550"/>
                  </a:lnTo>
                  <a:lnTo>
                    <a:pt x="331812" y="138307"/>
                  </a:lnTo>
                  <a:lnTo>
                    <a:pt x="330812" y="133094"/>
                  </a:lnTo>
                  <a:lnTo>
                    <a:pt x="329648" y="127915"/>
                  </a:lnTo>
                  <a:lnTo>
                    <a:pt x="328320" y="122775"/>
                  </a:lnTo>
                  <a:lnTo>
                    <a:pt x="326829" y="117680"/>
                  </a:lnTo>
                  <a:lnTo>
                    <a:pt x="325177" y="112635"/>
                  </a:lnTo>
                  <a:lnTo>
                    <a:pt x="323366" y="107645"/>
                  </a:lnTo>
                  <a:lnTo>
                    <a:pt x="321397" y="102716"/>
                  </a:lnTo>
                  <a:lnTo>
                    <a:pt x="319273" y="97851"/>
                  </a:lnTo>
                  <a:lnTo>
                    <a:pt x="316996" y="93056"/>
                  </a:lnTo>
                  <a:lnTo>
                    <a:pt x="314567" y="88335"/>
                  </a:lnTo>
                  <a:lnTo>
                    <a:pt x="311990" y="83695"/>
                  </a:lnTo>
                  <a:lnTo>
                    <a:pt x="309266" y="79138"/>
                  </a:lnTo>
                  <a:lnTo>
                    <a:pt x="306399" y="74670"/>
                  </a:lnTo>
                  <a:lnTo>
                    <a:pt x="303392" y="70296"/>
                  </a:lnTo>
                  <a:lnTo>
                    <a:pt x="300248" y="66019"/>
                  </a:lnTo>
                  <a:lnTo>
                    <a:pt x="296969" y="61844"/>
                  </a:lnTo>
                  <a:lnTo>
                    <a:pt x="293560" y="57775"/>
                  </a:lnTo>
                  <a:lnTo>
                    <a:pt x="290023" y="53817"/>
                  </a:lnTo>
                  <a:lnTo>
                    <a:pt x="286362" y="49973"/>
                  </a:lnTo>
                  <a:lnTo>
                    <a:pt x="282580" y="46247"/>
                  </a:lnTo>
                  <a:lnTo>
                    <a:pt x="278683" y="42643"/>
                  </a:lnTo>
                  <a:lnTo>
                    <a:pt x="274673" y="39164"/>
                  </a:lnTo>
                  <a:lnTo>
                    <a:pt x="270554" y="35815"/>
                  </a:lnTo>
                  <a:lnTo>
                    <a:pt x="266332" y="32598"/>
                  </a:lnTo>
                  <a:lnTo>
                    <a:pt x="262009" y="29517"/>
                  </a:lnTo>
                  <a:lnTo>
                    <a:pt x="257591" y="26575"/>
                  </a:lnTo>
                  <a:lnTo>
                    <a:pt x="253081" y="23774"/>
                  </a:lnTo>
                  <a:lnTo>
                    <a:pt x="248485" y="21118"/>
                  </a:lnTo>
                  <a:lnTo>
                    <a:pt x="243807" y="18609"/>
                  </a:lnTo>
                  <a:lnTo>
                    <a:pt x="239051" y="16250"/>
                  </a:lnTo>
                  <a:lnTo>
                    <a:pt x="234223" y="14044"/>
                  </a:lnTo>
                  <a:lnTo>
                    <a:pt x="229327" y="11991"/>
                  </a:lnTo>
                  <a:lnTo>
                    <a:pt x="224369" y="10096"/>
                  </a:lnTo>
                  <a:lnTo>
                    <a:pt x="219353" y="8358"/>
                  </a:lnTo>
                  <a:lnTo>
                    <a:pt x="214284" y="6781"/>
                  </a:lnTo>
                  <a:lnTo>
                    <a:pt x="209168" y="5365"/>
                  </a:lnTo>
                  <a:lnTo>
                    <a:pt x="204009" y="4113"/>
                  </a:lnTo>
                  <a:lnTo>
                    <a:pt x="198814" y="3025"/>
                  </a:lnTo>
                  <a:lnTo>
                    <a:pt x="193586" y="2102"/>
                  </a:lnTo>
                  <a:lnTo>
                    <a:pt x="188332" y="1346"/>
                  </a:lnTo>
                  <a:lnTo>
                    <a:pt x="183056" y="758"/>
                  </a:lnTo>
                  <a:lnTo>
                    <a:pt x="177764" y="337"/>
                  </a:lnTo>
                  <a:lnTo>
                    <a:pt x="172462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52024" y="2126963"/>
              <a:ext cx="29262" cy="167167"/>
            </a:xfrm>
            <a:custGeom>
              <a:avLst/>
              <a:pathLst>
                <a:path w="29262" h="167167">
                  <a:moveTo>
                    <a:pt x="29262" y="0"/>
                  </a:moveTo>
                  <a:lnTo>
                    <a:pt x="21911" y="161"/>
                  </a:lnTo>
                  <a:lnTo>
                    <a:pt x="14574" y="646"/>
                  </a:lnTo>
                  <a:lnTo>
                    <a:pt x="7266" y="1453"/>
                  </a:lnTo>
                  <a:lnTo>
                    <a:pt x="0" y="2581"/>
                  </a:lnTo>
                  <a:lnTo>
                    <a:pt x="2926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52024" y="2129544"/>
              <a:ext cx="29262" cy="164586"/>
            </a:xfrm>
            <a:custGeom>
              <a:avLst/>
              <a:pathLst>
                <a:path w="29262" h="164586">
                  <a:moveTo>
                    <a:pt x="0" y="0"/>
                  </a:moveTo>
                  <a:lnTo>
                    <a:pt x="29262" y="1645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14122" y="2127412"/>
              <a:ext cx="334319" cy="333884"/>
            </a:xfrm>
            <a:custGeom>
              <a:avLst/>
              <a:pathLst>
                <a:path w="334319" h="333884">
                  <a:moveTo>
                    <a:pt x="137902" y="2132"/>
                  </a:moveTo>
                  <a:lnTo>
                    <a:pt x="132718" y="3138"/>
                  </a:lnTo>
                  <a:lnTo>
                    <a:pt x="127568" y="4308"/>
                  </a:lnTo>
                  <a:lnTo>
                    <a:pt x="122458" y="5639"/>
                  </a:lnTo>
                  <a:lnTo>
                    <a:pt x="117393" y="7132"/>
                  </a:lnTo>
                  <a:lnTo>
                    <a:pt x="112377" y="8784"/>
                  </a:lnTo>
                  <a:lnTo>
                    <a:pt x="107416" y="10593"/>
                  </a:lnTo>
                  <a:lnTo>
                    <a:pt x="102514" y="12558"/>
                  </a:lnTo>
                  <a:lnTo>
                    <a:pt x="97677" y="14677"/>
                  </a:lnTo>
                  <a:lnTo>
                    <a:pt x="92910" y="16948"/>
                  </a:lnTo>
                  <a:lnTo>
                    <a:pt x="88216" y="19368"/>
                  </a:lnTo>
                  <a:lnTo>
                    <a:pt x="83601" y="21935"/>
                  </a:lnTo>
                  <a:lnTo>
                    <a:pt x="79070" y="24647"/>
                  </a:lnTo>
                  <a:lnTo>
                    <a:pt x="74626" y="27500"/>
                  </a:lnTo>
                  <a:lnTo>
                    <a:pt x="70275" y="30493"/>
                  </a:lnTo>
                  <a:lnTo>
                    <a:pt x="66021" y="33621"/>
                  </a:lnTo>
                  <a:lnTo>
                    <a:pt x="61867" y="36882"/>
                  </a:lnTo>
                  <a:lnTo>
                    <a:pt x="57819" y="40273"/>
                  </a:lnTo>
                  <a:lnTo>
                    <a:pt x="53879" y="43790"/>
                  </a:lnTo>
                  <a:lnTo>
                    <a:pt x="50053" y="47429"/>
                  </a:lnTo>
                  <a:lnTo>
                    <a:pt x="46344" y="51188"/>
                  </a:lnTo>
                  <a:lnTo>
                    <a:pt x="42755" y="55062"/>
                  </a:lnTo>
                  <a:lnTo>
                    <a:pt x="39290" y="59047"/>
                  </a:lnTo>
                  <a:lnTo>
                    <a:pt x="35953" y="63140"/>
                  </a:lnTo>
                  <a:lnTo>
                    <a:pt x="32747" y="67336"/>
                  </a:lnTo>
                  <a:lnTo>
                    <a:pt x="29675" y="71631"/>
                  </a:lnTo>
                  <a:lnTo>
                    <a:pt x="26740" y="76021"/>
                  </a:lnTo>
                  <a:lnTo>
                    <a:pt x="23946" y="80502"/>
                  </a:lnTo>
                  <a:lnTo>
                    <a:pt x="21294" y="85069"/>
                  </a:lnTo>
                  <a:lnTo>
                    <a:pt x="18788" y="89717"/>
                  </a:lnTo>
                  <a:lnTo>
                    <a:pt x="16430" y="94442"/>
                  </a:lnTo>
                  <a:lnTo>
                    <a:pt x="14222" y="99239"/>
                  </a:lnTo>
                  <a:lnTo>
                    <a:pt x="12167" y="104104"/>
                  </a:lnTo>
                  <a:lnTo>
                    <a:pt x="10266" y="109031"/>
                  </a:lnTo>
                  <a:lnTo>
                    <a:pt x="8523" y="114015"/>
                  </a:lnTo>
                  <a:lnTo>
                    <a:pt x="6937" y="119053"/>
                  </a:lnTo>
                  <a:lnTo>
                    <a:pt x="5512" y="124137"/>
                  </a:lnTo>
                  <a:lnTo>
                    <a:pt x="4247" y="129264"/>
                  </a:lnTo>
                  <a:lnTo>
                    <a:pt x="3146" y="134429"/>
                  </a:lnTo>
                  <a:lnTo>
                    <a:pt x="2207" y="139626"/>
                  </a:lnTo>
                  <a:lnTo>
                    <a:pt x="1434" y="144850"/>
                  </a:lnTo>
                  <a:lnTo>
                    <a:pt x="826" y="150095"/>
                  </a:lnTo>
                  <a:lnTo>
                    <a:pt x="384" y="155358"/>
                  </a:lnTo>
                  <a:lnTo>
                    <a:pt x="108" y="160631"/>
                  </a:lnTo>
                  <a:lnTo>
                    <a:pt x="0" y="165911"/>
                  </a:lnTo>
                  <a:lnTo>
                    <a:pt x="57" y="171191"/>
                  </a:lnTo>
                  <a:lnTo>
                    <a:pt x="282" y="176467"/>
                  </a:lnTo>
                  <a:lnTo>
                    <a:pt x="673" y="181734"/>
                  </a:lnTo>
                  <a:lnTo>
                    <a:pt x="1231" y="186985"/>
                  </a:lnTo>
                  <a:lnTo>
                    <a:pt x="1954" y="192216"/>
                  </a:lnTo>
                  <a:lnTo>
                    <a:pt x="2841" y="197422"/>
                  </a:lnTo>
                  <a:lnTo>
                    <a:pt x="3893" y="202597"/>
                  </a:lnTo>
                  <a:lnTo>
                    <a:pt x="5108" y="207736"/>
                  </a:lnTo>
                  <a:lnTo>
                    <a:pt x="6484" y="212834"/>
                  </a:lnTo>
                  <a:lnTo>
                    <a:pt x="8021" y="217886"/>
                  </a:lnTo>
                  <a:lnTo>
                    <a:pt x="9717" y="222888"/>
                  </a:lnTo>
                  <a:lnTo>
                    <a:pt x="11570" y="227833"/>
                  </a:lnTo>
                  <a:lnTo>
                    <a:pt x="13578" y="232717"/>
                  </a:lnTo>
                  <a:lnTo>
                    <a:pt x="15739" y="237535"/>
                  </a:lnTo>
                  <a:lnTo>
                    <a:pt x="18051" y="242283"/>
                  </a:lnTo>
                  <a:lnTo>
                    <a:pt x="20512" y="246955"/>
                  </a:lnTo>
                  <a:lnTo>
                    <a:pt x="23120" y="251547"/>
                  </a:lnTo>
                  <a:lnTo>
                    <a:pt x="25871" y="256054"/>
                  </a:lnTo>
                  <a:lnTo>
                    <a:pt x="28763" y="260473"/>
                  </a:lnTo>
                  <a:lnTo>
                    <a:pt x="31794" y="264797"/>
                  </a:lnTo>
                  <a:lnTo>
                    <a:pt x="34959" y="269024"/>
                  </a:lnTo>
                  <a:lnTo>
                    <a:pt x="38257" y="273149"/>
                  </a:lnTo>
                  <a:lnTo>
                    <a:pt x="41683" y="277168"/>
                  </a:lnTo>
                  <a:lnTo>
                    <a:pt x="45234" y="281076"/>
                  </a:lnTo>
                  <a:lnTo>
                    <a:pt x="48907" y="284870"/>
                  </a:lnTo>
                  <a:lnTo>
                    <a:pt x="52698" y="288547"/>
                  </a:lnTo>
                  <a:lnTo>
                    <a:pt x="56603" y="292101"/>
                  </a:lnTo>
                  <a:lnTo>
                    <a:pt x="60619" y="295531"/>
                  </a:lnTo>
                  <a:lnTo>
                    <a:pt x="64741" y="298832"/>
                  </a:lnTo>
                  <a:lnTo>
                    <a:pt x="68965" y="302001"/>
                  </a:lnTo>
                  <a:lnTo>
                    <a:pt x="73287" y="305036"/>
                  </a:lnTo>
                  <a:lnTo>
                    <a:pt x="77702" y="307932"/>
                  </a:lnTo>
                  <a:lnTo>
                    <a:pt x="82207" y="310687"/>
                  </a:lnTo>
                  <a:lnTo>
                    <a:pt x="86797" y="313299"/>
                  </a:lnTo>
                  <a:lnTo>
                    <a:pt x="91467" y="315764"/>
                  </a:lnTo>
                  <a:lnTo>
                    <a:pt x="96213" y="318081"/>
                  </a:lnTo>
                  <a:lnTo>
                    <a:pt x="101029" y="320246"/>
                  </a:lnTo>
                  <a:lnTo>
                    <a:pt x="105911" y="322259"/>
                  </a:lnTo>
                  <a:lnTo>
                    <a:pt x="110855" y="324116"/>
                  </a:lnTo>
                  <a:lnTo>
                    <a:pt x="115854" y="325816"/>
                  </a:lnTo>
                  <a:lnTo>
                    <a:pt x="120905" y="327357"/>
                  </a:lnTo>
                  <a:lnTo>
                    <a:pt x="126002" y="328738"/>
                  </a:lnTo>
                  <a:lnTo>
                    <a:pt x="131140" y="329958"/>
                  </a:lnTo>
                  <a:lnTo>
                    <a:pt x="136314" y="331014"/>
                  </a:lnTo>
                  <a:lnTo>
                    <a:pt x="141519" y="331906"/>
                  </a:lnTo>
                  <a:lnTo>
                    <a:pt x="146750" y="332634"/>
                  </a:lnTo>
                  <a:lnTo>
                    <a:pt x="152001" y="333196"/>
                  </a:lnTo>
                  <a:lnTo>
                    <a:pt x="157266" y="333592"/>
                  </a:lnTo>
                  <a:lnTo>
                    <a:pt x="162542" y="333821"/>
                  </a:lnTo>
                  <a:lnTo>
                    <a:pt x="167823" y="333884"/>
                  </a:lnTo>
                  <a:lnTo>
                    <a:pt x="173102" y="333780"/>
                  </a:lnTo>
                  <a:lnTo>
                    <a:pt x="178376" y="333509"/>
                  </a:lnTo>
                  <a:lnTo>
                    <a:pt x="183639" y="333072"/>
                  </a:lnTo>
                  <a:lnTo>
                    <a:pt x="188885" y="332468"/>
                  </a:lnTo>
                  <a:lnTo>
                    <a:pt x="194110" y="331699"/>
                  </a:lnTo>
                  <a:lnTo>
                    <a:pt x="199307" y="330766"/>
                  </a:lnTo>
                  <a:lnTo>
                    <a:pt x="204473" y="329669"/>
                  </a:lnTo>
                  <a:lnTo>
                    <a:pt x="209601" y="328409"/>
                  </a:lnTo>
                  <a:lnTo>
                    <a:pt x="214687" y="326988"/>
                  </a:lnTo>
                  <a:lnTo>
                    <a:pt x="219726" y="325407"/>
                  </a:lnTo>
                  <a:lnTo>
                    <a:pt x="224712" y="323668"/>
                  </a:lnTo>
                  <a:lnTo>
                    <a:pt x="229641" y="321772"/>
                  </a:lnTo>
                  <a:lnTo>
                    <a:pt x="234507" y="319721"/>
                  </a:lnTo>
                  <a:lnTo>
                    <a:pt x="239306" y="317518"/>
                  </a:lnTo>
                  <a:lnTo>
                    <a:pt x="244033" y="315164"/>
                  </a:lnTo>
                  <a:lnTo>
                    <a:pt x="248684" y="312662"/>
                  </a:lnTo>
                  <a:lnTo>
                    <a:pt x="253253" y="310014"/>
                  </a:lnTo>
                  <a:lnTo>
                    <a:pt x="257736" y="307224"/>
                  </a:lnTo>
                  <a:lnTo>
                    <a:pt x="262129" y="304293"/>
                  </a:lnTo>
                  <a:lnTo>
                    <a:pt x="266427" y="301224"/>
                  </a:lnTo>
                  <a:lnTo>
                    <a:pt x="270626" y="298022"/>
                  </a:lnTo>
                  <a:lnTo>
                    <a:pt x="274722" y="294689"/>
                  </a:lnTo>
                  <a:lnTo>
                    <a:pt x="278710" y="291228"/>
                  </a:lnTo>
                  <a:lnTo>
                    <a:pt x="282587" y="287642"/>
                  </a:lnTo>
                  <a:lnTo>
                    <a:pt x="286349" y="283936"/>
                  </a:lnTo>
                  <a:lnTo>
                    <a:pt x="289992" y="280113"/>
                  </a:lnTo>
                  <a:lnTo>
                    <a:pt x="293512" y="276177"/>
                  </a:lnTo>
                  <a:lnTo>
                    <a:pt x="296907" y="272131"/>
                  </a:lnTo>
                  <a:lnTo>
                    <a:pt x="300172" y="267981"/>
                  </a:lnTo>
                  <a:lnTo>
                    <a:pt x="303304" y="263729"/>
                  </a:lnTo>
                  <a:lnTo>
                    <a:pt x="306300" y="259381"/>
                  </a:lnTo>
                  <a:lnTo>
                    <a:pt x="309157" y="254940"/>
                  </a:lnTo>
                  <a:lnTo>
                    <a:pt x="311873" y="250411"/>
                  </a:lnTo>
                  <a:lnTo>
                    <a:pt x="314444" y="245798"/>
                  </a:lnTo>
                  <a:lnTo>
                    <a:pt x="316869" y="241107"/>
                  </a:lnTo>
                  <a:lnTo>
                    <a:pt x="319144" y="236341"/>
                  </a:lnTo>
                  <a:lnTo>
                    <a:pt x="321267" y="231506"/>
                  </a:lnTo>
                  <a:lnTo>
                    <a:pt x="323237" y="226606"/>
                  </a:lnTo>
                  <a:lnTo>
                    <a:pt x="325050" y="221647"/>
                  </a:lnTo>
                  <a:lnTo>
                    <a:pt x="326706" y="216632"/>
                  </a:lnTo>
                  <a:lnTo>
                    <a:pt x="328203" y="211568"/>
                  </a:lnTo>
                  <a:lnTo>
                    <a:pt x="329540" y="206459"/>
                  </a:lnTo>
                  <a:lnTo>
                    <a:pt x="330714" y="201311"/>
                  </a:lnTo>
                  <a:lnTo>
                    <a:pt x="331725" y="196128"/>
                  </a:lnTo>
                  <a:lnTo>
                    <a:pt x="332572" y="190915"/>
                  </a:lnTo>
                  <a:lnTo>
                    <a:pt x="333254" y="185679"/>
                  </a:lnTo>
                  <a:lnTo>
                    <a:pt x="333770" y="180423"/>
                  </a:lnTo>
                  <a:lnTo>
                    <a:pt x="334119" y="175154"/>
                  </a:lnTo>
                  <a:lnTo>
                    <a:pt x="334303" y="169876"/>
                  </a:lnTo>
                  <a:lnTo>
                    <a:pt x="334319" y="164596"/>
                  </a:lnTo>
                  <a:lnTo>
                    <a:pt x="334169" y="159317"/>
                  </a:lnTo>
                  <a:lnTo>
                    <a:pt x="333851" y="154046"/>
                  </a:lnTo>
                  <a:lnTo>
                    <a:pt x="333368" y="148787"/>
                  </a:lnTo>
                  <a:lnTo>
                    <a:pt x="332719" y="143546"/>
                  </a:lnTo>
                  <a:lnTo>
                    <a:pt x="331904" y="138329"/>
                  </a:lnTo>
                  <a:lnTo>
                    <a:pt x="330925" y="133139"/>
                  </a:lnTo>
                  <a:lnTo>
                    <a:pt x="329783" y="127984"/>
                  </a:lnTo>
                  <a:lnTo>
                    <a:pt x="328478" y="122867"/>
                  </a:lnTo>
                  <a:lnTo>
                    <a:pt x="327013" y="117793"/>
                  </a:lnTo>
                  <a:lnTo>
                    <a:pt x="325388" y="112769"/>
                  </a:lnTo>
                  <a:lnTo>
                    <a:pt x="323605" y="107798"/>
                  </a:lnTo>
                  <a:lnTo>
                    <a:pt x="321666" y="102886"/>
                  </a:lnTo>
                  <a:lnTo>
                    <a:pt x="319572" y="98038"/>
                  </a:lnTo>
                  <a:lnTo>
                    <a:pt x="317327" y="93258"/>
                  </a:lnTo>
                  <a:lnTo>
                    <a:pt x="314932" y="88552"/>
                  </a:lnTo>
                  <a:lnTo>
                    <a:pt x="312389" y="83924"/>
                  </a:lnTo>
                  <a:lnTo>
                    <a:pt x="309702" y="79378"/>
                  </a:lnTo>
                  <a:lnTo>
                    <a:pt x="306872" y="74919"/>
                  </a:lnTo>
                  <a:lnTo>
                    <a:pt x="303902" y="70552"/>
                  </a:lnTo>
                  <a:lnTo>
                    <a:pt x="300797" y="66281"/>
                  </a:lnTo>
                  <a:lnTo>
                    <a:pt x="297558" y="62111"/>
                  </a:lnTo>
                  <a:lnTo>
                    <a:pt x="294189" y="58044"/>
                  </a:lnTo>
                  <a:lnTo>
                    <a:pt x="290693" y="54086"/>
                  </a:lnTo>
                  <a:lnTo>
                    <a:pt x="287073" y="50241"/>
                  </a:lnTo>
                  <a:lnTo>
                    <a:pt x="283335" y="46511"/>
                  </a:lnTo>
                  <a:lnTo>
                    <a:pt x="279480" y="42902"/>
                  </a:lnTo>
                  <a:lnTo>
                    <a:pt x="275513" y="39416"/>
                  </a:lnTo>
                  <a:lnTo>
                    <a:pt x="271438" y="36058"/>
                  </a:lnTo>
                  <a:lnTo>
                    <a:pt x="267259" y="32829"/>
                  </a:lnTo>
                  <a:lnTo>
                    <a:pt x="262980" y="29734"/>
                  </a:lnTo>
                  <a:lnTo>
                    <a:pt x="258605" y="26776"/>
                  </a:lnTo>
                  <a:lnTo>
                    <a:pt x="254140" y="23958"/>
                  </a:lnTo>
                  <a:lnTo>
                    <a:pt x="249587" y="21282"/>
                  </a:lnTo>
                  <a:lnTo>
                    <a:pt x="244952" y="18751"/>
                  </a:lnTo>
                  <a:lnTo>
                    <a:pt x="240240" y="16368"/>
                  </a:lnTo>
                  <a:lnTo>
                    <a:pt x="235454" y="14135"/>
                  </a:lnTo>
                  <a:lnTo>
                    <a:pt x="230601" y="12054"/>
                  </a:lnTo>
                  <a:lnTo>
                    <a:pt x="225684" y="10128"/>
                  </a:lnTo>
                  <a:lnTo>
                    <a:pt x="220709" y="8357"/>
                  </a:lnTo>
                  <a:lnTo>
                    <a:pt x="215680" y="6745"/>
                  </a:lnTo>
                  <a:lnTo>
                    <a:pt x="210603" y="5293"/>
                  </a:lnTo>
                  <a:lnTo>
                    <a:pt x="205482" y="4001"/>
                  </a:lnTo>
                  <a:lnTo>
                    <a:pt x="200324" y="2872"/>
                  </a:lnTo>
                  <a:lnTo>
                    <a:pt x="195132" y="1906"/>
                  </a:lnTo>
                  <a:lnTo>
                    <a:pt x="189912" y="1105"/>
                  </a:lnTo>
                  <a:lnTo>
                    <a:pt x="184670" y="469"/>
                  </a:lnTo>
                  <a:lnTo>
                    <a:pt x="179410" y="0"/>
                  </a:lnTo>
                  <a:lnTo>
                    <a:pt x="167165" y="1667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81287" y="2126963"/>
              <a:ext cx="12245" cy="167167"/>
            </a:xfrm>
            <a:custGeom>
              <a:avLst/>
              <a:pathLst>
                <a:path w="12245" h="167167">
                  <a:moveTo>
                    <a:pt x="12245" y="44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423597" y="2633064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219953" y="325776"/>
                  </a:lnTo>
                  <a:lnTo>
                    <a:pt x="224964" y="324019"/>
                  </a:lnTo>
                  <a:lnTo>
                    <a:pt x="229918" y="322103"/>
                  </a:lnTo>
                  <a:lnTo>
                    <a:pt x="234808" y="320031"/>
                  </a:lnTo>
                  <a:lnTo>
                    <a:pt x="239629" y="317805"/>
                  </a:lnTo>
                  <a:lnTo>
                    <a:pt x="244378" y="315427"/>
                  </a:lnTo>
                  <a:lnTo>
                    <a:pt x="249048" y="312899"/>
                  </a:lnTo>
                  <a:lnTo>
                    <a:pt x="253636" y="310224"/>
                  </a:lnTo>
                  <a:lnTo>
                    <a:pt x="258136" y="307404"/>
                  </a:lnTo>
                  <a:lnTo>
                    <a:pt x="262545" y="304443"/>
                  </a:lnTo>
                  <a:lnTo>
                    <a:pt x="266858" y="301344"/>
                  </a:lnTo>
                  <a:lnTo>
                    <a:pt x="271069" y="298109"/>
                  </a:lnTo>
                  <a:lnTo>
                    <a:pt x="275176" y="294742"/>
                  </a:lnTo>
                  <a:lnTo>
                    <a:pt x="279174" y="291246"/>
                  </a:lnTo>
                  <a:lnTo>
                    <a:pt x="283059" y="287625"/>
                  </a:lnTo>
                  <a:lnTo>
                    <a:pt x="286827" y="283882"/>
                  </a:lnTo>
                  <a:lnTo>
                    <a:pt x="290474" y="280022"/>
                  </a:lnTo>
                  <a:lnTo>
                    <a:pt x="293997" y="276048"/>
                  </a:lnTo>
                  <a:lnTo>
                    <a:pt x="297391" y="271964"/>
                  </a:lnTo>
                  <a:lnTo>
                    <a:pt x="300654" y="267774"/>
                  </a:lnTo>
                  <a:lnTo>
                    <a:pt x="303783" y="263482"/>
                  </a:lnTo>
                  <a:lnTo>
                    <a:pt x="306773" y="259093"/>
                  </a:lnTo>
                  <a:lnTo>
                    <a:pt x="309623" y="254612"/>
                  </a:lnTo>
                  <a:lnTo>
                    <a:pt x="312328" y="250042"/>
                  </a:lnTo>
                  <a:lnTo>
                    <a:pt x="314888" y="245389"/>
                  </a:lnTo>
                  <a:lnTo>
                    <a:pt x="317298" y="240656"/>
                  </a:lnTo>
                  <a:lnTo>
                    <a:pt x="319557" y="235850"/>
                  </a:lnTo>
                  <a:lnTo>
                    <a:pt x="321661" y="230974"/>
                  </a:lnTo>
                  <a:lnTo>
                    <a:pt x="323610" y="226034"/>
                  </a:lnTo>
                  <a:lnTo>
                    <a:pt x="325401" y="221034"/>
                  </a:lnTo>
                  <a:lnTo>
                    <a:pt x="327032" y="215980"/>
                  </a:lnTo>
                  <a:lnTo>
                    <a:pt x="328502" y="210877"/>
                  </a:lnTo>
                  <a:lnTo>
                    <a:pt x="329809" y="205729"/>
                  </a:lnTo>
                  <a:lnTo>
                    <a:pt x="330952" y="200543"/>
                  </a:lnTo>
                  <a:lnTo>
                    <a:pt x="331930" y="195323"/>
                  </a:lnTo>
                  <a:lnTo>
                    <a:pt x="332741" y="190075"/>
                  </a:lnTo>
                  <a:lnTo>
                    <a:pt x="333385" y="184803"/>
                  </a:lnTo>
                  <a:lnTo>
                    <a:pt x="333861" y="179514"/>
                  </a:lnTo>
                  <a:lnTo>
                    <a:pt x="334169" y="174212"/>
                  </a:lnTo>
                  <a:lnTo>
                    <a:pt x="334309" y="168903"/>
                  </a:lnTo>
                  <a:lnTo>
                    <a:pt x="334280" y="163593"/>
                  </a:lnTo>
                  <a:lnTo>
                    <a:pt x="334082" y="15828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91350"/>
              <a:ext cx="166931" cy="8881"/>
            </a:xfrm>
            <a:custGeom>
              <a:avLst/>
              <a:pathLst>
                <a:path w="166931" h="8881">
                  <a:moveTo>
                    <a:pt x="166931" y="0"/>
                  </a:moveTo>
                  <a:lnTo>
                    <a:pt x="0" y="88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664487"/>
              <a:ext cx="166931" cy="135743"/>
            </a:xfrm>
            <a:custGeom>
              <a:avLst/>
              <a:pathLst>
                <a:path w="166931" h="135743">
                  <a:moveTo>
                    <a:pt x="166931" y="126862"/>
                  </a:moveTo>
                  <a:lnTo>
                    <a:pt x="166545" y="121338"/>
                  </a:lnTo>
                  <a:lnTo>
                    <a:pt x="165977" y="115829"/>
                  </a:lnTo>
                  <a:lnTo>
                    <a:pt x="165226" y="110343"/>
                  </a:lnTo>
                  <a:lnTo>
                    <a:pt x="164294" y="104884"/>
                  </a:lnTo>
                  <a:lnTo>
                    <a:pt x="163182" y="99459"/>
                  </a:lnTo>
                  <a:lnTo>
                    <a:pt x="161890" y="94074"/>
                  </a:lnTo>
                  <a:lnTo>
                    <a:pt x="160421" y="88735"/>
                  </a:lnTo>
                  <a:lnTo>
                    <a:pt x="158776" y="83447"/>
                  </a:lnTo>
                  <a:lnTo>
                    <a:pt x="156957" y="78217"/>
                  </a:lnTo>
                  <a:lnTo>
                    <a:pt x="154966" y="73050"/>
                  </a:lnTo>
                  <a:lnTo>
                    <a:pt x="152804" y="67951"/>
                  </a:lnTo>
                  <a:lnTo>
                    <a:pt x="150475" y="62927"/>
                  </a:lnTo>
                  <a:lnTo>
                    <a:pt x="147980" y="57983"/>
                  </a:lnTo>
                  <a:lnTo>
                    <a:pt x="145324" y="53125"/>
                  </a:lnTo>
                  <a:lnTo>
                    <a:pt x="142507" y="48356"/>
                  </a:lnTo>
                  <a:lnTo>
                    <a:pt x="139535" y="43684"/>
                  </a:lnTo>
                  <a:lnTo>
                    <a:pt x="136409" y="39113"/>
                  </a:lnTo>
                  <a:lnTo>
                    <a:pt x="133134" y="34648"/>
                  </a:lnTo>
                  <a:lnTo>
                    <a:pt x="129712" y="30294"/>
                  </a:lnTo>
                  <a:lnTo>
                    <a:pt x="126148" y="26055"/>
                  </a:lnTo>
                  <a:lnTo>
                    <a:pt x="122446" y="21937"/>
                  </a:lnTo>
                  <a:lnTo>
                    <a:pt x="118609" y="17944"/>
                  </a:lnTo>
                  <a:lnTo>
                    <a:pt x="114642" y="14080"/>
                  </a:lnTo>
                  <a:lnTo>
                    <a:pt x="110550" y="10350"/>
                  </a:lnTo>
                  <a:lnTo>
                    <a:pt x="106336" y="6757"/>
                  </a:lnTo>
                  <a:lnTo>
                    <a:pt x="102005" y="3305"/>
                  </a:lnTo>
                  <a:lnTo>
                    <a:pt x="97563" y="0"/>
                  </a:lnTo>
                  <a:lnTo>
                    <a:pt x="0" y="1357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33064"/>
              <a:ext cx="97563" cy="167167"/>
            </a:xfrm>
            <a:custGeom>
              <a:avLst/>
              <a:pathLst>
                <a:path w="97563" h="167167">
                  <a:moveTo>
                    <a:pt x="97563" y="31423"/>
                  </a:moveTo>
                  <a:lnTo>
                    <a:pt x="92806" y="28127"/>
                  </a:lnTo>
                  <a:lnTo>
                    <a:pt x="87937" y="24998"/>
                  </a:lnTo>
                  <a:lnTo>
                    <a:pt x="82963" y="22040"/>
                  </a:lnTo>
                  <a:lnTo>
                    <a:pt x="77890" y="19255"/>
                  </a:lnTo>
                  <a:lnTo>
                    <a:pt x="72723" y="16647"/>
                  </a:lnTo>
                  <a:lnTo>
                    <a:pt x="67470" y="14220"/>
                  </a:lnTo>
                  <a:lnTo>
                    <a:pt x="62135" y="11976"/>
                  </a:lnTo>
                  <a:lnTo>
                    <a:pt x="56726" y="9919"/>
                  </a:lnTo>
                  <a:lnTo>
                    <a:pt x="51249" y="8049"/>
                  </a:lnTo>
                  <a:lnTo>
                    <a:pt x="45710" y="6371"/>
                  </a:lnTo>
                  <a:lnTo>
                    <a:pt x="40117" y="4885"/>
                  </a:lnTo>
                  <a:lnTo>
                    <a:pt x="34476" y="3593"/>
                  </a:lnTo>
                  <a:lnTo>
                    <a:pt x="28793" y="2498"/>
                  </a:lnTo>
                  <a:lnTo>
                    <a:pt x="23076" y="1600"/>
                  </a:lnTo>
                  <a:lnTo>
                    <a:pt x="17331" y="900"/>
                  </a:lnTo>
                  <a:lnTo>
                    <a:pt x="11565" y="400"/>
                  </a:lnTo>
                  <a:lnTo>
                    <a:pt x="5786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358822" y="3170392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1" y="83"/>
                  </a:lnTo>
                  <a:lnTo>
                    <a:pt x="156589" y="334"/>
                  </a:lnTo>
                  <a:lnTo>
                    <a:pt x="151318" y="752"/>
                  </a:lnTo>
                  <a:lnTo>
                    <a:pt x="146063" y="1336"/>
                  </a:lnTo>
                  <a:lnTo>
                    <a:pt x="140829" y="2086"/>
                  </a:lnTo>
                  <a:lnTo>
                    <a:pt x="135622" y="3001"/>
                  </a:lnTo>
                  <a:lnTo>
                    <a:pt x="130446" y="4080"/>
                  </a:lnTo>
                  <a:lnTo>
                    <a:pt x="125306" y="5323"/>
                  </a:lnTo>
                  <a:lnTo>
                    <a:pt x="120209" y="6728"/>
                  </a:lnTo>
                  <a:lnTo>
                    <a:pt x="115158" y="8293"/>
                  </a:lnTo>
                  <a:lnTo>
                    <a:pt x="110160" y="10016"/>
                  </a:lnTo>
                  <a:lnTo>
                    <a:pt x="105219" y="11898"/>
                  </a:lnTo>
                  <a:lnTo>
                    <a:pt x="100339" y="13934"/>
                  </a:lnTo>
                  <a:lnTo>
                    <a:pt x="95527" y="16124"/>
                  </a:lnTo>
                  <a:lnTo>
                    <a:pt x="90786" y="18465"/>
                  </a:lnTo>
                  <a:lnTo>
                    <a:pt x="86121" y="20955"/>
                  </a:lnTo>
                  <a:lnTo>
                    <a:pt x="81538" y="23590"/>
                  </a:lnTo>
                  <a:lnTo>
                    <a:pt x="77040" y="26370"/>
                  </a:lnTo>
                  <a:lnTo>
                    <a:pt x="72632" y="29290"/>
                  </a:lnTo>
                  <a:lnTo>
                    <a:pt x="68319" y="32349"/>
                  </a:lnTo>
                  <a:lnTo>
                    <a:pt x="64105" y="35542"/>
                  </a:lnTo>
                  <a:lnTo>
                    <a:pt x="59994" y="38867"/>
                  </a:lnTo>
                  <a:lnTo>
                    <a:pt x="55990" y="42320"/>
                  </a:lnTo>
                  <a:lnTo>
                    <a:pt x="52097" y="45898"/>
                  </a:lnTo>
                  <a:lnTo>
                    <a:pt x="48319" y="49598"/>
                  </a:lnTo>
                  <a:lnTo>
                    <a:pt x="44661" y="53415"/>
                  </a:lnTo>
                  <a:lnTo>
                    <a:pt x="41124" y="57346"/>
                  </a:lnTo>
                  <a:lnTo>
                    <a:pt x="37714" y="61387"/>
                  </a:lnTo>
                  <a:lnTo>
                    <a:pt x="34434" y="65533"/>
                  </a:lnTo>
                  <a:lnTo>
                    <a:pt x="31286" y="69782"/>
                  </a:lnTo>
                  <a:lnTo>
                    <a:pt x="28274" y="74127"/>
                  </a:lnTo>
                  <a:lnTo>
                    <a:pt x="25401" y="78566"/>
                  </a:lnTo>
                  <a:lnTo>
                    <a:pt x="22670" y="83093"/>
                  </a:lnTo>
                  <a:lnTo>
                    <a:pt x="20083" y="87705"/>
                  </a:lnTo>
                  <a:lnTo>
                    <a:pt x="17644" y="92396"/>
                  </a:lnTo>
                  <a:lnTo>
                    <a:pt x="15354" y="97162"/>
                  </a:lnTo>
                  <a:lnTo>
                    <a:pt x="13216" y="101998"/>
                  </a:lnTo>
                  <a:lnTo>
                    <a:pt x="11232" y="106899"/>
                  </a:lnTo>
                  <a:lnTo>
                    <a:pt x="9404" y="111860"/>
                  </a:lnTo>
                  <a:lnTo>
                    <a:pt x="7734" y="116877"/>
                  </a:lnTo>
                  <a:lnTo>
                    <a:pt x="6223" y="121944"/>
                  </a:lnTo>
                  <a:lnTo>
                    <a:pt x="4873" y="127056"/>
                  </a:lnTo>
                  <a:lnTo>
                    <a:pt x="3686" y="132208"/>
                  </a:lnTo>
                  <a:lnTo>
                    <a:pt x="2662" y="137396"/>
                  </a:lnTo>
                  <a:lnTo>
                    <a:pt x="1803" y="142613"/>
                  </a:lnTo>
                  <a:lnTo>
                    <a:pt x="1109" y="147854"/>
                  </a:lnTo>
                  <a:lnTo>
                    <a:pt x="581" y="153115"/>
                  </a:lnTo>
                  <a:lnTo>
                    <a:pt x="220" y="158390"/>
                  </a:lnTo>
                  <a:lnTo>
                    <a:pt x="26" y="163674"/>
                  </a:lnTo>
                  <a:lnTo>
                    <a:pt x="0" y="168962"/>
                  </a:lnTo>
                  <a:lnTo>
                    <a:pt x="140" y="174247"/>
                  </a:lnTo>
                  <a:lnTo>
                    <a:pt x="447" y="179526"/>
                  </a:lnTo>
                  <a:lnTo>
                    <a:pt x="922" y="184792"/>
                  </a:lnTo>
                  <a:lnTo>
                    <a:pt x="1562" y="190040"/>
                  </a:lnTo>
                  <a:lnTo>
                    <a:pt x="2368" y="195266"/>
                  </a:lnTo>
                  <a:lnTo>
                    <a:pt x="3339" y="200463"/>
                  </a:lnTo>
                  <a:lnTo>
                    <a:pt x="4474" y="205627"/>
                  </a:lnTo>
                  <a:lnTo>
                    <a:pt x="5772" y="210753"/>
                  </a:lnTo>
                  <a:lnTo>
                    <a:pt x="7231" y="215835"/>
                  </a:lnTo>
                  <a:lnTo>
                    <a:pt x="8850" y="220868"/>
                  </a:lnTo>
                  <a:lnTo>
                    <a:pt x="10628" y="225848"/>
                  </a:lnTo>
                  <a:lnTo>
                    <a:pt x="12562" y="230769"/>
                  </a:lnTo>
                  <a:lnTo>
                    <a:pt x="14651" y="235626"/>
                  </a:lnTo>
                  <a:lnTo>
                    <a:pt x="16892" y="240415"/>
                  </a:lnTo>
                  <a:lnTo>
                    <a:pt x="19284" y="245131"/>
                  </a:lnTo>
                  <a:lnTo>
                    <a:pt x="21823" y="249768"/>
                  </a:lnTo>
                  <a:lnTo>
                    <a:pt x="24508" y="254323"/>
                  </a:lnTo>
                  <a:lnTo>
                    <a:pt x="27336" y="258791"/>
                  </a:lnTo>
                  <a:lnTo>
                    <a:pt x="30304" y="263167"/>
                  </a:lnTo>
                  <a:lnTo>
                    <a:pt x="33408" y="267447"/>
                  </a:lnTo>
                  <a:lnTo>
                    <a:pt x="36646" y="271627"/>
                  </a:lnTo>
                  <a:lnTo>
                    <a:pt x="40015" y="275702"/>
                  </a:lnTo>
                  <a:lnTo>
                    <a:pt x="43511" y="279669"/>
                  </a:lnTo>
                  <a:lnTo>
                    <a:pt x="47131" y="283523"/>
                  </a:lnTo>
                  <a:lnTo>
                    <a:pt x="50871" y="287260"/>
                  </a:lnTo>
                  <a:lnTo>
                    <a:pt x="54727" y="290878"/>
                  </a:lnTo>
                  <a:lnTo>
                    <a:pt x="58696" y="294372"/>
                  </a:lnTo>
                  <a:lnTo>
                    <a:pt x="62773" y="297738"/>
                  </a:lnTo>
                  <a:lnTo>
                    <a:pt x="66954" y="300974"/>
                  </a:lnTo>
                  <a:lnTo>
                    <a:pt x="71236" y="304076"/>
                  </a:lnTo>
                  <a:lnTo>
                    <a:pt x="75614" y="307041"/>
                  </a:lnTo>
                  <a:lnTo>
                    <a:pt x="80083" y="309866"/>
                  </a:lnTo>
                  <a:lnTo>
                    <a:pt x="84640" y="312549"/>
                  </a:lnTo>
                  <a:lnTo>
                    <a:pt x="89279" y="315085"/>
                  </a:lnTo>
                  <a:lnTo>
                    <a:pt x="93996" y="317474"/>
                  </a:lnTo>
                  <a:lnTo>
                    <a:pt x="98786" y="319713"/>
                  </a:lnTo>
                  <a:lnTo>
                    <a:pt x="103644" y="321799"/>
                  </a:lnTo>
                  <a:lnTo>
                    <a:pt x="108566" y="323730"/>
                  </a:lnTo>
                  <a:lnTo>
                    <a:pt x="113547" y="325505"/>
                  </a:lnTo>
                  <a:lnTo>
                    <a:pt x="118581" y="327121"/>
                  </a:lnTo>
                  <a:lnTo>
                    <a:pt x="123664" y="328577"/>
                  </a:lnTo>
                  <a:lnTo>
                    <a:pt x="128791" y="329872"/>
                  </a:lnTo>
                  <a:lnTo>
                    <a:pt x="133956" y="331004"/>
                  </a:lnTo>
                  <a:lnTo>
                    <a:pt x="139154" y="331972"/>
                  </a:lnTo>
                  <a:lnTo>
                    <a:pt x="144380" y="332775"/>
                  </a:lnTo>
                  <a:lnTo>
                    <a:pt x="149628" y="333413"/>
                  </a:lnTo>
                  <a:lnTo>
                    <a:pt x="154895" y="333884"/>
                  </a:lnTo>
                  <a:lnTo>
                    <a:pt x="160173" y="334188"/>
                  </a:lnTo>
                  <a:lnTo>
                    <a:pt x="165459" y="334326"/>
                  </a:lnTo>
                  <a:lnTo>
                    <a:pt x="170746" y="334296"/>
                  </a:lnTo>
                  <a:lnTo>
                    <a:pt x="176030" y="334099"/>
                  </a:lnTo>
                  <a:lnTo>
                    <a:pt x="181305" y="333735"/>
                  </a:lnTo>
                  <a:lnTo>
                    <a:pt x="186566" y="333204"/>
                  </a:lnTo>
                  <a:lnTo>
                    <a:pt x="191807" y="332507"/>
                  </a:lnTo>
                  <a:lnTo>
                    <a:pt x="197023" y="331645"/>
                  </a:lnTo>
                  <a:lnTo>
                    <a:pt x="202210" y="330618"/>
                  </a:lnTo>
                  <a:lnTo>
                    <a:pt x="207362" y="329428"/>
                  </a:lnTo>
                  <a:lnTo>
                    <a:pt x="212473" y="328075"/>
                  </a:lnTo>
                  <a:lnTo>
                    <a:pt x="217539" y="326561"/>
                  </a:lnTo>
                  <a:lnTo>
                    <a:pt x="222555" y="324888"/>
                  </a:lnTo>
                  <a:lnTo>
                    <a:pt x="227515" y="323057"/>
                  </a:lnTo>
                  <a:lnTo>
                    <a:pt x="232415" y="321071"/>
                  </a:lnTo>
                  <a:lnTo>
                    <a:pt x="237250" y="318930"/>
                  </a:lnTo>
                  <a:lnTo>
                    <a:pt x="242014" y="316637"/>
                  </a:lnTo>
                  <a:lnTo>
                    <a:pt x="246704" y="314195"/>
                  </a:lnTo>
                  <a:lnTo>
                    <a:pt x="251314" y="311606"/>
                  </a:lnTo>
                  <a:lnTo>
                    <a:pt x="255840" y="308872"/>
                  </a:lnTo>
                  <a:lnTo>
                    <a:pt x="260277" y="305997"/>
                  </a:lnTo>
                  <a:lnTo>
                    <a:pt x="264621" y="302982"/>
                  </a:lnTo>
                  <a:lnTo>
                    <a:pt x="268867" y="299832"/>
                  </a:lnTo>
                  <a:lnTo>
                    <a:pt x="273012" y="296549"/>
                  </a:lnTo>
                  <a:lnTo>
                    <a:pt x="277051" y="293137"/>
                  </a:lnTo>
                  <a:lnTo>
                    <a:pt x="280980" y="289598"/>
                  </a:lnTo>
                  <a:lnTo>
                    <a:pt x="284795" y="285937"/>
                  </a:lnTo>
                  <a:lnTo>
                    <a:pt x="288492" y="282157"/>
                  </a:lnTo>
                  <a:lnTo>
                    <a:pt x="292068" y="278263"/>
                  </a:lnTo>
                  <a:lnTo>
                    <a:pt x="295519" y="274257"/>
                  </a:lnTo>
                  <a:lnTo>
                    <a:pt x="298842" y="270144"/>
                  </a:lnTo>
                  <a:lnTo>
                    <a:pt x="302032" y="265928"/>
                  </a:lnTo>
                  <a:lnTo>
                    <a:pt x="305088" y="261613"/>
                  </a:lnTo>
                  <a:lnTo>
                    <a:pt x="308006" y="257203"/>
                  </a:lnTo>
                  <a:lnTo>
                    <a:pt x="310783" y="252704"/>
                  </a:lnTo>
                  <a:lnTo>
                    <a:pt x="313416" y="248119"/>
                  </a:lnTo>
                  <a:lnTo>
                    <a:pt x="315903" y="243453"/>
                  </a:lnTo>
                  <a:lnTo>
                    <a:pt x="318242" y="238711"/>
                  </a:lnTo>
                  <a:lnTo>
                    <a:pt x="320429" y="233897"/>
                  </a:lnTo>
                  <a:lnTo>
                    <a:pt x="322462" y="229016"/>
                  </a:lnTo>
                  <a:lnTo>
                    <a:pt x="324341" y="224074"/>
                  </a:lnTo>
                  <a:lnTo>
                    <a:pt x="326062" y="219074"/>
                  </a:lnTo>
                  <a:lnTo>
                    <a:pt x="327624" y="214023"/>
                  </a:lnTo>
                  <a:lnTo>
                    <a:pt x="329025" y="208925"/>
                  </a:lnTo>
                  <a:lnTo>
                    <a:pt x="330265" y="203785"/>
                  </a:lnTo>
                  <a:lnTo>
                    <a:pt x="331341" y="198608"/>
                  </a:lnTo>
                  <a:lnTo>
                    <a:pt x="332254" y="193400"/>
                  </a:lnTo>
                  <a:lnTo>
                    <a:pt x="333001" y="188165"/>
                  </a:lnTo>
                  <a:lnTo>
                    <a:pt x="333582" y="182910"/>
                  </a:lnTo>
                  <a:lnTo>
                    <a:pt x="333996" y="177639"/>
                  </a:lnTo>
                  <a:lnTo>
                    <a:pt x="334244" y="172357"/>
                  </a:lnTo>
                  <a:lnTo>
                    <a:pt x="334325" y="167071"/>
                  </a:lnTo>
                  <a:lnTo>
                    <a:pt x="334238" y="161784"/>
                  </a:lnTo>
                  <a:lnTo>
                    <a:pt x="333984" y="156503"/>
                  </a:lnTo>
                  <a:lnTo>
                    <a:pt x="333564" y="151232"/>
                  </a:lnTo>
                  <a:lnTo>
                    <a:pt x="332976" y="145977"/>
                  </a:lnTo>
                  <a:lnTo>
                    <a:pt x="332223" y="140744"/>
                  </a:lnTo>
                  <a:lnTo>
                    <a:pt x="331305" y="135537"/>
                  </a:lnTo>
                  <a:lnTo>
                    <a:pt x="330223" y="130361"/>
                  </a:lnTo>
                  <a:lnTo>
                    <a:pt x="328977" y="125223"/>
                  </a:lnTo>
                  <a:lnTo>
                    <a:pt x="327570" y="120126"/>
                  </a:lnTo>
                  <a:lnTo>
                    <a:pt x="326002" y="115077"/>
                  </a:lnTo>
                  <a:lnTo>
                    <a:pt x="324275" y="110079"/>
                  </a:lnTo>
                  <a:lnTo>
                    <a:pt x="322391" y="105139"/>
                  </a:lnTo>
                  <a:lnTo>
                    <a:pt x="320352" y="100261"/>
                  </a:lnTo>
                  <a:lnTo>
                    <a:pt x="318159" y="95449"/>
                  </a:lnTo>
                  <a:lnTo>
                    <a:pt x="315815" y="90710"/>
                  </a:lnTo>
                  <a:lnTo>
                    <a:pt x="313323" y="86046"/>
                  </a:lnTo>
                  <a:lnTo>
                    <a:pt x="310684" y="81464"/>
                  </a:lnTo>
                  <a:lnTo>
                    <a:pt x="307902" y="76968"/>
                  </a:lnTo>
                  <a:lnTo>
                    <a:pt x="304979" y="72562"/>
                  </a:lnTo>
                  <a:lnTo>
                    <a:pt x="301918" y="68251"/>
                  </a:lnTo>
                  <a:lnTo>
                    <a:pt x="298723" y="64038"/>
                  </a:lnTo>
                  <a:lnTo>
                    <a:pt x="295396" y="59929"/>
                  </a:lnTo>
                  <a:lnTo>
                    <a:pt x="291940" y="55927"/>
                  </a:lnTo>
                  <a:lnTo>
                    <a:pt x="288360" y="52037"/>
                  </a:lnTo>
                  <a:lnTo>
                    <a:pt x="284658" y="48261"/>
                  </a:lnTo>
                  <a:lnTo>
                    <a:pt x="280839" y="44605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4997"/>
              <a:ext cx="113681" cy="122562"/>
            </a:xfrm>
            <a:custGeom>
              <a:avLst/>
              <a:pathLst>
                <a:path w="113681" h="122562">
                  <a:moveTo>
                    <a:pt x="113681" y="0"/>
                  </a:moveTo>
                  <a:lnTo>
                    <a:pt x="0" y="1225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2527"/>
              <a:ext cx="113681" cy="125032"/>
            </a:xfrm>
            <a:custGeom>
              <a:avLst/>
              <a:pathLst>
                <a:path w="113681" h="125032">
                  <a:moveTo>
                    <a:pt x="113681" y="2470"/>
                  </a:moveTo>
                  <a:lnTo>
                    <a:pt x="110958" y="0"/>
                  </a:lnTo>
                  <a:lnTo>
                    <a:pt x="0" y="125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70392"/>
              <a:ext cx="110958" cy="167167"/>
            </a:xfrm>
            <a:custGeom>
              <a:avLst/>
              <a:pathLst>
                <a:path w="110958" h="167167">
                  <a:moveTo>
                    <a:pt x="110958" y="42134"/>
                  </a:moveTo>
                  <a:lnTo>
                    <a:pt x="106773" y="38542"/>
                  </a:lnTo>
                  <a:lnTo>
                    <a:pt x="102472" y="35090"/>
                  </a:lnTo>
                  <a:lnTo>
                    <a:pt x="98060" y="31782"/>
                  </a:lnTo>
                  <a:lnTo>
                    <a:pt x="93540" y="28621"/>
                  </a:lnTo>
                  <a:lnTo>
                    <a:pt x="88919" y="25611"/>
                  </a:lnTo>
                  <a:lnTo>
                    <a:pt x="84202" y="22754"/>
                  </a:lnTo>
                  <a:lnTo>
                    <a:pt x="79392" y="20056"/>
                  </a:lnTo>
                  <a:lnTo>
                    <a:pt x="74496" y="17517"/>
                  </a:lnTo>
                  <a:lnTo>
                    <a:pt x="69519" y="15141"/>
                  </a:lnTo>
                  <a:lnTo>
                    <a:pt x="64467" y="12930"/>
                  </a:lnTo>
                  <a:lnTo>
                    <a:pt x="59344" y="10888"/>
                  </a:lnTo>
                  <a:lnTo>
                    <a:pt x="54157" y="9015"/>
                  </a:lnTo>
                  <a:lnTo>
                    <a:pt x="48910" y="7315"/>
                  </a:lnTo>
                  <a:lnTo>
                    <a:pt x="43611" y="5788"/>
                  </a:lnTo>
                  <a:lnTo>
                    <a:pt x="38264" y="4438"/>
                  </a:lnTo>
                  <a:lnTo>
                    <a:pt x="32875" y="3264"/>
                  </a:lnTo>
                  <a:lnTo>
                    <a:pt x="27451" y="2269"/>
                  </a:lnTo>
                  <a:lnTo>
                    <a:pt x="21996" y="1453"/>
                  </a:lnTo>
                  <a:lnTo>
                    <a:pt x="16518" y="818"/>
                  </a:lnTo>
                  <a:lnTo>
                    <a:pt x="11022" y="363"/>
                  </a:lnTo>
                  <a:lnTo>
                    <a:pt x="551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423596" y="3707720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2" y="754"/>
                  </a:lnTo>
                  <a:lnTo>
                    <a:pt x="146018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2" y="4096"/>
                  </a:lnTo>
                  <a:lnTo>
                    <a:pt x="125223" y="5343"/>
                  </a:lnTo>
                  <a:lnTo>
                    <a:pt x="120117" y="6753"/>
                  </a:lnTo>
                  <a:lnTo>
                    <a:pt x="115058" y="8324"/>
                  </a:lnTo>
                  <a:lnTo>
                    <a:pt x="110051" y="10054"/>
                  </a:lnTo>
                  <a:lnTo>
                    <a:pt x="105102" y="11942"/>
                  </a:lnTo>
                  <a:lnTo>
                    <a:pt x="100215" y="13986"/>
                  </a:lnTo>
                  <a:lnTo>
                    <a:pt x="95395" y="16184"/>
                  </a:lnTo>
                  <a:lnTo>
                    <a:pt x="90647" y="18533"/>
                  </a:lnTo>
                  <a:lnTo>
                    <a:pt x="85976" y="21032"/>
                  </a:lnTo>
                  <a:lnTo>
                    <a:pt x="81386" y="23677"/>
                  </a:lnTo>
                  <a:lnTo>
                    <a:pt x="76883" y="26467"/>
                  </a:lnTo>
                  <a:lnTo>
                    <a:pt x="72470" y="29397"/>
                  </a:lnTo>
                  <a:lnTo>
                    <a:pt x="68152" y="32467"/>
                  </a:lnTo>
                  <a:lnTo>
                    <a:pt x="63934" y="35671"/>
                  </a:lnTo>
                  <a:lnTo>
                    <a:pt x="59820" y="39007"/>
                  </a:lnTo>
                  <a:lnTo>
                    <a:pt x="55813" y="42473"/>
                  </a:lnTo>
                  <a:lnTo>
                    <a:pt x="51918" y="46063"/>
                  </a:lnTo>
                  <a:lnTo>
                    <a:pt x="48138" y="49775"/>
                  </a:lnTo>
                  <a:lnTo>
                    <a:pt x="44479" y="53605"/>
                  </a:lnTo>
                  <a:lnTo>
                    <a:pt x="40942" y="57549"/>
                  </a:lnTo>
                  <a:lnTo>
                    <a:pt x="37532" y="61603"/>
                  </a:lnTo>
                  <a:lnTo>
                    <a:pt x="34252" y="65763"/>
                  </a:lnTo>
                  <a:lnTo>
                    <a:pt x="31106" y="70024"/>
                  </a:lnTo>
                  <a:lnTo>
                    <a:pt x="28096" y="74384"/>
                  </a:lnTo>
                  <a:lnTo>
                    <a:pt x="25226" y="78836"/>
                  </a:lnTo>
                  <a:lnTo>
                    <a:pt x="22499" y="83377"/>
                  </a:lnTo>
                  <a:lnTo>
                    <a:pt x="19917" y="88003"/>
                  </a:lnTo>
                  <a:lnTo>
                    <a:pt x="17482" y="92708"/>
                  </a:lnTo>
                  <a:lnTo>
                    <a:pt x="15198" y="97487"/>
                  </a:lnTo>
                  <a:lnTo>
                    <a:pt x="13067" y="102337"/>
                  </a:lnTo>
                  <a:lnTo>
                    <a:pt x="11090" y="107252"/>
                  </a:lnTo>
                  <a:lnTo>
                    <a:pt x="9270" y="112226"/>
                  </a:lnTo>
                  <a:lnTo>
                    <a:pt x="7608" y="117256"/>
                  </a:lnTo>
                  <a:lnTo>
                    <a:pt x="6107" y="122337"/>
                  </a:lnTo>
                  <a:lnTo>
                    <a:pt x="4768" y="127462"/>
                  </a:lnTo>
                  <a:lnTo>
                    <a:pt x="3591" y="132627"/>
                  </a:lnTo>
                  <a:lnTo>
                    <a:pt x="2579" y="137826"/>
                  </a:lnTo>
                  <a:lnTo>
                    <a:pt x="1732" y="143056"/>
                  </a:lnTo>
                  <a:lnTo>
                    <a:pt x="1051" y="148309"/>
                  </a:lnTo>
                  <a:lnTo>
                    <a:pt x="537" y="153581"/>
                  </a:lnTo>
                  <a:lnTo>
                    <a:pt x="190" y="158867"/>
                  </a:lnTo>
                  <a:lnTo>
                    <a:pt x="11" y="164162"/>
                  </a:lnTo>
                  <a:lnTo>
                    <a:pt x="0" y="169459"/>
                  </a:lnTo>
                  <a:lnTo>
                    <a:pt x="156" y="174754"/>
                  </a:lnTo>
                  <a:lnTo>
                    <a:pt x="480" y="180041"/>
                  </a:lnTo>
                  <a:lnTo>
                    <a:pt x="972" y="185316"/>
                  </a:lnTo>
                  <a:lnTo>
                    <a:pt x="1630" y="190572"/>
                  </a:lnTo>
                  <a:lnTo>
                    <a:pt x="2455" y="195805"/>
                  </a:lnTo>
                  <a:lnTo>
                    <a:pt x="3445" y="201009"/>
                  </a:lnTo>
                  <a:lnTo>
                    <a:pt x="4600" y="206179"/>
                  </a:lnTo>
                  <a:lnTo>
                    <a:pt x="5917" y="211310"/>
                  </a:lnTo>
                  <a:lnTo>
                    <a:pt x="7397" y="216396"/>
                  </a:lnTo>
                  <a:lnTo>
                    <a:pt x="9037" y="221433"/>
                  </a:lnTo>
                  <a:lnTo>
                    <a:pt x="10836" y="226416"/>
                  </a:lnTo>
                  <a:lnTo>
                    <a:pt x="12792" y="231339"/>
                  </a:lnTo>
                  <a:lnTo>
                    <a:pt x="14902" y="236198"/>
                  </a:lnTo>
                  <a:lnTo>
                    <a:pt x="17166" y="240987"/>
                  </a:lnTo>
                  <a:lnTo>
                    <a:pt x="19580" y="245702"/>
                  </a:lnTo>
                  <a:lnTo>
                    <a:pt x="22143" y="250339"/>
                  </a:lnTo>
                  <a:lnTo>
                    <a:pt x="24851" y="254891"/>
                  </a:lnTo>
                  <a:lnTo>
                    <a:pt x="27702" y="259356"/>
                  </a:lnTo>
                  <a:lnTo>
                    <a:pt x="30693" y="263728"/>
                  </a:lnTo>
                  <a:lnTo>
                    <a:pt x="33821" y="268003"/>
                  </a:lnTo>
                  <a:lnTo>
                    <a:pt x="37083" y="272177"/>
                  </a:lnTo>
                  <a:lnTo>
                    <a:pt x="40475" y="276246"/>
                  </a:lnTo>
                  <a:lnTo>
                    <a:pt x="43995" y="280205"/>
                  </a:lnTo>
                  <a:lnTo>
                    <a:pt x="47639" y="284050"/>
                  </a:lnTo>
                  <a:lnTo>
                    <a:pt x="51402" y="287778"/>
                  </a:lnTo>
                  <a:lnTo>
                    <a:pt x="55282" y="291385"/>
                  </a:lnTo>
                  <a:lnTo>
                    <a:pt x="59274" y="294867"/>
                  </a:lnTo>
                  <a:lnTo>
                    <a:pt x="63374" y="298221"/>
                  </a:lnTo>
                  <a:lnTo>
                    <a:pt x="67579" y="301444"/>
                  </a:lnTo>
                  <a:lnTo>
                    <a:pt x="71883" y="304531"/>
                  </a:lnTo>
                  <a:lnTo>
                    <a:pt x="76283" y="307481"/>
                  </a:lnTo>
                  <a:lnTo>
                    <a:pt x="80775" y="310289"/>
                  </a:lnTo>
                  <a:lnTo>
                    <a:pt x="85353" y="312954"/>
                  </a:lnTo>
                  <a:lnTo>
                    <a:pt x="90013" y="315473"/>
                  </a:lnTo>
                  <a:lnTo>
                    <a:pt x="94751" y="317843"/>
                  </a:lnTo>
                  <a:lnTo>
                    <a:pt x="99562" y="320061"/>
                  </a:lnTo>
                  <a:lnTo>
                    <a:pt x="104440" y="322126"/>
                  </a:lnTo>
                  <a:lnTo>
                    <a:pt x="109381" y="324035"/>
                  </a:lnTo>
                  <a:lnTo>
                    <a:pt x="114381" y="325787"/>
                  </a:lnTo>
                  <a:lnTo>
                    <a:pt x="119433" y="327379"/>
                  </a:lnTo>
                  <a:lnTo>
                    <a:pt x="124533" y="328811"/>
                  </a:lnTo>
                  <a:lnTo>
                    <a:pt x="129676" y="330080"/>
                  </a:lnTo>
                  <a:lnTo>
                    <a:pt x="134857" y="331185"/>
                  </a:lnTo>
                  <a:lnTo>
                    <a:pt x="140070" y="332126"/>
                  </a:lnTo>
                  <a:lnTo>
                    <a:pt x="145310" y="332901"/>
                  </a:lnTo>
                  <a:lnTo>
                    <a:pt x="150573" y="333510"/>
                  </a:lnTo>
                  <a:lnTo>
                    <a:pt x="155851" y="333952"/>
                  </a:lnTo>
                  <a:lnTo>
                    <a:pt x="161142" y="334226"/>
                  </a:lnTo>
                  <a:lnTo>
                    <a:pt x="166438" y="334333"/>
                  </a:lnTo>
                  <a:lnTo>
                    <a:pt x="171735" y="334272"/>
                  </a:lnTo>
                  <a:lnTo>
                    <a:pt x="177027" y="334042"/>
                  </a:lnTo>
                  <a:lnTo>
                    <a:pt x="182310" y="333646"/>
                  </a:lnTo>
                  <a:lnTo>
                    <a:pt x="187577" y="333082"/>
                  </a:lnTo>
                  <a:lnTo>
                    <a:pt x="192824" y="332351"/>
                  </a:lnTo>
                  <a:lnTo>
                    <a:pt x="198045" y="331455"/>
                  </a:lnTo>
                  <a:lnTo>
                    <a:pt x="203235" y="330394"/>
                  </a:lnTo>
                  <a:lnTo>
                    <a:pt x="208388" y="329168"/>
                  </a:lnTo>
                  <a:lnTo>
                    <a:pt x="213501" y="327780"/>
                  </a:lnTo>
                  <a:lnTo>
                    <a:pt x="218566" y="326231"/>
                  </a:lnTo>
                  <a:lnTo>
                    <a:pt x="223581" y="324522"/>
                  </a:lnTo>
                  <a:lnTo>
                    <a:pt x="228538" y="322655"/>
                  </a:lnTo>
                  <a:lnTo>
                    <a:pt x="233434" y="320632"/>
                  </a:lnTo>
                  <a:lnTo>
                    <a:pt x="238263" y="318455"/>
                  </a:lnTo>
                  <a:lnTo>
                    <a:pt x="243021" y="316126"/>
                  </a:lnTo>
                  <a:lnTo>
                    <a:pt x="247702" y="313647"/>
                  </a:lnTo>
                  <a:lnTo>
                    <a:pt x="252303" y="311021"/>
                  </a:lnTo>
                  <a:lnTo>
                    <a:pt x="256818" y="308251"/>
                  </a:lnTo>
                  <a:lnTo>
                    <a:pt x="261244" y="305339"/>
                  </a:lnTo>
                  <a:lnTo>
                    <a:pt x="265574" y="302288"/>
                  </a:lnTo>
                  <a:lnTo>
                    <a:pt x="269806" y="299102"/>
                  </a:lnTo>
                  <a:lnTo>
                    <a:pt x="273935" y="295783"/>
                  </a:lnTo>
                  <a:lnTo>
                    <a:pt x="277957" y="292335"/>
                  </a:lnTo>
                  <a:lnTo>
                    <a:pt x="281867" y="288762"/>
                  </a:lnTo>
                  <a:lnTo>
                    <a:pt x="285662" y="285066"/>
                  </a:lnTo>
                  <a:lnTo>
                    <a:pt x="289338" y="281252"/>
                  </a:lnTo>
                  <a:lnTo>
                    <a:pt x="292892" y="277323"/>
                  </a:lnTo>
                  <a:lnTo>
                    <a:pt x="296319" y="273283"/>
                  </a:lnTo>
                  <a:lnTo>
                    <a:pt x="299616" y="269137"/>
                  </a:lnTo>
                  <a:lnTo>
                    <a:pt x="302781" y="264889"/>
                  </a:lnTo>
                  <a:lnTo>
                    <a:pt x="305809" y="260543"/>
                  </a:lnTo>
                  <a:lnTo>
                    <a:pt x="308698" y="256102"/>
                  </a:lnTo>
                  <a:lnTo>
                    <a:pt x="311445" y="251573"/>
                  </a:lnTo>
                  <a:lnTo>
                    <a:pt x="314047" y="246959"/>
                  </a:lnTo>
                  <a:lnTo>
                    <a:pt x="316501" y="242264"/>
                  </a:lnTo>
                  <a:lnTo>
                    <a:pt x="318805" y="237494"/>
                  </a:lnTo>
                  <a:lnTo>
                    <a:pt x="320958" y="232654"/>
                  </a:lnTo>
                  <a:lnTo>
                    <a:pt x="322955" y="227748"/>
                  </a:lnTo>
                  <a:lnTo>
                    <a:pt x="324797" y="222781"/>
                  </a:lnTo>
                  <a:lnTo>
                    <a:pt x="326480" y="217758"/>
                  </a:lnTo>
                  <a:lnTo>
                    <a:pt x="328003" y="212684"/>
                  </a:lnTo>
                  <a:lnTo>
                    <a:pt x="329364" y="207565"/>
                  </a:lnTo>
                  <a:lnTo>
                    <a:pt x="330563" y="202405"/>
                  </a:lnTo>
                  <a:lnTo>
                    <a:pt x="331597" y="197209"/>
                  </a:lnTo>
                  <a:lnTo>
                    <a:pt x="332466" y="191984"/>
                  </a:lnTo>
                  <a:lnTo>
                    <a:pt x="333170" y="186733"/>
                  </a:lnTo>
                  <a:lnTo>
                    <a:pt x="333706" y="181463"/>
                  </a:lnTo>
                  <a:lnTo>
                    <a:pt x="334076" y="176179"/>
                  </a:lnTo>
                  <a:lnTo>
                    <a:pt x="334277" y="170885"/>
                  </a:lnTo>
                  <a:lnTo>
                    <a:pt x="334311" y="165588"/>
                  </a:lnTo>
                  <a:lnTo>
                    <a:pt x="334177" y="160292"/>
                  </a:lnTo>
                  <a:lnTo>
                    <a:pt x="333876" y="155004"/>
                  </a:lnTo>
                  <a:lnTo>
                    <a:pt x="333406" y="149727"/>
                  </a:lnTo>
                  <a:lnTo>
                    <a:pt x="332770" y="144468"/>
                  </a:lnTo>
                  <a:lnTo>
                    <a:pt x="331968" y="139232"/>
                  </a:lnTo>
                  <a:lnTo>
                    <a:pt x="331000" y="134024"/>
                  </a:lnTo>
                  <a:lnTo>
                    <a:pt x="329868" y="128849"/>
                  </a:lnTo>
                  <a:lnTo>
                    <a:pt x="328572" y="123712"/>
                  </a:lnTo>
                  <a:lnTo>
                    <a:pt x="327114" y="118620"/>
                  </a:lnTo>
                  <a:lnTo>
                    <a:pt x="325496" y="113576"/>
                  </a:lnTo>
                  <a:lnTo>
                    <a:pt x="323718" y="108585"/>
                  </a:lnTo>
                  <a:lnTo>
                    <a:pt x="321783" y="103654"/>
                  </a:lnTo>
                  <a:lnTo>
                    <a:pt x="319693" y="98786"/>
                  </a:lnTo>
                  <a:lnTo>
                    <a:pt x="317450" y="93988"/>
                  </a:lnTo>
                  <a:lnTo>
                    <a:pt x="315056" y="89262"/>
                  </a:lnTo>
                  <a:lnTo>
                    <a:pt x="312513" y="84615"/>
                  </a:lnTo>
                  <a:lnTo>
                    <a:pt x="309825" y="80051"/>
                  </a:lnTo>
                  <a:lnTo>
                    <a:pt x="306993" y="75574"/>
                  </a:lnTo>
                  <a:lnTo>
                    <a:pt x="304020" y="71189"/>
                  </a:lnTo>
                  <a:lnTo>
                    <a:pt x="300911" y="66900"/>
                  </a:lnTo>
                  <a:lnTo>
                    <a:pt x="297666" y="62713"/>
                  </a:lnTo>
                  <a:lnTo>
                    <a:pt x="294291" y="58630"/>
                  </a:lnTo>
                  <a:lnTo>
                    <a:pt x="290788" y="54656"/>
                  </a:lnTo>
                  <a:lnTo>
                    <a:pt x="287161" y="50795"/>
                  </a:lnTo>
                  <a:lnTo>
                    <a:pt x="283414" y="47051"/>
                  </a:lnTo>
                  <a:lnTo>
                    <a:pt x="279550" y="43427"/>
                  </a:lnTo>
                  <a:lnTo>
                    <a:pt x="275573" y="39928"/>
                  </a:lnTo>
                  <a:lnTo>
                    <a:pt x="271487" y="36557"/>
                  </a:lnTo>
                  <a:lnTo>
                    <a:pt x="267296" y="33316"/>
                  </a:lnTo>
                  <a:lnTo>
                    <a:pt x="263005" y="30210"/>
                  </a:lnTo>
                  <a:lnTo>
                    <a:pt x="258617" y="27242"/>
                  </a:lnTo>
                  <a:lnTo>
                    <a:pt x="254138" y="24414"/>
                  </a:lnTo>
                  <a:lnTo>
                    <a:pt x="249571" y="21730"/>
                  </a:lnTo>
                  <a:lnTo>
                    <a:pt x="244921" y="19191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26912"/>
              <a:ext cx="77770" cy="147975"/>
            </a:xfrm>
            <a:custGeom>
              <a:avLst/>
              <a:pathLst>
                <a:path w="77770" h="147975">
                  <a:moveTo>
                    <a:pt x="77770" y="0"/>
                  </a:moveTo>
                  <a:lnTo>
                    <a:pt x="0" y="147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77770" cy="167167"/>
            </a:xfrm>
            <a:custGeom>
              <a:avLst/>
              <a:pathLst>
                <a:path w="77770" h="167167">
                  <a:moveTo>
                    <a:pt x="77770" y="19191"/>
                  </a:moveTo>
                  <a:lnTo>
                    <a:pt x="72610" y="16592"/>
                  </a:lnTo>
                  <a:lnTo>
                    <a:pt x="67363" y="14173"/>
                  </a:lnTo>
                  <a:lnTo>
                    <a:pt x="62036" y="11937"/>
                  </a:lnTo>
                  <a:lnTo>
                    <a:pt x="56635" y="9886"/>
                  </a:lnTo>
                  <a:lnTo>
                    <a:pt x="51166" y="8022"/>
                  </a:lnTo>
                  <a:lnTo>
                    <a:pt x="45636" y="6349"/>
                  </a:lnTo>
                  <a:lnTo>
                    <a:pt x="40051" y="4868"/>
                  </a:lnTo>
                  <a:lnTo>
                    <a:pt x="34419" y="3581"/>
                  </a:lnTo>
                  <a:lnTo>
                    <a:pt x="28745" y="2490"/>
                  </a:lnTo>
                  <a:lnTo>
                    <a:pt x="23037" y="1595"/>
                  </a:lnTo>
                  <a:lnTo>
                    <a:pt x="17302" y="897"/>
                  </a:lnTo>
                  <a:lnTo>
                    <a:pt x="11546" y="399"/>
                  </a:lnTo>
                  <a:lnTo>
                    <a:pt x="5776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14136" y="4213821"/>
              <a:ext cx="214888" cy="334333"/>
            </a:xfrm>
            <a:custGeom>
              <a:avLst/>
              <a:pathLst>
                <a:path w="214888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380988"/>
              <a:ext cx="47737" cy="160206"/>
            </a:xfrm>
            <a:custGeom>
              <a:avLst/>
              <a:pathLst>
                <a:path w="47737" h="160206">
                  <a:moveTo>
                    <a:pt x="47737" y="1602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380988"/>
              <a:ext cx="47737" cy="160206"/>
            </a:xfrm>
            <a:custGeom>
              <a:avLst/>
              <a:pathLst>
                <a:path w="47737" h="160206">
                  <a:moveTo>
                    <a:pt x="47737" y="1602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47737" cy="160206"/>
            </a:xfrm>
            <a:custGeom>
              <a:avLst/>
              <a:pathLst>
                <a:path w="47737" h="160206">
                  <a:moveTo>
                    <a:pt x="47737" y="1602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47737" cy="160206"/>
            </a:xfrm>
            <a:custGeom>
              <a:avLst/>
              <a:pathLst>
                <a:path w="47737" h="160206">
                  <a:moveTo>
                    <a:pt x="47737" y="1602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47737" cy="160206"/>
            </a:xfrm>
            <a:custGeom>
              <a:avLst/>
              <a:pathLst>
                <a:path w="47737" h="160206">
                  <a:moveTo>
                    <a:pt x="47737" y="1602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47737" cy="160206"/>
            </a:xfrm>
            <a:custGeom>
              <a:avLst/>
              <a:pathLst>
                <a:path w="47737" h="160206">
                  <a:moveTo>
                    <a:pt x="47737" y="1602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47737" cy="160206"/>
            </a:xfrm>
            <a:custGeom>
              <a:avLst/>
              <a:pathLst>
                <a:path w="47737" h="160206">
                  <a:moveTo>
                    <a:pt x="47737" y="1602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47737" cy="160206"/>
            </a:xfrm>
            <a:custGeom>
              <a:avLst/>
              <a:pathLst>
                <a:path w="47737" h="160206">
                  <a:moveTo>
                    <a:pt x="47737" y="1602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47737" cy="160206"/>
            </a:xfrm>
            <a:custGeom>
              <a:avLst/>
              <a:pathLst>
                <a:path w="47737" h="160206">
                  <a:moveTo>
                    <a:pt x="47737" y="1602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47737" cy="160206"/>
            </a:xfrm>
            <a:custGeom>
              <a:avLst/>
              <a:pathLst>
                <a:path w="47737" h="160206">
                  <a:moveTo>
                    <a:pt x="47737" y="1602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47737" cy="160206"/>
            </a:xfrm>
            <a:custGeom>
              <a:avLst/>
              <a:pathLst>
                <a:path w="47737" h="160206">
                  <a:moveTo>
                    <a:pt x="47737" y="16020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167167" cy="327373"/>
            </a:xfrm>
            <a:custGeom>
              <a:avLst/>
              <a:pathLst>
                <a:path w="167167" h="327373">
                  <a:moveTo>
                    <a:pt x="47737" y="327373"/>
                  </a:moveTo>
                  <a:lnTo>
                    <a:pt x="52845" y="325762"/>
                  </a:lnTo>
                  <a:lnTo>
                    <a:pt x="57900" y="323987"/>
                  </a:lnTo>
                  <a:lnTo>
                    <a:pt x="62894" y="322051"/>
                  </a:lnTo>
                  <a:lnTo>
                    <a:pt x="67824" y="319957"/>
                  </a:lnTo>
                  <a:lnTo>
                    <a:pt x="72685" y="317705"/>
                  </a:lnTo>
                  <a:lnTo>
                    <a:pt x="77471" y="315299"/>
                  </a:lnTo>
                  <a:lnTo>
                    <a:pt x="82177" y="312741"/>
                  </a:lnTo>
                  <a:lnTo>
                    <a:pt x="86799" y="310033"/>
                  </a:lnTo>
                  <a:lnTo>
                    <a:pt x="91332" y="307179"/>
                  </a:lnTo>
                  <a:lnTo>
                    <a:pt x="95771" y="304181"/>
                  </a:lnTo>
                  <a:lnTo>
                    <a:pt x="100111" y="301042"/>
                  </a:lnTo>
                  <a:lnTo>
                    <a:pt x="104349" y="297766"/>
                  </a:lnTo>
                  <a:lnTo>
                    <a:pt x="108480" y="294355"/>
                  </a:lnTo>
                  <a:lnTo>
                    <a:pt x="112499" y="290815"/>
                  </a:lnTo>
                  <a:lnTo>
                    <a:pt x="116403" y="287147"/>
                  </a:lnTo>
                  <a:lnTo>
                    <a:pt x="120188" y="283356"/>
                  </a:lnTo>
                  <a:lnTo>
                    <a:pt x="123848" y="279445"/>
                  </a:lnTo>
                  <a:lnTo>
                    <a:pt x="127382" y="275419"/>
                  </a:lnTo>
                  <a:lnTo>
                    <a:pt x="130785" y="271283"/>
                  </a:lnTo>
                  <a:lnTo>
                    <a:pt x="134054" y="267039"/>
                  </a:lnTo>
                  <a:lnTo>
                    <a:pt x="137185" y="262693"/>
                  </a:lnTo>
                  <a:lnTo>
                    <a:pt x="140175" y="258248"/>
                  </a:lnTo>
                  <a:lnTo>
                    <a:pt x="143021" y="253710"/>
                  </a:lnTo>
                  <a:lnTo>
                    <a:pt x="145721" y="249084"/>
                  </a:lnTo>
                  <a:lnTo>
                    <a:pt x="148270" y="244373"/>
                  </a:lnTo>
                  <a:lnTo>
                    <a:pt x="150668" y="239583"/>
                  </a:lnTo>
                  <a:lnTo>
                    <a:pt x="152911" y="234718"/>
                  </a:lnTo>
                  <a:lnTo>
                    <a:pt x="154996" y="229784"/>
                  </a:lnTo>
                  <a:lnTo>
                    <a:pt x="156923" y="224786"/>
                  </a:lnTo>
                  <a:lnTo>
                    <a:pt x="158689" y="219729"/>
                  </a:lnTo>
                  <a:lnTo>
                    <a:pt x="160291" y="214617"/>
                  </a:lnTo>
                  <a:lnTo>
                    <a:pt x="161729" y="209457"/>
                  </a:lnTo>
                  <a:lnTo>
                    <a:pt x="163001" y="204254"/>
                  </a:lnTo>
                  <a:lnTo>
                    <a:pt x="164106" y="199012"/>
                  </a:lnTo>
                  <a:lnTo>
                    <a:pt x="165042" y="193738"/>
                  </a:lnTo>
                  <a:lnTo>
                    <a:pt x="165808" y="188437"/>
                  </a:lnTo>
                  <a:lnTo>
                    <a:pt x="166405" y="183113"/>
                  </a:lnTo>
                  <a:lnTo>
                    <a:pt x="166830" y="177774"/>
                  </a:lnTo>
                  <a:lnTo>
                    <a:pt x="167084" y="172423"/>
                  </a:lnTo>
                  <a:lnTo>
                    <a:pt x="167167" y="167067"/>
                  </a:lnTo>
                  <a:lnTo>
                    <a:pt x="167078" y="161711"/>
                  </a:lnTo>
                  <a:lnTo>
                    <a:pt x="166817" y="156361"/>
                  </a:lnTo>
                  <a:lnTo>
                    <a:pt x="166385" y="151022"/>
                  </a:lnTo>
                  <a:lnTo>
                    <a:pt x="165783" y="145699"/>
                  </a:lnTo>
                  <a:lnTo>
                    <a:pt x="165010" y="140399"/>
                  </a:lnTo>
                  <a:lnTo>
                    <a:pt x="164067" y="135125"/>
                  </a:lnTo>
                  <a:lnTo>
                    <a:pt x="162957" y="129885"/>
                  </a:lnTo>
                  <a:lnTo>
                    <a:pt x="161678" y="124683"/>
                  </a:lnTo>
                  <a:lnTo>
                    <a:pt x="160234" y="119525"/>
                  </a:lnTo>
                  <a:lnTo>
                    <a:pt x="158626" y="114416"/>
                  </a:lnTo>
                  <a:lnTo>
                    <a:pt x="156854" y="109360"/>
                  </a:lnTo>
                  <a:lnTo>
                    <a:pt x="154921" y="104365"/>
                  </a:lnTo>
                  <a:lnTo>
                    <a:pt x="152830" y="99433"/>
                  </a:lnTo>
                  <a:lnTo>
                    <a:pt x="150581" y="94571"/>
                  </a:lnTo>
                  <a:lnTo>
                    <a:pt x="148178" y="89784"/>
                  </a:lnTo>
                  <a:lnTo>
                    <a:pt x="145623" y="85076"/>
                  </a:lnTo>
                  <a:lnTo>
                    <a:pt x="142918" y="80453"/>
                  </a:lnTo>
                  <a:lnTo>
                    <a:pt x="140066" y="75918"/>
                  </a:lnTo>
                  <a:lnTo>
                    <a:pt x="137071" y="71478"/>
                  </a:lnTo>
                  <a:lnTo>
                    <a:pt x="133934" y="67135"/>
                  </a:lnTo>
                  <a:lnTo>
                    <a:pt x="130661" y="62895"/>
                  </a:lnTo>
                  <a:lnTo>
                    <a:pt x="127253" y="58762"/>
                  </a:lnTo>
                  <a:lnTo>
                    <a:pt x="123714" y="54741"/>
                  </a:lnTo>
                  <a:lnTo>
                    <a:pt x="120049" y="50835"/>
                  </a:lnTo>
                  <a:lnTo>
                    <a:pt x="116260" y="47048"/>
                  </a:lnTo>
                  <a:lnTo>
                    <a:pt x="112352" y="43385"/>
                  </a:lnTo>
                  <a:lnTo>
                    <a:pt x="108328" y="39849"/>
                  </a:lnTo>
                  <a:lnTo>
                    <a:pt x="104193" y="36443"/>
                  </a:lnTo>
                  <a:lnTo>
                    <a:pt x="99951" y="33172"/>
                  </a:lnTo>
                  <a:lnTo>
                    <a:pt x="95607" y="30039"/>
                  </a:lnTo>
                  <a:lnTo>
                    <a:pt x="91164" y="27046"/>
                  </a:lnTo>
                  <a:lnTo>
                    <a:pt x="86628" y="24197"/>
                  </a:lnTo>
                  <a:lnTo>
                    <a:pt x="82003" y="21495"/>
                  </a:lnTo>
                  <a:lnTo>
                    <a:pt x="77294" y="18942"/>
                  </a:lnTo>
                  <a:lnTo>
                    <a:pt x="72505" y="16542"/>
                  </a:lnTo>
                  <a:lnTo>
                    <a:pt x="67642" y="14296"/>
                  </a:lnTo>
                  <a:lnTo>
                    <a:pt x="62709" y="12207"/>
                  </a:lnTo>
                  <a:lnTo>
                    <a:pt x="57712" y="10278"/>
                  </a:lnTo>
                  <a:lnTo>
                    <a:pt x="52656" y="8509"/>
                  </a:lnTo>
                  <a:lnTo>
                    <a:pt x="47546" y="6904"/>
                  </a:lnTo>
                  <a:lnTo>
                    <a:pt x="42387" y="5463"/>
                  </a:lnTo>
                  <a:lnTo>
                    <a:pt x="37184" y="4188"/>
                  </a:lnTo>
                  <a:lnTo>
                    <a:pt x="31943" y="3080"/>
                  </a:lnTo>
                  <a:lnTo>
                    <a:pt x="26669" y="2141"/>
                  </a:lnTo>
                  <a:lnTo>
                    <a:pt x="21368" y="1371"/>
                  </a:lnTo>
                  <a:lnTo>
                    <a:pt x="16045" y="771"/>
                  </a:lnTo>
                  <a:lnTo>
                    <a:pt x="10706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357" y="4659281"/>
              <a:ext cx="167167" cy="224502"/>
            </a:xfrm>
            <a:custGeom>
              <a:avLst/>
              <a:pathLst>
                <a:path w="167167" h="224502">
                  <a:moveTo>
                    <a:pt x="167167" y="0"/>
                  </a:moveTo>
                  <a:lnTo>
                    <a:pt x="161816" y="85"/>
                  </a:lnTo>
                  <a:lnTo>
                    <a:pt x="156470" y="342"/>
                  </a:lnTo>
                  <a:lnTo>
                    <a:pt x="151136" y="770"/>
                  </a:lnTo>
                  <a:lnTo>
                    <a:pt x="145818" y="1368"/>
                  </a:lnTo>
                  <a:lnTo>
                    <a:pt x="140522" y="2137"/>
                  </a:lnTo>
                  <a:lnTo>
                    <a:pt x="135253" y="3074"/>
                  </a:lnTo>
                  <a:lnTo>
                    <a:pt x="130017" y="4180"/>
                  </a:lnTo>
                  <a:lnTo>
                    <a:pt x="124819" y="5452"/>
                  </a:lnTo>
                  <a:lnTo>
                    <a:pt x="119664" y="6891"/>
                  </a:lnTo>
                  <a:lnTo>
                    <a:pt x="114558" y="8493"/>
                  </a:lnTo>
                  <a:lnTo>
                    <a:pt x="109506" y="10259"/>
                  </a:lnTo>
                  <a:lnTo>
                    <a:pt x="104513" y="12185"/>
                  </a:lnTo>
                  <a:lnTo>
                    <a:pt x="99584" y="14270"/>
                  </a:lnTo>
                  <a:lnTo>
                    <a:pt x="94725" y="16511"/>
                  </a:lnTo>
                  <a:lnTo>
                    <a:pt x="89940" y="18907"/>
                  </a:lnTo>
                  <a:lnTo>
                    <a:pt x="85233" y="21455"/>
                  </a:lnTo>
                  <a:lnTo>
                    <a:pt x="80611" y="24152"/>
                  </a:lnTo>
                  <a:lnTo>
                    <a:pt x="76078" y="26996"/>
                  </a:lnTo>
                  <a:lnTo>
                    <a:pt x="71638" y="29984"/>
                  </a:lnTo>
                  <a:lnTo>
                    <a:pt x="67296" y="33112"/>
                  </a:lnTo>
                  <a:lnTo>
                    <a:pt x="63056" y="36377"/>
                  </a:lnTo>
                  <a:lnTo>
                    <a:pt x="58923" y="39777"/>
                  </a:lnTo>
                  <a:lnTo>
                    <a:pt x="54900" y="43307"/>
                  </a:lnTo>
                  <a:lnTo>
                    <a:pt x="50993" y="46964"/>
                  </a:lnTo>
                  <a:lnTo>
                    <a:pt x="47205" y="50744"/>
                  </a:lnTo>
                  <a:lnTo>
                    <a:pt x="43540" y="54644"/>
                  </a:lnTo>
                  <a:lnTo>
                    <a:pt x="40002" y="58659"/>
                  </a:lnTo>
                  <a:lnTo>
                    <a:pt x="36594" y="62785"/>
                  </a:lnTo>
                  <a:lnTo>
                    <a:pt x="33319" y="67018"/>
                  </a:lnTo>
                  <a:lnTo>
                    <a:pt x="30182" y="71353"/>
                  </a:lnTo>
                  <a:lnTo>
                    <a:pt x="27186" y="75787"/>
                  </a:lnTo>
                  <a:lnTo>
                    <a:pt x="24332" y="80315"/>
                  </a:lnTo>
                  <a:lnTo>
                    <a:pt x="21625" y="84931"/>
                  </a:lnTo>
                  <a:lnTo>
                    <a:pt x="19068" y="89632"/>
                  </a:lnTo>
                  <a:lnTo>
                    <a:pt x="16662" y="94412"/>
                  </a:lnTo>
                  <a:lnTo>
                    <a:pt x="14410" y="99267"/>
                  </a:lnTo>
                  <a:lnTo>
                    <a:pt x="12315" y="104192"/>
                  </a:lnTo>
                  <a:lnTo>
                    <a:pt x="10378" y="109180"/>
                  </a:lnTo>
                  <a:lnTo>
                    <a:pt x="8603" y="114229"/>
                  </a:lnTo>
                  <a:lnTo>
                    <a:pt x="6989" y="119332"/>
                  </a:lnTo>
                  <a:lnTo>
                    <a:pt x="5540" y="124483"/>
                  </a:lnTo>
                  <a:lnTo>
                    <a:pt x="4257" y="129679"/>
                  </a:lnTo>
                  <a:lnTo>
                    <a:pt x="3140" y="134912"/>
                  </a:lnTo>
                  <a:lnTo>
                    <a:pt x="2192" y="140179"/>
                  </a:lnTo>
                  <a:lnTo>
                    <a:pt x="1413" y="145474"/>
                  </a:lnTo>
                  <a:lnTo>
                    <a:pt x="803" y="150791"/>
                  </a:lnTo>
                  <a:lnTo>
                    <a:pt x="364" y="156124"/>
                  </a:lnTo>
                  <a:lnTo>
                    <a:pt x="96" y="161469"/>
                  </a:lnTo>
                  <a:lnTo>
                    <a:pt x="0" y="166820"/>
                  </a:lnTo>
                  <a:lnTo>
                    <a:pt x="74" y="172171"/>
                  </a:lnTo>
                  <a:lnTo>
                    <a:pt x="320" y="177517"/>
                  </a:lnTo>
                  <a:lnTo>
                    <a:pt x="737" y="182852"/>
                  </a:lnTo>
                  <a:lnTo>
                    <a:pt x="1324" y="188171"/>
                  </a:lnTo>
                  <a:lnTo>
                    <a:pt x="2081" y="193469"/>
                  </a:lnTo>
                  <a:lnTo>
                    <a:pt x="3008" y="198740"/>
                  </a:lnTo>
                  <a:lnTo>
                    <a:pt x="4103" y="203978"/>
                  </a:lnTo>
                  <a:lnTo>
                    <a:pt x="5364" y="209179"/>
                  </a:lnTo>
                  <a:lnTo>
                    <a:pt x="6792" y="214336"/>
                  </a:lnTo>
                  <a:lnTo>
                    <a:pt x="8384" y="219446"/>
                  </a:lnTo>
                  <a:lnTo>
                    <a:pt x="10139" y="22450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9497" y="4826449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9497" y="4826449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9497" y="4826449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9497" y="4826449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9497" y="4826449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9497" y="4826449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9497" y="4826449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9497" y="4826449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9497" y="4826449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9497" y="4826449"/>
              <a:ext cx="157027" cy="65314"/>
            </a:xfrm>
            <a:custGeom>
              <a:avLst/>
              <a:pathLst>
                <a:path w="157027" h="65314">
                  <a:moveTo>
                    <a:pt x="0" y="57334"/>
                  </a:moveTo>
                  <a:lnTo>
                    <a:pt x="3147" y="65314"/>
                  </a:lnTo>
                  <a:lnTo>
                    <a:pt x="15702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32645" y="4659281"/>
              <a:ext cx="321030" cy="334333"/>
            </a:xfrm>
            <a:custGeom>
              <a:avLst/>
              <a:pathLst>
                <a:path w="321030" h="334333">
                  <a:moveTo>
                    <a:pt x="0" y="232481"/>
                  </a:moveTo>
                  <a:lnTo>
                    <a:pt x="2147" y="237325"/>
                  </a:lnTo>
                  <a:lnTo>
                    <a:pt x="4447" y="242099"/>
                  </a:lnTo>
                  <a:lnTo>
                    <a:pt x="6896" y="246797"/>
                  </a:lnTo>
                  <a:lnTo>
                    <a:pt x="9494" y="251416"/>
                  </a:lnTo>
                  <a:lnTo>
                    <a:pt x="12237" y="255949"/>
                  </a:lnTo>
                  <a:lnTo>
                    <a:pt x="15122" y="260394"/>
                  </a:lnTo>
                  <a:lnTo>
                    <a:pt x="18146" y="264745"/>
                  </a:lnTo>
                  <a:lnTo>
                    <a:pt x="21307" y="268998"/>
                  </a:lnTo>
                  <a:lnTo>
                    <a:pt x="24601" y="273148"/>
                  </a:lnTo>
                  <a:lnTo>
                    <a:pt x="28024" y="277192"/>
                  </a:lnTo>
                  <a:lnTo>
                    <a:pt x="31575" y="281125"/>
                  </a:lnTo>
                  <a:lnTo>
                    <a:pt x="35248" y="284944"/>
                  </a:lnTo>
                  <a:lnTo>
                    <a:pt x="39040" y="288645"/>
                  </a:lnTo>
                  <a:lnTo>
                    <a:pt x="42948" y="292224"/>
                  </a:lnTo>
                  <a:lnTo>
                    <a:pt x="46967" y="295677"/>
                  </a:lnTo>
                  <a:lnTo>
                    <a:pt x="51094" y="299000"/>
                  </a:lnTo>
                  <a:lnTo>
                    <a:pt x="55323" y="302192"/>
                  </a:lnTo>
                  <a:lnTo>
                    <a:pt x="59652" y="305248"/>
                  </a:lnTo>
                  <a:lnTo>
                    <a:pt x="64076" y="308164"/>
                  </a:lnTo>
                  <a:lnTo>
                    <a:pt x="68590" y="310940"/>
                  </a:lnTo>
                  <a:lnTo>
                    <a:pt x="73189" y="313571"/>
                  </a:lnTo>
                  <a:lnTo>
                    <a:pt x="77870" y="316054"/>
                  </a:lnTo>
                  <a:lnTo>
                    <a:pt x="82627" y="318389"/>
                  </a:lnTo>
                  <a:lnTo>
                    <a:pt x="87455" y="320571"/>
                  </a:lnTo>
                  <a:lnTo>
                    <a:pt x="92350" y="322599"/>
                  </a:lnTo>
                  <a:lnTo>
                    <a:pt x="97307" y="324471"/>
                  </a:lnTo>
                  <a:lnTo>
                    <a:pt x="102321" y="326185"/>
                  </a:lnTo>
                  <a:lnTo>
                    <a:pt x="107387" y="327739"/>
                  </a:lnTo>
                  <a:lnTo>
                    <a:pt x="112499" y="329132"/>
                  </a:lnTo>
                  <a:lnTo>
                    <a:pt x="117653" y="330362"/>
                  </a:lnTo>
                  <a:lnTo>
                    <a:pt x="122843" y="331428"/>
                  </a:lnTo>
                  <a:lnTo>
                    <a:pt x="128065" y="332329"/>
                  </a:lnTo>
                  <a:lnTo>
                    <a:pt x="133313" y="333064"/>
                  </a:lnTo>
                  <a:lnTo>
                    <a:pt x="138581" y="333633"/>
                  </a:lnTo>
                  <a:lnTo>
                    <a:pt x="143864" y="334034"/>
                  </a:lnTo>
                  <a:lnTo>
                    <a:pt x="149158" y="334268"/>
                  </a:lnTo>
                  <a:lnTo>
                    <a:pt x="154456" y="334333"/>
                  </a:lnTo>
                  <a:lnTo>
                    <a:pt x="159754" y="334231"/>
                  </a:lnTo>
                  <a:lnTo>
                    <a:pt x="165046" y="333961"/>
                  </a:lnTo>
                  <a:lnTo>
                    <a:pt x="170326" y="333523"/>
                  </a:lnTo>
                  <a:lnTo>
                    <a:pt x="175590" y="332919"/>
                  </a:lnTo>
                  <a:lnTo>
                    <a:pt x="180833" y="332147"/>
                  </a:lnTo>
                  <a:lnTo>
                    <a:pt x="186048" y="331210"/>
                  </a:lnTo>
                  <a:lnTo>
                    <a:pt x="191231" y="330108"/>
                  </a:lnTo>
                  <a:lnTo>
                    <a:pt x="196376" y="328842"/>
                  </a:lnTo>
                  <a:lnTo>
                    <a:pt x="201479" y="327414"/>
                  </a:lnTo>
                  <a:lnTo>
                    <a:pt x="206533" y="325825"/>
                  </a:lnTo>
                  <a:lnTo>
                    <a:pt x="211535" y="324077"/>
                  </a:lnTo>
                  <a:lnTo>
                    <a:pt x="216479" y="322171"/>
                  </a:lnTo>
                  <a:lnTo>
                    <a:pt x="221360" y="320109"/>
                  </a:lnTo>
                  <a:lnTo>
                    <a:pt x="226174" y="317893"/>
                  </a:lnTo>
                  <a:lnTo>
                    <a:pt x="230914" y="315526"/>
                  </a:lnTo>
                  <a:lnTo>
                    <a:pt x="235578" y="313010"/>
                  </a:lnTo>
                  <a:lnTo>
                    <a:pt x="240159" y="310348"/>
                  </a:lnTo>
                  <a:lnTo>
                    <a:pt x="244653" y="307541"/>
                  </a:lnTo>
                  <a:lnTo>
                    <a:pt x="249057" y="304594"/>
                  </a:lnTo>
                  <a:lnTo>
                    <a:pt x="253364" y="301509"/>
                  </a:lnTo>
                  <a:lnTo>
                    <a:pt x="257572" y="298288"/>
                  </a:lnTo>
                  <a:lnTo>
                    <a:pt x="261676" y="294936"/>
                  </a:lnTo>
                  <a:lnTo>
                    <a:pt x="265671" y="291455"/>
                  </a:lnTo>
                  <a:lnTo>
                    <a:pt x="269554" y="287850"/>
                  </a:lnTo>
                  <a:lnTo>
                    <a:pt x="273321" y="284123"/>
                  </a:lnTo>
                  <a:lnTo>
                    <a:pt x="276967" y="280279"/>
                  </a:lnTo>
                  <a:lnTo>
                    <a:pt x="280490" y="276321"/>
                  </a:lnTo>
                  <a:lnTo>
                    <a:pt x="283886" y="272253"/>
                  </a:lnTo>
                  <a:lnTo>
                    <a:pt x="287151" y="268080"/>
                  </a:lnTo>
                  <a:lnTo>
                    <a:pt x="290283" y="263806"/>
                  </a:lnTo>
                  <a:lnTo>
                    <a:pt x="293277" y="259434"/>
                  </a:lnTo>
                  <a:lnTo>
                    <a:pt x="296131" y="254970"/>
                  </a:lnTo>
                  <a:lnTo>
                    <a:pt x="298842" y="250417"/>
                  </a:lnTo>
                  <a:lnTo>
                    <a:pt x="301408" y="245781"/>
                  </a:lnTo>
                  <a:lnTo>
                    <a:pt x="303825" y="241066"/>
                  </a:lnTo>
                  <a:lnTo>
                    <a:pt x="306092" y="236277"/>
                  </a:lnTo>
                  <a:lnTo>
                    <a:pt x="308206" y="231418"/>
                  </a:lnTo>
                  <a:lnTo>
                    <a:pt x="310165" y="226495"/>
                  </a:lnTo>
                  <a:lnTo>
                    <a:pt x="311967" y="221512"/>
                  </a:lnTo>
                  <a:lnTo>
                    <a:pt x="313610" y="216474"/>
                  </a:lnTo>
                  <a:lnTo>
                    <a:pt x="315092" y="211387"/>
                  </a:lnTo>
                  <a:lnTo>
                    <a:pt x="316412" y="206255"/>
                  </a:lnTo>
                  <a:lnTo>
                    <a:pt x="317570" y="201085"/>
                  </a:lnTo>
                  <a:lnTo>
                    <a:pt x="318562" y="195880"/>
                  </a:lnTo>
                  <a:lnTo>
                    <a:pt x="319390" y="190646"/>
                  </a:lnTo>
                  <a:lnTo>
                    <a:pt x="320051" y="185389"/>
                  </a:lnTo>
                  <a:lnTo>
                    <a:pt x="320545" y="180113"/>
                  </a:lnTo>
                  <a:lnTo>
                    <a:pt x="320871" y="174824"/>
                  </a:lnTo>
                  <a:lnTo>
                    <a:pt x="321030" y="169528"/>
                  </a:lnTo>
                  <a:lnTo>
                    <a:pt x="321021" y="164229"/>
                  </a:lnTo>
                  <a:lnTo>
                    <a:pt x="320844" y="158933"/>
                  </a:lnTo>
                  <a:lnTo>
                    <a:pt x="320499" y="153646"/>
                  </a:lnTo>
                  <a:lnTo>
                    <a:pt x="319987" y="148372"/>
                  </a:lnTo>
                  <a:lnTo>
                    <a:pt x="319308" y="143117"/>
                  </a:lnTo>
                  <a:lnTo>
                    <a:pt x="318462" y="137886"/>
                  </a:lnTo>
                  <a:lnTo>
                    <a:pt x="317452" y="132685"/>
                  </a:lnTo>
                  <a:lnTo>
                    <a:pt x="316277" y="127518"/>
                  </a:lnTo>
                  <a:lnTo>
                    <a:pt x="314938" y="122391"/>
                  </a:lnTo>
                  <a:lnTo>
                    <a:pt x="313438" y="117309"/>
                  </a:lnTo>
                  <a:lnTo>
                    <a:pt x="311778" y="112277"/>
                  </a:lnTo>
                  <a:lnTo>
                    <a:pt x="309959" y="107300"/>
                  </a:lnTo>
                  <a:lnTo>
                    <a:pt x="307983" y="102384"/>
                  </a:lnTo>
                  <a:lnTo>
                    <a:pt x="305853" y="97532"/>
                  </a:lnTo>
                  <a:lnTo>
                    <a:pt x="303570" y="92751"/>
                  </a:lnTo>
                  <a:lnTo>
                    <a:pt x="301136" y="88044"/>
                  </a:lnTo>
                  <a:lnTo>
                    <a:pt x="298554" y="83417"/>
                  </a:lnTo>
                  <a:lnTo>
                    <a:pt x="295827" y="78874"/>
                  </a:lnTo>
                  <a:lnTo>
                    <a:pt x="292958" y="74419"/>
                  </a:lnTo>
                  <a:lnTo>
                    <a:pt x="289948" y="70058"/>
                  </a:lnTo>
                  <a:lnTo>
                    <a:pt x="286802" y="65794"/>
                  </a:lnTo>
                  <a:lnTo>
                    <a:pt x="283523" y="61633"/>
                  </a:lnTo>
                  <a:lnTo>
                    <a:pt x="280113" y="57577"/>
                  </a:lnTo>
                  <a:lnTo>
                    <a:pt x="276576" y="53631"/>
                  </a:lnTo>
                  <a:lnTo>
                    <a:pt x="272916" y="49799"/>
                  </a:lnTo>
                  <a:lnTo>
                    <a:pt x="269137" y="46086"/>
                  </a:lnTo>
                  <a:lnTo>
                    <a:pt x="265241" y="42494"/>
                  </a:lnTo>
                  <a:lnTo>
                    <a:pt x="261234" y="39027"/>
                  </a:lnTo>
                  <a:lnTo>
                    <a:pt x="257119" y="35689"/>
                  </a:lnTo>
                  <a:lnTo>
                    <a:pt x="252900" y="32483"/>
                  </a:lnTo>
                  <a:lnTo>
                    <a:pt x="248582" y="29412"/>
                  </a:lnTo>
                  <a:lnTo>
                    <a:pt x="244169" y="26480"/>
                  </a:lnTo>
                  <a:lnTo>
                    <a:pt x="239664" y="23689"/>
                  </a:lnTo>
                  <a:lnTo>
                    <a:pt x="235074" y="21042"/>
                  </a:lnTo>
                  <a:lnTo>
                    <a:pt x="230402" y="18543"/>
                  </a:lnTo>
                  <a:lnTo>
                    <a:pt x="225653" y="16192"/>
                  </a:lnTo>
                  <a:lnTo>
                    <a:pt x="220832" y="13993"/>
                  </a:lnTo>
                  <a:lnTo>
                    <a:pt x="215944" y="11948"/>
                  </a:lnTo>
                  <a:lnTo>
                    <a:pt x="210994" y="10059"/>
                  </a:lnTo>
                  <a:lnTo>
                    <a:pt x="205986" y="8328"/>
                  </a:lnTo>
                  <a:lnTo>
                    <a:pt x="200925" y="6756"/>
                  </a:lnTo>
                  <a:lnTo>
                    <a:pt x="195818" y="5346"/>
                  </a:lnTo>
                  <a:lnTo>
                    <a:pt x="190668" y="4098"/>
                  </a:lnTo>
                  <a:lnTo>
                    <a:pt x="185482" y="3014"/>
                  </a:lnTo>
                  <a:lnTo>
                    <a:pt x="180263" y="2095"/>
                  </a:lnTo>
                  <a:lnTo>
                    <a:pt x="175018" y="1341"/>
                  </a:lnTo>
                  <a:lnTo>
                    <a:pt x="169752" y="755"/>
                  </a:lnTo>
                  <a:lnTo>
                    <a:pt x="164470" y="335"/>
                  </a:lnTo>
                  <a:lnTo>
                    <a:pt x="159177" y="83"/>
                  </a:lnTo>
                  <a:lnTo>
                    <a:pt x="153879" y="0"/>
                  </a:lnTo>
                  <a:lnTo>
                    <a:pt x="15387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321562" y="5018213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3" y="751"/>
                  </a:lnTo>
                  <a:lnTo>
                    <a:pt x="146070" y="1335"/>
                  </a:lnTo>
                  <a:lnTo>
                    <a:pt x="140837" y="2085"/>
                  </a:lnTo>
                  <a:lnTo>
                    <a:pt x="135631" y="2999"/>
                  </a:lnTo>
                  <a:lnTo>
                    <a:pt x="130456" y="4078"/>
                  </a:lnTo>
                  <a:lnTo>
                    <a:pt x="125318" y="5320"/>
                  </a:lnTo>
                  <a:lnTo>
                    <a:pt x="120222" y="6724"/>
                  </a:lnTo>
                  <a:lnTo>
                    <a:pt x="115173" y="8288"/>
                  </a:lnTo>
                  <a:lnTo>
                    <a:pt x="110175" y="10011"/>
                  </a:lnTo>
                  <a:lnTo>
                    <a:pt x="105235" y="11891"/>
                  </a:lnTo>
                  <a:lnTo>
                    <a:pt x="100357" y="13927"/>
                  </a:lnTo>
                  <a:lnTo>
                    <a:pt x="95545" y="16115"/>
                  </a:lnTo>
                  <a:lnTo>
                    <a:pt x="90805" y="18455"/>
                  </a:lnTo>
                  <a:lnTo>
                    <a:pt x="86142" y="20944"/>
                  </a:lnTo>
                  <a:lnTo>
                    <a:pt x="81559" y="23578"/>
                  </a:lnTo>
                  <a:lnTo>
                    <a:pt x="77062" y="26356"/>
                  </a:lnTo>
                  <a:lnTo>
                    <a:pt x="72655" y="29275"/>
                  </a:lnTo>
                  <a:lnTo>
                    <a:pt x="68342" y="32332"/>
                  </a:lnTo>
                  <a:lnTo>
                    <a:pt x="64129" y="35524"/>
                  </a:lnTo>
                  <a:lnTo>
                    <a:pt x="60018" y="38847"/>
                  </a:lnTo>
                  <a:lnTo>
                    <a:pt x="56015" y="42299"/>
                  </a:lnTo>
                  <a:lnTo>
                    <a:pt x="52122" y="45875"/>
                  </a:lnTo>
                  <a:lnTo>
                    <a:pt x="48345" y="49573"/>
                  </a:lnTo>
                  <a:lnTo>
                    <a:pt x="44686" y="53388"/>
                  </a:lnTo>
                  <a:lnTo>
                    <a:pt x="41150" y="57317"/>
                  </a:lnTo>
                  <a:lnTo>
                    <a:pt x="37740" y="61356"/>
                  </a:lnTo>
                  <a:lnTo>
                    <a:pt x="34459" y="65501"/>
                  </a:lnTo>
                  <a:lnTo>
                    <a:pt x="31311" y="69747"/>
                  </a:lnTo>
                  <a:lnTo>
                    <a:pt x="28299" y="74091"/>
                  </a:lnTo>
                  <a:lnTo>
                    <a:pt x="25426" y="78528"/>
                  </a:lnTo>
                  <a:lnTo>
                    <a:pt x="22694" y="83053"/>
                  </a:lnTo>
                  <a:lnTo>
                    <a:pt x="20107" y="87663"/>
                  </a:lnTo>
                  <a:lnTo>
                    <a:pt x="17667" y="92352"/>
                  </a:lnTo>
                  <a:lnTo>
                    <a:pt x="15376" y="97116"/>
                  </a:lnTo>
                  <a:lnTo>
                    <a:pt x="13237" y="101949"/>
                  </a:lnTo>
                  <a:lnTo>
                    <a:pt x="11252" y="106849"/>
                  </a:lnTo>
                  <a:lnTo>
                    <a:pt x="9423" y="111808"/>
                  </a:lnTo>
                  <a:lnTo>
                    <a:pt x="7752" y="116823"/>
                  </a:lnTo>
                  <a:lnTo>
                    <a:pt x="6240" y="121888"/>
                  </a:lnTo>
                  <a:lnTo>
                    <a:pt x="4888" y="126998"/>
                  </a:lnTo>
                  <a:lnTo>
                    <a:pt x="3700" y="132149"/>
                  </a:lnTo>
                  <a:lnTo>
                    <a:pt x="2674" y="137334"/>
                  </a:lnTo>
                  <a:lnTo>
                    <a:pt x="1813" y="142550"/>
                  </a:lnTo>
                  <a:lnTo>
                    <a:pt x="1117" y="147790"/>
                  </a:lnTo>
                  <a:lnTo>
                    <a:pt x="588" y="153049"/>
                  </a:lnTo>
                  <a:lnTo>
                    <a:pt x="225" y="158323"/>
                  </a:lnTo>
                  <a:lnTo>
                    <a:pt x="29" y="163605"/>
                  </a:lnTo>
                  <a:lnTo>
                    <a:pt x="0" y="168891"/>
                  </a:lnTo>
                  <a:lnTo>
                    <a:pt x="138" y="174175"/>
                  </a:lnTo>
                  <a:lnTo>
                    <a:pt x="443" y="179452"/>
                  </a:lnTo>
                  <a:lnTo>
                    <a:pt x="914" y="184717"/>
                  </a:lnTo>
                  <a:lnTo>
                    <a:pt x="1552" y="189964"/>
                  </a:lnTo>
                  <a:lnTo>
                    <a:pt x="2356" y="195189"/>
                  </a:lnTo>
                  <a:lnTo>
                    <a:pt x="3324" y="200385"/>
                  </a:lnTo>
                  <a:lnTo>
                    <a:pt x="4457" y="205549"/>
                  </a:lnTo>
                  <a:lnTo>
                    <a:pt x="5751" y="210674"/>
                  </a:lnTo>
                  <a:lnTo>
                    <a:pt x="7208" y="215755"/>
                  </a:lnTo>
                  <a:lnTo>
                    <a:pt x="8824" y="220788"/>
                  </a:lnTo>
                  <a:lnTo>
                    <a:pt x="10598" y="225767"/>
                  </a:lnTo>
                  <a:lnTo>
                    <a:pt x="12529" y="230688"/>
                  </a:lnTo>
                  <a:lnTo>
                    <a:pt x="14615" y="235545"/>
                  </a:lnTo>
                  <a:lnTo>
                    <a:pt x="16853" y="240334"/>
                  </a:lnTo>
                  <a:lnTo>
                    <a:pt x="19242" y="245049"/>
                  </a:lnTo>
                  <a:lnTo>
                    <a:pt x="21778" y="249687"/>
                  </a:lnTo>
                  <a:lnTo>
                    <a:pt x="24460" y="254242"/>
                  </a:lnTo>
                  <a:lnTo>
                    <a:pt x="27284" y="258710"/>
                  </a:lnTo>
                  <a:lnTo>
                    <a:pt x="30248" y="263087"/>
                  </a:lnTo>
                  <a:lnTo>
                    <a:pt x="33349" y="267368"/>
                  </a:lnTo>
                  <a:lnTo>
                    <a:pt x="36584" y="271548"/>
                  </a:lnTo>
                  <a:lnTo>
                    <a:pt x="39950" y="275624"/>
                  </a:lnTo>
                  <a:lnTo>
                    <a:pt x="43443" y="279592"/>
                  </a:lnTo>
                  <a:lnTo>
                    <a:pt x="47059" y="283447"/>
                  </a:lnTo>
                  <a:lnTo>
                    <a:pt x="50795" y="287186"/>
                  </a:lnTo>
                  <a:lnTo>
                    <a:pt x="54648" y="290805"/>
                  </a:lnTo>
                  <a:lnTo>
                    <a:pt x="58613" y="294301"/>
                  </a:lnTo>
                  <a:lnTo>
                    <a:pt x="62687" y="297669"/>
                  </a:lnTo>
                  <a:lnTo>
                    <a:pt x="66866" y="300907"/>
                  </a:lnTo>
                  <a:lnTo>
                    <a:pt x="71144" y="304011"/>
                  </a:lnTo>
                  <a:lnTo>
                    <a:pt x="75519" y="306978"/>
                  </a:lnTo>
                  <a:lnTo>
                    <a:pt x="79985" y="309806"/>
                  </a:lnTo>
                  <a:lnTo>
                    <a:pt x="84538" y="312491"/>
                  </a:lnTo>
                  <a:lnTo>
                    <a:pt x="89174" y="315030"/>
                  </a:lnTo>
                  <a:lnTo>
                    <a:pt x="93888" y="317422"/>
                  </a:lnTo>
                  <a:lnTo>
                    <a:pt x="98676" y="319663"/>
                  </a:lnTo>
                  <a:lnTo>
                    <a:pt x="103531" y="321752"/>
                  </a:lnTo>
                  <a:lnTo>
                    <a:pt x="108451" y="323687"/>
                  </a:lnTo>
                  <a:lnTo>
                    <a:pt x="113429" y="325464"/>
                  </a:lnTo>
                  <a:lnTo>
                    <a:pt x="118460" y="327084"/>
                  </a:lnTo>
                  <a:lnTo>
                    <a:pt x="123541" y="328544"/>
                  </a:lnTo>
                  <a:lnTo>
                    <a:pt x="128665" y="329842"/>
                  </a:lnTo>
                  <a:lnTo>
                    <a:pt x="133827" y="330978"/>
                  </a:lnTo>
                  <a:lnTo>
                    <a:pt x="139023" y="331950"/>
                  </a:lnTo>
                  <a:lnTo>
                    <a:pt x="144247" y="332757"/>
                  </a:lnTo>
                  <a:lnTo>
                    <a:pt x="149494" y="333399"/>
                  </a:lnTo>
                  <a:lnTo>
                    <a:pt x="154759" y="333874"/>
                  </a:lnTo>
                  <a:lnTo>
                    <a:pt x="160036" y="334183"/>
                  </a:lnTo>
                  <a:lnTo>
                    <a:pt x="165320" y="334324"/>
                  </a:lnTo>
                  <a:lnTo>
                    <a:pt x="170606" y="334299"/>
                  </a:lnTo>
                  <a:lnTo>
                    <a:pt x="175888" y="334106"/>
                  </a:lnTo>
                  <a:lnTo>
                    <a:pt x="181162" y="333747"/>
                  </a:lnTo>
                  <a:lnTo>
                    <a:pt x="186422" y="333221"/>
                  </a:lnTo>
                  <a:lnTo>
                    <a:pt x="191662" y="332529"/>
                  </a:lnTo>
                  <a:lnTo>
                    <a:pt x="196878" y="331671"/>
                  </a:lnTo>
                  <a:lnTo>
                    <a:pt x="202064" y="330649"/>
                  </a:lnTo>
                  <a:lnTo>
                    <a:pt x="207216" y="329464"/>
                  </a:lnTo>
                  <a:lnTo>
                    <a:pt x="212327" y="328116"/>
                  </a:lnTo>
                  <a:lnTo>
                    <a:pt x="217393" y="326608"/>
                  </a:lnTo>
                  <a:lnTo>
                    <a:pt x="222409" y="324940"/>
                  </a:lnTo>
                  <a:lnTo>
                    <a:pt x="227370" y="323114"/>
                  </a:lnTo>
                  <a:lnTo>
                    <a:pt x="232270" y="321132"/>
                  </a:lnTo>
                  <a:lnTo>
                    <a:pt x="237105" y="318997"/>
                  </a:lnTo>
                  <a:lnTo>
                    <a:pt x="241871" y="316709"/>
                  </a:lnTo>
                  <a:lnTo>
                    <a:pt x="246562" y="314272"/>
                  </a:lnTo>
                  <a:lnTo>
                    <a:pt x="251173" y="311688"/>
                  </a:lnTo>
                  <a:lnTo>
                    <a:pt x="255700" y="308960"/>
                  </a:lnTo>
                  <a:lnTo>
                    <a:pt x="260139" y="306090"/>
                  </a:lnTo>
                  <a:lnTo>
                    <a:pt x="264485" y="303080"/>
                  </a:lnTo>
                  <a:lnTo>
                    <a:pt x="268733" y="299935"/>
                  </a:lnTo>
                  <a:lnTo>
                    <a:pt x="272880" y="296657"/>
                  </a:lnTo>
                  <a:lnTo>
                    <a:pt x="276922" y="293250"/>
                  </a:lnTo>
                  <a:lnTo>
                    <a:pt x="280853" y="289717"/>
                  </a:lnTo>
                  <a:lnTo>
                    <a:pt x="284671" y="286061"/>
                  </a:lnTo>
                  <a:lnTo>
                    <a:pt x="288371" y="282286"/>
                  </a:lnTo>
                  <a:lnTo>
                    <a:pt x="291950" y="278396"/>
                  </a:lnTo>
                  <a:lnTo>
                    <a:pt x="295405" y="274395"/>
                  </a:lnTo>
                  <a:lnTo>
                    <a:pt x="298731" y="270286"/>
                  </a:lnTo>
                  <a:lnTo>
                    <a:pt x="301925" y="266075"/>
                  </a:lnTo>
                  <a:lnTo>
                    <a:pt x="304985" y="261765"/>
                  </a:lnTo>
                  <a:lnTo>
                    <a:pt x="307907" y="257360"/>
                  </a:lnTo>
                  <a:lnTo>
                    <a:pt x="310688" y="252864"/>
                  </a:lnTo>
                  <a:lnTo>
                    <a:pt x="313326" y="248284"/>
                  </a:lnTo>
                  <a:lnTo>
                    <a:pt x="315817" y="243622"/>
                  </a:lnTo>
                  <a:lnTo>
                    <a:pt x="318160" y="238883"/>
                  </a:lnTo>
                  <a:lnTo>
                    <a:pt x="320352" y="234073"/>
                  </a:lnTo>
                  <a:lnTo>
                    <a:pt x="322391" y="229196"/>
                  </a:lnTo>
                  <a:lnTo>
                    <a:pt x="324275" y="224257"/>
                  </a:lnTo>
                  <a:lnTo>
                    <a:pt x="326001" y="219261"/>
                  </a:lnTo>
                  <a:lnTo>
                    <a:pt x="327569" y="214213"/>
                  </a:lnTo>
                  <a:lnTo>
                    <a:pt x="328976" y="209118"/>
                  </a:lnTo>
                  <a:lnTo>
                    <a:pt x="330222" y="203981"/>
                  </a:lnTo>
                  <a:lnTo>
                    <a:pt x="331304" y="198807"/>
                  </a:lnTo>
                  <a:lnTo>
                    <a:pt x="332222" y="193601"/>
                  </a:lnTo>
                  <a:lnTo>
                    <a:pt x="332976" y="188369"/>
                  </a:lnTo>
                  <a:lnTo>
                    <a:pt x="333563" y="183116"/>
                  </a:lnTo>
                  <a:lnTo>
                    <a:pt x="333984" y="177847"/>
                  </a:lnTo>
                  <a:lnTo>
                    <a:pt x="334238" y="172567"/>
                  </a:lnTo>
                  <a:lnTo>
                    <a:pt x="334325" y="167281"/>
                  </a:lnTo>
                  <a:lnTo>
                    <a:pt x="334246" y="161996"/>
                  </a:lnTo>
                  <a:lnTo>
                    <a:pt x="333998" y="156716"/>
                  </a:lnTo>
                  <a:lnTo>
                    <a:pt x="333585" y="151446"/>
                  </a:lnTo>
                  <a:lnTo>
                    <a:pt x="333004" y="146192"/>
                  </a:lnTo>
                  <a:lnTo>
                    <a:pt x="332258" y="140959"/>
                  </a:lnTo>
                  <a:lnTo>
                    <a:pt x="331347" y="135752"/>
                  </a:lnTo>
                  <a:lnTo>
                    <a:pt x="330272" y="130577"/>
                  </a:lnTo>
                  <a:lnTo>
                    <a:pt x="329033" y="125438"/>
                  </a:lnTo>
                  <a:lnTo>
                    <a:pt x="327633" y="120341"/>
                  </a:lnTo>
                  <a:lnTo>
                    <a:pt x="326072" y="115290"/>
                  </a:lnTo>
                  <a:lnTo>
                    <a:pt x="324353" y="110292"/>
                  </a:lnTo>
                  <a:lnTo>
                    <a:pt x="322476" y="105350"/>
                  </a:lnTo>
                  <a:lnTo>
                    <a:pt x="320444" y="100471"/>
                  </a:lnTo>
                  <a:lnTo>
                    <a:pt x="318259" y="95658"/>
                  </a:lnTo>
                  <a:lnTo>
                    <a:pt x="315922" y="90916"/>
                  </a:lnTo>
                  <a:lnTo>
                    <a:pt x="313437" y="86251"/>
                  </a:lnTo>
                  <a:lnTo>
                    <a:pt x="310805" y="81666"/>
                  </a:lnTo>
                  <a:lnTo>
                    <a:pt x="308030" y="77167"/>
                  </a:lnTo>
                  <a:lnTo>
                    <a:pt x="305114" y="72758"/>
                  </a:lnTo>
                  <a:lnTo>
                    <a:pt x="302061" y="68444"/>
                  </a:lnTo>
                  <a:lnTo>
                    <a:pt x="298872" y="64228"/>
                  </a:lnTo>
                  <a:lnTo>
                    <a:pt x="295551" y="60115"/>
                  </a:lnTo>
                  <a:lnTo>
                    <a:pt x="292102" y="56109"/>
                  </a:lnTo>
                  <a:lnTo>
                    <a:pt x="288529" y="52214"/>
                  </a:lnTo>
                  <a:lnTo>
                    <a:pt x="284834" y="48434"/>
                  </a:lnTo>
                  <a:lnTo>
                    <a:pt x="281021" y="44773"/>
                  </a:lnTo>
                  <a:lnTo>
                    <a:pt x="277094" y="41234"/>
                  </a:lnTo>
                  <a:lnTo>
                    <a:pt x="273058" y="37822"/>
                  </a:lnTo>
                  <a:lnTo>
                    <a:pt x="268915" y="34538"/>
                  </a:lnTo>
                  <a:lnTo>
                    <a:pt x="264671" y="31387"/>
                  </a:lnTo>
                  <a:lnTo>
                    <a:pt x="260329" y="28372"/>
                  </a:lnTo>
                  <a:lnTo>
                    <a:pt x="255894" y="25495"/>
                  </a:lnTo>
                  <a:lnTo>
                    <a:pt x="251371" y="22761"/>
                  </a:lnTo>
                  <a:lnTo>
                    <a:pt x="246763" y="20170"/>
                  </a:lnTo>
                  <a:lnTo>
                    <a:pt x="242076" y="17727"/>
                  </a:lnTo>
                  <a:lnTo>
                    <a:pt x="237313" y="15433"/>
                  </a:lnTo>
                  <a:lnTo>
                    <a:pt x="232481" y="13291"/>
                  </a:lnTo>
                  <a:lnTo>
                    <a:pt x="227583" y="11302"/>
                  </a:lnTo>
                  <a:lnTo>
                    <a:pt x="222625" y="9470"/>
                  </a:lnTo>
                  <a:lnTo>
                    <a:pt x="217611" y="7795"/>
                  </a:lnTo>
                  <a:lnTo>
                    <a:pt x="212547" y="6280"/>
                  </a:lnTo>
                  <a:lnTo>
                    <a:pt x="207438" y="4925"/>
                  </a:lnTo>
                  <a:lnTo>
                    <a:pt x="202288" y="3732"/>
                  </a:lnTo>
                  <a:lnTo>
                    <a:pt x="197103" y="2703"/>
                  </a:lnTo>
                  <a:lnTo>
                    <a:pt x="191889" y="1839"/>
                  </a:lnTo>
                  <a:lnTo>
                    <a:pt x="186649" y="1140"/>
                  </a:lnTo>
                  <a:lnTo>
                    <a:pt x="181390" y="606"/>
                  </a:lnTo>
                  <a:lnTo>
                    <a:pt x="176117" y="240"/>
                  </a:lnTo>
                  <a:lnTo>
                    <a:pt x="170835" y="4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3676" cy="167167"/>
            </a:xfrm>
            <a:custGeom>
              <a:avLst/>
              <a:pathLst>
                <a:path w="3676" h="167167">
                  <a:moveTo>
                    <a:pt x="3676" y="4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797353" y="5269756"/>
              <a:ext cx="167147" cy="175436"/>
            </a:xfrm>
            <a:custGeom>
              <a:avLst/>
              <a:pathLst>
                <a:path w="167147" h="175436">
                  <a:moveTo>
                    <a:pt x="167147" y="0"/>
                  </a:moveTo>
                  <a:lnTo>
                    <a:pt x="161731" y="87"/>
                  </a:lnTo>
                  <a:lnTo>
                    <a:pt x="156321" y="350"/>
                  </a:lnTo>
                  <a:lnTo>
                    <a:pt x="150921" y="789"/>
                  </a:lnTo>
                  <a:lnTo>
                    <a:pt x="145539" y="1402"/>
                  </a:lnTo>
                  <a:lnTo>
                    <a:pt x="140180" y="2189"/>
                  </a:lnTo>
                  <a:lnTo>
                    <a:pt x="134849" y="3149"/>
                  </a:lnTo>
                  <a:lnTo>
                    <a:pt x="129551" y="4282"/>
                  </a:lnTo>
                  <a:lnTo>
                    <a:pt x="124294" y="5586"/>
                  </a:lnTo>
                  <a:lnTo>
                    <a:pt x="119081" y="7059"/>
                  </a:lnTo>
                  <a:lnTo>
                    <a:pt x="113919" y="8700"/>
                  </a:lnTo>
                  <a:lnTo>
                    <a:pt x="108812" y="10508"/>
                  </a:lnTo>
                  <a:lnTo>
                    <a:pt x="103767" y="12480"/>
                  </a:lnTo>
                  <a:lnTo>
                    <a:pt x="98789" y="14615"/>
                  </a:lnTo>
                  <a:lnTo>
                    <a:pt x="93882" y="16910"/>
                  </a:lnTo>
                  <a:lnTo>
                    <a:pt x="89052" y="19363"/>
                  </a:lnTo>
                  <a:lnTo>
                    <a:pt x="84304" y="21971"/>
                  </a:lnTo>
                  <a:lnTo>
                    <a:pt x="79643" y="24731"/>
                  </a:lnTo>
                  <a:lnTo>
                    <a:pt x="75074" y="27641"/>
                  </a:lnTo>
                  <a:lnTo>
                    <a:pt x="70602" y="30697"/>
                  </a:lnTo>
                  <a:lnTo>
                    <a:pt x="66231" y="33897"/>
                  </a:lnTo>
                  <a:lnTo>
                    <a:pt x="61966" y="37237"/>
                  </a:lnTo>
                  <a:lnTo>
                    <a:pt x="57812" y="40713"/>
                  </a:lnTo>
                  <a:lnTo>
                    <a:pt x="53772" y="44322"/>
                  </a:lnTo>
                  <a:lnTo>
                    <a:pt x="49851" y="48060"/>
                  </a:lnTo>
                  <a:lnTo>
                    <a:pt x="46054" y="51922"/>
                  </a:lnTo>
                  <a:lnTo>
                    <a:pt x="42383" y="55906"/>
                  </a:lnTo>
                  <a:lnTo>
                    <a:pt x="38844" y="60007"/>
                  </a:lnTo>
                  <a:lnTo>
                    <a:pt x="35439" y="64220"/>
                  </a:lnTo>
                  <a:lnTo>
                    <a:pt x="32173" y="68542"/>
                  </a:lnTo>
                  <a:lnTo>
                    <a:pt x="29048" y="72967"/>
                  </a:lnTo>
                  <a:lnTo>
                    <a:pt x="26069" y="77491"/>
                  </a:lnTo>
                  <a:lnTo>
                    <a:pt x="23237" y="82109"/>
                  </a:lnTo>
                  <a:lnTo>
                    <a:pt x="20557" y="86816"/>
                  </a:lnTo>
                  <a:lnTo>
                    <a:pt x="18031" y="91608"/>
                  </a:lnTo>
                  <a:lnTo>
                    <a:pt x="15661" y="96479"/>
                  </a:lnTo>
                  <a:lnTo>
                    <a:pt x="13450" y="101424"/>
                  </a:lnTo>
                  <a:lnTo>
                    <a:pt x="11401" y="106438"/>
                  </a:lnTo>
                  <a:lnTo>
                    <a:pt x="9515" y="111516"/>
                  </a:lnTo>
                  <a:lnTo>
                    <a:pt x="7795" y="116653"/>
                  </a:lnTo>
                  <a:lnTo>
                    <a:pt x="6242" y="121843"/>
                  </a:lnTo>
                  <a:lnTo>
                    <a:pt x="4858" y="127080"/>
                  </a:lnTo>
                  <a:lnTo>
                    <a:pt x="3644" y="132359"/>
                  </a:lnTo>
                  <a:lnTo>
                    <a:pt x="2602" y="137675"/>
                  </a:lnTo>
                  <a:lnTo>
                    <a:pt x="1733" y="143021"/>
                  </a:lnTo>
                  <a:lnTo>
                    <a:pt x="1037" y="148394"/>
                  </a:lnTo>
                  <a:lnTo>
                    <a:pt x="516" y="153785"/>
                  </a:lnTo>
                  <a:lnTo>
                    <a:pt x="170" y="159191"/>
                  </a:lnTo>
                  <a:lnTo>
                    <a:pt x="0" y="164606"/>
                  </a:lnTo>
                  <a:lnTo>
                    <a:pt x="4" y="170022"/>
                  </a:lnTo>
                  <a:lnTo>
                    <a:pt x="185" y="175436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538" y="5269756"/>
              <a:ext cx="334110" cy="334334"/>
            </a:xfrm>
            <a:custGeom>
              <a:avLst/>
              <a:pathLst>
                <a:path w="334110" h="334334">
                  <a:moveTo>
                    <a:pt x="0" y="175436"/>
                  </a:moveTo>
                  <a:lnTo>
                    <a:pt x="346" y="180727"/>
                  </a:lnTo>
                  <a:lnTo>
                    <a:pt x="860" y="186005"/>
                  </a:lnTo>
                  <a:lnTo>
                    <a:pt x="1541" y="191263"/>
                  </a:lnTo>
                  <a:lnTo>
                    <a:pt x="2388" y="196498"/>
                  </a:lnTo>
                  <a:lnTo>
                    <a:pt x="3401" y="201702"/>
                  </a:lnTo>
                  <a:lnTo>
                    <a:pt x="4579" y="206872"/>
                  </a:lnTo>
                  <a:lnTo>
                    <a:pt x="5920" y="212002"/>
                  </a:lnTo>
                  <a:lnTo>
                    <a:pt x="7423" y="217087"/>
                  </a:lnTo>
                  <a:lnTo>
                    <a:pt x="9086" y="222122"/>
                  </a:lnTo>
                  <a:lnTo>
                    <a:pt x="10908" y="227101"/>
                  </a:lnTo>
                  <a:lnTo>
                    <a:pt x="12888" y="232021"/>
                  </a:lnTo>
                  <a:lnTo>
                    <a:pt x="15022" y="236874"/>
                  </a:lnTo>
                  <a:lnTo>
                    <a:pt x="17309" y="241658"/>
                  </a:lnTo>
                  <a:lnTo>
                    <a:pt x="19747" y="246367"/>
                  </a:lnTo>
                  <a:lnTo>
                    <a:pt x="22333" y="250996"/>
                  </a:lnTo>
                  <a:lnTo>
                    <a:pt x="25064" y="255541"/>
                  </a:lnTo>
                  <a:lnTo>
                    <a:pt x="27939" y="259997"/>
                  </a:lnTo>
                  <a:lnTo>
                    <a:pt x="30953" y="264359"/>
                  </a:lnTo>
                  <a:lnTo>
                    <a:pt x="34103" y="268624"/>
                  </a:lnTo>
                  <a:lnTo>
                    <a:pt x="37388" y="272786"/>
                  </a:lnTo>
                  <a:lnTo>
                    <a:pt x="40803" y="276843"/>
                  </a:lnTo>
                  <a:lnTo>
                    <a:pt x="44345" y="280789"/>
                  </a:lnTo>
                  <a:lnTo>
                    <a:pt x="48010" y="284620"/>
                  </a:lnTo>
                  <a:lnTo>
                    <a:pt x="51795" y="288334"/>
                  </a:lnTo>
                  <a:lnTo>
                    <a:pt x="55696" y="291925"/>
                  </a:lnTo>
                  <a:lnTo>
                    <a:pt x="59708" y="295392"/>
                  </a:lnTo>
                  <a:lnTo>
                    <a:pt x="63829" y="298729"/>
                  </a:lnTo>
                  <a:lnTo>
                    <a:pt x="68053" y="301933"/>
                  </a:lnTo>
                  <a:lnTo>
                    <a:pt x="72377" y="305002"/>
                  </a:lnTo>
                  <a:lnTo>
                    <a:pt x="76796" y="307933"/>
                  </a:lnTo>
                  <a:lnTo>
                    <a:pt x="81306" y="310722"/>
                  </a:lnTo>
                  <a:lnTo>
                    <a:pt x="85902" y="313366"/>
                  </a:lnTo>
                  <a:lnTo>
                    <a:pt x="90579" y="315863"/>
                  </a:lnTo>
                  <a:lnTo>
                    <a:pt x="95334" y="318211"/>
                  </a:lnTo>
                  <a:lnTo>
                    <a:pt x="100160" y="320407"/>
                  </a:lnTo>
                  <a:lnTo>
                    <a:pt x="105054" y="322448"/>
                  </a:lnTo>
                  <a:lnTo>
                    <a:pt x="110010" y="324334"/>
                  </a:lnTo>
                  <a:lnTo>
                    <a:pt x="115023" y="326061"/>
                  </a:lnTo>
                  <a:lnTo>
                    <a:pt x="120088" y="327628"/>
                  </a:lnTo>
                  <a:lnTo>
                    <a:pt x="125201" y="329034"/>
                  </a:lnTo>
                  <a:lnTo>
                    <a:pt x="130356" y="330277"/>
                  </a:lnTo>
                  <a:lnTo>
                    <a:pt x="135547" y="331356"/>
                  </a:lnTo>
                  <a:lnTo>
                    <a:pt x="140770" y="332270"/>
                  </a:lnTo>
                  <a:lnTo>
                    <a:pt x="146020" y="333017"/>
                  </a:lnTo>
                  <a:lnTo>
                    <a:pt x="151290" y="333598"/>
                  </a:lnTo>
                  <a:lnTo>
                    <a:pt x="156576" y="334011"/>
                  </a:lnTo>
                  <a:lnTo>
                    <a:pt x="161873" y="334257"/>
                  </a:lnTo>
                  <a:lnTo>
                    <a:pt x="167175" y="334334"/>
                  </a:lnTo>
                  <a:lnTo>
                    <a:pt x="172477" y="334243"/>
                  </a:lnTo>
                  <a:lnTo>
                    <a:pt x="177773" y="333984"/>
                  </a:lnTo>
                  <a:lnTo>
                    <a:pt x="183058" y="333558"/>
                  </a:lnTo>
                  <a:lnTo>
                    <a:pt x="188327" y="332964"/>
                  </a:lnTo>
                  <a:lnTo>
                    <a:pt x="193574" y="332203"/>
                  </a:lnTo>
                  <a:lnTo>
                    <a:pt x="198795" y="331276"/>
                  </a:lnTo>
                  <a:lnTo>
                    <a:pt x="203984" y="330183"/>
                  </a:lnTo>
                  <a:lnTo>
                    <a:pt x="209135" y="328927"/>
                  </a:lnTo>
                  <a:lnTo>
                    <a:pt x="214244" y="327508"/>
                  </a:lnTo>
                  <a:lnTo>
                    <a:pt x="219306" y="325928"/>
                  </a:lnTo>
                  <a:lnTo>
                    <a:pt x="224314" y="324188"/>
                  </a:lnTo>
                  <a:lnTo>
                    <a:pt x="229266" y="322290"/>
                  </a:lnTo>
                  <a:lnTo>
                    <a:pt x="234154" y="320236"/>
                  </a:lnTo>
                  <a:lnTo>
                    <a:pt x="238975" y="318028"/>
                  </a:lnTo>
                  <a:lnTo>
                    <a:pt x="243723" y="315669"/>
                  </a:lnTo>
                  <a:lnTo>
                    <a:pt x="248394" y="313159"/>
                  </a:lnTo>
                  <a:lnTo>
                    <a:pt x="252983" y="310503"/>
                  </a:lnTo>
                  <a:lnTo>
                    <a:pt x="257486" y="307703"/>
                  </a:lnTo>
                  <a:lnTo>
                    <a:pt x="261898" y="304761"/>
                  </a:lnTo>
                  <a:lnTo>
                    <a:pt x="266214" y="301681"/>
                  </a:lnTo>
                  <a:lnTo>
                    <a:pt x="270430" y="298466"/>
                  </a:lnTo>
                  <a:lnTo>
                    <a:pt x="274542" y="295118"/>
                  </a:lnTo>
                  <a:lnTo>
                    <a:pt x="278546" y="291642"/>
                  </a:lnTo>
                  <a:lnTo>
                    <a:pt x="282438" y="288041"/>
                  </a:lnTo>
                  <a:lnTo>
                    <a:pt x="286213" y="284317"/>
                  </a:lnTo>
                  <a:lnTo>
                    <a:pt x="289868" y="280476"/>
                  </a:lnTo>
                  <a:lnTo>
                    <a:pt x="293400" y="276521"/>
                  </a:lnTo>
                  <a:lnTo>
                    <a:pt x="296805" y="272456"/>
                  </a:lnTo>
                  <a:lnTo>
                    <a:pt x="300079" y="268285"/>
                  </a:lnTo>
                  <a:lnTo>
                    <a:pt x="303219" y="264013"/>
                  </a:lnTo>
                  <a:lnTo>
                    <a:pt x="306222" y="259643"/>
                  </a:lnTo>
                  <a:lnTo>
                    <a:pt x="309085" y="255180"/>
                  </a:lnTo>
                  <a:lnTo>
                    <a:pt x="311804" y="250628"/>
                  </a:lnTo>
                  <a:lnTo>
                    <a:pt x="314378" y="245992"/>
                  </a:lnTo>
                  <a:lnTo>
                    <a:pt x="316804" y="241277"/>
                  </a:lnTo>
                  <a:lnTo>
                    <a:pt x="319079" y="236488"/>
                  </a:lnTo>
                  <a:lnTo>
                    <a:pt x="321201" y="231628"/>
                  </a:lnTo>
                  <a:lnTo>
                    <a:pt x="323168" y="226704"/>
                  </a:lnTo>
                  <a:lnTo>
                    <a:pt x="324978" y="221720"/>
                  </a:lnTo>
                  <a:lnTo>
                    <a:pt x="326628" y="216681"/>
                  </a:lnTo>
                  <a:lnTo>
                    <a:pt x="328118" y="211593"/>
                  </a:lnTo>
                  <a:lnTo>
                    <a:pt x="329446" y="206459"/>
                  </a:lnTo>
                  <a:lnTo>
                    <a:pt x="330611" y="201286"/>
                  </a:lnTo>
                  <a:lnTo>
                    <a:pt x="331611" y="196079"/>
                  </a:lnTo>
                  <a:lnTo>
                    <a:pt x="332445" y="190843"/>
                  </a:lnTo>
                  <a:lnTo>
                    <a:pt x="333112" y="185582"/>
                  </a:lnTo>
                  <a:lnTo>
                    <a:pt x="333613" y="180304"/>
                  </a:lnTo>
                  <a:lnTo>
                    <a:pt x="333946" y="175012"/>
                  </a:lnTo>
                  <a:lnTo>
                    <a:pt x="334110" y="169712"/>
                  </a:lnTo>
                  <a:lnTo>
                    <a:pt x="334107" y="164409"/>
                  </a:lnTo>
                  <a:lnTo>
                    <a:pt x="333935" y="159110"/>
                  </a:lnTo>
                  <a:lnTo>
                    <a:pt x="333596" y="153818"/>
                  </a:lnTo>
                  <a:lnTo>
                    <a:pt x="333089" y="148540"/>
                  </a:lnTo>
                  <a:lnTo>
                    <a:pt x="332414" y="143281"/>
                  </a:lnTo>
                  <a:lnTo>
                    <a:pt x="331574" y="138046"/>
                  </a:lnTo>
                  <a:lnTo>
                    <a:pt x="330567" y="132840"/>
                  </a:lnTo>
                  <a:lnTo>
                    <a:pt x="329396" y="127668"/>
                  </a:lnTo>
                  <a:lnTo>
                    <a:pt x="328062" y="122536"/>
                  </a:lnTo>
                  <a:lnTo>
                    <a:pt x="326565" y="117450"/>
                  </a:lnTo>
                  <a:lnTo>
                    <a:pt x="324908" y="112413"/>
                  </a:lnTo>
                  <a:lnTo>
                    <a:pt x="323092" y="107431"/>
                  </a:lnTo>
                  <a:lnTo>
                    <a:pt x="321119" y="102509"/>
                  </a:lnTo>
                  <a:lnTo>
                    <a:pt x="318991" y="97653"/>
                  </a:lnTo>
                  <a:lnTo>
                    <a:pt x="316710" y="92866"/>
                  </a:lnTo>
                  <a:lnTo>
                    <a:pt x="314278" y="88154"/>
                  </a:lnTo>
                  <a:lnTo>
                    <a:pt x="311698" y="83522"/>
                  </a:lnTo>
                  <a:lnTo>
                    <a:pt x="308972" y="78974"/>
                  </a:lnTo>
                  <a:lnTo>
                    <a:pt x="306104" y="74514"/>
                  </a:lnTo>
                  <a:lnTo>
                    <a:pt x="303095" y="70148"/>
                  </a:lnTo>
                  <a:lnTo>
                    <a:pt x="299950" y="65879"/>
                  </a:lnTo>
                  <a:lnTo>
                    <a:pt x="296671" y="61712"/>
                  </a:lnTo>
                  <a:lnTo>
                    <a:pt x="293261" y="57652"/>
                  </a:lnTo>
                  <a:lnTo>
                    <a:pt x="289724" y="53701"/>
                  </a:lnTo>
                  <a:lnTo>
                    <a:pt x="286064" y="49865"/>
                  </a:lnTo>
                  <a:lnTo>
                    <a:pt x="282284" y="46147"/>
                  </a:lnTo>
                  <a:lnTo>
                    <a:pt x="278388" y="42550"/>
                  </a:lnTo>
                  <a:lnTo>
                    <a:pt x="274379" y="39079"/>
                  </a:lnTo>
                  <a:lnTo>
                    <a:pt x="270263" y="35737"/>
                  </a:lnTo>
                  <a:lnTo>
                    <a:pt x="266043" y="32527"/>
                  </a:lnTo>
                  <a:lnTo>
                    <a:pt x="261723" y="29452"/>
                  </a:lnTo>
                  <a:lnTo>
                    <a:pt x="257307" y="26516"/>
                  </a:lnTo>
                  <a:lnTo>
                    <a:pt x="252801" y="23721"/>
                  </a:lnTo>
                  <a:lnTo>
                    <a:pt x="248209" y="21071"/>
                  </a:lnTo>
                  <a:lnTo>
                    <a:pt x="243534" y="18568"/>
                  </a:lnTo>
                  <a:lnTo>
                    <a:pt x="238783" y="16214"/>
                  </a:lnTo>
                  <a:lnTo>
                    <a:pt x="233959" y="14012"/>
                  </a:lnTo>
                  <a:lnTo>
                    <a:pt x="229068" y="11964"/>
                  </a:lnTo>
                  <a:lnTo>
                    <a:pt x="224115" y="10073"/>
                  </a:lnTo>
                  <a:lnTo>
                    <a:pt x="219104" y="8339"/>
                  </a:lnTo>
                  <a:lnTo>
                    <a:pt x="214040" y="6766"/>
                  </a:lnTo>
                  <a:lnTo>
                    <a:pt x="208929" y="5353"/>
                  </a:lnTo>
                  <a:lnTo>
                    <a:pt x="203776" y="4104"/>
                  </a:lnTo>
                  <a:lnTo>
                    <a:pt x="198586" y="3018"/>
                  </a:lnTo>
                  <a:lnTo>
                    <a:pt x="193364" y="2098"/>
                  </a:lnTo>
                  <a:lnTo>
                    <a:pt x="188116" y="1343"/>
                  </a:lnTo>
                  <a:lnTo>
                    <a:pt x="182846" y="756"/>
                  </a:lnTo>
                  <a:lnTo>
                    <a:pt x="177560" y="336"/>
                  </a:lnTo>
                  <a:lnTo>
                    <a:pt x="172264" y="84"/>
                  </a:lnTo>
                  <a:lnTo>
                    <a:pt x="166962" y="0"/>
                  </a:lnTo>
                  <a:lnTo>
                    <a:pt x="1669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48548" y="5399291"/>
              <a:ext cx="37667" cy="167167"/>
            </a:xfrm>
            <a:custGeom>
              <a:avLst/>
              <a:pathLst>
                <a:path w="37667" h="167167">
                  <a:moveTo>
                    <a:pt x="37667" y="0"/>
                  </a:moveTo>
                  <a:lnTo>
                    <a:pt x="31336" y="119"/>
                  </a:lnTo>
                  <a:lnTo>
                    <a:pt x="25015" y="479"/>
                  </a:lnTo>
                  <a:lnTo>
                    <a:pt x="18711" y="1078"/>
                  </a:lnTo>
                  <a:lnTo>
                    <a:pt x="12435" y="1915"/>
                  </a:lnTo>
                  <a:lnTo>
                    <a:pt x="6194" y="2989"/>
                  </a:lnTo>
                  <a:lnTo>
                    <a:pt x="0" y="4299"/>
                  </a:lnTo>
                  <a:lnTo>
                    <a:pt x="3766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48548" y="5403590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8548" y="5403590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8548" y="5403590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48548" y="5403590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48548" y="5403590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48548" y="5403590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319058" y="5403590"/>
              <a:ext cx="334314" cy="330033"/>
            </a:xfrm>
            <a:custGeom>
              <a:avLst/>
              <a:pathLst>
                <a:path w="334314" h="330033">
                  <a:moveTo>
                    <a:pt x="129490" y="0"/>
                  </a:moveTo>
                  <a:lnTo>
                    <a:pt x="124342" y="1276"/>
                  </a:lnTo>
                  <a:lnTo>
                    <a:pt x="119237" y="2716"/>
                  </a:lnTo>
                  <a:lnTo>
                    <a:pt x="114180" y="4317"/>
                  </a:lnTo>
                  <a:lnTo>
                    <a:pt x="109177" y="6078"/>
                  </a:lnTo>
                  <a:lnTo>
                    <a:pt x="104232" y="7996"/>
                  </a:lnTo>
                  <a:lnTo>
                    <a:pt x="99350" y="10070"/>
                  </a:lnTo>
                  <a:lnTo>
                    <a:pt x="94537" y="12298"/>
                  </a:lnTo>
                  <a:lnTo>
                    <a:pt x="89796" y="14678"/>
                  </a:lnTo>
                  <a:lnTo>
                    <a:pt x="85134" y="17207"/>
                  </a:lnTo>
                  <a:lnTo>
                    <a:pt x="80554" y="19882"/>
                  </a:lnTo>
                  <a:lnTo>
                    <a:pt x="76062" y="22702"/>
                  </a:lnTo>
                  <a:lnTo>
                    <a:pt x="71661" y="25662"/>
                  </a:lnTo>
                  <a:lnTo>
                    <a:pt x="67356" y="28761"/>
                  </a:lnTo>
                  <a:lnTo>
                    <a:pt x="63152" y="31995"/>
                  </a:lnTo>
                  <a:lnTo>
                    <a:pt x="59052" y="35360"/>
                  </a:lnTo>
                  <a:lnTo>
                    <a:pt x="55061" y="38854"/>
                  </a:lnTo>
                  <a:lnTo>
                    <a:pt x="51183" y="42472"/>
                  </a:lnTo>
                  <a:lnTo>
                    <a:pt x="47422" y="46212"/>
                  </a:lnTo>
                  <a:lnTo>
                    <a:pt x="43782" y="50070"/>
                  </a:lnTo>
                  <a:lnTo>
                    <a:pt x="40265" y="54040"/>
                  </a:lnTo>
                  <a:lnTo>
                    <a:pt x="36877" y="58121"/>
                  </a:lnTo>
                  <a:lnTo>
                    <a:pt x="33619" y="62307"/>
                  </a:lnTo>
                  <a:lnTo>
                    <a:pt x="30496" y="66594"/>
                  </a:lnTo>
                  <a:lnTo>
                    <a:pt x="27510" y="70978"/>
                  </a:lnTo>
                  <a:lnTo>
                    <a:pt x="24666" y="75454"/>
                  </a:lnTo>
                  <a:lnTo>
                    <a:pt x="21964" y="80019"/>
                  </a:lnTo>
                  <a:lnTo>
                    <a:pt x="19409" y="84667"/>
                  </a:lnTo>
                  <a:lnTo>
                    <a:pt x="17002" y="89394"/>
                  </a:lnTo>
                  <a:lnTo>
                    <a:pt x="14747" y="94194"/>
                  </a:lnTo>
                  <a:lnTo>
                    <a:pt x="12645" y="99064"/>
                  </a:lnTo>
                  <a:lnTo>
                    <a:pt x="10699" y="103998"/>
                  </a:lnTo>
                  <a:lnTo>
                    <a:pt x="8910" y="108991"/>
                  </a:lnTo>
                  <a:lnTo>
                    <a:pt x="7280" y="114039"/>
                  </a:lnTo>
                  <a:lnTo>
                    <a:pt x="5811" y="119135"/>
                  </a:lnTo>
                  <a:lnTo>
                    <a:pt x="4505" y="124276"/>
                  </a:lnTo>
                  <a:lnTo>
                    <a:pt x="3363" y="129456"/>
                  </a:lnTo>
                  <a:lnTo>
                    <a:pt x="2385" y="134669"/>
                  </a:lnTo>
                  <a:lnTo>
                    <a:pt x="1574" y="139910"/>
                  </a:lnTo>
                  <a:lnTo>
                    <a:pt x="929" y="145175"/>
                  </a:lnTo>
                  <a:lnTo>
                    <a:pt x="451" y="150458"/>
                  </a:lnTo>
                  <a:lnTo>
                    <a:pt x="141" y="155752"/>
                  </a:lnTo>
                  <a:lnTo>
                    <a:pt x="0" y="161055"/>
                  </a:lnTo>
                  <a:lnTo>
                    <a:pt x="26" y="166359"/>
                  </a:lnTo>
                  <a:lnTo>
                    <a:pt x="221" y="171659"/>
                  </a:lnTo>
                  <a:lnTo>
                    <a:pt x="584" y="176951"/>
                  </a:lnTo>
                  <a:lnTo>
                    <a:pt x="1115" y="182228"/>
                  </a:lnTo>
                  <a:lnTo>
                    <a:pt x="1812" y="187486"/>
                  </a:lnTo>
                  <a:lnTo>
                    <a:pt x="2677" y="192719"/>
                  </a:lnTo>
                  <a:lnTo>
                    <a:pt x="3706" y="197922"/>
                  </a:lnTo>
                  <a:lnTo>
                    <a:pt x="4901" y="203090"/>
                  </a:lnTo>
                  <a:lnTo>
                    <a:pt x="6258" y="208217"/>
                  </a:lnTo>
                  <a:lnTo>
                    <a:pt x="7778" y="213299"/>
                  </a:lnTo>
                  <a:lnTo>
                    <a:pt x="9458" y="218330"/>
                  </a:lnTo>
                  <a:lnTo>
                    <a:pt x="11297" y="223305"/>
                  </a:lnTo>
                  <a:lnTo>
                    <a:pt x="13293" y="228219"/>
                  </a:lnTo>
                  <a:lnTo>
                    <a:pt x="15444" y="233068"/>
                  </a:lnTo>
                  <a:lnTo>
                    <a:pt x="17747" y="237845"/>
                  </a:lnTo>
                  <a:lnTo>
                    <a:pt x="20201" y="242548"/>
                  </a:lnTo>
                  <a:lnTo>
                    <a:pt x="22803" y="247170"/>
                  </a:lnTo>
                  <a:lnTo>
                    <a:pt x="25550" y="251707"/>
                  </a:lnTo>
                  <a:lnTo>
                    <a:pt x="28440" y="256155"/>
                  </a:lnTo>
                  <a:lnTo>
                    <a:pt x="31469" y="260509"/>
                  </a:lnTo>
                  <a:lnTo>
                    <a:pt x="34635" y="264764"/>
                  </a:lnTo>
                  <a:lnTo>
                    <a:pt x="37934" y="268917"/>
                  </a:lnTo>
                  <a:lnTo>
                    <a:pt x="41364" y="272963"/>
                  </a:lnTo>
                  <a:lnTo>
                    <a:pt x="44920" y="276899"/>
                  </a:lnTo>
                  <a:lnTo>
                    <a:pt x="48599" y="280719"/>
                  </a:lnTo>
                  <a:lnTo>
                    <a:pt x="52398" y="284421"/>
                  </a:lnTo>
                  <a:lnTo>
                    <a:pt x="56312" y="288001"/>
                  </a:lnTo>
                  <a:lnTo>
                    <a:pt x="60337" y="291454"/>
                  </a:lnTo>
                  <a:lnTo>
                    <a:pt x="64470" y="294778"/>
                  </a:lnTo>
                  <a:lnTo>
                    <a:pt x="68707" y="297970"/>
                  </a:lnTo>
                  <a:lnTo>
                    <a:pt x="73042" y="301025"/>
                  </a:lnTo>
                  <a:lnTo>
                    <a:pt x="77473" y="303941"/>
                  </a:lnTo>
                  <a:lnTo>
                    <a:pt x="81994" y="306715"/>
                  </a:lnTo>
                  <a:lnTo>
                    <a:pt x="86600" y="309345"/>
                  </a:lnTo>
                  <a:lnTo>
                    <a:pt x="91288" y="311827"/>
                  </a:lnTo>
                  <a:lnTo>
                    <a:pt x="96051" y="314159"/>
                  </a:lnTo>
                  <a:lnTo>
                    <a:pt x="100887" y="316338"/>
                  </a:lnTo>
                  <a:lnTo>
                    <a:pt x="105789" y="318364"/>
                  </a:lnTo>
                  <a:lnTo>
                    <a:pt x="110753" y="320232"/>
                  </a:lnTo>
                  <a:lnTo>
                    <a:pt x="115774" y="321942"/>
                  </a:lnTo>
                  <a:lnTo>
                    <a:pt x="120846" y="323492"/>
                  </a:lnTo>
                  <a:lnTo>
                    <a:pt x="125965" y="324881"/>
                  </a:lnTo>
                  <a:lnTo>
                    <a:pt x="131126" y="326106"/>
                  </a:lnTo>
                  <a:lnTo>
                    <a:pt x="136323" y="327167"/>
                  </a:lnTo>
                  <a:lnTo>
                    <a:pt x="141551" y="328063"/>
                  </a:lnTo>
                  <a:lnTo>
                    <a:pt x="146804" y="328792"/>
                  </a:lnTo>
                  <a:lnTo>
                    <a:pt x="152079" y="329354"/>
                  </a:lnTo>
                  <a:lnTo>
                    <a:pt x="157368" y="329748"/>
                  </a:lnTo>
                  <a:lnTo>
                    <a:pt x="162667" y="329975"/>
                  </a:lnTo>
                  <a:lnTo>
                    <a:pt x="167971" y="330033"/>
                  </a:lnTo>
                  <a:lnTo>
                    <a:pt x="173274" y="329923"/>
                  </a:lnTo>
                  <a:lnTo>
                    <a:pt x="178570" y="329645"/>
                  </a:lnTo>
                  <a:lnTo>
                    <a:pt x="183856" y="329199"/>
                  </a:lnTo>
                  <a:lnTo>
                    <a:pt x="189124" y="328586"/>
                  </a:lnTo>
                  <a:lnTo>
                    <a:pt x="194370" y="327805"/>
                  </a:lnTo>
                  <a:lnTo>
                    <a:pt x="199589" y="326859"/>
                  </a:lnTo>
                  <a:lnTo>
                    <a:pt x="204776" y="325748"/>
                  </a:lnTo>
                  <a:lnTo>
                    <a:pt x="209924" y="324472"/>
                  </a:lnTo>
                  <a:lnTo>
                    <a:pt x="215029" y="323034"/>
                  </a:lnTo>
                  <a:lnTo>
                    <a:pt x="220087" y="321435"/>
                  </a:lnTo>
                  <a:lnTo>
                    <a:pt x="225090" y="319676"/>
                  </a:lnTo>
                  <a:lnTo>
                    <a:pt x="230036" y="317759"/>
                  </a:lnTo>
                  <a:lnTo>
                    <a:pt x="234918" y="315686"/>
                  </a:lnTo>
                  <a:lnTo>
                    <a:pt x="239732" y="313459"/>
                  </a:lnTo>
                  <a:lnTo>
                    <a:pt x="244473" y="311081"/>
                  </a:lnTo>
                  <a:lnTo>
                    <a:pt x="249136" y="308554"/>
                  </a:lnTo>
                  <a:lnTo>
                    <a:pt x="253717" y="305880"/>
                  </a:lnTo>
                  <a:lnTo>
                    <a:pt x="258210" y="303061"/>
                  </a:lnTo>
                  <a:lnTo>
                    <a:pt x="262612" y="300102"/>
                  </a:lnTo>
                  <a:lnTo>
                    <a:pt x="266918" y="297005"/>
                  </a:lnTo>
                  <a:lnTo>
                    <a:pt x="271123" y="293772"/>
                  </a:lnTo>
                  <a:lnTo>
                    <a:pt x="275224" y="290408"/>
                  </a:lnTo>
                  <a:lnTo>
                    <a:pt x="279216" y="286916"/>
                  </a:lnTo>
                  <a:lnTo>
                    <a:pt x="283095" y="283298"/>
                  </a:lnTo>
                  <a:lnTo>
                    <a:pt x="286857" y="279559"/>
                  </a:lnTo>
                  <a:lnTo>
                    <a:pt x="290499" y="275703"/>
                  </a:lnTo>
                  <a:lnTo>
                    <a:pt x="294016" y="271733"/>
                  </a:lnTo>
                  <a:lnTo>
                    <a:pt x="297406" y="267654"/>
                  </a:lnTo>
                  <a:lnTo>
                    <a:pt x="300665" y="263469"/>
                  </a:lnTo>
                  <a:lnTo>
                    <a:pt x="303789" y="259183"/>
                  </a:lnTo>
                  <a:lnTo>
                    <a:pt x="306776" y="254800"/>
                  </a:lnTo>
                  <a:lnTo>
                    <a:pt x="309622" y="250324"/>
                  </a:lnTo>
                  <a:lnTo>
                    <a:pt x="312325" y="245760"/>
                  </a:lnTo>
                  <a:lnTo>
                    <a:pt x="314882" y="241113"/>
                  </a:lnTo>
                  <a:lnTo>
                    <a:pt x="317290" y="236387"/>
                  </a:lnTo>
                  <a:lnTo>
                    <a:pt x="319547" y="231587"/>
                  </a:lnTo>
                  <a:lnTo>
                    <a:pt x="321650" y="226718"/>
                  </a:lnTo>
                  <a:lnTo>
                    <a:pt x="323598" y="221785"/>
                  </a:lnTo>
                  <a:lnTo>
                    <a:pt x="325388" y="216792"/>
                  </a:lnTo>
                  <a:lnTo>
                    <a:pt x="327019" y="211745"/>
                  </a:lnTo>
                  <a:lnTo>
                    <a:pt x="328490" y="206649"/>
                  </a:lnTo>
                  <a:lnTo>
                    <a:pt x="329797" y="201509"/>
                  </a:lnTo>
                  <a:lnTo>
                    <a:pt x="330941" y="196329"/>
                  </a:lnTo>
                  <a:lnTo>
                    <a:pt x="331920" y="191117"/>
                  </a:lnTo>
                  <a:lnTo>
                    <a:pt x="332734" y="185875"/>
                  </a:lnTo>
                  <a:lnTo>
                    <a:pt x="333380" y="180611"/>
                  </a:lnTo>
                  <a:lnTo>
                    <a:pt x="333860" y="175328"/>
                  </a:lnTo>
                  <a:lnTo>
                    <a:pt x="334171" y="170033"/>
                  </a:lnTo>
                  <a:lnTo>
                    <a:pt x="334314" y="164731"/>
                  </a:lnTo>
                  <a:lnTo>
                    <a:pt x="334289" y="159427"/>
                  </a:lnTo>
                  <a:lnTo>
                    <a:pt x="334096" y="154127"/>
                  </a:lnTo>
                  <a:lnTo>
                    <a:pt x="333735" y="148835"/>
                  </a:lnTo>
                  <a:lnTo>
                    <a:pt x="333205" y="143558"/>
                  </a:lnTo>
                  <a:lnTo>
                    <a:pt x="332509" y="138299"/>
                  </a:lnTo>
                  <a:lnTo>
                    <a:pt x="331647" y="133066"/>
                  </a:lnTo>
                  <a:lnTo>
                    <a:pt x="330618" y="127863"/>
                  </a:lnTo>
                  <a:lnTo>
                    <a:pt x="329426" y="122694"/>
                  </a:lnTo>
                  <a:lnTo>
                    <a:pt x="328069" y="117567"/>
                  </a:lnTo>
                  <a:lnTo>
                    <a:pt x="326551" y="112485"/>
                  </a:lnTo>
                  <a:lnTo>
                    <a:pt x="324873" y="107453"/>
                  </a:lnTo>
                  <a:lnTo>
                    <a:pt x="323035" y="102478"/>
                  </a:lnTo>
                  <a:lnTo>
                    <a:pt x="321041" y="97563"/>
                  </a:lnTo>
                  <a:lnTo>
                    <a:pt x="318892" y="92714"/>
                  </a:lnTo>
                  <a:lnTo>
                    <a:pt x="316590" y="87935"/>
                  </a:lnTo>
                  <a:lnTo>
                    <a:pt x="314137" y="83232"/>
                  </a:lnTo>
                  <a:lnTo>
                    <a:pt x="311537" y="78609"/>
                  </a:lnTo>
                  <a:lnTo>
                    <a:pt x="308791" y="74071"/>
                  </a:lnTo>
                  <a:lnTo>
                    <a:pt x="305903" y="69623"/>
                  </a:lnTo>
                  <a:lnTo>
                    <a:pt x="302875" y="65268"/>
                  </a:lnTo>
                  <a:lnTo>
                    <a:pt x="299710" y="61011"/>
                  </a:lnTo>
                  <a:lnTo>
                    <a:pt x="296412" y="56858"/>
                  </a:lnTo>
                  <a:lnTo>
                    <a:pt x="292984" y="52810"/>
                  </a:lnTo>
                  <a:lnTo>
                    <a:pt x="289429" y="48874"/>
                  </a:lnTo>
                  <a:lnTo>
                    <a:pt x="285751" y="45052"/>
                  </a:lnTo>
                  <a:lnTo>
                    <a:pt x="281953" y="41349"/>
                  </a:lnTo>
                  <a:lnTo>
                    <a:pt x="278040" y="37768"/>
                  </a:lnTo>
                  <a:lnTo>
                    <a:pt x="274016" y="34314"/>
                  </a:lnTo>
                  <a:lnTo>
                    <a:pt x="269884" y="30988"/>
                  </a:lnTo>
                  <a:lnTo>
                    <a:pt x="265648" y="27796"/>
                  </a:lnTo>
                  <a:lnTo>
                    <a:pt x="261313" y="24739"/>
                  </a:lnTo>
                  <a:lnTo>
                    <a:pt x="256884" y="21821"/>
                  </a:lnTo>
                  <a:lnTo>
                    <a:pt x="252364" y="19046"/>
                  </a:lnTo>
                  <a:lnTo>
                    <a:pt x="247758" y="16415"/>
                  </a:lnTo>
                  <a:lnTo>
                    <a:pt x="243071" y="13932"/>
                  </a:lnTo>
                  <a:lnTo>
                    <a:pt x="238308" y="11598"/>
                  </a:lnTo>
                  <a:lnTo>
                    <a:pt x="233473" y="9417"/>
                  </a:lnTo>
                  <a:lnTo>
                    <a:pt x="228572" y="7391"/>
                  </a:lnTo>
                  <a:lnTo>
                    <a:pt x="223608" y="5521"/>
                  </a:lnTo>
                  <a:lnTo>
                    <a:pt x="218588" y="3809"/>
                  </a:lnTo>
                  <a:lnTo>
                    <a:pt x="213516" y="2257"/>
                  </a:lnTo>
                  <a:lnTo>
                    <a:pt x="208397" y="867"/>
                  </a:lnTo>
                  <a:lnTo>
                    <a:pt x="167157" y="1628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41240" cy="167167"/>
            </a:xfrm>
            <a:custGeom>
              <a:avLst/>
              <a:pathLst>
                <a:path w="41240" h="167167">
                  <a:moveTo>
                    <a:pt x="41240" y="5166"/>
                  </a:moveTo>
                  <a:lnTo>
                    <a:pt x="34476" y="3593"/>
                  </a:lnTo>
                  <a:lnTo>
                    <a:pt x="27652" y="2303"/>
                  </a:lnTo>
                  <a:lnTo>
                    <a:pt x="20781" y="1296"/>
                  </a:lnTo>
                  <a:lnTo>
                    <a:pt x="13874" y="576"/>
                  </a:lnTo>
                  <a:lnTo>
                    <a:pt x="6943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56377" y="5399291"/>
              <a:ext cx="167166" cy="253215"/>
            </a:xfrm>
            <a:custGeom>
              <a:avLst/>
              <a:pathLst>
                <a:path w="167166" h="253215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2" y="1366"/>
                  </a:lnTo>
                  <a:lnTo>
                    <a:pt x="140540" y="2134"/>
                  </a:lnTo>
                  <a:lnTo>
                    <a:pt x="135274" y="3070"/>
                  </a:lnTo>
                  <a:lnTo>
                    <a:pt x="130042" y="4174"/>
                  </a:lnTo>
                  <a:lnTo>
                    <a:pt x="124847" y="5445"/>
                  </a:lnTo>
                  <a:lnTo>
                    <a:pt x="119696" y="6881"/>
                  </a:lnTo>
                  <a:lnTo>
                    <a:pt x="114593" y="8482"/>
                  </a:lnTo>
                  <a:lnTo>
                    <a:pt x="109544" y="10245"/>
                  </a:lnTo>
                  <a:lnTo>
                    <a:pt x="104554" y="12168"/>
                  </a:lnTo>
                  <a:lnTo>
                    <a:pt x="99628" y="14250"/>
                  </a:lnTo>
                  <a:lnTo>
                    <a:pt x="94771" y="16489"/>
                  </a:lnTo>
                  <a:lnTo>
                    <a:pt x="89988" y="18882"/>
                  </a:lnTo>
                  <a:lnTo>
                    <a:pt x="85285" y="21426"/>
                  </a:lnTo>
                  <a:lnTo>
                    <a:pt x="80665" y="24120"/>
                  </a:lnTo>
                  <a:lnTo>
                    <a:pt x="76133" y="26960"/>
                  </a:lnTo>
                  <a:lnTo>
                    <a:pt x="71695" y="29944"/>
                  </a:lnTo>
                  <a:lnTo>
                    <a:pt x="67355" y="33068"/>
                  </a:lnTo>
                  <a:lnTo>
                    <a:pt x="63116" y="36329"/>
                  </a:lnTo>
                  <a:lnTo>
                    <a:pt x="58984" y="39724"/>
                  </a:lnTo>
                  <a:lnTo>
                    <a:pt x="54963" y="43250"/>
                  </a:lnTo>
                  <a:lnTo>
                    <a:pt x="51057" y="46902"/>
                  </a:lnTo>
                  <a:lnTo>
                    <a:pt x="47269" y="50678"/>
                  </a:lnTo>
                  <a:lnTo>
                    <a:pt x="43605" y="54572"/>
                  </a:lnTo>
                  <a:lnTo>
                    <a:pt x="40066" y="58582"/>
                  </a:lnTo>
                  <a:lnTo>
                    <a:pt x="36658" y="62703"/>
                  </a:lnTo>
                  <a:lnTo>
                    <a:pt x="33383" y="66931"/>
                  </a:lnTo>
                  <a:lnTo>
                    <a:pt x="30246" y="71262"/>
                  </a:lnTo>
                  <a:lnTo>
                    <a:pt x="27248" y="75691"/>
                  </a:lnTo>
                  <a:lnTo>
                    <a:pt x="24394" y="80213"/>
                  </a:lnTo>
                  <a:lnTo>
                    <a:pt x="21685" y="84825"/>
                  </a:lnTo>
                  <a:lnTo>
                    <a:pt x="19126" y="89520"/>
                  </a:lnTo>
                  <a:lnTo>
                    <a:pt x="16718" y="94295"/>
                  </a:lnTo>
                  <a:lnTo>
                    <a:pt x="14464" y="99145"/>
                  </a:lnTo>
                  <a:lnTo>
                    <a:pt x="12366" y="104064"/>
                  </a:lnTo>
                  <a:lnTo>
                    <a:pt x="10427" y="109048"/>
                  </a:lnTo>
                  <a:lnTo>
                    <a:pt x="8648" y="114092"/>
                  </a:lnTo>
                  <a:lnTo>
                    <a:pt x="7032" y="119189"/>
                  </a:lnTo>
                  <a:lnTo>
                    <a:pt x="5579" y="124336"/>
                  </a:lnTo>
                  <a:lnTo>
                    <a:pt x="4291" y="129527"/>
                  </a:lnTo>
                  <a:lnTo>
                    <a:pt x="3171" y="134756"/>
                  </a:lnTo>
                  <a:lnTo>
                    <a:pt x="2218" y="140018"/>
                  </a:lnTo>
                  <a:lnTo>
                    <a:pt x="1434" y="145308"/>
                  </a:lnTo>
                  <a:lnTo>
                    <a:pt x="820" y="150621"/>
                  </a:lnTo>
                  <a:lnTo>
                    <a:pt x="375" y="155950"/>
                  </a:lnTo>
                  <a:lnTo>
                    <a:pt x="102" y="161291"/>
                  </a:lnTo>
                  <a:lnTo>
                    <a:pt x="0" y="166638"/>
                  </a:lnTo>
                  <a:lnTo>
                    <a:pt x="68" y="171985"/>
                  </a:lnTo>
                  <a:lnTo>
                    <a:pt x="308" y="177328"/>
                  </a:lnTo>
                  <a:lnTo>
                    <a:pt x="718" y="182660"/>
                  </a:lnTo>
                  <a:lnTo>
                    <a:pt x="1299" y="187976"/>
                  </a:lnTo>
                  <a:lnTo>
                    <a:pt x="2049" y="193271"/>
                  </a:lnTo>
                  <a:lnTo>
                    <a:pt x="2969" y="198539"/>
                  </a:lnTo>
                  <a:lnTo>
                    <a:pt x="4056" y="203775"/>
                  </a:lnTo>
                  <a:lnTo>
                    <a:pt x="5311" y="208974"/>
                  </a:lnTo>
                  <a:lnTo>
                    <a:pt x="6731" y="214130"/>
                  </a:lnTo>
                  <a:lnTo>
                    <a:pt x="8315" y="219238"/>
                  </a:lnTo>
                  <a:lnTo>
                    <a:pt x="10062" y="224292"/>
                  </a:lnTo>
                  <a:lnTo>
                    <a:pt x="11970" y="229288"/>
                  </a:lnTo>
                  <a:lnTo>
                    <a:pt x="14036" y="234221"/>
                  </a:lnTo>
                  <a:lnTo>
                    <a:pt x="16259" y="239085"/>
                  </a:lnTo>
                  <a:lnTo>
                    <a:pt x="18637" y="243875"/>
                  </a:lnTo>
                  <a:lnTo>
                    <a:pt x="21167" y="248587"/>
                  </a:lnTo>
                  <a:lnTo>
                    <a:pt x="23846" y="25321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80223" y="5566459"/>
              <a:ext cx="143320" cy="86047"/>
            </a:xfrm>
            <a:custGeom>
              <a:avLst/>
              <a:pathLst>
                <a:path w="143320" h="86047">
                  <a:moveTo>
                    <a:pt x="0" y="86047"/>
                  </a:moveTo>
                  <a:lnTo>
                    <a:pt x="143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80223" y="5566459"/>
              <a:ext cx="143320" cy="86047"/>
            </a:xfrm>
            <a:custGeom>
              <a:avLst/>
              <a:pathLst>
                <a:path w="143320" h="86047">
                  <a:moveTo>
                    <a:pt x="0" y="86047"/>
                  </a:moveTo>
                  <a:lnTo>
                    <a:pt x="143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880223" y="5566459"/>
              <a:ext cx="143320" cy="86047"/>
            </a:xfrm>
            <a:custGeom>
              <a:avLst/>
              <a:pathLst>
                <a:path w="143320" h="86047">
                  <a:moveTo>
                    <a:pt x="0" y="86047"/>
                  </a:moveTo>
                  <a:lnTo>
                    <a:pt x="143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880223" y="5566459"/>
              <a:ext cx="143320" cy="86047"/>
            </a:xfrm>
            <a:custGeom>
              <a:avLst/>
              <a:pathLst>
                <a:path w="143320" h="86047">
                  <a:moveTo>
                    <a:pt x="0" y="86047"/>
                  </a:moveTo>
                  <a:lnTo>
                    <a:pt x="14332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880223" y="5566459"/>
              <a:ext cx="143320" cy="86047"/>
            </a:xfrm>
            <a:custGeom>
              <a:avLst/>
              <a:pathLst>
                <a:path w="143320" h="86047">
                  <a:moveTo>
                    <a:pt x="0" y="86047"/>
                  </a:moveTo>
                  <a:lnTo>
                    <a:pt x="14332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880223" y="5566459"/>
              <a:ext cx="143320" cy="160552"/>
            </a:xfrm>
            <a:custGeom>
              <a:avLst/>
              <a:pathLst>
                <a:path w="143320" h="160552">
                  <a:moveTo>
                    <a:pt x="0" y="86047"/>
                  </a:moveTo>
                  <a:lnTo>
                    <a:pt x="3007" y="90869"/>
                  </a:lnTo>
                  <a:lnTo>
                    <a:pt x="6176" y="95585"/>
                  </a:lnTo>
                  <a:lnTo>
                    <a:pt x="9504" y="100190"/>
                  </a:lnTo>
                  <a:lnTo>
                    <a:pt x="12986" y="104680"/>
                  </a:lnTo>
                  <a:lnTo>
                    <a:pt x="16619" y="109049"/>
                  </a:lnTo>
                  <a:lnTo>
                    <a:pt x="20398" y="113292"/>
                  </a:lnTo>
                  <a:lnTo>
                    <a:pt x="24320" y="117404"/>
                  </a:lnTo>
                  <a:lnTo>
                    <a:pt x="28378" y="121381"/>
                  </a:lnTo>
                  <a:lnTo>
                    <a:pt x="32570" y="125217"/>
                  </a:lnTo>
                  <a:lnTo>
                    <a:pt x="36889" y="128909"/>
                  </a:lnTo>
                  <a:lnTo>
                    <a:pt x="41332" y="132451"/>
                  </a:lnTo>
                  <a:lnTo>
                    <a:pt x="45892" y="135841"/>
                  </a:lnTo>
                  <a:lnTo>
                    <a:pt x="50565" y="139073"/>
                  </a:lnTo>
                  <a:lnTo>
                    <a:pt x="55345" y="142145"/>
                  </a:lnTo>
                  <a:lnTo>
                    <a:pt x="60227" y="145053"/>
                  </a:lnTo>
                  <a:lnTo>
                    <a:pt x="65205" y="147793"/>
                  </a:lnTo>
                  <a:lnTo>
                    <a:pt x="70273" y="150363"/>
                  </a:lnTo>
                  <a:lnTo>
                    <a:pt x="75425" y="152758"/>
                  </a:lnTo>
                  <a:lnTo>
                    <a:pt x="80656" y="154978"/>
                  </a:lnTo>
                  <a:lnTo>
                    <a:pt x="85959" y="157018"/>
                  </a:lnTo>
                  <a:lnTo>
                    <a:pt x="91329" y="158876"/>
                  </a:lnTo>
                  <a:lnTo>
                    <a:pt x="96758" y="160552"/>
                  </a:lnTo>
                  <a:lnTo>
                    <a:pt x="14332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76982" y="5399291"/>
              <a:ext cx="213728" cy="334332"/>
            </a:xfrm>
            <a:custGeom>
              <a:avLst/>
              <a:pathLst>
                <a:path w="213728" h="334332">
                  <a:moveTo>
                    <a:pt x="0" y="327719"/>
                  </a:moveTo>
                  <a:lnTo>
                    <a:pt x="5160" y="329126"/>
                  </a:lnTo>
                  <a:lnTo>
                    <a:pt x="10363" y="330368"/>
                  </a:lnTo>
                  <a:lnTo>
                    <a:pt x="15603" y="331443"/>
                  </a:lnTo>
                  <a:lnTo>
                    <a:pt x="20874" y="332349"/>
                  </a:lnTo>
                  <a:lnTo>
                    <a:pt x="26172" y="333086"/>
                  </a:lnTo>
                  <a:lnTo>
                    <a:pt x="31491" y="333654"/>
                  </a:lnTo>
                  <a:lnTo>
                    <a:pt x="36825" y="334051"/>
                  </a:lnTo>
                  <a:lnTo>
                    <a:pt x="42169" y="334277"/>
                  </a:lnTo>
                  <a:lnTo>
                    <a:pt x="47518" y="334332"/>
                  </a:lnTo>
                  <a:lnTo>
                    <a:pt x="52865" y="334215"/>
                  </a:lnTo>
                  <a:lnTo>
                    <a:pt x="58206" y="333928"/>
                  </a:lnTo>
                  <a:lnTo>
                    <a:pt x="63536" y="333470"/>
                  </a:lnTo>
                  <a:lnTo>
                    <a:pt x="68848" y="332842"/>
                  </a:lnTo>
                  <a:lnTo>
                    <a:pt x="74137" y="332044"/>
                  </a:lnTo>
                  <a:lnTo>
                    <a:pt x="79398" y="331078"/>
                  </a:lnTo>
                  <a:lnTo>
                    <a:pt x="84625" y="329943"/>
                  </a:lnTo>
                  <a:lnTo>
                    <a:pt x="89813" y="328642"/>
                  </a:lnTo>
                  <a:lnTo>
                    <a:pt x="94957" y="327176"/>
                  </a:lnTo>
                  <a:lnTo>
                    <a:pt x="100051" y="325545"/>
                  </a:lnTo>
                  <a:lnTo>
                    <a:pt x="105091" y="323753"/>
                  </a:lnTo>
                  <a:lnTo>
                    <a:pt x="110071" y="321800"/>
                  </a:lnTo>
                  <a:lnTo>
                    <a:pt x="114986" y="319689"/>
                  </a:lnTo>
                  <a:lnTo>
                    <a:pt x="119830" y="317422"/>
                  </a:lnTo>
                  <a:lnTo>
                    <a:pt x="124600" y="315001"/>
                  </a:lnTo>
                  <a:lnTo>
                    <a:pt x="129290" y="312429"/>
                  </a:lnTo>
                  <a:lnTo>
                    <a:pt x="133895" y="309708"/>
                  </a:lnTo>
                  <a:lnTo>
                    <a:pt x="138410" y="306841"/>
                  </a:lnTo>
                  <a:lnTo>
                    <a:pt x="142832" y="303830"/>
                  </a:lnTo>
                  <a:lnTo>
                    <a:pt x="147155" y="300681"/>
                  </a:lnTo>
                  <a:lnTo>
                    <a:pt x="151375" y="297394"/>
                  </a:lnTo>
                  <a:lnTo>
                    <a:pt x="155488" y="293974"/>
                  </a:lnTo>
                  <a:lnTo>
                    <a:pt x="159489" y="290424"/>
                  </a:lnTo>
                  <a:lnTo>
                    <a:pt x="163374" y="286748"/>
                  </a:lnTo>
                  <a:lnTo>
                    <a:pt x="167140" y="282950"/>
                  </a:lnTo>
                  <a:lnTo>
                    <a:pt x="170783" y="279033"/>
                  </a:lnTo>
                  <a:lnTo>
                    <a:pt x="174298" y="275001"/>
                  </a:lnTo>
                  <a:lnTo>
                    <a:pt x="177683" y="270859"/>
                  </a:lnTo>
                  <a:lnTo>
                    <a:pt x="180933" y="266611"/>
                  </a:lnTo>
                  <a:lnTo>
                    <a:pt x="184046" y="262261"/>
                  </a:lnTo>
                  <a:lnTo>
                    <a:pt x="187018" y="257814"/>
                  </a:lnTo>
                  <a:lnTo>
                    <a:pt x="189846" y="253274"/>
                  </a:lnTo>
                  <a:lnTo>
                    <a:pt x="192528" y="248646"/>
                  </a:lnTo>
                  <a:lnTo>
                    <a:pt x="195060" y="243934"/>
                  </a:lnTo>
                  <a:lnTo>
                    <a:pt x="197440" y="239144"/>
                  </a:lnTo>
                  <a:lnTo>
                    <a:pt x="199665" y="234280"/>
                  </a:lnTo>
                  <a:lnTo>
                    <a:pt x="201734" y="229347"/>
                  </a:lnTo>
                  <a:lnTo>
                    <a:pt x="203644" y="224351"/>
                  </a:lnTo>
                  <a:lnTo>
                    <a:pt x="205393" y="219296"/>
                  </a:lnTo>
                  <a:lnTo>
                    <a:pt x="206979" y="214188"/>
                  </a:lnTo>
                  <a:lnTo>
                    <a:pt x="208402" y="209031"/>
                  </a:lnTo>
                  <a:lnTo>
                    <a:pt x="209658" y="203832"/>
                  </a:lnTo>
                  <a:lnTo>
                    <a:pt x="210748" y="198595"/>
                  </a:lnTo>
                  <a:lnTo>
                    <a:pt x="211669" y="193326"/>
                  </a:lnTo>
                  <a:lnTo>
                    <a:pt x="212422" y="188031"/>
                  </a:lnTo>
                  <a:lnTo>
                    <a:pt x="213004" y="182714"/>
                  </a:lnTo>
                  <a:lnTo>
                    <a:pt x="213416" y="177381"/>
                  </a:lnTo>
                  <a:lnTo>
                    <a:pt x="213658" y="172037"/>
                  </a:lnTo>
                  <a:lnTo>
                    <a:pt x="213728" y="166689"/>
                  </a:lnTo>
                  <a:lnTo>
                    <a:pt x="213627" y="161341"/>
                  </a:lnTo>
                  <a:lnTo>
                    <a:pt x="213355" y="155999"/>
                  </a:lnTo>
                  <a:lnTo>
                    <a:pt x="212912" y="150668"/>
                  </a:lnTo>
                  <a:lnTo>
                    <a:pt x="212299" y="145355"/>
                  </a:lnTo>
                  <a:lnTo>
                    <a:pt x="211517" y="140063"/>
                  </a:lnTo>
                  <a:lnTo>
                    <a:pt x="210565" y="134800"/>
                  </a:lnTo>
                  <a:lnTo>
                    <a:pt x="209446" y="129569"/>
                  </a:lnTo>
                  <a:lnTo>
                    <a:pt x="208159" y="124377"/>
                  </a:lnTo>
                  <a:lnTo>
                    <a:pt x="206708" y="119229"/>
                  </a:lnTo>
                  <a:lnTo>
                    <a:pt x="205092" y="114130"/>
                  </a:lnTo>
                  <a:lnTo>
                    <a:pt x="203314" y="109085"/>
                  </a:lnTo>
                  <a:lnTo>
                    <a:pt x="201376" y="104100"/>
                  </a:lnTo>
                  <a:lnTo>
                    <a:pt x="199279" y="99179"/>
                  </a:lnTo>
                  <a:lnTo>
                    <a:pt x="197025" y="94328"/>
                  </a:lnTo>
                  <a:lnTo>
                    <a:pt x="194618" y="89552"/>
                  </a:lnTo>
                  <a:lnTo>
                    <a:pt x="192059" y="84854"/>
                  </a:lnTo>
                  <a:lnTo>
                    <a:pt x="189351" y="80242"/>
                  </a:lnTo>
                  <a:lnTo>
                    <a:pt x="186497" y="75718"/>
                  </a:lnTo>
                  <a:lnTo>
                    <a:pt x="183500" y="71288"/>
                  </a:lnTo>
                  <a:lnTo>
                    <a:pt x="180362" y="66956"/>
                  </a:lnTo>
                  <a:lnTo>
                    <a:pt x="177087" y="62726"/>
                  </a:lnTo>
                  <a:lnTo>
                    <a:pt x="173679" y="58604"/>
                  </a:lnTo>
                  <a:lnTo>
                    <a:pt x="170141" y="54592"/>
                  </a:lnTo>
                  <a:lnTo>
                    <a:pt x="166476" y="50696"/>
                  </a:lnTo>
                  <a:lnTo>
                    <a:pt x="162688" y="46919"/>
                  </a:lnTo>
                  <a:lnTo>
                    <a:pt x="158782" y="43266"/>
                  </a:lnTo>
                  <a:lnTo>
                    <a:pt x="154760" y="39739"/>
                  </a:lnTo>
                  <a:lnTo>
                    <a:pt x="150628" y="36342"/>
                  </a:lnTo>
                  <a:lnTo>
                    <a:pt x="146389" y="33080"/>
                  </a:lnTo>
                  <a:lnTo>
                    <a:pt x="142048" y="29955"/>
                  </a:lnTo>
                  <a:lnTo>
                    <a:pt x="137610" y="26970"/>
                  </a:lnTo>
                  <a:lnTo>
                    <a:pt x="133078" y="24129"/>
                  </a:lnTo>
                  <a:lnTo>
                    <a:pt x="128457" y="21434"/>
                  </a:lnTo>
                  <a:lnTo>
                    <a:pt x="123753" y="18889"/>
                  </a:lnTo>
                  <a:lnTo>
                    <a:pt x="118969" y="16495"/>
                  </a:lnTo>
                  <a:lnTo>
                    <a:pt x="114112" y="14256"/>
                  </a:lnTo>
                  <a:lnTo>
                    <a:pt x="109185" y="12173"/>
                  </a:lnTo>
                  <a:lnTo>
                    <a:pt x="104194" y="10249"/>
                  </a:lnTo>
                  <a:lnTo>
                    <a:pt x="99144" y="8485"/>
                  </a:lnTo>
                  <a:lnTo>
                    <a:pt x="94041" y="6884"/>
                  </a:lnTo>
                  <a:lnTo>
                    <a:pt x="88888" y="5447"/>
                  </a:lnTo>
                  <a:lnTo>
                    <a:pt x="83693" y="4176"/>
                  </a:lnTo>
                  <a:lnTo>
                    <a:pt x="78459" y="3071"/>
                  </a:lnTo>
                  <a:lnTo>
                    <a:pt x="73193" y="2135"/>
                  </a:lnTo>
                  <a:lnTo>
                    <a:pt x="67899" y="1367"/>
                  </a:lnTo>
                  <a:lnTo>
                    <a:pt x="62584" y="769"/>
                  </a:lnTo>
                  <a:lnTo>
                    <a:pt x="57252" y="342"/>
                  </a:lnTo>
                  <a:lnTo>
                    <a:pt x="51909" y="85"/>
                  </a:lnTo>
                  <a:lnTo>
                    <a:pt x="46561" y="0"/>
                  </a:lnTo>
                  <a:lnTo>
                    <a:pt x="465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41820" y="5269756"/>
              <a:ext cx="103438" cy="167167"/>
            </a:xfrm>
            <a:custGeom>
              <a:avLst/>
              <a:pathLst>
                <a:path w="103438" h="167167">
                  <a:moveTo>
                    <a:pt x="103438" y="0"/>
                  </a:moveTo>
                  <a:lnTo>
                    <a:pt x="97862" y="93"/>
                  </a:lnTo>
                  <a:lnTo>
                    <a:pt x="92293" y="371"/>
                  </a:lnTo>
                  <a:lnTo>
                    <a:pt x="86736" y="836"/>
                  </a:lnTo>
                  <a:lnTo>
                    <a:pt x="81198" y="1485"/>
                  </a:lnTo>
                  <a:lnTo>
                    <a:pt x="75684" y="2319"/>
                  </a:lnTo>
                  <a:lnTo>
                    <a:pt x="70202" y="3337"/>
                  </a:lnTo>
                  <a:lnTo>
                    <a:pt x="64756" y="4536"/>
                  </a:lnTo>
                  <a:lnTo>
                    <a:pt x="59353" y="5917"/>
                  </a:lnTo>
                  <a:lnTo>
                    <a:pt x="54000" y="7477"/>
                  </a:lnTo>
                  <a:lnTo>
                    <a:pt x="48701" y="9215"/>
                  </a:lnTo>
                  <a:lnTo>
                    <a:pt x="43464" y="11128"/>
                  </a:lnTo>
                  <a:lnTo>
                    <a:pt x="38293" y="13215"/>
                  </a:lnTo>
                  <a:lnTo>
                    <a:pt x="33194" y="15474"/>
                  </a:lnTo>
                  <a:lnTo>
                    <a:pt x="28174" y="17901"/>
                  </a:lnTo>
                  <a:lnTo>
                    <a:pt x="23237" y="20494"/>
                  </a:lnTo>
                  <a:lnTo>
                    <a:pt x="18390" y="23251"/>
                  </a:lnTo>
                  <a:lnTo>
                    <a:pt x="13637" y="26167"/>
                  </a:lnTo>
                  <a:lnTo>
                    <a:pt x="8985" y="29241"/>
                  </a:lnTo>
                  <a:lnTo>
                    <a:pt x="4437" y="32468"/>
                  </a:lnTo>
                  <a:lnTo>
                    <a:pt x="0" y="35845"/>
                  </a:lnTo>
                  <a:lnTo>
                    <a:pt x="1034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41820" y="5305601"/>
              <a:ext cx="103438" cy="131322"/>
            </a:xfrm>
            <a:custGeom>
              <a:avLst/>
              <a:pathLst>
                <a:path w="103438" h="131322">
                  <a:moveTo>
                    <a:pt x="0" y="0"/>
                  </a:moveTo>
                  <a:lnTo>
                    <a:pt x="103438" y="131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41820" y="5305601"/>
              <a:ext cx="103438" cy="131322"/>
            </a:xfrm>
            <a:custGeom>
              <a:avLst/>
              <a:pathLst>
                <a:path w="103438" h="131322">
                  <a:moveTo>
                    <a:pt x="0" y="0"/>
                  </a:moveTo>
                  <a:lnTo>
                    <a:pt x="103438" y="131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41820" y="5305601"/>
              <a:ext cx="103438" cy="131322"/>
            </a:xfrm>
            <a:custGeom>
              <a:avLst/>
              <a:pathLst>
                <a:path w="103438" h="131322">
                  <a:moveTo>
                    <a:pt x="0" y="0"/>
                  </a:moveTo>
                  <a:lnTo>
                    <a:pt x="103438" y="1313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41820" y="5305601"/>
              <a:ext cx="103438" cy="131322"/>
            </a:xfrm>
            <a:custGeom>
              <a:avLst/>
              <a:pathLst>
                <a:path w="103438" h="131322">
                  <a:moveTo>
                    <a:pt x="0" y="0"/>
                  </a:moveTo>
                  <a:lnTo>
                    <a:pt x="103438" y="1313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09693" y="5305601"/>
              <a:ext cx="135564" cy="131322"/>
            </a:xfrm>
            <a:custGeom>
              <a:avLst/>
              <a:pathLst>
                <a:path w="135564" h="131322">
                  <a:moveTo>
                    <a:pt x="32126" y="0"/>
                  </a:moveTo>
                  <a:lnTo>
                    <a:pt x="26983" y="4219"/>
                  </a:lnTo>
                  <a:lnTo>
                    <a:pt x="22011" y="8640"/>
                  </a:lnTo>
                  <a:lnTo>
                    <a:pt x="17220" y="13256"/>
                  </a:lnTo>
                  <a:lnTo>
                    <a:pt x="12616" y="18058"/>
                  </a:lnTo>
                  <a:lnTo>
                    <a:pt x="8206" y="23040"/>
                  </a:lnTo>
                  <a:lnTo>
                    <a:pt x="3999" y="28193"/>
                  </a:lnTo>
                  <a:lnTo>
                    <a:pt x="0" y="33510"/>
                  </a:lnTo>
                  <a:lnTo>
                    <a:pt x="135564" y="1313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78100" y="5269756"/>
              <a:ext cx="334309" cy="334333"/>
            </a:xfrm>
            <a:custGeom>
              <a:avLst/>
              <a:pathLst>
                <a:path w="334309" h="334333">
                  <a:moveTo>
                    <a:pt x="31593" y="69355"/>
                  </a:moveTo>
                  <a:lnTo>
                    <a:pt x="28555" y="73711"/>
                  </a:lnTo>
                  <a:lnTo>
                    <a:pt x="25656" y="78161"/>
                  </a:lnTo>
                  <a:lnTo>
                    <a:pt x="22900" y="82700"/>
                  </a:lnTo>
                  <a:lnTo>
                    <a:pt x="20290" y="87325"/>
                  </a:lnTo>
                  <a:lnTo>
                    <a:pt x="17828" y="92031"/>
                  </a:lnTo>
                  <a:lnTo>
                    <a:pt x="15516" y="96812"/>
                  </a:lnTo>
                  <a:lnTo>
                    <a:pt x="13358" y="101665"/>
                  </a:lnTo>
                  <a:lnTo>
                    <a:pt x="11355" y="106583"/>
                  </a:lnTo>
                  <a:lnTo>
                    <a:pt x="9509" y="111563"/>
                  </a:lnTo>
                  <a:lnTo>
                    <a:pt x="7822" y="116598"/>
                  </a:lnTo>
                  <a:lnTo>
                    <a:pt x="6297" y="121685"/>
                  </a:lnTo>
                  <a:lnTo>
                    <a:pt x="4933" y="126818"/>
                  </a:lnTo>
                  <a:lnTo>
                    <a:pt x="3733" y="131991"/>
                  </a:lnTo>
                  <a:lnTo>
                    <a:pt x="2698" y="137200"/>
                  </a:lnTo>
                  <a:lnTo>
                    <a:pt x="1829" y="142440"/>
                  </a:lnTo>
                  <a:lnTo>
                    <a:pt x="1127" y="147704"/>
                  </a:lnTo>
                  <a:lnTo>
                    <a:pt x="593" y="152987"/>
                  </a:lnTo>
                  <a:lnTo>
                    <a:pt x="227" y="158285"/>
                  </a:lnTo>
                  <a:lnTo>
                    <a:pt x="29" y="163593"/>
                  </a:lnTo>
                  <a:lnTo>
                    <a:pt x="0" y="168903"/>
                  </a:lnTo>
                  <a:lnTo>
                    <a:pt x="139" y="174212"/>
                  </a:lnTo>
                  <a:lnTo>
                    <a:pt x="447" y="179514"/>
                  </a:lnTo>
                  <a:lnTo>
                    <a:pt x="923" y="184803"/>
                  </a:lnTo>
                  <a:lnTo>
                    <a:pt x="1568" y="190075"/>
                  </a:lnTo>
                  <a:lnTo>
                    <a:pt x="2379" y="195323"/>
                  </a:lnTo>
                  <a:lnTo>
                    <a:pt x="3356" y="200543"/>
                  </a:lnTo>
                  <a:lnTo>
                    <a:pt x="4499" y="205729"/>
                  </a:lnTo>
                  <a:lnTo>
                    <a:pt x="5806" y="210877"/>
                  </a:lnTo>
                  <a:lnTo>
                    <a:pt x="7276" y="215980"/>
                  </a:lnTo>
                  <a:lnTo>
                    <a:pt x="8907" y="221034"/>
                  </a:lnTo>
                  <a:lnTo>
                    <a:pt x="10698" y="226034"/>
                  </a:lnTo>
                  <a:lnTo>
                    <a:pt x="12647" y="230974"/>
                  </a:lnTo>
                  <a:lnTo>
                    <a:pt x="14752" y="235850"/>
                  </a:lnTo>
                  <a:lnTo>
                    <a:pt x="17010" y="240656"/>
                  </a:lnTo>
                  <a:lnTo>
                    <a:pt x="19421" y="245389"/>
                  </a:lnTo>
                  <a:lnTo>
                    <a:pt x="21980" y="250042"/>
                  </a:lnTo>
                  <a:lnTo>
                    <a:pt x="24686" y="254612"/>
                  </a:lnTo>
                  <a:lnTo>
                    <a:pt x="27535" y="259093"/>
                  </a:lnTo>
                  <a:lnTo>
                    <a:pt x="30526" y="263482"/>
                  </a:lnTo>
                  <a:lnTo>
                    <a:pt x="33654" y="267774"/>
                  </a:lnTo>
                  <a:lnTo>
                    <a:pt x="36917" y="271964"/>
                  </a:lnTo>
                  <a:lnTo>
                    <a:pt x="40312" y="276048"/>
                  </a:lnTo>
                  <a:lnTo>
                    <a:pt x="43834" y="280022"/>
                  </a:lnTo>
                  <a:lnTo>
                    <a:pt x="47482" y="283882"/>
                  </a:lnTo>
                  <a:lnTo>
                    <a:pt x="51249" y="287625"/>
                  </a:lnTo>
                  <a:lnTo>
                    <a:pt x="55134" y="291246"/>
                  </a:lnTo>
                  <a:lnTo>
                    <a:pt x="59132" y="294742"/>
                  </a:lnTo>
                  <a:lnTo>
                    <a:pt x="63239" y="298109"/>
                  </a:lnTo>
                  <a:lnTo>
                    <a:pt x="67451" y="301344"/>
                  </a:lnTo>
                  <a:lnTo>
                    <a:pt x="71763" y="304443"/>
                  </a:lnTo>
                  <a:lnTo>
                    <a:pt x="76172" y="307404"/>
                  </a:lnTo>
                  <a:lnTo>
                    <a:pt x="80673" y="310224"/>
                  </a:lnTo>
                  <a:lnTo>
                    <a:pt x="85260" y="312899"/>
                  </a:lnTo>
                  <a:lnTo>
                    <a:pt x="89931" y="315427"/>
                  </a:lnTo>
                  <a:lnTo>
                    <a:pt x="94679" y="317805"/>
                  </a:lnTo>
                  <a:lnTo>
                    <a:pt x="99501" y="320031"/>
                  </a:lnTo>
                  <a:lnTo>
                    <a:pt x="104391" y="322103"/>
                  </a:lnTo>
                  <a:lnTo>
                    <a:pt x="109344" y="324019"/>
                  </a:lnTo>
                  <a:lnTo>
                    <a:pt x="114356" y="325776"/>
                  </a:lnTo>
                  <a:lnTo>
                    <a:pt x="119420" y="327373"/>
                  </a:lnTo>
                  <a:lnTo>
                    <a:pt x="124533" y="328809"/>
                  </a:lnTo>
                  <a:lnTo>
                    <a:pt x="129689" y="330081"/>
                  </a:lnTo>
                  <a:lnTo>
                    <a:pt x="134883" y="331189"/>
                  </a:lnTo>
                  <a:lnTo>
                    <a:pt x="140110" y="332132"/>
                  </a:lnTo>
                  <a:lnTo>
                    <a:pt x="145364" y="332908"/>
                  </a:lnTo>
                  <a:lnTo>
                    <a:pt x="150639" y="333516"/>
                  </a:lnTo>
                  <a:lnTo>
                    <a:pt x="155932" y="333957"/>
                  </a:lnTo>
                  <a:lnTo>
                    <a:pt x="161235" y="334229"/>
                  </a:lnTo>
                  <a:lnTo>
                    <a:pt x="166545" y="334333"/>
                  </a:lnTo>
                  <a:lnTo>
                    <a:pt x="171855" y="334268"/>
                  </a:lnTo>
                  <a:lnTo>
                    <a:pt x="177161" y="334035"/>
                  </a:lnTo>
                  <a:lnTo>
                    <a:pt x="182457" y="333633"/>
                  </a:lnTo>
                  <a:lnTo>
                    <a:pt x="187737" y="333063"/>
                  </a:lnTo>
                  <a:lnTo>
                    <a:pt x="192996" y="332326"/>
                  </a:lnTo>
                  <a:lnTo>
                    <a:pt x="198229" y="331421"/>
                  </a:lnTo>
                  <a:lnTo>
                    <a:pt x="203431" y="330352"/>
                  </a:lnTo>
                  <a:lnTo>
                    <a:pt x="208596" y="329117"/>
                  </a:lnTo>
                  <a:lnTo>
                    <a:pt x="213720" y="327719"/>
                  </a:lnTo>
                  <a:lnTo>
                    <a:pt x="218796" y="326159"/>
                  </a:lnTo>
                  <a:lnTo>
                    <a:pt x="223820" y="324438"/>
                  </a:lnTo>
                  <a:lnTo>
                    <a:pt x="228788" y="322559"/>
                  </a:lnTo>
                  <a:lnTo>
                    <a:pt x="233692" y="320523"/>
                  </a:lnTo>
                  <a:lnTo>
                    <a:pt x="238530" y="318332"/>
                  </a:lnTo>
                  <a:lnTo>
                    <a:pt x="243296" y="315989"/>
                  </a:lnTo>
                  <a:lnTo>
                    <a:pt x="247985" y="313495"/>
                  </a:lnTo>
                  <a:lnTo>
                    <a:pt x="252592" y="310854"/>
                  </a:lnTo>
                  <a:lnTo>
                    <a:pt x="257113" y="308068"/>
                  </a:lnTo>
                  <a:lnTo>
                    <a:pt x="261544" y="305139"/>
                  </a:lnTo>
                  <a:lnTo>
                    <a:pt x="265879" y="302071"/>
                  </a:lnTo>
                  <a:lnTo>
                    <a:pt x="270114" y="298867"/>
                  </a:lnTo>
                  <a:lnTo>
                    <a:pt x="274246" y="295530"/>
                  </a:lnTo>
                  <a:lnTo>
                    <a:pt x="278269" y="292064"/>
                  </a:lnTo>
                  <a:lnTo>
                    <a:pt x="282180" y="288472"/>
                  </a:lnTo>
                  <a:lnTo>
                    <a:pt x="285975" y="284757"/>
                  </a:lnTo>
                  <a:lnTo>
                    <a:pt x="289651" y="280923"/>
                  </a:lnTo>
                  <a:lnTo>
                    <a:pt x="293202" y="276975"/>
                  </a:lnTo>
                  <a:lnTo>
                    <a:pt x="296627" y="272916"/>
                  </a:lnTo>
                  <a:lnTo>
                    <a:pt x="299921" y="268750"/>
                  </a:lnTo>
                  <a:lnTo>
                    <a:pt x="303080" y="264481"/>
                  </a:lnTo>
                  <a:lnTo>
                    <a:pt x="306103" y="260114"/>
                  </a:lnTo>
                  <a:lnTo>
                    <a:pt x="308985" y="255654"/>
                  </a:lnTo>
                  <a:lnTo>
                    <a:pt x="311724" y="251104"/>
                  </a:lnTo>
                  <a:lnTo>
                    <a:pt x="314318" y="246470"/>
                  </a:lnTo>
                  <a:lnTo>
                    <a:pt x="316763" y="241755"/>
                  </a:lnTo>
                  <a:lnTo>
                    <a:pt x="319056" y="236965"/>
                  </a:lnTo>
                  <a:lnTo>
                    <a:pt x="321197" y="232105"/>
                  </a:lnTo>
                  <a:lnTo>
                    <a:pt x="323182" y="227179"/>
                  </a:lnTo>
                  <a:lnTo>
                    <a:pt x="325009" y="222193"/>
                  </a:lnTo>
                  <a:lnTo>
                    <a:pt x="326678" y="217151"/>
                  </a:lnTo>
                  <a:lnTo>
                    <a:pt x="328185" y="212059"/>
                  </a:lnTo>
                  <a:lnTo>
                    <a:pt x="329530" y="206921"/>
                  </a:lnTo>
                  <a:lnTo>
                    <a:pt x="330710" y="201743"/>
                  </a:lnTo>
                  <a:lnTo>
                    <a:pt x="331726" y="196530"/>
                  </a:lnTo>
                  <a:lnTo>
                    <a:pt x="332576" y="191288"/>
                  </a:lnTo>
                  <a:lnTo>
                    <a:pt x="333259" y="186021"/>
                  </a:lnTo>
                  <a:lnTo>
                    <a:pt x="333774" y="180736"/>
                  </a:lnTo>
                  <a:lnTo>
                    <a:pt x="334121" y="175436"/>
                  </a:lnTo>
                  <a:lnTo>
                    <a:pt x="334299" y="170129"/>
                  </a:lnTo>
                  <a:lnTo>
                    <a:pt x="334309" y="164818"/>
                  </a:lnTo>
                  <a:lnTo>
                    <a:pt x="334150" y="159510"/>
                  </a:lnTo>
                  <a:lnTo>
                    <a:pt x="333822" y="154209"/>
                  </a:lnTo>
                  <a:lnTo>
                    <a:pt x="333327" y="148921"/>
                  </a:lnTo>
                  <a:lnTo>
                    <a:pt x="332663" y="143652"/>
                  </a:lnTo>
                  <a:lnTo>
                    <a:pt x="331833" y="138407"/>
                  </a:lnTo>
                  <a:lnTo>
                    <a:pt x="330836" y="133191"/>
                  </a:lnTo>
                  <a:lnTo>
                    <a:pt x="329674" y="128008"/>
                  </a:lnTo>
                  <a:lnTo>
                    <a:pt x="328348" y="122866"/>
                  </a:lnTo>
                  <a:lnTo>
                    <a:pt x="326860" y="117768"/>
                  </a:lnTo>
                  <a:lnTo>
                    <a:pt x="325210" y="112720"/>
                  </a:lnTo>
                  <a:lnTo>
                    <a:pt x="323401" y="107727"/>
                  </a:lnTo>
                  <a:lnTo>
                    <a:pt x="321434" y="102794"/>
                  </a:lnTo>
                  <a:lnTo>
                    <a:pt x="319311" y="97926"/>
                  </a:lnTo>
                  <a:lnTo>
                    <a:pt x="317035" y="93128"/>
                  </a:lnTo>
                  <a:lnTo>
                    <a:pt x="314608" y="88404"/>
                  </a:lnTo>
                  <a:lnTo>
                    <a:pt x="312031" y="83760"/>
                  </a:lnTo>
                  <a:lnTo>
                    <a:pt x="309309" y="79200"/>
                  </a:lnTo>
                  <a:lnTo>
                    <a:pt x="306443" y="74729"/>
                  </a:lnTo>
                  <a:lnTo>
                    <a:pt x="303436" y="70352"/>
                  </a:lnTo>
                  <a:lnTo>
                    <a:pt x="300292" y="66072"/>
                  </a:lnTo>
                  <a:lnTo>
                    <a:pt x="297014" y="61894"/>
                  </a:lnTo>
                  <a:lnTo>
                    <a:pt x="293604" y="57822"/>
                  </a:lnTo>
                  <a:lnTo>
                    <a:pt x="290067" y="53861"/>
                  </a:lnTo>
                  <a:lnTo>
                    <a:pt x="286406" y="50014"/>
                  </a:lnTo>
                  <a:lnTo>
                    <a:pt x="282624" y="46285"/>
                  </a:lnTo>
                  <a:lnTo>
                    <a:pt x="278726" y="42678"/>
                  </a:lnTo>
                  <a:lnTo>
                    <a:pt x="274715" y="39197"/>
                  </a:lnTo>
                  <a:lnTo>
                    <a:pt x="270596" y="35845"/>
                  </a:lnTo>
                  <a:lnTo>
                    <a:pt x="266372" y="32625"/>
                  </a:lnTo>
                  <a:lnTo>
                    <a:pt x="262049" y="29542"/>
                  </a:lnTo>
                  <a:lnTo>
                    <a:pt x="257629" y="26597"/>
                  </a:lnTo>
                  <a:lnTo>
                    <a:pt x="253118" y="23794"/>
                  </a:lnTo>
                  <a:lnTo>
                    <a:pt x="248521" y="21136"/>
                  </a:lnTo>
                  <a:lnTo>
                    <a:pt x="243841" y="18625"/>
                  </a:lnTo>
                  <a:lnTo>
                    <a:pt x="239084" y="16264"/>
                  </a:lnTo>
                  <a:lnTo>
                    <a:pt x="234254" y="14056"/>
                  </a:lnTo>
                  <a:lnTo>
                    <a:pt x="229357" y="12002"/>
                  </a:lnTo>
                  <a:lnTo>
                    <a:pt x="224397" y="10104"/>
                  </a:lnTo>
                  <a:lnTo>
                    <a:pt x="219379" y="8365"/>
                  </a:lnTo>
                  <a:lnTo>
                    <a:pt x="214308" y="6787"/>
                  </a:lnTo>
                  <a:lnTo>
                    <a:pt x="209190" y="5370"/>
                  </a:lnTo>
                  <a:lnTo>
                    <a:pt x="204029" y="4116"/>
                  </a:lnTo>
                  <a:lnTo>
                    <a:pt x="198831" y="3027"/>
                  </a:lnTo>
                  <a:lnTo>
                    <a:pt x="193601" y="2104"/>
                  </a:lnTo>
                  <a:lnTo>
                    <a:pt x="188345" y="1348"/>
                  </a:lnTo>
                  <a:lnTo>
                    <a:pt x="183067" y="758"/>
                  </a:lnTo>
                  <a:lnTo>
                    <a:pt x="177773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68885" y="5018213"/>
              <a:ext cx="152153" cy="167167"/>
            </a:xfrm>
            <a:custGeom>
              <a:avLst/>
              <a:pathLst>
                <a:path w="152153" h="167167">
                  <a:moveTo>
                    <a:pt x="152153" y="0"/>
                  </a:moveTo>
                  <a:lnTo>
                    <a:pt x="146691" y="89"/>
                  </a:lnTo>
                  <a:lnTo>
                    <a:pt x="141235" y="356"/>
                  </a:lnTo>
                  <a:lnTo>
                    <a:pt x="135791" y="802"/>
                  </a:lnTo>
                  <a:lnTo>
                    <a:pt x="130364" y="1426"/>
                  </a:lnTo>
                  <a:lnTo>
                    <a:pt x="124961" y="2226"/>
                  </a:lnTo>
                  <a:lnTo>
                    <a:pt x="119586" y="3202"/>
                  </a:lnTo>
                  <a:lnTo>
                    <a:pt x="114246" y="4354"/>
                  </a:lnTo>
                  <a:lnTo>
                    <a:pt x="108947" y="5679"/>
                  </a:lnTo>
                  <a:lnTo>
                    <a:pt x="103694" y="7177"/>
                  </a:lnTo>
                  <a:lnTo>
                    <a:pt x="98493" y="8846"/>
                  </a:lnTo>
                  <a:lnTo>
                    <a:pt x="93349" y="10684"/>
                  </a:lnTo>
                  <a:lnTo>
                    <a:pt x="88268" y="12688"/>
                  </a:lnTo>
                  <a:lnTo>
                    <a:pt x="83254" y="14858"/>
                  </a:lnTo>
                  <a:lnTo>
                    <a:pt x="78315" y="17190"/>
                  </a:lnTo>
                  <a:lnTo>
                    <a:pt x="73454" y="19683"/>
                  </a:lnTo>
                  <a:lnTo>
                    <a:pt x="68678" y="22333"/>
                  </a:lnTo>
                  <a:lnTo>
                    <a:pt x="63990" y="25138"/>
                  </a:lnTo>
                  <a:lnTo>
                    <a:pt x="59397" y="28094"/>
                  </a:lnTo>
                  <a:lnTo>
                    <a:pt x="54903" y="31199"/>
                  </a:lnTo>
                  <a:lnTo>
                    <a:pt x="50512" y="34449"/>
                  </a:lnTo>
                  <a:lnTo>
                    <a:pt x="46230" y="37840"/>
                  </a:lnTo>
                  <a:lnTo>
                    <a:pt x="42061" y="41370"/>
                  </a:lnTo>
                  <a:lnTo>
                    <a:pt x="38010" y="45034"/>
                  </a:lnTo>
                  <a:lnTo>
                    <a:pt x="34081" y="48829"/>
                  </a:lnTo>
                  <a:lnTo>
                    <a:pt x="30277" y="52750"/>
                  </a:lnTo>
                  <a:lnTo>
                    <a:pt x="26604" y="56793"/>
                  </a:lnTo>
                  <a:lnTo>
                    <a:pt x="23065" y="60953"/>
                  </a:lnTo>
                  <a:lnTo>
                    <a:pt x="19664" y="65228"/>
                  </a:lnTo>
                  <a:lnTo>
                    <a:pt x="16404" y="69611"/>
                  </a:lnTo>
                  <a:lnTo>
                    <a:pt x="13289" y="74098"/>
                  </a:lnTo>
                  <a:lnTo>
                    <a:pt x="10322" y="78685"/>
                  </a:lnTo>
                  <a:lnTo>
                    <a:pt x="7507" y="83366"/>
                  </a:lnTo>
                  <a:lnTo>
                    <a:pt x="4846" y="88137"/>
                  </a:lnTo>
                  <a:lnTo>
                    <a:pt x="2343" y="92992"/>
                  </a:lnTo>
                  <a:lnTo>
                    <a:pt x="0" y="97926"/>
                  </a:lnTo>
                  <a:lnTo>
                    <a:pt x="1521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68885" y="5116139"/>
              <a:ext cx="152153" cy="69241"/>
            </a:xfrm>
            <a:custGeom>
              <a:avLst/>
              <a:pathLst>
                <a:path w="152153" h="69241">
                  <a:moveTo>
                    <a:pt x="0" y="0"/>
                  </a:moveTo>
                  <a:lnTo>
                    <a:pt x="152153" y="692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8885" y="5116139"/>
              <a:ext cx="152153" cy="69241"/>
            </a:xfrm>
            <a:custGeom>
              <a:avLst/>
              <a:pathLst>
                <a:path w="152153" h="69241">
                  <a:moveTo>
                    <a:pt x="0" y="0"/>
                  </a:moveTo>
                  <a:lnTo>
                    <a:pt x="152153" y="692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68885" y="5116139"/>
              <a:ext cx="152153" cy="69241"/>
            </a:xfrm>
            <a:custGeom>
              <a:avLst/>
              <a:pathLst>
                <a:path w="152153" h="69241">
                  <a:moveTo>
                    <a:pt x="0" y="0"/>
                  </a:moveTo>
                  <a:lnTo>
                    <a:pt x="152153" y="692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5056" y="5116139"/>
              <a:ext cx="165982" cy="69241"/>
            </a:xfrm>
            <a:custGeom>
              <a:avLst/>
              <a:pathLst>
                <a:path w="165982" h="69241">
                  <a:moveTo>
                    <a:pt x="13829" y="0"/>
                  </a:moveTo>
                  <a:lnTo>
                    <a:pt x="11277" y="5906"/>
                  </a:lnTo>
                  <a:lnTo>
                    <a:pt x="8954" y="11906"/>
                  </a:lnTo>
                  <a:lnTo>
                    <a:pt x="6864" y="17991"/>
                  </a:lnTo>
                  <a:lnTo>
                    <a:pt x="5010" y="24152"/>
                  </a:lnTo>
                  <a:lnTo>
                    <a:pt x="3394" y="30380"/>
                  </a:lnTo>
                  <a:lnTo>
                    <a:pt x="2019" y="36665"/>
                  </a:lnTo>
                  <a:lnTo>
                    <a:pt x="887" y="42999"/>
                  </a:lnTo>
                  <a:lnTo>
                    <a:pt x="0" y="49372"/>
                  </a:lnTo>
                  <a:lnTo>
                    <a:pt x="165982" y="692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876" y="5018213"/>
              <a:ext cx="334314" cy="334332"/>
            </a:xfrm>
            <a:custGeom>
              <a:avLst/>
              <a:pathLst>
                <a:path w="334314" h="334332">
                  <a:moveTo>
                    <a:pt x="1179" y="147298"/>
                  </a:moveTo>
                  <a:lnTo>
                    <a:pt x="632" y="152583"/>
                  </a:lnTo>
                  <a:lnTo>
                    <a:pt x="252" y="157883"/>
                  </a:lnTo>
                  <a:lnTo>
                    <a:pt x="41" y="163192"/>
                  </a:lnTo>
                  <a:lnTo>
                    <a:pt x="0" y="168505"/>
                  </a:lnTo>
                  <a:lnTo>
                    <a:pt x="126" y="173817"/>
                  </a:lnTo>
                  <a:lnTo>
                    <a:pt x="422" y="179123"/>
                  </a:lnTo>
                  <a:lnTo>
                    <a:pt x="886" y="184416"/>
                  </a:lnTo>
                  <a:lnTo>
                    <a:pt x="1519" y="189691"/>
                  </a:lnTo>
                  <a:lnTo>
                    <a:pt x="2318" y="194944"/>
                  </a:lnTo>
                  <a:lnTo>
                    <a:pt x="3284" y="200169"/>
                  </a:lnTo>
                  <a:lnTo>
                    <a:pt x="4416" y="205361"/>
                  </a:lnTo>
                  <a:lnTo>
                    <a:pt x="5712" y="210514"/>
                  </a:lnTo>
                  <a:lnTo>
                    <a:pt x="7171" y="215623"/>
                  </a:lnTo>
                  <a:lnTo>
                    <a:pt x="8792" y="220683"/>
                  </a:lnTo>
                  <a:lnTo>
                    <a:pt x="10573" y="225689"/>
                  </a:lnTo>
                  <a:lnTo>
                    <a:pt x="12512" y="230636"/>
                  </a:lnTo>
                  <a:lnTo>
                    <a:pt x="14607" y="235519"/>
                  </a:lnTo>
                  <a:lnTo>
                    <a:pt x="16856" y="240333"/>
                  </a:lnTo>
                  <a:lnTo>
                    <a:pt x="19257" y="245073"/>
                  </a:lnTo>
                  <a:lnTo>
                    <a:pt x="21808" y="249734"/>
                  </a:lnTo>
                  <a:lnTo>
                    <a:pt x="24505" y="254312"/>
                  </a:lnTo>
                  <a:lnTo>
                    <a:pt x="27347" y="258801"/>
                  </a:lnTo>
                  <a:lnTo>
                    <a:pt x="30330" y="263198"/>
                  </a:lnTo>
                  <a:lnTo>
                    <a:pt x="33451" y="267499"/>
                  </a:lnTo>
                  <a:lnTo>
                    <a:pt x="36707" y="271697"/>
                  </a:lnTo>
                  <a:lnTo>
                    <a:pt x="40095" y="275791"/>
                  </a:lnTo>
                  <a:lnTo>
                    <a:pt x="43612" y="279774"/>
                  </a:lnTo>
                  <a:lnTo>
                    <a:pt x="47253" y="283644"/>
                  </a:lnTo>
                  <a:lnTo>
                    <a:pt x="51015" y="287396"/>
                  </a:lnTo>
                  <a:lnTo>
                    <a:pt x="54895" y="291026"/>
                  </a:lnTo>
                  <a:lnTo>
                    <a:pt x="58888" y="294532"/>
                  </a:lnTo>
                  <a:lnTo>
                    <a:pt x="62990" y="297908"/>
                  </a:lnTo>
                  <a:lnTo>
                    <a:pt x="67198" y="301153"/>
                  </a:lnTo>
                  <a:lnTo>
                    <a:pt x="71507" y="304262"/>
                  </a:lnTo>
                  <a:lnTo>
                    <a:pt x="75912" y="307233"/>
                  </a:lnTo>
                  <a:lnTo>
                    <a:pt x="80410" y="310062"/>
                  </a:lnTo>
                  <a:lnTo>
                    <a:pt x="84995" y="312747"/>
                  </a:lnTo>
                  <a:lnTo>
                    <a:pt x="89663" y="315285"/>
                  </a:lnTo>
                  <a:lnTo>
                    <a:pt x="94409" y="317673"/>
                  </a:lnTo>
                  <a:lnTo>
                    <a:pt x="99229" y="319909"/>
                  </a:lnTo>
                  <a:lnTo>
                    <a:pt x="104118" y="321991"/>
                  </a:lnTo>
                  <a:lnTo>
                    <a:pt x="109070" y="323916"/>
                  </a:lnTo>
                  <a:lnTo>
                    <a:pt x="114081" y="325683"/>
                  </a:lnTo>
                  <a:lnTo>
                    <a:pt x="119146" y="327290"/>
                  </a:lnTo>
                  <a:lnTo>
                    <a:pt x="124259" y="328735"/>
                  </a:lnTo>
                  <a:lnTo>
                    <a:pt x="129416" y="330017"/>
                  </a:lnTo>
                  <a:lnTo>
                    <a:pt x="134610" y="331134"/>
                  </a:lnTo>
                  <a:lnTo>
                    <a:pt x="139838" y="332086"/>
                  </a:lnTo>
                  <a:lnTo>
                    <a:pt x="145093" y="332871"/>
                  </a:lnTo>
                  <a:lnTo>
                    <a:pt x="150370" y="333489"/>
                  </a:lnTo>
                  <a:lnTo>
                    <a:pt x="155664" y="333939"/>
                  </a:lnTo>
                  <a:lnTo>
                    <a:pt x="160970" y="334220"/>
                  </a:lnTo>
                  <a:lnTo>
                    <a:pt x="166283" y="334332"/>
                  </a:lnTo>
                  <a:lnTo>
                    <a:pt x="171596" y="334276"/>
                  </a:lnTo>
                  <a:lnTo>
                    <a:pt x="176904" y="334050"/>
                  </a:lnTo>
                  <a:lnTo>
                    <a:pt x="182203" y="333656"/>
                  </a:lnTo>
                  <a:lnTo>
                    <a:pt x="187487" y="333094"/>
                  </a:lnTo>
                  <a:lnTo>
                    <a:pt x="192750" y="332364"/>
                  </a:lnTo>
                  <a:lnTo>
                    <a:pt x="197987" y="331468"/>
                  </a:lnTo>
                  <a:lnTo>
                    <a:pt x="203193" y="330405"/>
                  </a:lnTo>
                  <a:lnTo>
                    <a:pt x="208363" y="329177"/>
                  </a:lnTo>
                  <a:lnTo>
                    <a:pt x="213491" y="327786"/>
                  </a:lnTo>
                  <a:lnTo>
                    <a:pt x="218572" y="326233"/>
                  </a:lnTo>
                  <a:lnTo>
                    <a:pt x="223601" y="324518"/>
                  </a:lnTo>
                  <a:lnTo>
                    <a:pt x="228574" y="322645"/>
                  </a:lnTo>
                  <a:lnTo>
                    <a:pt x="233484" y="320615"/>
                  </a:lnTo>
                  <a:lnTo>
                    <a:pt x="238327" y="318430"/>
                  </a:lnTo>
                  <a:lnTo>
                    <a:pt x="243099" y="316092"/>
                  </a:lnTo>
                  <a:lnTo>
                    <a:pt x="247793" y="313603"/>
                  </a:lnTo>
                  <a:lnTo>
                    <a:pt x="252406" y="310966"/>
                  </a:lnTo>
                  <a:lnTo>
                    <a:pt x="256933" y="308185"/>
                  </a:lnTo>
                  <a:lnTo>
                    <a:pt x="261370" y="305260"/>
                  </a:lnTo>
                  <a:lnTo>
                    <a:pt x="265711" y="302197"/>
                  </a:lnTo>
                  <a:lnTo>
                    <a:pt x="269952" y="298996"/>
                  </a:lnTo>
                  <a:lnTo>
                    <a:pt x="274090" y="295663"/>
                  </a:lnTo>
                  <a:lnTo>
                    <a:pt x="278120" y="292200"/>
                  </a:lnTo>
                  <a:lnTo>
                    <a:pt x="282038" y="288610"/>
                  </a:lnTo>
                  <a:lnTo>
                    <a:pt x="285839" y="284898"/>
                  </a:lnTo>
                  <a:lnTo>
                    <a:pt x="289521" y="281067"/>
                  </a:lnTo>
                  <a:lnTo>
                    <a:pt x="293079" y="277121"/>
                  </a:lnTo>
                  <a:lnTo>
                    <a:pt x="296510" y="273063"/>
                  </a:lnTo>
                  <a:lnTo>
                    <a:pt x="299810" y="268899"/>
                  </a:lnTo>
                  <a:lnTo>
                    <a:pt x="302976" y="264632"/>
                  </a:lnTo>
                  <a:lnTo>
                    <a:pt x="306005" y="260266"/>
                  </a:lnTo>
                  <a:lnTo>
                    <a:pt x="308894" y="255807"/>
                  </a:lnTo>
                  <a:lnTo>
                    <a:pt x="311639" y="251258"/>
                  </a:lnTo>
                  <a:lnTo>
                    <a:pt x="314238" y="246623"/>
                  </a:lnTo>
                  <a:lnTo>
                    <a:pt x="316689" y="241909"/>
                  </a:lnTo>
                  <a:lnTo>
                    <a:pt x="318989" y="237119"/>
                  </a:lnTo>
                  <a:lnTo>
                    <a:pt x="321136" y="232259"/>
                  </a:lnTo>
                  <a:lnTo>
                    <a:pt x="323127" y="227332"/>
                  </a:lnTo>
                  <a:lnTo>
                    <a:pt x="324960" y="222345"/>
                  </a:lnTo>
                  <a:lnTo>
                    <a:pt x="326634" y="217302"/>
                  </a:lnTo>
                  <a:lnTo>
                    <a:pt x="328147" y="212209"/>
                  </a:lnTo>
                  <a:lnTo>
                    <a:pt x="329497" y="207070"/>
                  </a:lnTo>
                  <a:lnTo>
                    <a:pt x="330683" y="201890"/>
                  </a:lnTo>
                  <a:lnTo>
                    <a:pt x="331704" y="196676"/>
                  </a:lnTo>
                  <a:lnTo>
                    <a:pt x="332559" y="191432"/>
                  </a:lnTo>
                  <a:lnTo>
                    <a:pt x="333246" y="186163"/>
                  </a:lnTo>
                  <a:lnTo>
                    <a:pt x="333766" y="180875"/>
                  </a:lnTo>
                  <a:lnTo>
                    <a:pt x="334118" y="175573"/>
                  </a:lnTo>
                  <a:lnTo>
                    <a:pt x="334300" y="170263"/>
                  </a:lnTo>
                  <a:lnTo>
                    <a:pt x="334314" y="164950"/>
                  </a:lnTo>
                  <a:lnTo>
                    <a:pt x="334159" y="159638"/>
                  </a:lnTo>
                  <a:lnTo>
                    <a:pt x="333836" y="154335"/>
                  </a:lnTo>
                  <a:lnTo>
                    <a:pt x="333344" y="149044"/>
                  </a:lnTo>
                  <a:lnTo>
                    <a:pt x="332684" y="143772"/>
                  </a:lnTo>
                  <a:lnTo>
                    <a:pt x="331857" y="138523"/>
                  </a:lnTo>
                  <a:lnTo>
                    <a:pt x="330863" y="133304"/>
                  </a:lnTo>
                  <a:lnTo>
                    <a:pt x="329704" y="128118"/>
                  </a:lnTo>
                  <a:lnTo>
                    <a:pt x="328381" y="122972"/>
                  </a:lnTo>
                  <a:lnTo>
                    <a:pt x="326895" y="117871"/>
                  </a:lnTo>
                  <a:lnTo>
                    <a:pt x="325248" y="112819"/>
                  </a:lnTo>
                  <a:lnTo>
                    <a:pt x="323441" y="107822"/>
                  </a:lnTo>
                  <a:lnTo>
                    <a:pt x="321476" y="102886"/>
                  </a:lnTo>
                  <a:lnTo>
                    <a:pt x="319355" y="98014"/>
                  </a:lnTo>
                  <a:lnTo>
                    <a:pt x="317080" y="93212"/>
                  </a:lnTo>
                  <a:lnTo>
                    <a:pt x="314654" y="88485"/>
                  </a:lnTo>
                  <a:lnTo>
                    <a:pt x="312079" y="83837"/>
                  </a:lnTo>
                  <a:lnTo>
                    <a:pt x="309358" y="79274"/>
                  </a:lnTo>
                  <a:lnTo>
                    <a:pt x="306492" y="74799"/>
                  </a:lnTo>
                  <a:lnTo>
                    <a:pt x="303486" y="70417"/>
                  </a:lnTo>
                  <a:lnTo>
                    <a:pt x="300343" y="66134"/>
                  </a:lnTo>
                  <a:lnTo>
                    <a:pt x="297065" y="61952"/>
                  </a:lnTo>
                  <a:lnTo>
                    <a:pt x="293655" y="57877"/>
                  </a:lnTo>
                  <a:lnTo>
                    <a:pt x="290118" y="53912"/>
                  </a:lnTo>
                  <a:lnTo>
                    <a:pt x="286456" y="50061"/>
                  </a:lnTo>
                  <a:lnTo>
                    <a:pt x="282674" y="46329"/>
                  </a:lnTo>
                  <a:lnTo>
                    <a:pt x="278776" y="42719"/>
                  </a:lnTo>
                  <a:lnTo>
                    <a:pt x="274764" y="39235"/>
                  </a:lnTo>
                  <a:lnTo>
                    <a:pt x="270644" y="35880"/>
                  </a:lnTo>
                  <a:lnTo>
                    <a:pt x="266419" y="32657"/>
                  </a:lnTo>
                  <a:lnTo>
                    <a:pt x="262094" y="29571"/>
                  </a:lnTo>
                  <a:lnTo>
                    <a:pt x="257674" y="26623"/>
                  </a:lnTo>
                  <a:lnTo>
                    <a:pt x="253161" y="23818"/>
                  </a:lnTo>
                  <a:lnTo>
                    <a:pt x="248562" y="21157"/>
                  </a:lnTo>
                  <a:lnTo>
                    <a:pt x="243880" y="18644"/>
                  </a:lnTo>
                  <a:lnTo>
                    <a:pt x="239122" y="16280"/>
                  </a:lnTo>
                  <a:lnTo>
                    <a:pt x="234290" y="14070"/>
                  </a:lnTo>
                  <a:lnTo>
                    <a:pt x="229390" y="12014"/>
                  </a:lnTo>
                  <a:lnTo>
                    <a:pt x="224428" y="10114"/>
                  </a:lnTo>
                  <a:lnTo>
                    <a:pt x="219408" y="8374"/>
                  </a:lnTo>
                  <a:lnTo>
                    <a:pt x="214335" y="6793"/>
                  </a:lnTo>
                  <a:lnTo>
                    <a:pt x="209214" y="5375"/>
                  </a:lnTo>
                  <a:lnTo>
                    <a:pt x="204051" y="4121"/>
                  </a:lnTo>
                  <a:lnTo>
                    <a:pt x="198851" y="3031"/>
                  </a:lnTo>
                  <a:lnTo>
                    <a:pt x="193618" y="2106"/>
                  </a:lnTo>
                  <a:lnTo>
                    <a:pt x="188359" y="1349"/>
                  </a:lnTo>
                  <a:lnTo>
                    <a:pt x="183078" y="759"/>
                  </a:lnTo>
                  <a:lnTo>
                    <a:pt x="177782" y="337"/>
                  </a:lnTo>
                  <a:lnTo>
                    <a:pt x="172474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256074" y="4659281"/>
              <a:ext cx="180016" cy="334320"/>
            </a:xfrm>
            <a:custGeom>
              <a:avLst/>
              <a:pathLst>
                <a:path w="180016" h="334320">
                  <a:moveTo>
                    <a:pt x="167160" y="0"/>
                  </a:moveTo>
                  <a:lnTo>
                    <a:pt x="161833" y="84"/>
                  </a:lnTo>
                  <a:lnTo>
                    <a:pt x="156513" y="339"/>
                  </a:lnTo>
                  <a:lnTo>
                    <a:pt x="151203" y="763"/>
                  </a:lnTo>
                  <a:lnTo>
                    <a:pt x="145909" y="1356"/>
                  </a:lnTo>
                  <a:lnTo>
                    <a:pt x="140637" y="2117"/>
                  </a:lnTo>
                  <a:lnTo>
                    <a:pt x="135391" y="3046"/>
                  </a:lnTo>
                  <a:lnTo>
                    <a:pt x="130178" y="4141"/>
                  </a:lnTo>
                  <a:lnTo>
                    <a:pt x="125003" y="5402"/>
                  </a:lnTo>
                  <a:lnTo>
                    <a:pt x="119870" y="6828"/>
                  </a:lnTo>
                  <a:lnTo>
                    <a:pt x="114785" y="8416"/>
                  </a:lnTo>
                  <a:lnTo>
                    <a:pt x="109754" y="10165"/>
                  </a:lnTo>
                  <a:lnTo>
                    <a:pt x="104781" y="12074"/>
                  </a:lnTo>
                  <a:lnTo>
                    <a:pt x="99871" y="14140"/>
                  </a:lnTo>
                  <a:lnTo>
                    <a:pt x="95029" y="16362"/>
                  </a:lnTo>
                  <a:lnTo>
                    <a:pt x="90261" y="18737"/>
                  </a:lnTo>
                  <a:lnTo>
                    <a:pt x="85571" y="21262"/>
                  </a:lnTo>
                  <a:lnTo>
                    <a:pt x="80964" y="23936"/>
                  </a:lnTo>
                  <a:lnTo>
                    <a:pt x="76444" y="26755"/>
                  </a:lnTo>
                  <a:lnTo>
                    <a:pt x="72016" y="29716"/>
                  </a:lnTo>
                  <a:lnTo>
                    <a:pt x="67685" y="32818"/>
                  </a:lnTo>
                  <a:lnTo>
                    <a:pt x="63455" y="36055"/>
                  </a:lnTo>
                  <a:lnTo>
                    <a:pt x="59330" y="39426"/>
                  </a:lnTo>
                  <a:lnTo>
                    <a:pt x="55315" y="42927"/>
                  </a:lnTo>
                  <a:lnTo>
                    <a:pt x="51413" y="46553"/>
                  </a:lnTo>
                  <a:lnTo>
                    <a:pt x="47629" y="50302"/>
                  </a:lnTo>
                  <a:lnTo>
                    <a:pt x="43966" y="54170"/>
                  </a:lnTo>
                  <a:lnTo>
                    <a:pt x="40428" y="58153"/>
                  </a:lnTo>
                  <a:lnTo>
                    <a:pt x="37019" y="62246"/>
                  </a:lnTo>
                  <a:lnTo>
                    <a:pt x="33742" y="66446"/>
                  </a:lnTo>
                  <a:lnTo>
                    <a:pt x="30601" y="70748"/>
                  </a:lnTo>
                  <a:lnTo>
                    <a:pt x="27598" y="75148"/>
                  </a:lnTo>
                  <a:lnTo>
                    <a:pt x="24737" y="79641"/>
                  </a:lnTo>
                  <a:lnTo>
                    <a:pt x="22021" y="84223"/>
                  </a:lnTo>
                  <a:lnTo>
                    <a:pt x="19452" y="88890"/>
                  </a:lnTo>
                  <a:lnTo>
                    <a:pt x="17033" y="93636"/>
                  </a:lnTo>
                  <a:lnTo>
                    <a:pt x="14766" y="98456"/>
                  </a:lnTo>
                  <a:lnTo>
                    <a:pt x="12654" y="103347"/>
                  </a:lnTo>
                  <a:lnTo>
                    <a:pt x="10699" y="108302"/>
                  </a:lnTo>
                  <a:lnTo>
                    <a:pt x="8903" y="113317"/>
                  </a:lnTo>
                  <a:lnTo>
                    <a:pt x="7268" y="118387"/>
                  </a:lnTo>
                  <a:lnTo>
                    <a:pt x="5795" y="123506"/>
                  </a:lnTo>
                  <a:lnTo>
                    <a:pt x="4486" y="128669"/>
                  </a:lnTo>
                  <a:lnTo>
                    <a:pt x="3342" y="133872"/>
                  </a:lnTo>
                  <a:lnTo>
                    <a:pt x="2364" y="139108"/>
                  </a:lnTo>
                  <a:lnTo>
                    <a:pt x="1554" y="144373"/>
                  </a:lnTo>
                  <a:lnTo>
                    <a:pt x="911" y="149661"/>
                  </a:lnTo>
                  <a:lnTo>
                    <a:pt x="438" y="154967"/>
                  </a:lnTo>
                  <a:lnTo>
                    <a:pt x="134" y="160285"/>
                  </a:lnTo>
                  <a:lnTo>
                    <a:pt x="0" y="165611"/>
                  </a:lnTo>
                  <a:lnTo>
                    <a:pt x="35" y="170937"/>
                  </a:lnTo>
                  <a:lnTo>
                    <a:pt x="240" y="176260"/>
                  </a:lnTo>
                  <a:lnTo>
                    <a:pt x="614" y="181574"/>
                  </a:lnTo>
                  <a:lnTo>
                    <a:pt x="1158" y="186873"/>
                  </a:lnTo>
                  <a:lnTo>
                    <a:pt x="1870" y="192152"/>
                  </a:lnTo>
                  <a:lnTo>
                    <a:pt x="2750" y="197406"/>
                  </a:lnTo>
                  <a:lnTo>
                    <a:pt x="3797" y="202629"/>
                  </a:lnTo>
                  <a:lnTo>
                    <a:pt x="5010" y="207816"/>
                  </a:lnTo>
                  <a:lnTo>
                    <a:pt x="6387" y="212962"/>
                  </a:lnTo>
                  <a:lnTo>
                    <a:pt x="7928" y="218061"/>
                  </a:lnTo>
                  <a:lnTo>
                    <a:pt x="9630" y="223109"/>
                  </a:lnTo>
                  <a:lnTo>
                    <a:pt x="11493" y="228099"/>
                  </a:lnTo>
                  <a:lnTo>
                    <a:pt x="13513" y="233028"/>
                  </a:lnTo>
                  <a:lnTo>
                    <a:pt x="15690" y="237890"/>
                  </a:lnTo>
                  <a:lnTo>
                    <a:pt x="18020" y="242680"/>
                  </a:lnTo>
                  <a:lnTo>
                    <a:pt x="20502" y="247394"/>
                  </a:lnTo>
                  <a:lnTo>
                    <a:pt x="23132" y="252026"/>
                  </a:lnTo>
                  <a:lnTo>
                    <a:pt x="25909" y="256572"/>
                  </a:lnTo>
                  <a:lnTo>
                    <a:pt x="28829" y="261027"/>
                  </a:lnTo>
                  <a:lnTo>
                    <a:pt x="31890" y="265387"/>
                  </a:lnTo>
                  <a:lnTo>
                    <a:pt x="35088" y="269647"/>
                  </a:lnTo>
                  <a:lnTo>
                    <a:pt x="38421" y="273803"/>
                  </a:lnTo>
                  <a:lnTo>
                    <a:pt x="41884" y="277850"/>
                  </a:lnTo>
                  <a:lnTo>
                    <a:pt x="45474" y="281786"/>
                  </a:lnTo>
                  <a:lnTo>
                    <a:pt x="49187" y="285605"/>
                  </a:lnTo>
                  <a:lnTo>
                    <a:pt x="53021" y="289303"/>
                  </a:lnTo>
                  <a:lnTo>
                    <a:pt x="56970" y="292878"/>
                  </a:lnTo>
                  <a:lnTo>
                    <a:pt x="61032" y="296325"/>
                  </a:lnTo>
                  <a:lnTo>
                    <a:pt x="65201" y="299641"/>
                  </a:lnTo>
                  <a:lnTo>
                    <a:pt x="69473" y="302822"/>
                  </a:lnTo>
                  <a:lnTo>
                    <a:pt x="73845" y="305866"/>
                  </a:lnTo>
                  <a:lnTo>
                    <a:pt x="78312" y="308768"/>
                  </a:lnTo>
                  <a:lnTo>
                    <a:pt x="82869" y="311527"/>
                  </a:lnTo>
                  <a:lnTo>
                    <a:pt x="87511" y="314140"/>
                  </a:lnTo>
                  <a:lnTo>
                    <a:pt x="92234" y="316603"/>
                  </a:lnTo>
                  <a:lnTo>
                    <a:pt x="97033" y="318914"/>
                  </a:lnTo>
                  <a:lnTo>
                    <a:pt x="101904" y="321072"/>
                  </a:lnTo>
                  <a:lnTo>
                    <a:pt x="106841" y="323073"/>
                  </a:lnTo>
                  <a:lnTo>
                    <a:pt x="111839" y="324915"/>
                  </a:lnTo>
                  <a:lnTo>
                    <a:pt x="116893" y="326598"/>
                  </a:lnTo>
                  <a:lnTo>
                    <a:pt x="121998" y="328118"/>
                  </a:lnTo>
                  <a:lnTo>
                    <a:pt x="127149" y="329476"/>
                  </a:lnTo>
                  <a:lnTo>
                    <a:pt x="132341" y="330668"/>
                  </a:lnTo>
                  <a:lnTo>
                    <a:pt x="137568" y="331694"/>
                  </a:lnTo>
                  <a:lnTo>
                    <a:pt x="142825" y="332554"/>
                  </a:lnTo>
                  <a:lnTo>
                    <a:pt x="148107" y="333245"/>
                  </a:lnTo>
                  <a:lnTo>
                    <a:pt x="153408" y="333768"/>
                  </a:lnTo>
                  <a:lnTo>
                    <a:pt x="158724" y="334121"/>
                  </a:lnTo>
                  <a:lnTo>
                    <a:pt x="164047" y="334305"/>
                  </a:lnTo>
                  <a:lnTo>
                    <a:pt x="169374" y="334320"/>
                  </a:lnTo>
                  <a:lnTo>
                    <a:pt x="174699" y="334164"/>
                  </a:lnTo>
                  <a:lnTo>
                    <a:pt x="180016" y="33383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826449"/>
              <a:ext cx="12856" cy="166672"/>
            </a:xfrm>
            <a:custGeom>
              <a:avLst/>
              <a:pathLst>
                <a:path w="12856" h="166672">
                  <a:moveTo>
                    <a:pt x="12856" y="1666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826449"/>
              <a:ext cx="12856" cy="166672"/>
            </a:xfrm>
            <a:custGeom>
              <a:avLst/>
              <a:pathLst>
                <a:path w="12856" h="166672">
                  <a:moveTo>
                    <a:pt x="12856" y="1666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123598" cy="166672"/>
            </a:xfrm>
            <a:custGeom>
              <a:avLst/>
              <a:pathLst>
                <a:path w="123598" h="166672">
                  <a:moveTo>
                    <a:pt x="12856" y="166672"/>
                  </a:moveTo>
                  <a:lnTo>
                    <a:pt x="18320" y="166160"/>
                  </a:lnTo>
                  <a:lnTo>
                    <a:pt x="23765" y="165469"/>
                  </a:lnTo>
                  <a:lnTo>
                    <a:pt x="29184" y="164600"/>
                  </a:lnTo>
                  <a:lnTo>
                    <a:pt x="34571" y="163553"/>
                  </a:lnTo>
                  <a:lnTo>
                    <a:pt x="39922" y="162330"/>
                  </a:lnTo>
                  <a:lnTo>
                    <a:pt x="45229" y="160932"/>
                  </a:lnTo>
                  <a:lnTo>
                    <a:pt x="50488" y="159360"/>
                  </a:lnTo>
                  <a:lnTo>
                    <a:pt x="55692" y="157617"/>
                  </a:lnTo>
                  <a:lnTo>
                    <a:pt x="60836" y="155704"/>
                  </a:lnTo>
                  <a:lnTo>
                    <a:pt x="65914" y="153623"/>
                  </a:lnTo>
                  <a:lnTo>
                    <a:pt x="70922" y="151376"/>
                  </a:lnTo>
                  <a:lnTo>
                    <a:pt x="75853" y="148967"/>
                  </a:lnTo>
                  <a:lnTo>
                    <a:pt x="80702" y="146396"/>
                  </a:lnTo>
                  <a:lnTo>
                    <a:pt x="85464" y="143668"/>
                  </a:lnTo>
                  <a:lnTo>
                    <a:pt x="90134" y="140785"/>
                  </a:lnTo>
                  <a:lnTo>
                    <a:pt x="94707" y="137751"/>
                  </a:lnTo>
                  <a:lnTo>
                    <a:pt x="99178" y="134567"/>
                  </a:lnTo>
                  <a:lnTo>
                    <a:pt x="103542" y="131239"/>
                  </a:lnTo>
                  <a:lnTo>
                    <a:pt x="107795" y="127769"/>
                  </a:lnTo>
                  <a:lnTo>
                    <a:pt x="111931" y="124162"/>
                  </a:lnTo>
                  <a:lnTo>
                    <a:pt x="115946" y="120421"/>
                  </a:lnTo>
                  <a:lnTo>
                    <a:pt x="119837" y="116550"/>
                  </a:lnTo>
                  <a:lnTo>
                    <a:pt x="123598" y="112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167167" cy="279720"/>
            </a:xfrm>
            <a:custGeom>
              <a:avLst/>
              <a:pathLst>
                <a:path w="167167" h="279720">
                  <a:moveTo>
                    <a:pt x="123598" y="279720"/>
                  </a:moveTo>
                  <a:lnTo>
                    <a:pt x="127144" y="275699"/>
                  </a:lnTo>
                  <a:lnTo>
                    <a:pt x="130560" y="271565"/>
                  </a:lnTo>
                  <a:lnTo>
                    <a:pt x="133841" y="267324"/>
                  </a:lnTo>
                  <a:lnTo>
                    <a:pt x="136984" y="262981"/>
                  </a:lnTo>
                  <a:lnTo>
                    <a:pt x="139986" y="258538"/>
                  </a:lnTo>
                  <a:lnTo>
                    <a:pt x="142844" y="254002"/>
                  </a:lnTo>
                  <a:lnTo>
                    <a:pt x="145556" y="249376"/>
                  </a:lnTo>
                  <a:lnTo>
                    <a:pt x="148117" y="244666"/>
                  </a:lnTo>
                  <a:lnTo>
                    <a:pt x="150527" y="239876"/>
                  </a:lnTo>
                  <a:lnTo>
                    <a:pt x="152781" y="235011"/>
                  </a:lnTo>
                  <a:lnTo>
                    <a:pt x="154878" y="230076"/>
                  </a:lnTo>
                  <a:lnTo>
                    <a:pt x="156816" y="225077"/>
                  </a:lnTo>
                  <a:lnTo>
                    <a:pt x="158592" y="220018"/>
                  </a:lnTo>
                  <a:lnTo>
                    <a:pt x="160206" y="214905"/>
                  </a:lnTo>
                  <a:lnTo>
                    <a:pt x="161654" y="209742"/>
                  </a:lnTo>
                  <a:lnTo>
                    <a:pt x="162937" y="204536"/>
                  </a:lnTo>
                  <a:lnTo>
                    <a:pt x="164051" y="199291"/>
                  </a:lnTo>
                  <a:lnTo>
                    <a:pt x="164997" y="194014"/>
                  </a:lnTo>
                  <a:lnTo>
                    <a:pt x="165773" y="188708"/>
                  </a:lnTo>
                  <a:lnTo>
                    <a:pt x="166379" y="183381"/>
                  </a:lnTo>
                  <a:lnTo>
                    <a:pt x="166813" y="178037"/>
                  </a:lnTo>
                  <a:lnTo>
                    <a:pt x="167076" y="172681"/>
                  </a:lnTo>
                  <a:lnTo>
                    <a:pt x="167167" y="167320"/>
                  </a:lnTo>
                  <a:lnTo>
                    <a:pt x="167086" y="161959"/>
                  </a:lnTo>
                  <a:lnTo>
                    <a:pt x="166833" y="156603"/>
                  </a:lnTo>
                  <a:lnTo>
                    <a:pt x="166408" y="151258"/>
                  </a:lnTo>
                  <a:lnTo>
                    <a:pt x="165812" y="145930"/>
                  </a:lnTo>
                  <a:lnTo>
                    <a:pt x="165046" y="140623"/>
                  </a:lnTo>
                  <a:lnTo>
                    <a:pt x="164110" y="135343"/>
                  </a:lnTo>
                  <a:lnTo>
                    <a:pt x="163005" y="130097"/>
                  </a:lnTo>
                  <a:lnTo>
                    <a:pt x="161732" y="124888"/>
                  </a:lnTo>
                  <a:lnTo>
                    <a:pt x="160293" y="119723"/>
                  </a:lnTo>
                  <a:lnTo>
                    <a:pt x="158689" y="114607"/>
                  </a:lnTo>
                  <a:lnTo>
                    <a:pt x="156922" y="109545"/>
                  </a:lnTo>
                  <a:lnTo>
                    <a:pt x="154993" y="104542"/>
                  </a:lnTo>
                  <a:lnTo>
                    <a:pt x="152905" y="99603"/>
                  </a:lnTo>
                  <a:lnTo>
                    <a:pt x="150660" y="94734"/>
                  </a:lnTo>
                  <a:lnTo>
                    <a:pt x="148259" y="89940"/>
                  </a:lnTo>
                  <a:lnTo>
                    <a:pt x="145706" y="85225"/>
                  </a:lnTo>
                  <a:lnTo>
                    <a:pt x="143003" y="80594"/>
                  </a:lnTo>
                  <a:lnTo>
                    <a:pt x="140153" y="76053"/>
                  </a:lnTo>
                  <a:lnTo>
                    <a:pt x="137159" y="71605"/>
                  </a:lnTo>
                  <a:lnTo>
                    <a:pt x="134024" y="67255"/>
                  </a:lnTo>
                  <a:lnTo>
                    <a:pt x="130751" y="63008"/>
                  </a:lnTo>
                  <a:lnTo>
                    <a:pt x="127343" y="58869"/>
                  </a:lnTo>
                  <a:lnTo>
                    <a:pt x="123805" y="54840"/>
                  </a:lnTo>
                  <a:lnTo>
                    <a:pt x="120138" y="50928"/>
                  </a:lnTo>
                  <a:lnTo>
                    <a:pt x="116349" y="47135"/>
                  </a:lnTo>
                  <a:lnTo>
                    <a:pt x="112440" y="43465"/>
                  </a:lnTo>
                  <a:lnTo>
                    <a:pt x="108415" y="39923"/>
                  </a:lnTo>
                  <a:lnTo>
                    <a:pt x="104278" y="36511"/>
                  </a:lnTo>
                  <a:lnTo>
                    <a:pt x="100034" y="33234"/>
                  </a:lnTo>
                  <a:lnTo>
                    <a:pt x="95687" y="30095"/>
                  </a:lnTo>
                  <a:lnTo>
                    <a:pt x="91242" y="27097"/>
                  </a:lnTo>
                  <a:lnTo>
                    <a:pt x="86703" y="24242"/>
                  </a:lnTo>
                  <a:lnTo>
                    <a:pt x="82075" y="21535"/>
                  </a:lnTo>
                  <a:lnTo>
                    <a:pt x="77362" y="18978"/>
                  </a:lnTo>
                  <a:lnTo>
                    <a:pt x="72570" y="16573"/>
                  </a:lnTo>
                  <a:lnTo>
                    <a:pt x="67703" y="14323"/>
                  </a:lnTo>
                  <a:lnTo>
                    <a:pt x="62767" y="12231"/>
                  </a:lnTo>
                  <a:lnTo>
                    <a:pt x="57766" y="10297"/>
                  </a:lnTo>
                  <a:lnTo>
                    <a:pt x="52705" y="8526"/>
                  </a:lnTo>
                  <a:lnTo>
                    <a:pt x="47590" y="6917"/>
                  </a:lnTo>
                  <a:lnTo>
                    <a:pt x="42426" y="5473"/>
                  </a:lnTo>
                  <a:lnTo>
                    <a:pt x="37219" y="4196"/>
                  </a:lnTo>
                  <a:lnTo>
                    <a:pt x="31973" y="3086"/>
                  </a:lnTo>
                  <a:lnTo>
                    <a:pt x="26695" y="2145"/>
                  </a:lnTo>
                  <a:lnTo>
                    <a:pt x="21389" y="1374"/>
                  </a:lnTo>
                  <a:lnTo>
                    <a:pt x="16061" y="773"/>
                  </a:lnTo>
                  <a:lnTo>
                    <a:pt x="10716" y="343"/>
                  </a:lnTo>
                  <a:lnTo>
                    <a:pt x="536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561321" y="4213821"/>
              <a:ext cx="303783" cy="334333"/>
            </a:xfrm>
            <a:custGeom>
              <a:avLst/>
              <a:pathLst>
                <a:path w="303783" h="334333">
                  <a:moveTo>
                    <a:pt x="167150" y="0"/>
                  </a:moveTo>
                  <a:lnTo>
                    <a:pt x="161840" y="84"/>
                  </a:lnTo>
                  <a:lnTo>
                    <a:pt x="156536" y="337"/>
                  </a:lnTo>
                  <a:lnTo>
                    <a:pt x="151242" y="758"/>
                  </a:lnTo>
                  <a:lnTo>
                    <a:pt x="145964" y="1348"/>
                  </a:lnTo>
                  <a:lnTo>
                    <a:pt x="140707" y="2104"/>
                  </a:lnTo>
                  <a:lnTo>
                    <a:pt x="135477" y="3027"/>
                  </a:lnTo>
                  <a:lnTo>
                    <a:pt x="130279" y="4116"/>
                  </a:lnTo>
                  <a:lnTo>
                    <a:pt x="125119" y="5370"/>
                  </a:lnTo>
                  <a:lnTo>
                    <a:pt x="120000" y="6787"/>
                  </a:lnTo>
                  <a:lnTo>
                    <a:pt x="114930" y="8365"/>
                  </a:lnTo>
                  <a:lnTo>
                    <a:pt x="109912" y="10104"/>
                  </a:lnTo>
                  <a:lnTo>
                    <a:pt x="104952" y="12002"/>
                  </a:lnTo>
                  <a:lnTo>
                    <a:pt x="100054" y="14056"/>
                  </a:lnTo>
                  <a:lnTo>
                    <a:pt x="95224" y="16264"/>
                  </a:lnTo>
                  <a:lnTo>
                    <a:pt x="90467" y="18625"/>
                  </a:lnTo>
                  <a:lnTo>
                    <a:pt x="85788" y="21136"/>
                  </a:lnTo>
                  <a:lnTo>
                    <a:pt x="81190" y="23794"/>
                  </a:lnTo>
                  <a:lnTo>
                    <a:pt x="76679" y="26597"/>
                  </a:lnTo>
                  <a:lnTo>
                    <a:pt x="72260" y="29542"/>
                  </a:lnTo>
                  <a:lnTo>
                    <a:pt x="67936" y="32625"/>
                  </a:lnTo>
                  <a:lnTo>
                    <a:pt x="63712" y="35845"/>
                  </a:lnTo>
                  <a:lnTo>
                    <a:pt x="59593" y="39197"/>
                  </a:lnTo>
                  <a:lnTo>
                    <a:pt x="55582" y="42678"/>
                  </a:lnTo>
                  <a:lnTo>
                    <a:pt x="51684" y="46285"/>
                  </a:lnTo>
                  <a:lnTo>
                    <a:pt x="47903" y="50014"/>
                  </a:lnTo>
                  <a:lnTo>
                    <a:pt x="44241" y="53861"/>
                  </a:lnTo>
                  <a:lnTo>
                    <a:pt x="40704" y="57822"/>
                  </a:lnTo>
                  <a:lnTo>
                    <a:pt x="37295" y="61894"/>
                  </a:lnTo>
                  <a:lnTo>
                    <a:pt x="34016" y="66072"/>
                  </a:lnTo>
                  <a:lnTo>
                    <a:pt x="30872" y="70352"/>
                  </a:lnTo>
                  <a:lnTo>
                    <a:pt x="27866" y="74729"/>
                  </a:lnTo>
                  <a:lnTo>
                    <a:pt x="25000" y="79200"/>
                  </a:lnTo>
                  <a:lnTo>
                    <a:pt x="22277" y="83760"/>
                  </a:lnTo>
                  <a:lnTo>
                    <a:pt x="19701" y="88404"/>
                  </a:lnTo>
                  <a:lnTo>
                    <a:pt x="17273" y="93128"/>
                  </a:lnTo>
                  <a:lnTo>
                    <a:pt x="14997" y="97926"/>
                  </a:lnTo>
                  <a:lnTo>
                    <a:pt x="12874" y="102794"/>
                  </a:lnTo>
                  <a:lnTo>
                    <a:pt x="10908" y="107727"/>
                  </a:lnTo>
                  <a:lnTo>
                    <a:pt x="9098" y="112720"/>
                  </a:lnTo>
                  <a:lnTo>
                    <a:pt x="7449" y="117768"/>
                  </a:lnTo>
                  <a:lnTo>
                    <a:pt x="5960" y="122866"/>
                  </a:lnTo>
                  <a:lnTo>
                    <a:pt x="4634" y="128008"/>
                  </a:lnTo>
                  <a:lnTo>
                    <a:pt x="3472" y="133191"/>
                  </a:lnTo>
                  <a:lnTo>
                    <a:pt x="2476" y="138407"/>
                  </a:lnTo>
                  <a:lnTo>
                    <a:pt x="1645" y="143652"/>
                  </a:lnTo>
                  <a:lnTo>
                    <a:pt x="982" y="148921"/>
                  </a:lnTo>
                  <a:lnTo>
                    <a:pt x="486" y="154209"/>
                  </a:lnTo>
                  <a:lnTo>
                    <a:pt x="158" y="159510"/>
                  </a:lnTo>
                  <a:lnTo>
                    <a:pt x="0" y="164818"/>
                  </a:lnTo>
                  <a:lnTo>
                    <a:pt x="9" y="170129"/>
                  </a:lnTo>
                  <a:lnTo>
                    <a:pt x="188" y="175436"/>
                  </a:lnTo>
                  <a:lnTo>
                    <a:pt x="535" y="180736"/>
                  </a:lnTo>
                  <a:lnTo>
                    <a:pt x="1050" y="186021"/>
                  </a:lnTo>
                  <a:lnTo>
                    <a:pt x="1732" y="191288"/>
                  </a:lnTo>
                  <a:lnTo>
                    <a:pt x="2582" y="196530"/>
                  </a:lnTo>
                  <a:lnTo>
                    <a:pt x="3598" y="201743"/>
                  </a:lnTo>
                  <a:lnTo>
                    <a:pt x="4779" y="206921"/>
                  </a:lnTo>
                  <a:lnTo>
                    <a:pt x="6123" y="212059"/>
                  </a:lnTo>
                  <a:lnTo>
                    <a:pt x="7631" y="217151"/>
                  </a:lnTo>
                  <a:lnTo>
                    <a:pt x="9299" y="222193"/>
                  </a:lnTo>
                  <a:lnTo>
                    <a:pt x="11126" y="227179"/>
                  </a:lnTo>
                  <a:lnTo>
                    <a:pt x="13112" y="232105"/>
                  </a:lnTo>
                  <a:lnTo>
                    <a:pt x="15252" y="236965"/>
                  </a:lnTo>
                  <a:lnTo>
                    <a:pt x="17546" y="241755"/>
                  </a:lnTo>
                  <a:lnTo>
                    <a:pt x="19991" y="246470"/>
                  </a:lnTo>
                  <a:lnTo>
                    <a:pt x="22584" y="251104"/>
                  </a:lnTo>
                  <a:lnTo>
                    <a:pt x="25323" y="255654"/>
                  </a:lnTo>
                  <a:lnTo>
                    <a:pt x="28205" y="260114"/>
                  </a:lnTo>
                  <a:lnTo>
                    <a:pt x="31228" y="264481"/>
                  </a:lnTo>
                  <a:lnTo>
                    <a:pt x="34388" y="268750"/>
                  </a:lnTo>
                  <a:lnTo>
                    <a:pt x="37682" y="272916"/>
                  </a:lnTo>
                  <a:lnTo>
                    <a:pt x="41106" y="276975"/>
                  </a:lnTo>
                  <a:lnTo>
                    <a:pt x="44658" y="280923"/>
                  </a:lnTo>
                  <a:lnTo>
                    <a:pt x="48333" y="284757"/>
                  </a:lnTo>
                  <a:lnTo>
                    <a:pt x="52128" y="288472"/>
                  </a:lnTo>
                  <a:lnTo>
                    <a:pt x="56039" y="292064"/>
                  </a:lnTo>
                  <a:lnTo>
                    <a:pt x="60063" y="295530"/>
                  </a:lnTo>
                  <a:lnTo>
                    <a:pt x="64194" y="298867"/>
                  </a:lnTo>
                  <a:lnTo>
                    <a:pt x="68430" y="302071"/>
                  </a:lnTo>
                  <a:lnTo>
                    <a:pt x="72765" y="305139"/>
                  </a:lnTo>
                  <a:lnTo>
                    <a:pt x="77195" y="308068"/>
                  </a:lnTo>
                  <a:lnTo>
                    <a:pt x="81716" y="310854"/>
                  </a:lnTo>
                  <a:lnTo>
                    <a:pt x="86324" y="313495"/>
                  </a:lnTo>
                  <a:lnTo>
                    <a:pt x="91012" y="315989"/>
                  </a:lnTo>
                  <a:lnTo>
                    <a:pt x="95778" y="318332"/>
                  </a:lnTo>
                  <a:lnTo>
                    <a:pt x="100616" y="320523"/>
                  </a:lnTo>
                  <a:lnTo>
                    <a:pt x="105521" y="322559"/>
                  </a:lnTo>
                  <a:lnTo>
                    <a:pt x="110488" y="324438"/>
                  </a:lnTo>
                  <a:lnTo>
                    <a:pt x="115512" y="326159"/>
                  </a:lnTo>
                  <a:lnTo>
                    <a:pt x="120589" y="327719"/>
                  </a:lnTo>
                  <a:lnTo>
                    <a:pt x="125712" y="329117"/>
                  </a:lnTo>
                  <a:lnTo>
                    <a:pt x="130877" y="330352"/>
                  </a:lnTo>
                  <a:lnTo>
                    <a:pt x="136079" y="331421"/>
                  </a:lnTo>
                  <a:lnTo>
                    <a:pt x="141312" y="332326"/>
                  </a:lnTo>
                  <a:lnTo>
                    <a:pt x="146572" y="333063"/>
                  </a:lnTo>
                  <a:lnTo>
                    <a:pt x="151852" y="333633"/>
                  </a:lnTo>
                  <a:lnTo>
                    <a:pt x="157147" y="334035"/>
                  </a:lnTo>
                  <a:lnTo>
                    <a:pt x="162453" y="334268"/>
                  </a:lnTo>
                  <a:lnTo>
                    <a:pt x="167763" y="334333"/>
                  </a:lnTo>
                  <a:lnTo>
                    <a:pt x="173073" y="334229"/>
                  </a:lnTo>
                  <a:lnTo>
                    <a:pt x="178377" y="333957"/>
                  </a:lnTo>
                  <a:lnTo>
                    <a:pt x="183669" y="333516"/>
                  </a:lnTo>
                  <a:lnTo>
                    <a:pt x="188945" y="332908"/>
                  </a:lnTo>
                  <a:lnTo>
                    <a:pt x="194199" y="332132"/>
                  </a:lnTo>
                  <a:lnTo>
                    <a:pt x="199425" y="331189"/>
                  </a:lnTo>
                  <a:lnTo>
                    <a:pt x="204619" y="330081"/>
                  </a:lnTo>
                  <a:lnTo>
                    <a:pt x="209775" y="328809"/>
                  </a:lnTo>
                  <a:lnTo>
                    <a:pt x="214888" y="327373"/>
                  </a:lnTo>
                  <a:lnTo>
                    <a:pt x="219953" y="325776"/>
                  </a:lnTo>
                  <a:lnTo>
                    <a:pt x="224964" y="324019"/>
                  </a:lnTo>
                  <a:lnTo>
                    <a:pt x="229918" y="322103"/>
                  </a:lnTo>
                  <a:lnTo>
                    <a:pt x="234808" y="320031"/>
                  </a:lnTo>
                  <a:lnTo>
                    <a:pt x="239629" y="317805"/>
                  </a:lnTo>
                  <a:lnTo>
                    <a:pt x="244378" y="315427"/>
                  </a:lnTo>
                  <a:lnTo>
                    <a:pt x="249048" y="312899"/>
                  </a:lnTo>
                  <a:lnTo>
                    <a:pt x="253636" y="310224"/>
                  </a:lnTo>
                  <a:lnTo>
                    <a:pt x="258136" y="307404"/>
                  </a:lnTo>
                  <a:lnTo>
                    <a:pt x="262545" y="304443"/>
                  </a:lnTo>
                  <a:lnTo>
                    <a:pt x="266858" y="301344"/>
                  </a:lnTo>
                  <a:lnTo>
                    <a:pt x="271069" y="298109"/>
                  </a:lnTo>
                  <a:lnTo>
                    <a:pt x="275176" y="294742"/>
                  </a:lnTo>
                  <a:lnTo>
                    <a:pt x="279174" y="291246"/>
                  </a:lnTo>
                  <a:lnTo>
                    <a:pt x="283059" y="287625"/>
                  </a:lnTo>
                  <a:lnTo>
                    <a:pt x="286827" y="283882"/>
                  </a:lnTo>
                  <a:lnTo>
                    <a:pt x="290474" y="280022"/>
                  </a:lnTo>
                  <a:lnTo>
                    <a:pt x="293997" y="276048"/>
                  </a:lnTo>
                  <a:lnTo>
                    <a:pt x="297391" y="271964"/>
                  </a:lnTo>
                  <a:lnTo>
                    <a:pt x="300654" y="267774"/>
                  </a:lnTo>
                  <a:lnTo>
                    <a:pt x="303783" y="263482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380988"/>
              <a:ext cx="136632" cy="96315"/>
            </a:xfrm>
            <a:custGeom>
              <a:avLst/>
              <a:pathLst>
                <a:path w="136632" h="96315">
                  <a:moveTo>
                    <a:pt x="136632" y="9631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38265"/>
              <a:ext cx="167159" cy="139038"/>
            </a:xfrm>
            <a:custGeom>
              <a:avLst/>
              <a:pathLst>
                <a:path w="167159" h="139038">
                  <a:moveTo>
                    <a:pt x="136632" y="139038"/>
                  </a:moveTo>
                  <a:lnTo>
                    <a:pt x="139786" y="134400"/>
                  </a:lnTo>
                  <a:lnTo>
                    <a:pt x="142783" y="129658"/>
                  </a:lnTo>
                  <a:lnTo>
                    <a:pt x="145619" y="124819"/>
                  </a:lnTo>
                  <a:lnTo>
                    <a:pt x="148292" y="119887"/>
                  </a:lnTo>
                  <a:lnTo>
                    <a:pt x="150797" y="114869"/>
                  </a:lnTo>
                  <a:lnTo>
                    <a:pt x="153133" y="109769"/>
                  </a:lnTo>
                  <a:lnTo>
                    <a:pt x="155296" y="104593"/>
                  </a:lnTo>
                  <a:lnTo>
                    <a:pt x="157284" y="99348"/>
                  </a:lnTo>
                  <a:lnTo>
                    <a:pt x="159096" y="94040"/>
                  </a:lnTo>
                  <a:lnTo>
                    <a:pt x="160728" y="88673"/>
                  </a:lnTo>
                  <a:lnTo>
                    <a:pt x="162179" y="83255"/>
                  </a:lnTo>
                  <a:lnTo>
                    <a:pt x="163447" y="77791"/>
                  </a:lnTo>
                  <a:lnTo>
                    <a:pt x="164532" y="72287"/>
                  </a:lnTo>
                  <a:lnTo>
                    <a:pt x="165431" y="66751"/>
                  </a:lnTo>
                  <a:lnTo>
                    <a:pt x="166144" y="61187"/>
                  </a:lnTo>
                  <a:lnTo>
                    <a:pt x="166670" y="55602"/>
                  </a:lnTo>
                  <a:lnTo>
                    <a:pt x="167008" y="50003"/>
                  </a:lnTo>
                  <a:lnTo>
                    <a:pt x="167159" y="44396"/>
                  </a:lnTo>
                  <a:lnTo>
                    <a:pt x="167121" y="38787"/>
                  </a:lnTo>
                  <a:lnTo>
                    <a:pt x="166894" y="33182"/>
                  </a:lnTo>
                  <a:lnTo>
                    <a:pt x="166480" y="27588"/>
                  </a:lnTo>
                  <a:lnTo>
                    <a:pt x="165879" y="22012"/>
                  </a:lnTo>
                  <a:lnTo>
                    <a:pt x="165091" y="16458"/>
                  </a:lnTo>
                  <a:lnTo>
                    <a:pt x="164117" y="10934"/>
                  </a:lnTo>
                  <a:lnTo>
                    <a:pt x="162958" y="5446"/>
                  </a:lnTo>
                  <a:lnTo>
                    <a:pt x="161615" y="0"/>
                  </a:lnTo>
                  <a:lnTo>
                    <a:pt x="0" y="427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161615" cy="167167"/>
            </a:xfrm>
            <a:custGeom>
              <a:avLst/>
              <a:pathLst>
                <a:path w="161615" h="167167">
                  <a:moveTo>
                    <a:pt x="161615" y="124444"/>
                  </a:moveTo>
                  <a:lnTo>
                    <a:pt x="160127" y="119165"/>
                  </a:lnTo>
                  <a:lnTo>
                    <a:pt x="158466" y="113938"/>
                  </a:lnTo>
                  <a:lnTo>
                    <a:pt x="156635" y="108769"/>
                  </a:lnTo>
                  <a:lnTo>
                    <a:pt x="154635" y="103662"/>
                  </a:lnTo>
                  <a:lnTo>
                    <a:pt x="152468" y="98624"/>
                  </a:lnTo>
                  <a:lnTo>
                    <a:pt x="150138" y="93659"/>
                  </a:lnTo>
                  <a:lnTo>
                    <a:pt x="147646" y="88774"/>
                  </a:lnTo>
                  <a:lnTo>
                    <a:pt x="144995" y="83973"/>
                  </a:lnTo>
                  <a:lnTo>
                    <a:pt x="142188" y="79261"/>
                  </a:lnTo>
                  <a:lnTo>
                    <a:pt x="139228" y="74644"/>
                  </a:lnTo>
                  <a:lnTo>
                    <a:pt x="136118" y="70127"/>
                  </a:lnTo>
                  <a:lnTo>
                    <a:pt x="132861" y="65714"/>
                  </a:lnTo>
                  <a:lnTo>
                    <a:pt x="129462" y="61410"/>
                  </a:lnTo>
                  <a:lnTo>
                    <a:pt x="125923" y="57221"/>
                  </a:lnTo>
                  <a:lnTo>
                    <a:pt x="122249" y="53149"/>
                  </a:lnTo>
                  <a:lnTo>
                    <a:pt x="118443" y="49200"/>
                  </a:lnTo>
                  <a:lnTo>
                    <a:pt x="114509" y="45378"/>
                  </a:lnTo>
                  <a:lnTo>
                    <a:pt x="110453" y="41688"/>
                  </a:lnTo>
                  <a:lnTo>
                    <a:pt x="106277" y="38132"/>
                  </a:lnTo>
                  <a:lnTo>
                    <a:pt x="101987" y="34715"/>
                  </a:lnTo>
                  <a:lnTo>
                    <a:pt x="97588" y="31441"/>
                  </a:lnTo>
                  <a:lnTo>
                    <a:pt x="93083" y="28313"/>
                  </a:lnTo>
                  <a:lnTo>
                    <a:pt x="88478" y="25334"/>
                  </a:lnTo>
                  <a:lnTo>
                    <a:pt x="83778" y="22508"/>
                  </a:lnTo>
                  <a:lnTo>
                    <a:pt x="78987" y="19838"/>
                  </a:lnTo>
                  <a:lnTo>
                    <a:pt x="74112" y="17326"/>
                  </a:lnTo>
                  <a:lnTo>
                    <a:pt x="69157" y="14976"/>
                  </a:lnTo>
                  <a:lnTo>
                    <a:pt x="64127" y="12789"/>
                  </a:lnTo>
                  <a:lnTo>
                    <a:pt x="59029" y="10768"/>
                  </a:lnTo>
                  <a:lnTo>
                    <a:pt x="53867" y="8916"/>
                  </a:lnTo>
                  <a:lnTo>
                    <a:pt x="48647" y="7234"/>
                  </a:lnTo>
                  <a:lnTo>
                    <a:pt x="43374" y="5725"/>
                  </a:lnTo>
                  <a:lnTo>
                    <a:pt x="38055" y="4389"/>
                  </a:lnTo>
                  <a:lnTo>
                    <a:pt x="32695" y="3228"/>
                  </a:lnTo>
                  <a:lnTo>
                    <a:pt x="27300" y="2244"/>
                  </a:lnTo>
                  <a:lnTo>
                    <a:pt x="21875" y="1437"/>
                  </a:lnTo>
                  <a:lnTo>
                    <a:pt x="16427" y="809"/>
                  </a:lnTo>
                  <a:lnTo>
                    <a:pt x="10961" y="359"/>
                  </a:lnTo>
                  <a:lnTo>
                    <a:pt x="548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751854" y="3707720"/>
              <a:ext cx="259169" cy="334326"/>
            </a:xfrm>
            <a:custGeom>
              <a:avLst/>
              <a:pathLst>
                <a:path w="259169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7" y="761"/>
                  </a:lnTo>
                  <a:lnTo>
                    <a:pt x="145929" y="1353"/>
                  </a:lnTo>
                  <a:lnTo>
                    <a:pt x="140662" y="2112"/>
                  </a:lnTo>
                  <a:lnTo>
                    <a:pt x="135422" y="3039"/>
                  </a:lnTo>
                  <a:lnTo>
                    <a:pt x="130214" y="4133"/>
                  </a:lnTo>
                  <a:lnTo>
                    <a:pt x="125044" y="5391"/>
                  </a:lnTo>
                  <a:lnTo>
                    <a:pt x="119916" y="6813"/>
                  </a:lnTo>
                  <a:lnTo>
                    <a:pt x="114837" y="8398"/>
                  </a:lnTo>
                  <a:lnTo>
                    <a:pt x="109810" y="10144"/>
                  </a:lnTo>
                  <a:lnTo>
                    <a:pt x="104841" y="12048"/>
                  </a:lnTo>
                  <a:lnTo>
                    <a:pt x="99936" y="14110"/>
                  </a:lnTo>
                  <a:lnTo>
                    <a:pt x="95099" y="16327"/>
                  </a:lnTo>
                  <a:lnTo>
                    <a:pt x="90334" y="18697"/>
                  </a:lnTo>
                  <a:lnTo>
                    <a:pt x="85648" y="21218"/>
                  </a:lnTo>
                  <a:lnTo>
                    <a:pt x="81044" y="23886"/>
                  </a:lnTo>
                  <a:lnTo>
                    <a:pt x="76527" y="26699"/>
                  </a:lnTo>
                  <a:lnTo>
                    <a:pt x="72102" y="29655"/>
                  </a:lnTo>
                  <a:lnTo>
                    <a:pt x="67774" y="32750"/>
                  </a:lnTo>
                  <a:lnTo>
                    <a:pt x="63546" y="35981"/>
                  </a:lnTo>
                  <a:lnTo>
                    <a:pt x="59423" y="39345"/>
                  </a:lnTo>
                  <a:lnTo>
                    <a:pt x="55409" y="42839"/>
                  </a:lnTo>
                  <a:lnTo>
                    <a:pt x="51509" y="46459"/>
                  </a:lnTo>
                  <a:lnTo>
                    <a:pt x="47726" y="50200"/>
                  </a:lnTo>
                  <a:lnTo>
                    <a:pt x="44063" y="54061"/>
                  </a:lnTo>
                  <a:lnTo>
                    <a:pt x="40526" y="58036"/>
                  </a:lnTo>
                  <a:lnTo>
                    <a:pt x="37117" y="62122"/>
                  </a:lnTo>
                  <a:lnTo>
                    <a:pt x="33839" y="66314"/>
                  </a:lnTo>
                  <a:lnTo>
                    <a:pt x="30697" y="70608"/>
                  </a:lnTo>
                  <a:lnTo>
                    <a:pt x="27693" y="75000"/>
                  </a:lnTo>
                  <a:lnTo>
                    <a:pt x="24830" y="79486"/>
                  </a:lnTo>
                  <a:lnTo>
                    <a:pt x="22111" y="84060"/>
                  </a:lnTo>
                  <a:lnTo>
                    <a:pt x="19540" y="88718"/>
                  </a:lnTo>
                  <a:lnTo>
                    <a:pt x="17118" y="93457"/>
                  </a:lnTo>
                  <a:lnTo>
                    <a:pt x="14848" y="98269"/>
                  </a:lnTo>
                  <a:lnTo>
                    <a:pt x="12732" y="103152"/>
                  </a:lnTo>
                  <a:lnTo>
                    <a:pt x="10773" y="108099"/>
                  </a:lnTo>
                  <a:lnTo>
                    <a:pt x="8972" y="113106"/>
                  </a:lnTo>
                  <a:lnTo>
                    <a:pt x="7332" y="118168"/>
                  </a:lnTo>
                  <a:lnTo>
                    <a:pt x="5853" y="123280"/>
                  </a:lnTo>
                  <a:lnTo>
                    <a:pt x="4538" y="128436"/>
                  </a:lnTo>
                  <a:lnTo>
                    <a:pt x="3388" y="133632"/>
                  </a:lnTo>
                  <a:lnTo>
                    <a:pt x="2403" y="138861"/>
                  </a:lnTo>
                  <a:lnTo>
                    <a:pt x="1586" y="144119"/>
                  </a:lnTo>
                  <a:lnTo>
                    <a:pt x="936" y="149400"/>
                  </a:lnTo>
                  <a:lnTo>
                    <a:pt x="455" y="154700"/>
                  </a:lnTo>
                  <a:lnTo>
                    <a:pt x="143" y="160012"/>
                  </a:lnTo>
                  <a:lnTo>
                    <a:pt x="0" y="165331"/>
                  </a:lnTo>
                  <a:lnTo>
                    <a:pt x="26" y="170652"/>
                  </a:lnTo>
                  <a:lnTo>
                    <a:pt x="221" y="175970"/>
                  </a:lnTo>
                  <a:lnTo>
                    <a:pt x="586" y="181279"/>
                  </a:lnTo>
                  <a:lnTo>
                    <a:pt x="1120" y="186573"/>
                  </a:lnTo>
                  <a:lnTo>
                    <a:pt x="1821" y="191848"/>
                  </a:lnTo>
                  <a:lnTo>
                    <a:pt x="2691" y="197097"/>
                  </a:lnTo>
                  <a:lnTo>
                    <a:pt x="3727" y="202317"/>
                  </a:lnTo>
                  <a:lnTo>
                    <a:pt x="4928" y="207501"/>
                  </a:lnTo>
                  <a:lnTo>
                    <a:pt x="6294" y="212644"/>
                  </a:lnTo>
                  <a:lnTo>
                    <a:pt x="7823" y="217740"/>
                  </a:lnTo>
                  <a:lnTo>
                    <a:pt x="9513" y="222786"/>
                  </a:lnTo>
                  <a:lnTo>
                    <a:pt x="11363" y="227775"/>
                  </a:lnTo>
                  <a:lnTo>
                    <a:pt x="13371" y="232703"/>
                  </a:lnTo>
                  <a:lnTo>
                    <a:pt x="15535" y="237564"/>
                  </a:lnTo>
                  <a:lnTo>
                    <a:pt x="17853" y="242355"/>
                  </a:lnTo>
                  <a:lnTo>
                    <a:pt x="20321" y="247068"/>
                  </a:lnTo>
                  <a:lnTo>
                    <a:pt x="22939" y="251701"/>
                  </a:lnTo>
                  <a:lnTo>
                    <a:pt x="25702" y="256249"/>
                  </a:lnTo>
                  <a:lnTo>
                    <a:pt x="28609" y="260706"/>
                  </a:lnTo>
                  <a:lnTo>
                    <a:pt x="31657" y="265068"/>
                  </a:lnTo>
                  <a:lnTo>
                    <a:pt x="34841" y="269331"/>
                  </a:lnTo>
                  <a:lnTo>
                    <a:pt x="38160" y="273491"/>
                  </a:lnTo>
                  <a:lnTo>
                    <a:pt x="41609" y="277542"/>
                  </a:lnTo>
                  <a:lnTo>
                    <a:pt x="45186" y="281482"/>
                  </a:lnTo>
                  <a:lnTo>
                    <a:pt x="48886" y="285306"/>
                  </a:lnTo>
                  <a:lnTo>
                    <a:pt x="52706" y="289011"/>
                  </a:lnTo>
                  <a:lnTo>
                    <a:pt x="56642" y="292592"/>
                  </a:lnTo>
                  <a:lnTo>
                    <a:pt x="60690" y="296046"/>
                  </a:lnTo>
                  <a:lnTo>
                    <a:pt x="64846" y="299369"/>
                  </a:lnTo>
                  <a:lnTo>
                    <a:pt x="69105" y="302558"/>
                  </a:lnTo>
                  <a:lnTo>
                    <a:pt x="73464" y="305610"/>
                  </a:lnTo>
                  <a:lnTo>
                    <a:pt x="77918" y="308522"/>
                  </a:lnTo>
                  <a:lnTo>
                    <a:pt x="82462" y="311291"/>
                  </a:lnTo>
                  <a:lnTo>
                    <a:pt x="87092" y="313914"/>
                  </a:lnTo>
                  <a:lnTo>
                    <a:pt x="91803" y="316388"/>
                  </a:lnTo>
                  <a:lnTo>
                    <a:pt x="96591" y="318710"/>
                  </a:lnTo>
                  <a:lnTo>
                    <a:pt x="101450" y="320879"/>
                  </a:lnTo>
                  <a:lnTo>
                    <a:pt x="106375" y="322893"/>
                  </a:lnTo>
                  <a:lnTo>
                    <a:pt x="111363" y="324748"/>
                  </a:lnTo>
                  <a:lnTo>
                    <a:pt x="116406" y="326444"/>
                  </a:lnTo>
                  <a:lnTo>
                    <a:pt x="121501" y="327979"/>
                  </a:lnTo>
                  <a:lnTo>
                    <a:pt x="126643" y="329351"/>
                  </a:lnTo>
                  <a:lnTo>
                    <a:pt x="131825" y="330558"/>
                  </a:lnTo>
                  <a:lnTo>
                    <a:pt x="137043" y="331600"/>
                  </a:lnTo>
                  <a:lnTo>
                    <a:pt x="142292" y="332475"/>
                  </a:lnTo>
                  <a:lnTo>
                    <a:pt x="147566" y="333182"/>
                  </a:lnTo>
                  <a:lnTo>
                    <a:pt x="152860" y="333722"/>
                  </a:lnTo>
                  <a:lnTo>
                    <a:pt x="158168" y="334093"/>
                  </a:lnTo>
                  <a:lnTo>
                    <a:pt x="163486" y="334294"/>
                  </a:lnTo>
                  <a:lnTo>
                    <a:pt x="168807" y="334326"/>
                  </a:lnTo>
                  <a:lnTo>
                    <a:pt x="174126" y="334189"/>
                  </a:lnTo>
                  <a:lnTo>
                    <a:pt x="179439" y="333883"/>
                  </a:lnTo>
                  <a:lnTo>
                    <a:pt x="184738" y="333407"/>
                  </a:lnTo>
                  <a:lnTo>
                    <a:pt x="190021" y="332763"/>
                  </a:lnTo>
                  <a:lnTo>
                    <a:pt x="195280" y="331952"/>
                  </a:lnTo>
                  <a:lnTo>
                    <a:pt x="200510" y="330973"/>
                  </a:lnTo>
                  <a:lnTo>
                    <a:pt x="205707" y="329829"/>
                  </a:lnTo>
                  <a:lnTo>
                    <a:pt x="210864" y="328519"/>
                  </a:lnTo>
                  <a:lnTo>
                    <a:pt x="215978" y="327047"/>
                  </a:lnTo>
                  <a:lnTo>
                    <a:pt x="221041" y="325412"/>
                  </a:lnTo>
                  <a:lnTo>
                    <a:pt x="226051" y="323617"/>
                  </a:lnTo>
                  <a:lnTo>
                    <a:pt x="231000" y="321663"/>
                  </a:lnTo>
                  <a:lnTo>
                    <a:pt x="235885" y="319553"/>
                  </a:lnTo>
                  <a:lnTo>
                    <a:pt x="240700" y="317288"/>
                  </a:lnTo>
                  <a:lnTo>
                    <a:pt x="245441" y="314871"/>
                  </a:lnTo>
                  <a:lnTo>
                    <a:pt x="250102" y="312305"/>
                  </a:lnTo>
                  <a:lnTo>
                    <a:pt x="254680" y="309591"/>
                  </a:lnTo>
                  <a:lnTo>
                    <a:pt x="259169" y="30673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8869"/>
              <a:ext cx="167162" cy="305585"/>
            </a:xfrm>
            <a:custGeom>
              <a:avLst/>
              <a:pathLst>
                <a:path w="167162" h="305585">
                  <a:moveTo>
                    <a:pt x="92011" y="305585"/>
                  </a:moveTo>
                  <a:lnTo>
                    <a:pt x="96446" y="302557"/>
                  </a:lnTo>
                  <a:lnTo>
                    <a:pt x="100782" y="299389"/>
                  </a:lnTo>
                  <a:lnTo>
                    <a:pt x="105014" y="296083"/>
                  </a:lnTo>
                  <a:lnTo>
                    <a:pt x="109137" y="292643"/>
                  </a:lnTo>
                  <a:lnTo>
                    <a:pt x="113148" y="289073"/>
                  </a:lnTo>
                  <a:lnTo>
                    <a:pt x="117042" y="285375"/>
                  </a:lnTo>
                  <a:lnTo>
                    <a:pt x="120815" y="281554"/>
                  </a:lnTo>
                  <a:lnTo>
                    <a:pt x="124463" y="277614"/>
                  </a:lnTo>
                  <a:lnTo>
                    <a:pt x="127983" y="273559"/>
                  </a:lnTo>
                  <a:lnTo>
                    <a:pt x="131371" y="269393"/>
                  </a:lnTo>
                  <a:lnTo>
                    <a:pt x="134624" y="265120"/>
                  </a:lnTo>
                  <a:lnTo>
                    <a:pt x="137737" y="260745"/>
                  </a:lnTo>
                  <a:lnTo>
                    <a:pt x="140709" y="256272"/>
                  </a:lnTo>
                  <a:lnTo>
                    <a:pt x="143535" y="251706"/>
                  </a:lnTo>
                  <a:lnTo>
                    <a:pt x="146213" y="247052"/>
                  </a:lnTo>
                  <a:lnTo>
                    <a:pt x="148741" y="242314"/>
                  </a:lnTo>
                  <a:lnTo>
                    <a:pt x="151114" y="237497"/>
                  </a:lnTo>
                  <a:lnTo>
                    <a:pt x="153332" y="232607"/>
                  </a:lnTo>
                  <a:lnTo>
                    <a:pt x="155392" y="227648"/>
                  </a:lnTo>
                  <a:lnTo>
                    <a:pt x="157291" y="222625"/>
                  </a:lnTo>
                  <a:lnTo>
                    <a:pt x="159028" y="217544"/>
                  </a:lnTo>
                  <a:lnTo>
                    <a:pt x="160601" y="212409"/>
                  </a:lnTo>
                  <a:lnTo>
                    <a:pt x="162008" y="207227"/>
                  </a:lnTo>
                  <a:lnTo>
                    <a:pt x="163248" y="202002"/>
                  </a:lnTo>
                  <a:lnTo>
                    <a:pt x="164320" y="196741"/>
                  </a:lnTo>
                  <a:lnTo>
                    <a:pt x="165222" y="191447"/>
                  </a:lnTo>
                  <a:lnTo>
                    <a:pt x="165953" y="186127"/>
                  </a:lnTo>
                  <a:lnTo>
                    <a:pt x="166513" y="180787"/>
                  </a:lnTo>
                  <a:lnTo>
                    <a:pt x="166902" y="175431"/>
                  </a:lnTo>
                  <a:lnTo>
                    <a:pt x="167118" y="170065"/>
                  </a:lnTo>
                  <a:lnTo>
                    <a:pt x="167162" y="164696"/>
                  </a:lnTo>
                  <a:lnTo>
                    <a:pt x="167033" y="159327"/>
                  </a:lnTo>
                  <a:lnTo>
                    <a:pt x="166732" y="153966"/>
                  </a:lnTo>
                  <a:lnTo>
                    <a:pt x="166259" y="148617"/>
                  </a:lnTo>
                  <a:lnTo>
                    <a:pt x="165614" y="143286"/>
                  </a:lnTo>
                  <a:lnTo>
                    <a:pt x="164799" y="137978"/>
                  </a:lnTo>
                  <a:lnTo>
                    <a:pt x="163813" y="132700"/>
                  </a:lnTo>
                  <a:lnTo>
                    <a:pt x="162658" y="127456"/>
                  </a:lnTo>
                  <a:lnTo>
                    <a:pt x="161336" y="122251"/>
                  </a:lnTo>
                  <a:lnTo>
                    <a:pt x="159847" y="117092"/>
                  </a:lnTo>
                  <a:lnTo>
                    <a:pt x="158193" y="111983"/>
                  </a:lnTo>
                  <a:lnTo>
                    <a:pt x="156376" y="106930"/>
                  </a:lnTo>
                  <a:lnTo>
                    <a:pt x="154397" y="101938"/>
                  </a:lnTo>
                  <a:lnTo>
                    <a:pt x="152259" y="97012"/>
                  </a:lnTo>
                  <a:lnTo>
                    <a:pt x="149965" y="92157"/>
                  </a:lnTo>
                  <a:lnTo>
                    <a:pt x="147515" y="87379"/>
                  </a:lnTo>
                  <a:lnTo>
                    <a:pt x="144913" y="82681"/>
                  </a:lnTo>
                  <a:lnTo>
                    <a:pt x="142162" y="78070"/>
                  </a:lnTo>
                  <a:lnTo>
                    <a:pt x="139263" y="73549"/>
                  </a:lnTo>
                  <a:lnTo>
                    <a:pt x="136222" y="69124"/>
                  </a:lnTo>
                  <a:lnTo>
                    <a:pt x="133039" y="64799"/>
                  </a:lnTo>
                  <a:lnTo>
                    <a:pt x="129720" y="60578"/>
                  </a:lnTo>
                  <a:lnTo>
                    <a:pt x="126266" y="56466"/>
                  </a:lnTo>
                  <a:lnTo>
                    <a:pt x="122682" y="52467"/>
                  </a:lnTo>
                  <a:lnTo>
                    <a:pt x="118972" y="48585"/>
                  </a:lnTo>
                  <a:lnTo>
                    <a:pt x="115139" y="44824"/>
                  </a:lnTo>
                  <a:lnTo>
                    <a:pt x="111187" y="41189"/>
                  </a:lnTo>
                  <a:lnTo>
                    <a:pt x="107120" y="37682"/>
                  </a:lnTo>
                  <a:lnTo>
                    <a:pt x="102943" y="34308"/>
                  </a:lnTo>
                  <a:lnTo>
                    <a:pt x="98659" y="31069"/>
                  </a:lnTo>
                  <a:lnTo>
                    <a:pt x="94274" y="27970"/>
                  </a:lnTo>
                  <a:lnTo>
                    <a:pt x="89792" y="25013"/>
                  </a:lnTo>
                  <a:lnTo>
                    <a:pt x="85216" y="22202"/>
                  </a:lnTo>
                  <a:lnTo>
                    <a:pt x="80553" y="19539"/>
                  </a:lnTo>
                  <a:lnTo>
                    <a:pt x="75807" y="17028"/>
                  </a:lnTo>
                  <a:lnTo>
                    <a:pt x="70983" y="14670"/>
                  </a:lnTo>
                  <a:lnTo>
                    <a:pt x="66085" y="12468"/>
                  </a:lnTo>
                  <a:lnTo>
                    <a:pt x="61119" y="10425"/>
                  </a:lnTo>
                  <a:lnTo>
                    <a:pt x="56090" y="8542"/>
                  </a:lnTo>
                  <a:lnTo>
                    <a:pt x="51003" y="6821"/>
                  </a:lnTo>
                  <a:lnTo>
                    <a:pt x="45864" y="5265"/>
                  </a:lnTo>
                  <a:lnTo>
                    <a:pt x="40677" y="3875"/>
                  </a:lnTo>
                  <a:lnTo>
                    <a:pt x="35448" y="2652"/>
                  </a:lnTo>
                  <a:lnTo>
                    <a:pt x="30183" y="1598"/>
                  </a:lnTo>
                  <a:lnTo>
                    <a:pt x="24886" y="714"/>
                  </a:lnTo>
                  <a:lnTo>
                    <a:pt x="19564" y="0"/>
                  </a:lnTo>
                  <a:lnTo>
                    <a:pt x="0" y="166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19564" cy="167167"/>
            </a:xfrm>
            <a:custGeom>
              <a:avLst/>
              <a:pathLst>
                <a:path w="19564" h="167167">
                  <a:moveTo>
                    <a:pt x="19564" y="1148"/>
                  </a:moveTo>
                  <a:lnTo>
                    <a:pt x="9799" y="2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tx81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2025-06-06T05:12:31Z</dcterms:modified>
  <cp:category/>
</cp:coreProperties>
</file>