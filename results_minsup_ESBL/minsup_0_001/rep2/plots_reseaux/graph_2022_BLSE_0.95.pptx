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623465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150070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727998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0"/>
                  </a:moveTo>
                  <a:lnTo>
                    <a:pt x="0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506220" y="1274626"/>
              <a:ext cx="497318" cy="4125866"/>
            </a:xfrm>
            <a:custGeom>
              <a:avLst/>
              <a:pathLst>
                <a:path w="497318" h="4125866">
                  <a:moveTo>
                    <a:pt x="0" y="0"/>
                  </a:moveTo>
                  <a:lnTo>
                    <a:pt x="497318" y="412586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145424" y="1265108"/>
              <a:ext cx="1281890" cy="3404893"/>
            </a:xfrm>
            <a:custGeom>
              <a:avLst/>
              <a:pathLst>
                <a:path w="1281890" h="3404893">
                  <a:moveTo>
                    <a:pt x="1281890" y="0"/>
                  </a:moveTo>
                  <a:lnTo>
                    <a:pt x="0" y="34048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525946" y="1271038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45115" y="1265108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4120661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9366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38110" y="3170392"/>
              <a:ext cx="45668" cy="167167"/>
            </a:xfrm>
            <a:custGeom>
              <a:avLst/>
              <a:pathLst>
                <a:path w="45668" h="167167">
                  <a:moveTo>
                    <a:pt x="45668" y="0"/>
                  </a:moveTo>
                  <a:lnTo>
                    <a:pt x="39062" y="130"/>
                  </a:lnTo>
                  <a:lnTo>
                    <a:pt x="32466" y="522"/>
                  </a:lnTo>
                  <a:lnTo>
                    <a:pt x="25890" y="1174"/>
                  </a:lnTo>
                  <a:lnTo>
                    <a:pt x="19346" y="2085"/>
                  </a:lnTo>
                  <a:lnTo>
                    <a:pt x="12842" y="3254"/>
                  </a:lnTo>
                  <a:lnTo>
                    <a:pt x="6390" y="4679"/>
                  </a:lnTo>
                  <a:lnTo>
                    <a:pt x="0" y="6359"/>
                  </a:lnTo>
                  <a:lnTo>
                    <a:pt x="4566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8110" y="3176751"/>
              <a:ext cx="45668" cy="160808"/>
            </a:xfrm>
            <a:custGeom>
              <a:avLst/>
              <a:pathLst>
                <a:path w="45668" h="160808">
                  <a:moveTo>
                    <a:pt x="0" y="0"/>
                  </a:moveTo>
                  <a:lnTo>
                    <a:pt x="45668" y="1608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816612" y="3170438"/>
              <a:ext cx="334332" cy="334267"/>
            </a:xfrm>
            <a:custGeom>
              <a:avLst/>
              <a:pathLst>
                <a:path w="334332" h="334267">
                  <a:moveTo>
                    <a:pt x="121497" y="6312"/>
                  </a:moveTo>
                  <a:lnTo>
                    <a:pt x="116430" y="7838"/>
                  </a:lnTo>
                  <a:lnTo>
                    <a:pt x="111414" y="9524"/>
                  </a:lnTo>
                  <a:lnTo>
                    <a:pt x="106454" y="11367"/>
                  </a:lnTo>
                  <a:lnTo>
                    <a:pt x="101555" y="13367"/>
                  </a:lnTo>
                  <a:lnTo>
                    <a:pt x="96722" y="15521"/>
                  </a:lnTo>
                  <a:lnTo>
                    <a:pt x="91959" y="17826"/>
                  </a:lnTo>
                  <a:lnTo>
                    <a:pt x="87271" y="20281"/>
                  </a:lnTo>
                  <a:lnTo>
                    <a:pt x="82664" y="22884"/>
                  </a:lnTo>
                  <a:lnTo>
                    <a:pt x="78141" y="25630"/>
                  </a:lnTo>
                  <a:lnTo>
                    <a:pt x="73707" y="28519"/>
                  </a:lnTo>
                  <a:lnTo>
                    <a:pt x="69367" y="31546"/>
                  </a:lnTo>
                  <a:lnTo>
                    <a:pt x="65125" y="34710"/>
                  </a:lnTo>
                  <a:lnTo>
                    <a:pt x="60985" y="38006"/>
                  </a:lnTo>
                  <a:lnTo>
                    <a:pt x="56952" y="41431"/>
                  </a:lnTo>
                  <a:lnTo>
                    <a:pt x="53029" y="44982"/>
                  </a:lnTo>
                  <a:lnTo>
                    <a:pt x="49220" y="48656"/>
                  </a:lnTo>
                  <a:lnTo>
                    <a:pt x="45530" y="52448"/>
                  </a:lnTo>
                  <a:lnTo>
                    <a:pt x="41962" y="56356"/>
                  </a:lnTo>
                  <a:lnTo>
                    <a:pt x="38519" y="60374"/>
                  </a:lnTo>
                  <a:lnTo>
                    <a:pt x="35204" y="64499"/>
                  </a:lnTo>
                  <a:lnTo>
                    <a:pt x="32022" y="68727"/>
                  </a:lnTo>
                  <a:lnTo>
                    <a:pt x="28976" y="73054"/>
                  </a:lnTo>
                  <a:lnTo>
                    <a:pt x="26068" y="77475"/>
                  </a:lnTo>
                  <a:lnTo>
                    <a:pt x="23301" y="81986"/>
                  </a:lnTo>
                  <a:lnTo>
                    <a:pt x="20679" y="86582"/>
                  </a:lnTo>
                  <a:lnTo>
                    <a:pt x="18203" y="91258"/>
                  </a:lnTo>
                  <a:lnTo>
                    <a:pt x="15877" y="96011"/>
                  </a:lnTo>
                  <a:lnTo>
                    <a:pt x="13702" y="100835"/>
                  </a:lnTo>
                  <a:lnTo>
                    <a:pt x="11681" y="105726"/>
                  </a:lnTo>
                  <a:lnTo>
                    <a:pt x="9815" y="110678"/>
                  </a:lnTo>
                  <a:lnTo>
                    <a:pt x="8108" y="115686"/>
                  </a:lnTo>
                  <a:lnTo>
                    <a:pt x="6560" y="120746"/>
                  </a:lnTo>
                  <a:lnTo>
                    <a:pt x="5172" y="125853"/>
                  </a:lnTo>
                  <a:lnTo>
                    <a:pt x="3947" y="131000"/>
                  </a:lnTo>
                  <a:lnTo>
                    <a:pt x="2886" y="136184"/>
                  </a:lnTo>
                  <a:lnTo>
                    <a:pt x="1989" y="141400"/>
                  </a:lnTo>
                  <a:lnTo>
                    <a:pt x="1258" y="146640"/>
                  </a:lnTo>
                  <a:lnTo>
                    <a:pt x="693" y="151902"/>
                  </a:lnTo>
                  <a:lnTo>
                    <a:pt x="294" y="157178"/>
                  </a:lnTo>
                  <a:lnTo>
                    <a:pt x="63" y="162465"/>
                  </a:lnTo>
                  <a:lnTo>
                    <a:pt x="0" y="167756"/>
                  </a:lnTo>
                  <a:lnTo>
                    <a:pt x="103" y="173047"/>
                  </a:lnTo>
                  <a:lnTo>
                    <a:pt x="375" y="178331"/>
                  </a:lnTo>
                  <a:lnTo>
                    <a:pt x="813" y="183605"/>
                  </a:lnTo>
                  <a:lnTo>
                    <a:pt x="1418" y="188862"/>
                  </a:lnTo>
                  <a:lnTo>
                    <a:pt x="2189" y="194097"/>
                  </a:lnTo>
                  <a:lnTo>
                    <a:pt x="3126" y="199305"/>
                  </a:lnTo>
                  <a:lnTo>
                    <a:pt x="4227" y="204481"/>
                  </a:lnTo>
                  <a:lnTo>
                    <a:pt x="5491" y="209619"/>
                  </a:lnTo>
                  <a:lnTo>
                    <a:pt x="6917" y="214715"/>
                  </a:lnTo>
                  <a:lnTo>
                    <a:pt x="8503" y="219763"/>
                  </a:lnTo>
                  <a:lnTo>
                    <a:pt x="10249" y="224758"/>
                  </a:lnTo>
                  <a:lnTo>
                    <a:pt x="12152" y="229696"/>
                  </a:lnTo>
                  <a:lnTo>
                    <a:pt x="14210" y="234571"/>
                  </a:lnTo>
                  <a:lnTo>
                    <a:pt x="16422" y="239378"/>
                  </a:lnTo>
                  <a:lnTo>
                    <a:pt x="18784" y="244113"/>
                  </a:lnTo>
                  <a:lnTo>
                    <a:pt x="21295" y="248771"/>
                  </a:lnTo>
                  <a:lnTo>
                    <a:pt x="23953" y="253347"/>
                  </a:lnTo>
                  <a:lnTo>
                    <a:pt x="26754" y="257837"/>
                  </a:lnTo>
                  <a:lnTo>
                    <a:pt x="29695" y="262235"/>
                  </a:lnTo>
                  <a:lnTo>
                    <a:pt x="32774" y="266539"/>
                  </a:lnTo>
                  <a:lnTo>
                    <a:pt x="35988" y="270742"/>
                  </a:lnTo>
                  <a:lnTo>
                    <a:pt x="39334" y="274842"/>
                  </a:lnTo>
                  <a:lnTo>
                    <a:pt x="42807" y="278834"/>
                  </a:lnTo>
                  <a:lnTo>
                    <a:pt x="46405" y="282714"/>
                  </a:lnTo>
                  <a:lnTo>
                    <a:pt x="50124" y="286479"/>
                  </a:lnTo>
                  <a:lnTo>
                    <a:pt x="53961" y="290123"/>
                  </a:lnTo>
                  <a:lnTo>
                    <a:pt x="57911" y="293645"/>
                  </a:lnTo>
                  <a:lnTo>
                    <a:pt x="61970" y="297039"/>
                  </a:lnTo>
                  <a:lnTo>
                    <a:pt x="66135" y="300304"/>
                  </a:lnTo>
                  <a:lnTo>
                    <a:pt x="70401" y="303434"/>
                  </a:lnTo>
                  <a:lnTo>
                    <a:pt x="74763" y="306429"/>
                  </a:lnTo>
                  <a:lnTo>
                    <a:pt x="79219" y="309284"/>
                  </a:lnTo>
                  <a:lnTo>
                    <a:pt x="83763" y="311996"/>
                  </a:lnTo>
                  <a:lnTo>
                    <a:pt x="88390" y="314563"/>
                  </a:lnTo>
                  <a:lnTo>
                    <a:pt x="93096" y="316983"/>
                  </a:lnTo>
                  <a:lnTo>
                    <a:pt x="97876" y="319252"/>
                  </a:lnTo>
                  <a:lnTo>
                    <a:pt x="102726" y="321369"/>
                  </a:lnTo>
                  <a:lnTo>
                    <a:pt x="107640" y="323331"/>
                  </a:lnTo>
                  <a:lnTo>
                    <a:pt x="112614" y="325137"/>
                  </a:lnTo>
                  <a:lnTo>
                    <a:pt x="117643" y="326784"/>
                  </a:lnTo>
                  <a:lnTo>
                    <a:pt x="122721" y="328272"/>
                  </a:lnTo>
                  <a:lnTo>
                    <a:pt x="127844" y="329598"/>
                  </a:lnTo>
                  <a:lnTo>
                    <a:pt x="133006" y="330761"/>
                  </a:lnTo>
                  <a:lnTo>
                    <a:pt x="138202" y="331760"/>
                  </a:lnTo>
                  <a:lnTo>
                    <a:pt x="143428" y="332594"/>
                  </a:lnTo>
                  <a:lnTo>
                    <a:pt x="148677" y="333263"/>
                  </a:lnTo>
                  <a:lnTo>
                    <a:pt x="153945" y="333765"/>
                  </a:lnTo>
                  <a:lnTo>
                    <a:pt x="159226" y="334099"/>
                  </a:lnTo>
                  <a:lnTo>
                    <a:pt x="164515" y="334267"/>
                  </a:lnTo>
                  <a:lnTo>
                    <a:pt x="169806" y="334267"/>
                  </a:lnTo>
                  <a:lnTo>
                    <a:pt x="175095" y="334100"/>
                  </a:lnTo>
                  <a:lnTo>
                    <a:pt x="180376" y="333765"/>
                  </a:lnTo>
                  <a:lnTo>
                    <a:pt x="185644" y="333264"/>
                  </a:lnTo>
                  <a:lnTo>
                    <a:pt x="190893" y="332596"/>
                  </a:lnTo>
                  <a:lnTo>
                    <a:pt x="196119" y="331762"/>
                  </a:lnTo>
                  <a:lnTo>
                    <a:pt x="201315" y="330763"/>
                  </a:lnTo>
                  <a:lnTo>
                    <a:pt x="206478" y="329600"/>
                  </a:lnTo>
                  <a:lnTo>
                    <a:pt x="211600" y="328274"/>
                  </a:lnTo>
                  <a:lnTo>
                    <a:pt x="216679" y="326787"/>
                  </a:lnTo>
                  <a:lnTo>
                    <a:pt x="221708" y="325140"/>
                  </a:lnTo>
                  <a:lnTo>
                    <a:pt x="226682" y="323335"/>
                  </a:lnTo>
                  <a:lnTo>
                    <a:pt x="231596" y="321373"/>
                  </a:lnTo>
                  <a:lnTo>
                    <a:pt x="236446" y="319256"/>
                  </a:lnTo>
                  <a:lnTo>
                    <a:pt x="241226" y="316987"/>
                  </a:lnTo>
                  <a:lnTo>
                    <a:pt x="245933" y="314568"/>
                  </a:lnTo>
                  <a:lnTo>
                    <a:pt x="250560" y="312001"/>
                  </a:lnTo>
                  <a:lnTo>
                    <a:pt x="255104" y="309289"/>
                  </a:lnTo>
                  <a:lnTo>
                    <a:pt x="259559" y="306435"/>
                  </a:lnTo>
                  <a:lnTo>
                    <a:pt x="263922" y="303441"/>
                  </a:lnTo>
                  <a:lnTo>
                    <a:pt x="268189" y="300310"/>
                  </a:lnTo>
                  <a:lnTo>
                    <a:pt x="272353" y="297046"/>
                  </a:lnTo>
                  <a:lnTo>
                    <a:pt x="276413" y="293651"/>
                  </a:lnTo>
                  <a:lnTo>
                    <a:pt x="280363" y="290130"/>
                  </a:lnTo>
                  <a:lnTo>
                    <a:pt x="284200" y="286486"/>
                  </a:lnTo>
                  <a:lnTo>
                    <a:pt x="287919" y="282722"/>
                  </a:lnTo>
                  <a:lnTo>
                    <a:pt x="291517" y="278842"/>
                  </a:lnTo>
                  <a:lnTo>
                    <a:pt x="294991" y="274850"/>
                  </a:lnTo>
                  <a:lnTo>
                    <a:pt x="298337" y="270751"/>
                  </a:lnTo>
                  <a:lnTo>
                    <a:pt x="301551" y="266547"/>
                  </a:lnTo>
                  <a:lnTo>
                    <a:pt x="304630" y="262244"/>
                  </a:lnTo>
                  <a:lnTo>
                    <a:pt x="307572" y="257845"/>
                  </a:lnTo>
                  <a:lnTo>
                    <a:pt x="310373" y="253356"/>
                  </a:lnTo>
                  <a:lnTo>
                    <a:pt x="313031" y="248780"/>
                  </a:lnTo>
                  <a:lnTo>
                    <a:pt x="315543" y="244122"/>
                  </a:lnTo>
                  <a:lnTo>
                    <a:pt x="317905" y="239388"/>
                  </a:lnTo>
                  <a:lnTo>
                    <a:pt x="320117" y="234580"/>
                  </a:lnTo>
                  <a:lnTo>
                    <a:pt x="322176" y="229706"/>
                  </a:lnTo>
                  <a:lnTo>
                    <a:pt x="324079" y="224768"/>
                  </a:lnTo>
                  <a:lnTo>
                    <a:pt x="325825" y="219773"/>
                  </a:lnTo>
                  <a:lnTo>
                    <a:pt x="327412" y="214725"/>
                  </a:lnTo>
                  <a:lnTo>
                    <a:pt x="328838" y="209629"/>
                  </a:lnTo>
                  <a:lnTo>
                    <a:pt x="330103" y="204491"/>
                  </a:lnTo>
                  <a:lnTo>
                    <a:pt x="331204" y="199315"/>
                  </a:lnTo>
                  <a:lnTo>
                    <a:pt x="332141" y="194107"/>
                  </a:lnTo>
                  <a:lnTo>
                    <a:pt x="332912" y="188872"/>
                  </a:lnTo>
                  <a:lnTo>
                    <a:pt x="333517" y="183615"/>
                  </a:lnTo>
                  <a:lnTo>
                    <a:pt x="333956" y="178342"/>
                  </a:lnTo>
                  <a:lnTo>
                    <a:pt x="334228" y="173057"/>
                  </a:lnTo>
                  <a:lnTo>
                    <a:pt x="334332" y="167766"/>
                  </a:lnTo>
                  <a:lnTo>
                    <a:pt x="334269" y="162475"/>
                  </a:lnTo>
                  <a:lnTo>
                    <a:pt x="334038" y="157189"/>
                  </a:lnTo>
                  <a:lnTo>
                    <a:pt x="333640" y="151912"/>
                  </a:lnTo>
                  <a:lnTo>
                    <a:pt x="333075" y="146651"/>
                  </a:lnTo>
                  <a:lnTo>
                    <a:pt x="332344" y="141410"/>
                  </a:lnTo>
                  <a:lnTo>
                    <a:pt x="331448" y="136195"/>
                  </a:lnTo>
                  <a:lnTo>
                    <a:pt x="330386" y="131011"/>
                  </a:lnTo>
                  <a:lnTo>
                    <a:pt x="329162" y="125863"/>
                  </a:lnTo>
                  <a:lnTo>
                    <a:pt x="327775" y="120756"/>
                  </a:lnTo>
                  <a:lnTo>
                    <a:pt x="326227" y="115696"/>
                  </a:lnTo>
                  <a:lnTo>
                    <a:pt x="324520" y="110687"/>
                  </a:lnTo>
                  <a:lnTo>
                    <a:pt x="322655" y="105735"/>
                  </a:lnTo>
                  <a:lnTo>
                    <a:pt x="320634" y="100845"/>
                  </a:lnTo>
                  <a:lnTo>
                    <a:pt x="318459" y="96021"/>
                  </a:lnTo>
                  <a:lnTo>
                    <a:pt x="316133" y="91268"/>
                  </a:lnTo>
                  <a:lnTo>
                    <a:pt x="313658" y="86591"/>
                  </a:lnTo>
                  <a:lnTo>
                    <a:pt x="311035" y="81995"/>
                  </a:lnTo>
                  <a:lnTo>
                    <a:pt x="308269" y="77484"/>
                  </a:lnTo>
                  <a:lnTo>
                    <a:pt x="305361" y="73063"/>
                  </a:lnTo>
                  <a:lnTo>
                    <a:pt x="302315" y="68736"/>
                  </a:lnTo>
                  <a:lnTo>
                    <a:pt x="299133" y="64507"/>
                  </a:lnTo>
                  <a:lnTo>
                    <a:pt x="295820" y="60382"/>
                  </a:lnTo>
                  <a:lnTo>
                    <a:pt x="292377" y="56364"/>
                  </a:lnTo>
                  <a:lnTo>
                    <a:pt x="288809" y="52456"/>
                  </a:lnTo>
                  <a:lnTo>
                    <a:pt x="285118" y="48663"/>
                  </a:lnTo>
                  <a:lnTo>
                    <a:pt x="281310" y="44989"/>
                  </a:lnTo>
                  <a:lnTo>
                    <a:pt x="277387" y="41438"/>
                  </a:lnTo>
                  <a:lnTo>
                    <a:pt x="273354" y="38012"/>
                  </a:lnTo>
                  <a:lnTo>
                    <a:pt x="269215" y="34716"/>
                  </a:lnTo>
                  <a:lnTo>
                    <a:pt x="264973" y="31553"/>
                  </a:lnTo>
                  <a:lnTo>
                    <a:pt x="260633" y="28525"/>
                  </a:lnTo>
                  <a:lnTo>
                    <a:pt x="256200" y="25636"/>
                  </a:lnTo>
                  <a:lnTo>
                    <a:pt x="251677" y="22889"/>
                  </a:lnTo>
                  <a:lnTo>
                    <a:pt x="247070" y="20286"/>
                  </a:lnTo>
                  <a:lnTo>
                    <a:pt x="242382" y="17831"/>
                  </a:lnTo>
                  <a:lnTo>
                    <a:pt x="237619" y="15525"/>
                  </a:lnTo>
                  <a:lnTo>
                    <a:pt x="232786" y="13371"/>
                  </a:lnTo>
                  <a:lnTo>
                    <a:pt x="227887" y="11371"/>
                  </a:lnTo>
                  <a:lnTo>
                    <a:pt x="222927" y="9527"/>
                  </a:lnTo>
                  <a:lnTo>
                    <a:pt x="217911" y="7841"/>
                  </a:lnTo>
                  <a:lnTo>
                    <a:pt x="212844" y="6315"/>
                  </a:lnTo>
                  <a:lnTo>
                    <a:pt x="207732" y="4950"/>
                  </a:lnTo>
                  <a:lnTo>
                    <a:pt x="202579" y="3747"/>
                  </a:lnTo>
                  <a:lnTo>
                    <a:pt x="197390" y="2708"/>
                  </a:lnTo>
                  <a:lnTo>
                    <a:pt x="192171" y="1834"/>
                  </a:lnTo>
                  <a:lnTo>
                    <a:pt x="186927" y="1125"/>
                  </a:lnTo>
                  <a:lnTo>
                    <a:pt x="181663" y="583"/>
                  </a:lnTo>
                  <a:lnTo>
                    <a:pt x="176385" y="208"/>
                  </a:lnTo>
                  <a:lnTo>
                    <a:pt x="171098" y="0"/>
                  </a:lnTo>
                  <a:lnTo>
                    <a:pt x="167166" y="1671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83779" y="3170392"/>
              <a:ext cx="3931" cy="167167"/>
            </a:xfrm>
            <a:custGeom>
              <a:avLst/>
              <a:pathLst>
                <a:path w="3931" h="167167">
                  <a:moveTo>
                    <a:pt x="3931" y="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2840" y="2633064"/>
              <a:ext cx="166170" cy="167167"/>
            </a:xfrm>
            <a:custGeom>
              <a:avLst/>
              <a:pathLst>
                <a:path w="166170" h="167167">
                  <a:moveTo>
                    <a:pt x="166170" y="0"/>
                  </a:moveTo>
                  <a:lnTo>
                    <a:pt x="160742" y="88"/>
                  </a:lnTo>
                  <a:lnTo>
                    <a:pt x="155319" y="352"/>
                  </a:lnTo>
                  <a:lnTo>
                    <a:pt x="149908" y="792"/>
                  </a:lnTo>
                  <a:lnTo>
                    <a:pt x="144514" y="1408"/>
                  </a:lnTo>
                  <a:lnTo>
                    <a:pt x="139142" y="2199"/>
                  </a:lnTo>
                  <a:lnTo>
                    <a:pt x="133800" y="3164"/>
                  </a:lnTo>
                  <a:lnTo>
                    <a:pt x="128491" y="4301"/>
                  </a:lnTo>
                  <a:lnTo>
                    <a:pt x="123222" y="5611"/>
                  </a:lnTo>
                  <a:lnTo>
                    <a:pt x="117999" y="7090"/>
                  </a:lnTo>
                  <a:lnTo>
                    <a:pt x="112826" y="8739"/>
                  </a:lnTo>
                  <a:lnTo>
                    <a:pt x="107710" y="10555"/>
                  </a:lnTo>
                  <a:lnTo>
                    <a:pt x="102655" y="12536"/>
                  </a:lnTo>
                  <a:lnTo>
                    <a:pt x="97667" y="14680"/>
                  </a:lnTo>
                  <a:lnTo>
                    <a:pt x="92751" y="16985"/>
                  </a:lnTo>
                  <a:lnTo>
                    <a:pt x="87913" y="19448"/>
                  </a:lnTo>
                  <a:lnTo>
                    <a:pt x="83158" y="22067"/>
                  </a:lnTo>
                  <a:lnTo>
                    <a:pt x="78490" y="24840"/>
                  </a:lnTo>
                  <a:lnTo>
                    <a:pt x="73914" y="27762"/>
                  </a:lnTo>
                  <a:lnTo>
                    <a:pt x="69436" y="30831"/>
                  </a:lnTo>
                  <a:lnTo>
                    <a:pt x="65060" y="34044"/>
                  </a:lnTo>
                  <a:lnTo>
                    <a:pt x="60790" y="37398"/>
                  </a:lnTo>
                  <a:lnTo>
                    <a:pt x="56632" y="40888"/>
                  </a:lnTo>
                  <a:lnTo>
                    <a:pt x="52589" y="44512"/>
                  </a:lnTo>
                  <a:lnTo>
                    <a:pt x="48666" y="48265"/>
                  </a:lnTo>
                  <a:lnTo>
                    <a:pt x="44867" y="52143"/>
                  </a:lnTo>
                  <a:lnTo>
                    <a:pt x="41195" y="56143"/>
                  </a:lnTo>
                  <a:lnTo>
                    <a:pt x="37656" y="60260"/>
                  </a:lnTo>
                  <a:lnTo>
                    <a:pt x="34252" y="64490"/>
                  </a:lnTo>
                  <a:lnTo>
                    <a:pt x="30988" y="68827"/>
                  </a:lnTo>
                  <a:lnTo>
                    <a:pt x="27866" y="73269"/>
                  </a:lnTo>
                  <a:lnTo>
                    <a:pt x="24889" y="77810"/>
                  </a:lnTo>
                  <a:lnTo>
                    <a:pt x="22062" y="82445"/>
                  </a:lnTo>
                  <a:lnTo>
                    <a:pt x="19387" y="87169"/>
                  </a:lnTo>
                  <a:lnTo>
                    <a:pt x="16867" y="91978"/>
                  </a:lnTo>
                  <a:lnTo>
                    <a:pt x="14504" y="96866"/>
                  </a:lnTo>
                  <a:lnTo>
                    <a:pt x="12301" y="101828"/>
                  </a:lnTo>
                  <a:lnTo>
                    <a:pt x="10260" y="106859"/>
                  </a:lnTo>
                  <a:lnTo>
                    <a:pt x="8384" y="111953"/>
                  </a:lnTo>
                  <a:lnTo>
                    <a:pt x="6674" y="117106"/>
                  </a:lnTo>
                  <a:lnTo>
                    <a:pt x="5133" y="122312"/>
                  </a:lnTo>
                  <a:lnTo>
                    <a:pt x="3761" y="127565"/>
                  </a:lnTo>
                  <a:lnTo>
                    <a:pt x="2561" y="132860"/>
                  </a:lnTo>
                  <a:lnTo>
                    <a:pt x="1533" y="138191"/>
                  </a:lnTo>
                  <a:lnTo>
                    <a:pt x="679" y="143552"/>
                  </a:lnTo>
                  <a:lnTo>
                    <a:pt x="0" y="148939"/>
                  </a:lnTo>
                  <a:lnTo>
                    <a:pt x="16617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2840" y="2782003"/>
              <a:ext cx="166170" cy="18228"/>
            </a:xfrm>
            <a:custGeom>
              <a:avLst/>
              <a:pathLst>
                <a:path w="166170" h="18228">
                  <a:moveTo>
                    <a:pt x="0" y="0"/>
                  </a:moveTo>
                  <a:lnTo>
                    <a:pt x="166170" y="182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1860" y="2642763"/>
              <a:ext cx="334309" cy="324634"/>
            </a:xfrm>
            <a:custGeom>
              <a:avLst/>
              <a:pathLst>
                <a:path w="334309" h="324634">
                  <a:moveTo>
                    <a:pt x="980" y="139239"/>
                  </a:moveTo>
                  <a:lnTo>
                    <a:pt x="485" y="144526"/>
                  </a:lnTo>
                  <a:lnTo>
                    <a:pt x="158" y="149827"/>
                  </a:lnTo>
                  <a:lnTo>
                    <a:pt x="0" y="155135"/>
                  </a:lnTo>
                  <a:lnTo>
                    <a:pt x="10" y="160445"/>
                  </a:lnTo>
                  <a:lnTo>
                    <a:pt x="189" y="165752"/>
                  </a:lnTo>
                  <a:lnTo>
                    <a:pt x="536" y="171051"/>
                  </a:lnTo>
                  <a:lnTo>
                    <a:pt x="1052" y="176337"/>
                  </a:lnTo>
                  <a:lnTo>
                    <a:pt x="1735" y="181603"/>
                  </a:lnTo>
                  <a:lnTo>
                    <a:pt x="2585" y="186845"/>
                  </a:lnTo>
                  <a:lnTo>
                    <a:pt x="3601" y="192057"/>
                  </a:lnTo>
                  <a:lnTo>
                    <a:pt x="4782" y="197235"/>
                  </a:lnTo>
                  <a:lnTo>
                    <a:pt x="6127" y="202372"/>
                  </a:lnTo>
                  <a:lnTo>
                    <a:pt x="7635" y="207464"/>
                  </a:lnTo>
                  <a:lnTo>
                    <a:pt x="9303" y="212505"/>
                  </a:lnTo>
                  <a:lnTo>
                    <a:pt x="11131" y="217491"/>
                  </a:lnTo>
                  <a:lnTo>
                    <a:pt x="13116" y="222416"/>
                  </a:lnTo>
                  <a:lnTo>
                    <a:pt x="15257" y="227276"/>
                  </a:lnTo>
                  <a:lnTo>
                    <a:pt x="17551" y="232066"/>
                  </a:lnTo>
                  <a:lnTo>
                    <a:pt x="19996" y="236780"/>
                  </a:lnTo>
                  <a:lnTo>
                    <a:pt x="22589" y="241414"/>
                  </a:lnTo>
                  <a:lnTo>
                    <a:pt x="25329" y="245963"/>
                  </a:lnTo>
                  <a:lnTo>
                    <a:pt x="28211" y="250423"/>
                  </a:lnTo>
                  <a:lnTo>
                    <a:pt x="31234" y="254789"/>
                  </a:lnTo>
                  <a:lnTo>
                    <a:pt x="34394" y="259057"/>
                  </a:lnTo>
                  <a:lnTo>
                    <a:pt x="37687" y="263223"/>
                  </a:lnTo>
                  <a:lnTo>
                    <a:pt x="41112" y="267282"/>
                  </a:lnTo>
                  <a:lnTo>
                    <a:pt x="44663" y="271230"/>
                  </a:lnTo>
                  <a:lnTo>
                    <a:pt x="48339" y="275063"/>
                  </a:lnTo>
                  <a:lnTo>
                    <a:pt x="52134" y="278777"/>
                  </a:lnTo>
                  <a:lnTo>
                    <a:pt x="56045" y="282369"/>
                  </a:lnTo>
                  <a:lnTo>
                    <a:pt x="60068" y="285835"/>
                  </a:lnTo>
                  <a:lnTo>
                    <a:pt x="64200" y="289172"/>
                  </a:lnTo>
                  <a:lnTo>
                    <a:pt x="68435" y="292375"/>
                  </a:lnTo>
                  <a:lnTo>
                    <a:pt x="72770" y="295443"/>
                  </a:lnTo>
                  <a:lnTo>
                    <a:pt x="77200" y="298371"/>
                  </a:lnTo>
                  <a:lnTo>
                    <a:pt x="81721" y="301157"/>
                  </a:lnTo>
                  <a:lnTo>
                    <a:pt x="86328" y="303798"/>
                  </a:lnTo>
                  <a:lnTo>
                    <a:pt x="91017" y="306291"/>
                  </a:lnTo>
                  <a:lnTo>
                    <a:pt x="95782" y="308634"/>
                  </a:lnTo>
                  <a:lnTo>
                    <a:pt x="100620" y="310825"/>
                  </a:lnTo>
                  <a:lnTo>
                    <a:pt x="105524" y="312861"/>
                  </a:lnTo>
                  <a:lnTo>
                    <a:pt x="110491" y="314740"/>
                  </a:lnTo>
                  <a:lnTo>
                    <a:pt x="115515" y="316460"/>
                  </a:lnTo>
                  <a:lnTo>
                    <a:pt x="120591" y="318020"/>
                  </a:lnTo>
                  <a:lnTo>
                    <a:pt x="125714" y="319418"/>
                  </a:lnTo>
                  <a:lnTo>
                    <a:pt x="130879" y="320652"/>
                  </a:lnTo>
                  <a:lnTo>
                    <a:pt x="136081" y="321722"/>
                  </a:lnTo>
                  <a:lnTo>
                    <a:pt x="141314" y="322626"/>
                  </a:lnTo>
                  <a:lnTo>
                    <a:pt x="146573" y="323363"/>
                  </a:lnTo>
                  <a:lnTo>
                    <a:pt x="151852" y="323933"/>
                  </a:lnTo>
                  <a:lnTo>
                    <a:pt x="157147" y="324335"/>
                  </a:lnTo>
                  <a:lnTo>
                    <a:pt x="162453" y="324569"/>
                  </a:lnTo>
                  <a:lnTo>
                    <a:pt x="167763" y="324634"/>
                  </a:lnTo>
                  <a:lnTo>
                    <a:pt x="173072" y="324530"/>
                  </a:lnTo>
                  <a:lnTo>
                    <a:pt x="178376" y="324257"/>
                  </a:lnTo>
                  <a:lnTo>
                    <a:pt x="183668" y="323817"/>
                  </a:lnTo>
                  <a:lnTo>
                    <a:pt x="188943" y="323208"/>
                  </a:lnTo>
                  <a:lnTo>
                    <a:pt x="194196" y="322432"/>
                  </a:lnTo>
                  <a:lnTo>
                    <a:pt x="199423" y="321490"/>
                  </a:lnTo>
                  <a:lnTo>
                    <a:pt x="204616" y="320382"/>
                  </a:lnTo>
                  <a:lnTo>
                    <a:pt x="209772" y="319110"/>
                  </a:lnTo>
                  <a:lnTo>
                    <a:pt x="214885" y="317675"/>
                  </a:lnTo>
                  <a:lnTo>
                    <a:pt x="219949" y="316078"/>
                  </a:lnTo>
                  <a:lnTo>
                    <a:pt x="224960" y="314321"/>
                  </a:lnTo>
                  <a:lnTo>
                    <a:pt x="229913" y="312405"/>
                  </a:lnTo>
                  <a:lnTo>
                    <a:pt x="234803" y="310334"/>
                  </a:lnTo>
                  <a:lnTo>
                    <a:pt x="239624" y="308108"/>
                  </a:lnTo>
                  <a:lnTo>
                    <a:pt x="244373" y="305730"/>
                  </a:lnTo>
                  <a:lnTo>
                    <a:pt x="249043" y="303202"/>
                  </a:lnTo>
                  <a:lnTo>
                    <a:pt x="253630" y="300527"/>
                  </a:lnTo>
                  <a:lnTo>
                    <a:pt x="258131" y="297708"/>
                  </a:lnTo>
                  <a:lnTo>
                    <a:pt x="262539" y="294748"/>
                  </a:lnTo>
                  <a:lnTo>
                    <a:pt x="266852" y="291649"/>
                  </a:lnTo>
                  <a:lnTo>
                    <a:pt x="271063" y="288414"/>
                  </a:lnTo>
                  <a:lnTo>
                    <a:pt x="275170" y="285048"/>
                  </a:lnTo>
                  <a:lnTo>
                    <a:pt x="279168" y="281552"/>
                  </a:lnTo>
                  <a:lnTo>
                    <a:pt x="283053" y="277932"/>
                  </a:lnTo>
                  <a:lnTo>
                    <a:pt x="286821" y="274189"/>
                  </a:lnTo>
                  <a:lnTo>
                    <a:pt x="290468" y="270329"/>
                  </a:lnTo>
                  <a:lnTo>
                    <a:pt x="293990" y="266356"/>
                  </a:lnTo>
                  <a:lnTo>
                    <a:pt x="297385" y="262272"/>
                  </a:lnTo>
                  <a:lnTo>
                    <a:pt x="300648" y="258082"/>
                  </a:lnTo>
                  <a:lnTo>
                    <a:pt x="303777" y="253791"/>
                  </a:lnTo>
                  <a:lnTo>
                    <a:pt x="306767" y="249403"/>
                  </a:lnTo>
                  <a:lnTo>
                    <a:pt x="309617" y="244922"/>
                  </a:lnTo>
                  <a:lnTo>
                    <a:pt x="312323" y="240353"/>
                  </a:lnTo>
                  <a:lnTo>
                    <a:pt x="314882" y="235700"/>
                  </a:lnTo>
                  <a:lnTo>
                    <a:pt x="317293" y="230968"/>
                  </a:lnTo>
                  <a:lnTo>
                    <a:pt x="319551" y="226162"/>
                  </a:lnTo>
                  <a:lnTo>
                    <a:pt x="321656" y="221287"/>
                  </a:lnTo>
                  <a:lnTo>
                    <a:pt x="323606" y="216347"/>
                  </a:lnTo>
                  <a:lnTo>
                    <a:pt x="325397" y="211348"/>
                  </a:lnTo>
                  <a:lnTo>
                    <a:pt x="327028" y="206294"/>
                  </a:lnTo>
                  <a:lnTo>
                    <a:pt x="328499" y="201191"/>
                  </a:lnTo>
                  <a:lnTo>
                    <a:pt x="329806" y="196044"/>
                  </a:lnTo>
                  <a:lnTo>
                    <a:pt x="330949" y="190859"/>
                  </a:lnTo>
                  <a:lnTo>
                    <a:pt x="331927" y="185639"/>
                  </a:lnTo>
                  <a:lnTo>
                    <a:pt x="332739" y="180391"/>
                  </a:lnTo>
                  <a:lnTo>
                    <a:pt x="333383" y="175120"/>
                  </a:lnTo>
                  <a:lnTo>
                    <a:pt x="333860" y="169831"/>
                  </a:lnTo>
                  <a:lnTo>
                    <a:pt x="334169" y="164530"/>
                  </a:lnTo>
                  <a:lnTo>
                    <a:pt x="334309" y="159221"/>
                  </a:lnTo>
                  <a:lnTo>
                    <a:pt x="334280" y="153911"/>
                  </a:lnTo>
                  <a:lnTo>
                    <a:pt x="334083" y="148604"/>
                  </a:lnTo>
                  <a:lnTo>
                    <a:pt x="333717" y="143306"/>
                  </a:lnTo>
                  <a:lnTo>
                    <a:pt x="333183" y="138023"/>
                  </a:lnTo>
                  <a:lnTo>
                    <a:pt x="332482" y="132759"/>
                  </a:lnTo>
                  <a:lnTo>
                    <a:pt x="331614" y="127520"/>
                  </a:lnTo>
                  <a:lnTo>
                    <a:pt x="330580" y="122311"/>
                  </a:lnTo>
                  <a:lnTo>
                    <a:pt x="329380" y="117138"/>
                  </a:lnTo>
                  <a:lnTo>
                    <a:pt x="328018" y="112005"/>
                  </a:lnTo>
                  <a:lnTo>
                    <a:pt x="326492" y="106919"/>
                  </a:lnTo>
                  <a:lnTo>
                    <a:pt x="324806" y="101883"/>
                  </a:lnTo>
                  <a:lnTo>
                    <a:pt x="322961" y="96904"/>
                  </a:lnTo>
                  <a:lnTo>
                    <a:pt x="320959" y="91985"/>
                  </a:lnTo>
                  <a:lnTo>
                    <a:pt x="318802" y="87133"/>
                  </a:lnTo>
                  <a:lnTo>
                    <a:pt x="316491" y="82351"/>
                  </a:lnTo>
                  <a:lnTo>
                    <a:pt x="314030" y="77646"/>
                  </a:lnTo>
                  <a:lnTo>
                    <a:pt x="311420" y="73021"/>
                  </a:lnTo>
                  <a:lnTo>
                    <a:pt x="308665" y="68481"/>
                  </a:lnTo>
                  <a:lnTo>
                    <a:pt x="305767" y="64031"/>
                  </a:lnTo>
                  <a:lnTo>
                    <a:pt x="302730" y="59675"/>
                  </a:lnTo>
                  <a:lnTo>
                    <a:pt x="299555" y="55418"/>
                  </a:lnTo>
                  <a:lnTo>
                    <a:pt x="296247" y="51264"/>
                  </a:lnTo>
                  <a:lnTo>
                    <a:pt x="292808" y="47217"/>
                  </a:lnTo>
                  <a:lnTo>
                    <a:pt x="289243" y="43282"/>
                  </a:lnTo>
                  <a:lnTo>
                    <a:pt x="285555" y="39461"/>
                  </a:lnTo>
                  <a:lnTo>
                    <a:pt x="281747" y="35760"/>
                  </a:lnTo>
                  <a:lnTo>
                    <a:pt x="277823" y="32181"/>
                  </a:lnTo>
                  <a:lnTo>
                    <a:pt x="273788" y="28729"/>
                  </a:lnTo>
                  <a:lnTo>
                    <a:pt x="269645" y="25407"/>
                  </a:lnTo>
                  <a:lnTo>
                    <a:pt x="265399" y="22218"/>
                  </a:lnTo>
                  <a:lnTo>
                    <a:pt x="261053" y="19166"/>
                  </a:lnTo>
                  <a:lnTo>
                    <a:pt x="256613" y="16253"/>
                  </a:lnTo>
                  <a:lnTo>
                    <a:pt x="252082" y="13483"/>
                  </a:lnTo>
                  <a:lnTo>
                    <a:pt x="247466" y="10858"/>
                  </a:lnTo>
                  <a:lnTo>
                    <a:pt x="242769" y="8381"/>
                  </a:lnTo>
                  <a:lnTo>
                    <a:pt x="237995" y="6054"/>
                  </a:lnTo>
                  <a:lnTo>
                    <a:pt x="233150" y="3880"/>
                  </a:lnTo>
                  <a:lnTo>
                    <a:pt x="228238" y="1861"/>
                  </a:lnTo>
                  <a:lnTo>
                    <a:pt x="223265" y="0"/>
                  </a:lnTo>
                  <a:lnTo>
                    <a:pt x="167151" y="1574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919011" y="2633064"/>
              <a:ext cx="56114" cy="167167"/>
            </a:xfrm>
            <a:custGeom>
              <a:avLst/>
              <a:pathLst>
                <a:path w="56114" h="167167">
                  <a:moveTo>
                    <a:pt x="56114" y="9699"/>
                  </a:moveTo>
                  <a:lnTo>
                    <a:pt x="50085" y="7679"/>
                  </a:lnTo>
                  <a:lnTo>
                    <a:pt x="43984" y="5890"/>
                  </a:lnTo>
                  <a:lnTo>
                    <a:pt x="37820" y="4334"/>
                  </a:lnTo>
                  <a:lnTo>
                    <a:pt x="31600" y="3014"/>
                  </a:lnTo>
                  <a:lnTo>
                    <a:pt x="25335" y="1931"/>
                  </a:lnTo>
                  <a:lnTo>
                    <a:pt x="19033" y="1087"/>
                  </a:lnTo>
                  <a:lnTo>
                    <a:pt x="12704" y="483"/>
                  </a:lnTo>
                  <a:lnTo>
                    <a:pt x="6356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69152" y="2126963"/>
              <a:ext cx="59319" cy="167167"/>
            </a:xfrm>
            <a:custGeom>
              <a:avLst/>
              <a:pathLst>
                <a:path w="59319" h="167167">
                  <a:moveTo>
                    <a:pt x="59319" y="0"/>
                  </a:moveTo>
                  <a:lnTo>
                    <a:pt x="53256" y="109"/>
                  </a:lnTo>
                  <a:lnTo>
                    <a:pt x="47201" y="439"/>
                  </a:lnTo>
                  <a:lnTo>
                    <a:pt x="41163" y="988"/>
                  </a:lnTo>
                  <a:lnTo>
                    <a:pt x="35148" y="1756"/>
                  </a:lnTo>
                  <a:lnTo>
                    <a:pt x="29165" y="2742"/>
                  </a:lnTo>
                  <a:lnTo>
                    <a:pt x="23221" y="3943"/>
                  </a:lnTo>
                  <a:lnTo>
                    <a:pt x="17325" y="5360"/>
                  </a:lnTo>
                  <a:lnTo>
                    <a:pt x="11484" y="6989"/>
                  </a:lnTo>
                  <a:lnTo>
                    <a:pt x="5707" y="8830"/>
                  </a:lnTo>
                  <a:lnTo>
                    <a:pt x="0" y="10878"/>
                  </a:lnTo>
                  <a:lnTo>
                    <a:pt x="5931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69152" y="2137842"/>
              <a:ext cx="59319" cy="156288"/>
            </a:xfrm>
            <a:custGeom>
              <a:avLst/>
              <a:pathLst>
                <a:path w="59319" h="156288">
                  <a:moveTo>
                    <a:pt x="0" y="0"/>
                  </a:moveTo>
                  <a:lnTo>
                    <a:pt x="59319" y="1562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561309" y="2137842"/>
              <a:ext cx="167162" cy="304917"/>
            </a:xfrm>
            <a:custGeom>
              <a:avLst/>
              <a:pathLst>
                <a:path w="167162" h="304917">
                  <a:moveTo>
                    <a:pt x="107843" y="0"/>
                  </a:moveTo>
                  <a:lnTo>
                    <a:pt x="102874" y="1977"/>
                  </a:lnTo>
                  <a:lnTo>
                    <a:pt x="97971" y="4112"/>
                  </a:lnTo>
                  <a:lnTo>
                    <a:pt x="93139" y="6403"/>
                  </a:lnTo>
                  <a:lnTo>
                    <a:pt x="88382" y="8848"/>
                  </a:lnTo>
                  <a:lnTo>
                    <a:pt x="83707" y="11443"/>
                  </a:lnTo>
                  <a:lnTo>
                    <a:pt x="79116" y="14187"/>
                  </a:lnTo>
                  <a:lnTo>
                    <a:pt x="74616" y="17076"/>
                  </a:lnTo>
                  <a:lnTo>
                    <a:pt x="70210" y="20107"/>
                  </a:lnTo>
                  <a:lnTo>
                    <a:pt x="65904" y="23278"/>
                  </a:lnTo>
                  <a:lnTo>
                    <a:pt x="61701" y="26585"/>
                  </a:lnTo>
                  <a:lnTo>
                    <a:pt x="57606" y="30025"/>
                  </a:lnTo>
                  <a:lnTo>
                    <a:pt x="53624" y="33593"/>
                  </a:lnTo>
                  <a:lnTo>
                    <a:pt x="49757" y="37288"/>
                  </a:lnTo>
                  <a:lnTo>
                    <a:pt x="46011" y="41104"/>
                  </a:lnTo>
                  <a:lnTo>
                    <a:pt x="42389" y="45038"/>
                  </a:lnTo>
                  <a:lnTo>
                    <a:pt x="38894" y="49086"/>
                  </a:lnTo>
                  <a:lnTo>
                    <a:pt x="35531" y="53244"/>
                  </a:lnTo>
                  <a:lnTo>
                    <a:pt x="32302" y="57507"/>
                  </a:lnTo>
                  <a:lnTo>
                    <a:pt x="29211" y="61871"/>
                  </a:lnTo>
                  <a:lnTo>
                    <a:pt x="26262" y="66332"/>
                  </a:lnTo>
                  <a:lnTo>
                    <a:pt x="23457" y="70885"/>
                  </a:lnTo>
                  <a:lnTo>
                    <a:pt x="20798" y="75526"/>
                  </a:lnTo>
                  <a:lnTo>
                    <a:pt x="18290" y="80249"/>
                  </a:lnTo>
                  <a:lnTo>
                    <a:pt x="15934" y="85049"/>
                  </a:lnTo>
                  <a:lnTo>
                    <a:pt x="13733" y="89923"/>
                  </a:lnTo>
                  <a:lnTo>
                    <a:pt x="11688" y="94865"/>
                  </a:lnTo>
                  <a:lnTo>
                    <a:pt x="9803" y="99869"/>
                  </a:lnTo>
                  <a:lnTo>
                    <a:pt x="8079" y="104931"/>
                  </a:lnTo>
                  <a:lnTo>
                    <a:pt x="6518" y="110046"/>
                  </a:lnTo>
                  <a:lnTo>
                    <a:pt x="5121" y="115208"/>
                  </a:lnTo>
                  <a:lnTo>
                    <a:pt x="3890" y="120413"/>
                  </a:lnTo>
                  <a:lnTo>
                    <a:pt x="2826" y="125653"/>
                  </a:lnTo>
                  <a:lnTo>
                    <a:pt x="1930" y="130926"/>
                  </a:lnTo>
                  <a:lnTo>
                    <a:pt x="1203" y="136224"/>
                  </a:lnTo>
                  <a:lnTo>
                    <a:pt x="646" y="141543"/>
                  </a:lnTo>
                  <a:lnTo>
                    <a:pt x="260" y="146876"/>
                  </a:lnTo>
                  <a:lnTo>
                    <a:pt x="44" y="152220"/>
                  </a:lnTo>
                  <a:lnTo>
                    <a:pt x="0" y="157567"/>
                  </a:lnTo>
                  <a:lnTo>
                    <a:pt x="126" y="162914"/>
                  </a:lnTo>
                  <a:lnTo>
                    <a:pt x="423" y="168253"/>
                  </a:lnTo>
                  <a:lnTo>
                    <a:pt x="891" y="173580"/>
                  </a:lnTo>
                  <a:lnTo>
                    <a:pt x="1530" y="178890"/>
                  </a:lnTo>
                  <a:lnTo>
                    <a:pt x="2337" y="184176"/>
                  </a:lnTo>
                  <a:lnTo>
                    <a:pt x="3314" y="189434"/>
                  </a:lnTo>
                  <a:lnTo>
                    <a:pt x="4458" y="194658"/>
                  </a:lnTo>
                  <a:lnTo>
                    <a:pt x="5768" y="199843"/>
                  </a:lnTo>
                  <a:lnTo>
                    <a:pt x="7244" y="204983"/>
                  </a:lnTo>
                  <a:lnTo>
                    <a:pt x="8883" y="210073"/>
                  </a:lnTo>
                  <a:lnTo>
                    <a:pt x="10685" y="215109"/>
                  </a:lnTo>
                  <a:lnTo>
                    <a:pt x="12646" y="220084"/>
                  </a:lnTo>
                  <a:lnTo>
                    <a:pt x="14766" y="224994"/>
                  </a:lnTo>
                  <a:lnTo>
                    <a:pt x="17042" y="229833"/>
                  </a:lnTo>
                  <a:lnTo>
                    <a:pt x="19471" y="234597"/>
                  </a:lnTo>
                  <a:lnTo>
                    <a:pt x="22051" y="239281"/>
                  </a:lnTo>
                  <a:lnTo>
                    <a:pt x="24780" y="243880"/>
                  </a:lnTo>
                  <a:lnTo>
                    <a:pt x="27655" y="248390"/>
                  </a:lnTo>
                  <a:lnTo>
                    <a:pt x="30672" y="252805"/>
                  </a:lnTo>
                  <a:lnTo>
                    <a:pt x="33829" y="257122"/>
                  </a:lnTo>
                  <a:lnTo>
                    <a:pt x="37123" y="261335"/>
                  </a:lnTo>
                  <a:lnTo>
                    <a:pt x="40550" y="265441"/>
                  </a:lnTo>
                  <a:lnTo>
                    <a:pt x="44106" y="269435"/>
                  </a:lnTo>
                  <a:lnTo>
                    <a:pt x="47788" y="273313"/>
                  </a:lnTo>
                  <a:lnTo>
                    <a:pt x="51592" y="277071"/>
                  </a:lnTo>
                  <a:lnTo>
                    <a:pt x="55515" y="280706"/>
                  </a:lnTo>
                  <a:lnTo>
                    <a:pt x="59552" y="284214"/>
                  </a:lnTo>
                  <a:lnTo>
                    <a:pt x="63698" y="287590"/>
                  </a:lnTo>
                  <a:lnTo>
                    <a:pt x="67951" y="290833"/>
                  </a:lnTo>
                  <a:lnTo>
                    <a:pt x="72306" y="293937"/>
                  </a:lnTo>
                  <a:lnTo>
                    <a:pt x="76757" y="296901"/>
                  </a:lnTo>
                  <a:lnTo>
                    <a:pt x="81301" y="299721"/>
                  </a:lnTo>
                  <a:lnTo>
                    <a:pt x="85933" y="302394"/>
                  </a:lnTo>
                  <a:lnTo>
                    <a:pt x="90648" y="304917"/>
                  </a:lnTo>
                  <a:lnTo>
                    <a:pt x="167162" y="1562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51958" y="2126963"/>
              <a:ext cx="243661" cy="334334"/>
            </a:xfrm>
            <a:custGeom>
              <a:avLst/>
              <a:pathLst>
                <a:path w="243661" h="334334">
                  <a:moveTo>
                    <a:pt x="0" y="315796"/>
                  </a:moveTo>
                  <a:lnTo>
                    <a:pt x="4753" y="318148"/>
                  </a:lnTo>
                  <a:lnTo>
                    <a:pt x="9579" y="320349"/>
                  </a:lnTo>
                  <a:lnTo>
                    <a:pt x="14472" y="322395"/>
                  </a:lnTo>
                  <a:lnTo>
                    <a:pt x="19427" y="324285"/>
                  </a:lnTo>
                  <a:lnTo>
                    <a:pt x="24440" y="326017"/>
                  </a:lnTo>
                  <a:lnTo>
                    <a:pt x="29505" y="327589"/>
                  </a:lnTo>
                  <a:lnTo>
                    <a:pt x="34618" y="328999"/>
                  </a:lnTo>
                  <a:lnTo>
                    <a:pt x="39773" y="330247"/>
                  </a:lnTo>
                  <a:lnTo>
                    <a:pt x="44965" y="331330"/>
                  </a:lnTo>
                  <a:lnTo>
                    <a:pt x="50189" y="332249"/>
                  </a:lnTo>
                  <a:lnTo>
                    <a:pt x="55439" y="333001"/>
                  </a:lnTo>
                  <a:lnTo>
                    <a:pt x="60710" y="333586"/>
                  </a:lnTo>
                  <a:lnTo>
                    <a:pt x="65997" y="334003"/>
                  </a:lnTo>
                  <a:lnTo>
                    <a:pt x="71295" y="334253"/>
                  </a:lnTo>
                  <a:lnTo>
                    <a:pt x="76598" y="334334"/>
                  </a:lnTo>
                  <a:lnTo>
                    <a:pt x="81901" y="334248"/>
                  </a:lnTo>
                  <a:lnTo>
                    <a:pt x="87199" y="333993"/>
                  </a:lnTo>
                  <a:lnTo>
                    <a:pt x="92485" y="333570"/>
                  </a:lnTo>
                  <a:lnTo>
                    <a:pt x="97756" y="332979"/>
                  </a:lnTo>
                  <a:lnTo>
                    <a:pt x="103005" y="332222"/>
                  </a:lnTo>
                  <a:lnTo>
                    <a:pt x="108228" y="331298"/>
                  </a:lnTo>
                  <a:lnTo>
                    <a:pt x="113419" y="330210"/>
                  </a:lnTo>
                  <a:lnTo>
                    <a:pt x="118573" y="328957"/>
                  </a:lnTo>
                  <a:lnTo>
                    <a:pt x="123684" y="327541"/>
                  </a:lnTo>
                  <a:lnTo>
                    <a:pt x="128748" y="325964"/>
                  </a:lnTo>
                  <a:lnTo>
                    <a:pt x="133759" y="324227"/>
                  </a:lnTo>
                  <a:lnTo>
                    <a:pt x="138712" y="322332"/>
                  </a:lnTo>
                  <a:lnTo>
                    <a:pt x="143603" y="320281"/>
                  </a:lnTo>
                  <a:lnTo>
                    <a:pt x="148427" y="318076"/>
                  </a:lnTo>
                  <a:lnTo>
                    <a:pt x="153178" y="315718"/>
                  </a:lnTo>
                  <a:lnTo>
                    <a:pt x="157852" y="313212"/>
                  </a:lnTo>
                  <a:lnTo>
                    <a:pt x="162444" y="310558"/>
                  </a:lnTo>
                  <a:lnTo>
                    <a:pt x="166949" y="307760"/>
                  </a:lnTo>
                  <a:lnTo>
                    <a:pt x="171364" y="304820"/>
                  </a:lnTo>
                  <a:lnTo>
                    <a:pt x="175683" y="301742"/>
                  </a:lnTo>
                  <a:lnTo>
                    <a:pt x="179902" y="298528"/>
                  </a:lnTo>
                  <a:lnTo>
                    <a:pt x="184017" y="295182"/>
                  </a:lnTo>
                  <a:lnTo>
                    <a:pt x="188024" y="291708"/>
                  </a:lnTo>
                  <a:lnTo>
                    <a:pt x="191919" y="288108"/>
                  </a:lnTo>
                  <a:lnTo>
                    <a:pt x="195697" y="284386"/>
                  </a:lnTo>
                  <a:lnTo>
                    <a:pt x="199356" y="280546"/>
                  </a:lnTo>
                  <a:lnTo>
                    <a:pt x="202891" y="276592"/>
                  </a:lnTo>
                  <a:lnTo>
                    <a:pt x="206298" y="272528"/>
                  </a:lnTo>
                  <a:lnTo>
                    <a:pt x="209575" y="268358"/>
                  </a:lnTo>
                  <a:lnTo>
                    <a:pt x="212718" y="264086"/>
                  </a:lnTo>
                  <a:lnTo>
                    <a:pt x="215724" y="259716"/>
                  </a:lnTo>
                  <a:lnTo>
                    <a:pt x="218590" y="255253"/>
                  </a:lnTo>
                  <a:lnTo>
                    <a:pt x="221313" y="250702"/>
                  </a:lnTo>
                  <a:lnTo>
                    <a:pt x="223890" y="246066"/>
                  </a:lnTo>
                  <a:lnTo>
                    <a:pt x="226319" y="241352"/>
                  </a:lnTo>
                  <a:lnTo>
                    <a:pt x="228597" y="236562"/>
                  </a:lnTo>
                  <a:lnTo>
                    <a:pt x="230722" y="231703"/>
                  </a:lnTo>
                  <a:lnTo>
                    <a:pt x="232691" y="226778"/>
                  </a:lnTo>
                  <a:lnTo>
                    <a:pt x="234504" y="221794"/>
                  </a:lnTo>
                  <a:lnTo>
                    <a:pt x="236157" y="216754"/>
                  </a:lnTo>
                  <a:lnTo>
                    <a:pt x="237650" y="211665"/>
                  </a:lnTo>
                  <a:lnTo>
                    <a:pt x="238980" y="206531"/>
                  </a:lnTo>
                  <a:lnTo>
                    <a:pt x="240147" y="201357"/>
                  </a:lnTo>
                  <a:lnTo>
                    <a:pt x="241150" y="196149"/>
                  </a:lnTo>
                  <a:lnTo>
                    <a:pt x="241986" y="190912"/>
                  </a:lnTo>
                  <a:lnTo>
                    <a:pt x="242656" y="185651"/>
                  </a:lnTo>
                  <a:lnTo>
                    <a:pt x="243159" y="180371"/>
                  </a:lnTo>
                  <a:lnTo>
                    <a:pt x="243494" y="175078"/>
                  </a:lnTo>
                  <a:lnTo>
                    <a:pt x="243661" y="169777"/>
                  </a:lnTo>
                  <a:lnTo>
                    <a:pt x="243659" y="164473"/>
                  </a:lnTo>
                  <a:lnTo>
                    <a:pt x="243490" y="159172"/>
                  </a:lnTo>
                  <a:lnTo>
                    <a:pt x="243152" y="153879"/>
                  </a:lnTo>
                  <a:lnTo>
                    <a:pt x="242647" y="148599"/>
                  </a:lnTo>
                  <a:lnTo>
                    <a:pt x="241974" y="143339"/>
                  </a:lnTo>
                  <a:lnTo>
                    <a:pt x="241135" y="138102"/>
                  </a:lnTo>
                  <a:lnTo>
                    <a:pt x="240130" y="132894"/>
                  </a:lnTo>
                  <a:lnTo>
                    <a:pt x="238960" y="127721"/>
                  </a:lnTo>
                  <a:lnTo>
                    <a:pt x="237627" y="122587"/>
                  </a:lnTo>
                  <a:lnTo>
                    <a:pt x="236132" y="117499"/>
                  </a:lnTo>
                  <a:lnTo>
                    <a:pt x="234476" y="112460"/>
                  </a:lnTo>
                  <a:lnTo>
                    <a:pt x="232661" y="107477"/>
                  </a:lnTo>
                  <a:lnTo>
                    <a:pt x="230689" y="102554"/>
                  </a:lnTo>
                  <a:lnTo>
                    <a:pt x="228562" y="97695"/>
                  </a:lnTo>
                  <a:lnTo>
                    <a:pt x="226281" y="92907"/>
                  </a:lnTo>
                  <a:lnTo>
                    <a:pt x="223850" y="88193"/>
                  </a:lnTo>
                  <a:lnTo>
                    <a:pt x="221271" y="83559"/>
                  </a:lnTo>
                  <a:lnTo>
                    <a:pt x="218546" y="79009"/>
                  </a:lnTo>
                  <a:lnTo>
                    <a:pt x="215678" y="74548"/>
                  </a:lnTo>
                  <a:lnTo>
                    <a:pt x="212669" y="70179"/>
                  </a:lnTo>
                  <a:lnTo>
                    <a:pt x="209524" y="65909"/>
                  </a:lnTo>
                  <a:lnTo>
                    <a:pt x="206245" y="61741"/>
                  </a:lnTo>
                  <a:lnTo>
                    <a:pt x="202835" y="57678"/>
                  </a:lnTo>
                  <a:lnTo>
                    <a:pt x="199298" y="53726"/>
                  </a:lnTo>
                  <a:lnTo>
                    <a:pt x="195638" y="49888"/>
                  </a:lnTo>
                  <a:lnTo>
                    <a:pt x="191858" y="46168"/>
                  </a:lnTo>
                  <a:lnTo>
                    <a:pt x="187961" y="42570"/>
                  </a:lnTo>
                  <a:lnTo>
                    <a:pt x="183952" y="39097"/>
                  </a:lnTo>
                  <a:lnTo>
                    <a:pt x="179836" y="35753"/>
                  </a:lnTo>
                  <a:lnTo>
                    <a:pt x="175615" y="32542"/>
                  </a:lnTo>
                  <a:lnTo>
                    <a:pt x="171294" y="29466"/>
                  </a:lnTo>
                  <a:lnTo>
                    <a:pt x="166878" y="26528"/>
                  </a:lnTo>
                  <a:lnTo>
                    <a:pt x="162371" y="23733"/>
                  </a:lnTo>
                  <a:lnTo>
                    <a:pt x="157778" y="21081"/>
                  </a:lnTo>
                  <a:lnTo>
                    <a:pt x="153103" y="18577"/>
                  </a:lnTo>
                  <a:lnTo>
                    <a:pt x="148351" y="16222"/>
                  </a:lnTo>
                  <a:lnTo>
                    <a:pt x="143526" y="14019"/>
                  </a:lnTo>
                  <a:lnTo>
                    <a:pt x="138634" y="11970"/>
                  </a:lnTo>
                  <a:lnTo>
                    <a:pt x="133679" y="10078"/>
                  </a:lnTo>
                  <a:lnTo>
                    <a:pt x="128667" y="8343"/>
                  </a:lnTo>
                  <a:lnTo>
                    <a:pt x="123603" y="6769"/>
                  </a:lnTo>
                  <a:lnTo>
                    <a:pt x="118491" y="5356"/>
                  </a:lnTo>
                  <a:lnTo>
                    <a:pt x="113337" y="4106"/>
                  </a:lnTo>
                  <a:lnTo>
                    <a:pt x="108145" y="3019"/>
                  </a:lnTo>
                  <a:lnTo>
                    <a:pt x="102922" y="2099"/>
                  </a:lnTo>
                  <a:lnTo>
                    <a:pt x="97672" y="1344"/>
                  </a:lnTo>
                  <a:lnTo>
                    <a:pt x="92401" y="756"/>
                  </a:lnTo>
                  <a:lnTo>
                    <a:pt x="87114" y="336"/>
                  </a:lnTo>
                  <a:lnTo>
                    <a:pt x="81817" y="84"/>
                  </a:lnTo>
                  <a:lnTo>
                    <a:pt x="76514" y="0"/>
                  </a:lnTo>
                  <a:lnTo>
                    <a:pt x="7651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376571" y="1681503"/>
              <a:ext cx="46663" cy="167167"/>
            </a:xfrm>
            <a:custGeom>
              <a:avLst/>
              <a:pathLst>
                <a:path w="46663" h="167167">
                  <a:moveTo>
                    <a:pt x="46663" y="0"/>
                  </a:moveTo>
                  <a:lnTo>
                    <a:pt x="40752" y="104"/>
                  </a:lnTo>
                  <a:lnTo>
                    <a:pt x="34850" y="417"/>
                  </a:lnTo>
                  <a:lnTo>
                    <a:pt x="28962" y="939"/>
                  </a:lnTo>
                  <a:lnTo>
                    <a:pt x="23096" y="1669"/>
                  </a:lnTo>
                  <a:lnTo>
                    <a:pt x="17259" y="2606"/>
                  </a:lnTo>
                  <a:lnTo>
                    <a:pt x="11460" y="3748"/>
                  </a:lnTo>
                  <a:lnTo>
                    <a:pt x="5704" y="5095"/>
                  </a:lnTo>
                  <a:lnTo>
                    <a:pt x="0" y="6644"/>
                  </a:lnTo>
                  <a:lnTo>
                    <a:pt x="4666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376571" y="1688148"/>
              <a:ext cx="46663" cy="160522"/>
            </a:xfrm>
            <a:custGeom>
              <a:avLst/>
              <a:pathLst>
                <a:path w="46663" h="160522">
                  <a:moveTo>
                    <a:pt x="0" y="0"/>
                  </a:moveTo>
                  <a:lnTo>
                    <a:pt x="46663" y="1605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256077" y="1688148"/>
              <a:ext cx="334323" cy="327684"/>
            </a:xfrm>
            <a:custGeom>
              <a:avLst/>
              <a:pathLst>
                <a:path w="334323" h="327684">
                  <a:moveTo>
                    <a:pt x="120494" y="0"/>
                  </a:moveTo>
                  <a:lnTo>
                    <a:pt x="115434" y="1558"/>
                  </a:lnTo>
                  <a:lnTo>
                    <a:pt x="110426" y="3275"/>
                  </a:lnTo>
                  <a:lnTo>
                    <a:pt x="105475" y="5151"/>
                  </a:lnTo>
                  <a:lnTo>
                    <a:pt x="100585" y="7182"/>
                  </a:lnTo>
                  <a:lnTo>
                    <a:pt x="95762" y="9367"/>
                  </a:lnTo>
                  <a:lnTo>
                    <a:pt x="91011" y="11704"/>
                  </a:lnTo>
                  <a:lnTo>
                    <a:pt x="86337" y="14190"/>
                  </a:lnTo>
                  <a:lnTo>
                    <a:pt x="81743" y="16823"/>
                  </a:lnTo>
                  <a:lnTo>
                    <a:pt x="77235" y="19600"/>
                  </a:lnTo>
                  <a:lnTo>
                    <a:pt x="72818" y="22519"/>
                  </a:lnTo>
                  <a:lnTo>
                    <a:pt x="68495" y="25575"/>
                  </a:lnTo>
                  <a:lnTo>
                    <a:pt x="64270" y="28768"/>
                  </a:lnTo>
                  <a:lnTo>
                    <a:pt x="60150" y="32092"/>
                  </a:lnTo>
                  <a:lnTo>
                    <a:pt x="56136" y="35545"/>
                  </a:lnTo>
                  <a:lnTo>
                    <a:pt x="52234" y="39124"/>
                  </a:lnTo>
                  <a:lnTo>
                    <a:pt x="48447" y="42824"/>
                  </a:lnTo>
                  <a:lnTo>
                    <a:pt x="44779" y="46642"/>
                  </a:lnTo>
                  <a:lnTo>
                    <a:pt x="41234" y="50575"/>
                  </a:lnTo>
                  <a:lnTo>
                    <a:pt x="37816" y="54618"/>
                  </a:lnTo>
                  <a:lnTo>
                    <a:pt x="34527" y="58767"/>
                  </a:lnTo>
                  <a:lnTo>
                    <a:pt x="31371" y="63019"/>
                  </a:lnTo>
                  <a:lnTo>
                    <a:pt x="28351" y="67368"/>
                  </a:lnTo>
                  <a:lnTo>
                    <a:pt x="25471" y="71810"/>
                  </a:lnTo>
                  <a:lnTo>
                    <a:pt x="22732" y="76342"/>
                  </a:lnTo>
                  <a:lnTo>
                    <a:pt x="20139" y="80958"/>
                  </a:lnTo>
                  <a:lnTo>
                    <a:pt x="17693" y="85653"/>
                  </a:lnTo>
                  <a:lnTo>
                    <a:pt x="15397" y="90424"/>
                  </a:lnTo>
                  <a:lnTo>
                    <a:pt x="13253" y="95265"/>
                  </a:lnTo>
                  <a:lnTo>
                    <a:pt x="11264" y="100172"/>
                  </a:lnTo>
                  <a:lnTo>
                    <a:pt x="9431" y="105139"/>
                  </a:lnTo>
                  <a:lnTo>
                    <a:pt x="7756" y="110162"/>
                  </a:lnTo>
                  <a:lnTo>
                    <a:pt x="6241" y="115235"/>
                  </a:lnTo>
                  <a:lnTo>
                    <a:pt x="4888" y="120354"/>
                  </a:lnTo>
                  <a:lnTo>
                    <a:pt x="3697" y="125513"/>
                  </a:lnTo>
                  <a:lnTo>
                    <a:pt x="2670" y="130707"/>
                  </a:lnTo>
                  <a:lnTo>
                    <a:pt x="1808" y="135931"/>
                  </a:lnTo>
                  <a:lnTo>
                    <a:pt x="1113" y="141180"/>
                  </a:lnTo>
                  <a:lnTo>
                    <a:pt x="583" y="146448"/>
                  </a:lnTo>
                  <a:lnTo>
                    <a:pt x="221" y="151730"/>
                  </a:lnTo>
                  <a:lnTo>
                    <a:pt x="27" y="157021"/>
                  </a:lnTo>
                  <a:lnTo>
                    <a:pt x="0" y="162316"/>
                  </a:lnTo>
                  <a:lnTo>
                    <a:pt x="140" y="167609"/>
                  </a:lnTo>
                  <a:lnTo>
                    <a:pt x="448" y="172894"/>
                  </a:lnTo>
                  <a:lnTo>
                    <a:pt x="924" y="178167"/>
                  </a:lnTo>
                  <a:lnTo>
                    <a:pt x="1566" y="183423"/>
                  </a:lnTo>
                  <a:lnTo>
                    <a:pt x="2374" y="188655"/>
                  </a:lnTo>
                  <a:lnTo>
                    <a:pt x="3348" y="193860"/>
                  </a:lnTo>
                  <a:lnTo>
                    <a:pt x="4486" y="199031"/>
                  </a:lnTo>
                  <a:lnTo>
                    <a:pt x="5787" y="204163"/>
                  </a:lnTo>
                  <a:lnTo>
                    <a:pt x="7250" y="209251"/>
                  </a:lnTo>
                  <a:lnTo>
                    <a:pt x="8873" y="214291"/>
                  </a:lnTo>
                  <a:lnTo>
                    <a:pt x="10655" y="219277"/>
                  </a:lnTo>
                  <a:lnTo>
                    <a:pt x="12595" y="224203"/>
                  </a:lnTo>
                  <a:lnTo>
                    <a:pt x="14689" y="229066"/>
                  </a:lnTo>
                  <a:lnTo>
                    <a:pt x="16936" y="233860"/>
                  </a:lnTo>
                  <a:lnTo>
                    <a:pt x="19334" y="238581"/>
                  </a:lnTo>
                  <a:lnTo>
                    <a:pt x="21880" y="243223"/>
                  </a:lnTo>
                  <a:lnTo>
                    <a:pt x="24572" y="247782"/>
                  </a:lnTo>
                  <a:lnTo>
                    <a:pt x="27407" y="252254"/>
                  </a:lnTo>
                  <a:lnTo>
                    <a:pt x="30382" y="256634"/>
                  </a:lnTo>
                  <a:lnTo>
                    <a:pt x="33494" y="260917"/>
                  </a:lnTo>
                  <a:lnTo>
                    <a:pt x="36741" y="265100"/>
                  </a:lnTo>
                  <a:lnTo>
                    <a:pt x="40118" y="269177"/>
                  </a:lnTo>
                  <a:lnTo>
                    <a:pt x="43623" y="273146"/>
                  </a:lnTo>
                  <a:lnTo>
                    <a:pt x="47251" y="277002"/>
                  </a:lnTo>
                  <a:lnTo>
                    <a:pt x="51000" y="280740"/>
                  </a:lnTo>
                  <a:lnTo>
                    <a:pt x="54865" y="284359"/>
                  </a:lnTo>
                  <a:lnTo>
                    <a:pt x="58843" y="287853"/>
                  </a:lnTo>
                  <a:lnTo>
                    <a:pt x="62930" y="291219"/>
                  </a:lnTo>
                  <a:lnTo>
                    <a:pt x="67121" y="294454"/>
                  </a:lnTo>
                  <a:lnTo>
                    <a:pt x="71413" y="297555"/>
                  </a:lnTo>
                  <a:lnTo>
                    <a:pt x="75801" y="300518"/>
                  </a:lnTo>
                  <a:lnTo>
                    <a:pt x="80280" y="303341"/>
                  </a:lnTo>
                  <a:lnTo>
                    <a:pt x="84846" y="306021"/>
                  </a:lnTo>
                  <a:lnTo>
                    <a:pt x="89495" y="308554"/>
                  </a:lnTo>
                  <a:lnTo>
                    <a:pt x="94222" y="310940"/>
                  </a:lnTo>
                  <a:lnTo>
                    <a:pt x="99022" y="313174"/>
                  </a:lnTo>
                  <a:lnTo>
                    <a:pt x="103891" y="315255"/>
                  </a:lnTo>
                  <a:lnTo>
                    <a:pt x="108823" y="317181"/>
                  </a:lnTo>
                  <a:lnTo>
                    <a:pt x="113813" y="318950"/>
                  </a:lnTo>
                  <a:lnTo>
                    <a:pt x="118857" y="320560"/>
                  </a:lnTo>
                  <a:lnTo>
                    <a:pt x="123950" y="322009"/>
                  </a:lnTo>
                  <a:lnTo>
                    <a:pt x="129085" y="323296"/>
                  </a:lnTo>
                  <a:lnTo>
                    <a:pt x="134259" y="324420"/>
                  </a:lnTo>
                  <a:lnTo>
                    <a:pt x="139466" y="325380"/>
                  </a:lnTo>
                  <a:lnTo>
                    <a:pt x="144701" y="326174"/>
                  </a:lnTo>
                  <a:lnTo>
                    <a:pt x="149958" y="326802"/>
                  </a:lnTo>
                  <a:lnTo>
                    <a:pt x="155233" y="327264"/>
                  </a:lnTo>
                  <a:lnTo>
                    <a:pt x="160519" y="327558"/>
                  </a:lnTo>
                  <a:lnTo>
                    <a:pt x="165812" y="327684"/>
                  </a:lnTo>
                  <a:lnTo>
                    <a:pt x="171107" y="327643"/>
                  </a:lnTo>
                  <a:lnTo>
                    <a:pt x="176397" y="327434"/>
                  </a:lnTo>
                  <a:lnTo>
                    <a:pt x="181678" y="327058"/>
                  </a:lnTo>
                  <a:lnTo>
                    <a:pt x="186945" y="326514"/>
                  </a:lnTo>
                  <a:lnTo>
                    <a:pt x="192192" y="325804"/>
                  </a:lnTo>
                  <a:lnTo>
                    <a:pt x="197413" y="324929"/>
                  </a:lnTo>
                  <a:lnTo>
                    <a:pt x="202605" y="323888"/>
                  </a:lnTo>
                  <a:lnTo>
                    <a:pt x="207761" y="322684"/>
                  </a:lnTo>
                  <a:lnTo>
                    <a:pt x="212876" y="321316"/>
                  </a:lnTo>
                  <a:lnTo>
                    <a:pt x="217945" y="319788"/>
                  </a:lnTo>
                  <a:lnTo>
                    <a:pt x="222963" y="318100"/>
                  </a:lnTo>
                  <a:lnTo>
                    <a:pt x="227925" y="316253"/>
                  </a:lnTo>
                  <a:lnTo>
                    <a:pt x="232827" y="314251"/>
                  </a:lnTo>
                  <a:lnTo>
                    <a:pt x="237662" y="312094"/>
                  </a:lnTo>
                  <a:lnTo>
                    <a:pt x="242427" y="309785"/>
                  </a:lnTo>
                  <a:lnTo>
                    <a:pt x="247116" y="307327"/>
                  </a:lnTo>
                  <a:lnTo>
                    <a:pt x="251725" y="304721"/>
                  </a:lnTo>
                  <a:lnTo>
                    <a:pt x="256249" y="301970"/>
                  </a:lnTo>
                  <a:lnTo>
                    <a:pt x="260684" y="299078"/>
                  </a:lnTo>
                  <a:lnTo>
                    <a:pt x="265025" y="296047"/>
                  </a:lnTo>
                  <a:lnTo>
                    <a:pt x="269268" y="292879"/>
                  </a:lnTo>
                  <a:lnTo>
                    <a:pt x="273408" y="289579"/>
                  </a:lnTo>
                  <a:lnTo>
                    <a:pt x="277442" y="286150"/>
                  </a:lnTo>
                  <a:lnTo>
                    <a:pt x="281365" y="282594"/>
                  </a:lnTo>
                  <a:lnTo>
                    <a:pt x="285173" y="278916"/>
                  </a:lnTo>
                  <a:lnTo>
                    <a:pt x="288864" y="275119"/>
                  </a:lnTo>
                  <a:lnTo>
                    <a:pt x="292432" y="271208"/>
                  </a:lnTo>
                  <a:lnTo>
                    <a:pt x="295874" y="267185"/>
                  </a:lnTo>
                  <a:lnTo>
                    <a:pt x="299187" y="263055"/>
                  </a:lnTo>
                  <a:lnTo>
                    <a:pt x="302368" y="258823"/>
                  </a:lnTo>
                  <a:lnTo>
                    <a:pt x="305413" y="254491"/>
                  </a:lnTo>
                  <a:lnTo>
                    <a:pt x="308320" y="250066"/>
                  </a:lnTo>
                  <a:lnTo>
                    <a:pt x="311085" y="245550"/>
                  </a:lnTo>
                  <a:lnTo>
                    <a:pt x="313705" y="240950"/>
                  </a:lnTo>
                  <a:lnTo>
                    <a:pt x="316179" y="236269"/>
                  </a:lnTo>
                  <a:lnTo>
                    <a:pt x="318503" y="231511"/>
                  </a:lnTo>
                  <a:lnTo>
                    <a:pt x="320675" y="226683"/>
                  </a:lnTo>
                  <a:lnTo>
                    <a:pt x="322693" y="221788"/>
                  </a:lnTo>
                  <a:lnTo>
                    <a:pt x="324556" y="216832"/>
                  </a:lnTo>
                  <a:lnTo>
                    <a:pt x="326260" y="211819"/>
                  </a:lnTo>
                  <a:lnTo>
                    <a:pt x="327805" y="206754"/>
                  </a:lnTo>
                  <a:lnTo>
                    <a:pt x="329188" y="201644"/>
                  </a:lnTo>
                  <a:lnTo>
                    <a:pt x="330409" y="196492"/>
                  </a:lnTo>
                  <a:lnTo>
                    <a:pt x="331466" y="191304"/>
                  </a:lnTo>
                  <a:lnTo>
                    <a:pt x="332359" y="186085"/>
                  </a:lnTo>
                  <a:lnTo>
                    <a:pt x="333085" y="180840"/>
                  </a:lnTo>
                  <a:lnTo>
                    <a:pt x="333646" y="175576"/>
                  </a:lnTo>
                  <a:lnTo>
                    <a:pt x="334039" y="170296"/>
                  </a:lnTo>
                  <a:lnTo>
                    <a:pt x="334265" y="165006"/>
                  </a:lnTo>
                  <a:lnTo>
                    <a:pt x="334323" y="159712"/>
                  </a:lnTo>
                  <a:lnTo>
                    <a:pt x="334213" y="154418"/>
                  </a:lnTo>
                  <a:lnTo>
                    <a:pt x="333936" y="149131"/>
                  </a:lnTo>
                  <a:lnTo>
                    <a:pt x="333492" y="143855"/>
                  </a:lnTo>
                  <a:lnTo>
                    <a:pt x="332881" y="138596"/>
                  </a:lnTo>
                  <a:lnTo>
                    <a:pt x="332103" y="133358"/>
                  </a:lnTo>
                  <a:lnTo>
                    <a:pt x="331160" y="128148"/>
                  </a:lnTo>
                  <a:lnTo>
                    <a:pt x="330053" y="122971"/>
                  </a:lnTo>
                  <a:lnTo>
                    <a:pt x="328782" y="117831"/>
                  </a:lnTo>
                  <a:lnTo>
                    <a:pt x="327349" y="112734"/>
                  </a:lnTo>
                  <a:lnTo>
                    <a:pt x="325755" y="107685"/>
                  </a:lnTo>
                  <a:lnTo>
                    <a:pt x="324002" y="102689"/>
                  </a:lnTo>
                  <a:lnTo>
                    <a:pt x="322092" y="97751"/>
                  </a:lnTo>
                  <a:lnTo>
                    <a:pt x="320026" y="92876"/>
                  </a:lnTo>
                  <a:lnTo>
                    <a:pt x="317807" y="88069"/>
                  </a:lnTo>
                  <a:lnTo>
                    <a:pt x="315437" y="83334"/>
                  </a:lnTo>
                  <a:lnTo>
                    <a:pt x="312919" y="78677"/>
                  </a:lnTo>
                  <a:lnTo>
                    <a:pt x="310253" y="74102"/>
                  </a:lnTo>
                  <a:lnTo>
                    <a:pt x="307445" y="69614"/>
                  </a:lnTo>
                  <a:lnTo>
                    <a:pt x="304496" y="65217"/>
                  </a:lnTo>
                  <a:lnTo>
                    <a:pt x="301409" y="60915"/>
                  </a:lnTo>
                  <a:lnTo>
                    <a:pt x="298187" y="56713"/>
                  </a:lnTo>
                  <a:lnTo>
                    <a:pt x="294834" y="52616"/>
                  </a:lnTo>
                  <a:lnTo>
                    <a:pt x="291352" y="48627"/>
                  </a:lnTo>
                  <a:lnTo>
                    <a:pt x="287746" y="44750"/>
                  </a:lnTo>
                  <a:lnTo>
                    <a:pt x="284020" y="40989"/>
                  </a:lnTo>
                  <a:lnTo>
                    <a:pt x="280176" y="37348"/>
                  </a:lnTo>
                  <a:lnTo>
                    <a:pt x="276218" y="33831"/>
                  </a:lnTo>
                  <a:lnTo>
                    <a:pt x="272151" y="30441"/>
                  </a:lnTo>
                  <a:lnTo>
                    <a:pt x="267979" y="27181"/>
                  </a:lnTo>
                  <a:lnTo>
                    <a:pt x="263706" y="24055"/>
                  </a:lnTo>
                  <a:lnTo>
                    <a:pt x="259336" y="21066"/>
                  </a:lnTo>
                  <a:lnTo>
                    <a:pt x="254873" y="18216"/>
                  </a:lnTo>
                  <a:lnTo>
                    <a:pt x="250322" y="15510"/>
                  </a:lnTo>
                  <a:lnTo>
                    <a:pt x="245688" y="12949"/>
                  </a:lnTo>
                  <a:lnTo>
                    <a:pt x="167157" y="1605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23235" y="1681503"/>
              <a:ext cx="78531" cy="167167"/>
            </a:xfrm>
            <a:custGeom>
              <a:avLst/>
              <a:pathLst>
                <a:path w="78531" h="167167">
                  <a:moveTo>
                    <a:pt x="78531" y="19594"/>
                  </a:moveTo>
                  <a:lnTo>
                    <a:pt x="73329" y="16941"/>
                  </a:lnTo>
                  <a:lnTo>
                    <a:pt x="68038" y="14472"/>
                  </a:lnTo>
                  <a:lnTo>
                    <a:pt x="62663" y="12189"/>
                  </a:lnTo>
                  <a:lnTo>
                    <a:pt x="57213" y="10095"/>
                  </a:lnTo>
                  <a:lnTo>
                    <a:pt x="51692" y="8193"/>
                  </a:lnTo>
                  <a:lnTo>
                    <a:pt x="46109" y="6484"/>
                  </a:lnTo>
                  <a:lnTo>
                    <a:pt x="40469" y="4972"/>
                  </a:lnTo>
                  <a:lnTo>
                    <a:pt x="34780" y="3658"/>
                  </a:lnTo>
                  <a:lnTo>
                    <a:pt x="29048" y="2543"/>
                  </a:lnTo>
                  <a:lnTo>
                    <a:pt x="23281" y="1629"/>
                  </a:lnTo>
                  <a:lnTo>
                    <a:pt x="17486" y="917"/>
                  </a:lnTo>
                  <a:lnTo>
                    <a:pt x="11669" y="407"/>
                  </a:lnTo>
                  <a:lnTo>
                    <a:pt x="5838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853886" y="1322571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7" y="335"/>
                  </a:lnTo>
                  <a:lnTo>
                    <a:pt x="151288" y="754"/>
                  </a:lnTo>
                  <a:lnTo>
                    <a:pt x="146025" y="1340"/>
                  </a:lnTo>
                  <a:lnTo>
                    <a:pt x="140783" y="2092"/>
                  </a:lnTo>
                  <a:lnTo>
                    <a:pt x="135567" y="3010"/>
                  </a:lnTo>
                  <a:lnTo>
                    <a:pt x="130384" y="4093"/>
                  </a:lnTo>
                  <a:lnTo>
                    <a:pt x="125237" y="5340"/>
                  </a:lnTo>
                  <a:lnTo>
                    <a:pt x="120132" y="6749"/>
                  </a:lnTo>
                  <a:lnTo>
                    <a:pt x="115074" y="8319"/>
                  </a:lnTo>
                  <a:lnTo>
                    <a:pt x="110069" y="10048"/>
                  </a:lnTo>
                  <a:lnTo>
                    <a:pt x="105120" y="11935"/>
                  </a:lnTo>
                  <a:lnTo>
                    <a:pt x="100234" y="13978"/>
                  </a:lnTo>
                  <a:lnTo>
                    <a:pt x="95416" y="16174"/>
                  </a:lnTo>
                  <a:lnTo>
                    <a:pt x="90669" y="18522"/>
                  </a:lnTo>
                  <a:lnTo>
                    <a:pt x="85999" y="21019"/>
                  </a:lnTo>
                  <a:lnTo>
                    <a:pt x="81410" y="23663"/>
                  </a:lnTo>
                  <a:lnTo>
                    <a:pt x="76908" y="26451"/>
                  </a:lnTo>
                  <a:lnTo>
                    <a:pt x="72496" y="29380"/>
                  </a:lnTo>
                  <a:lnTo>
                    <a:pt x="68179" y="32448"/>
                  </a:lnTo>
                  <a:lnTo>
                    <a:pt x="63961" y="35650"/>
                  </a:lnTo>
                  <a:lnTo>
                    <a:pt x="59847" y="38985"/>
                  </a:lnTo>
                  <a:lnTo>
                    <a:pt x="55841" y="42448"/>
                  </a:lnTo>
                  <a:lnTo>
                    <a:pt x="51946" y="46037"/>
                  </a:lnTo>
                  <a:lnTo>
                    <a:pt x="48167" y="49747"/>
                  </a:lnTo>
                  <a:lnTo>
                    <a:pt x="44508" y="53574"/>
                  </a:lnTo>
                  <a:lnTo>
                    <a:pt x="40971" y="57516"/>
                  </a:lnTo>
                  <a:lnTo>
                    <a:pt x="37561" y="61568"/>
                  </a:lnTo>
                  <a:lnTo>
                    <a:pt x="34281" y="65726"/>
                  </a:lnTo>
                  <a:lnTo>
                    <a:pt x="31135" y="69986"/>
                  </a:lnTo>
                  <a:lnTo>
                    <a:pt x="28125" y="74343"/>
                  </a:lnTo>
                  <a:lnTo>
                    <a:pt x="25254" y="78793"/>
                  </a:lnTo>
                  <a:lnTo>
                    <a:pt x="22526" y="83332"/>
                  </a:lnTo>
                  <a:lnTo>
                    <a:pt x="19943" y="87955"/>
                  </a:lnTo>
                  <a:lnTo>
                    <a:pt x="17508" y="92658"/>
                  </a:lnTo>
                  <a:lnTo>
                    <a:pt x="15223" y="97435"/>
                  </a:lnTo>
                  <a:lnTo>
                    <a:pt x="13091" y="102283"/>
                  </a:lnTo>
                  <a:lnTo>
                    <a:pt x="11113" y="107195"/>
                  </a:lnTo>
                  <a:lnTo>
                    <a:pt x="9291" y="112168"/>
                  </a:lnTo>
                  <a:lnTo>
                    <a:pt x="7629" y="117196"/>
                  </a:lnTo>
                  <a:lnTo>
                    <a:pt x="6126" y="122274"/>
                  </a:lnTo>
                  <a:lnTo>
                    <a:pt x="4784" y="127397"/>
                  </a:lnTo>
                  <a:lnTo>
                    <a:pt x="3606" y="132560"/>
                  </a:lnTo>
                  <a:lnTo>
                    <a:pt x="2592" y="137758"/>
                  </a:lnTo>
                  <a:lnTo>
                    <a:pt x="1743" y="142985"/>
                  </a:lnTo>
                  <a:lnTo>
                    <a:pt x="1060" y="148237"/>
                  </a:lnTo>
                  <a:lnTo>
                    <a:pt x="544" y="153507"/>
                  </a:lnTo>
                  <a:lnTo>
                    <a:pt x="195" y="158791"/>
                  </a:lnTo>
                  <a:lnTo>
                    <a:pt x="13" y="164084"/>
                  </a:lnTo>
                  <a:lnTo>
                    <a:pt x="0" y="169380"/>
                  </a:lnTo>
                  <a:lnTo>
                    <a:pt x="153" y="174673"/>
                  </a:lnTo>
                  <a:lnTo>
                    <a:pt x="475" y="179959"/>
                  </a:lnTo>
                  <a:lnTo>
                    <a:pt x="964" y="185232"/>
                  </a:lnTo>
                  <a:lnTo>
                    <a:pt x="1619" y="190487"/>
                  </a:lnTo>
                  <a:lnTo>
                    <a:pt x="2441" y="195719"/>
                  </a:lnTo>
                  <a:lnTo>
                    <a:pt x="3428" y="200922"/>
                  </a:lnTo>
                  <a:lnTo>
                    <a:pt x="4580" y="206091"/>
                  </a:lnTo>
                  <a:lnTo>
                    <a:pt x="5894" y="211221"/>
                  </a:lnTo>
                  <a:lnTo>
                    <a:pt x="7370" y="216307"/>
                  </a:lnTo>
                  <a:lnTo>
                    <a:pt x="9007" y="221343"/>
                  </a:lnTo>
                  <a:lnTo>
                    <a:pt x="10803" y="226325"/>
                  </a:lnTo>
                  <a:lnTo>
                    <a:pt x="12755" y="231248"/>
                  </a:lnTo>
                  <a:lnTo>
                    <a:pt x="14862" y="236107"/>
                  </a:lnTo>
                  <a:lnTo>
                    <a:pt x="17122" y="240896"/>
                  </a:lnTo>
                  <a:lnTo>
                    <a:pt x="19533" y="245611"/>
                  </a:lnTo>
                  <a:lnTo>
                    <a:pt x="22092" y="250248"/>
                  </a:lnTo>
                  <a:lnTo>
                    <a:pt x="24796" y="254801"/>
                  </a:lnTo>
                  <a:lnTo>
                    <a:pt x="27643" y="259266"/>
                  </a:lnTo>
                  <a:lnTo>
                    <a:pt x="30631" y="263639"/>
                  </a:lnTo>
                  <a:lnTo>
                    <a:pt x="33755" y="267915"/>
                  </a:lnTo>
                  <a:lnTo>
                    <a:pt x="37013" y="272090"/>
                  </a:lnTo>
                  <a:lnTo>
                    <a:pt x="40402" y="276159"/>
                  </a:lnTo>
                  <a:lnTo>
                    <a:pt x="43918" y="280119"/>
                  </a:lnTo>
                  <a:lnTo>
                    <a:pt x="47558" y="283966"/>
                  </a:lnTo>
                  <a:lnTo>
                    <a:pt x="51317" y="287696"/>
                  </a:lnTo>
                  <a:lnTo>
                    <a:pt x="55193" y="291304"/>
                  </a:lnTo>
                  <a:lnTo>
                    <a:pt x="59181" y="294788"/>
                  </a:lnTo>
                  <a:lnTo>
                    <a:pt x="63278" y="298144"/>
                  </a:lnTo>
                  <a:lnTo>
                    <a:pt x="67479" y="301369"/>
                  </a:lnTo>
                  <a:lnTo>
                    <a:pt x="71780" y="304459"/>
                  </a:lnTo>
                  <a:lnTo>
                    <a:pt x="76176" y="307411"/>
                  </a:lnTo>
                  <a:lnTo>
                    <a:pt x="80664" y="310222"/>
                  </a:lnTo>
                  <a:lnTo>
                    <a:pt x="85239" y="312890"/>
                  </a:lnTo>
                  <a:lnTo>
                    <a:pt x="89896" y="315411"/>
                  </a:lnTo>
                  <a:lnTo>
                    <a:pt x="94631" y="317784"/>
                  </a:lnTo>
                  <a:lnTo>
                    <a:pt x="99438" y="320006"/>
                  </a:lnTo>
                  <a:lnTo>
                    <a:pt x="104313" y="322074"/>
                  </a:lnTo>
                  <a:lnTo>
                    <a:pt x="109251" y="323987"/>
                  </a:lnTo>
                  <a:lnTo>
                    <a:pt x="114248" y="325742"/>
                  </a:lnTo>
                  <a:lnTo>
                    <a:pt x="119297" y="327338"/>
                  </a:lnTo>
                  <a:lnTo>
                    <a:pt x="124395" y="328774"/>
                  </a:lnTo>
                  <a:lnTo>
                    <a:pt x="129535" y="330047"/>
                  </a:lnTo>
                  <a:lnTo>
                    <a:pt x="134713" y="331157"/>
                  </a:lnTo>
                  <a:lnTo>
                    <a:pt x="139924" y="332102"/>
                  </a:lnTo>
                  <a:lnTo>
                    <a:pt x="145162" y="332882"/>
                  </a:lnTo>
                  <a:lnTo>
                    <a:pt x="150422" y="333495"/>
                  </a:lnTo>
                  <a:lnTo>
                    <a:pt x="155699" y="333942"/>
                  </a:lnTo>
                  <a:lnTo>
                    <a:pt x="160987" y="334221"/>
                  </a:lnTo>
                  <a:lnTo>
                    <a:pt x="166282" y="334332"/>
                  </a:lnTo>
                  <a:lnTo>
                    <a:pt x="171577" y="334276"/>
                  </a:lnTo>
                  <a:lnTo>
                    <a:pt x="176868" y="334052"/>
                  </a:lnTo>
                  <a:lnTo>
                    <a:pt x="182150" y="333660"/>
                  </a:lnTo>
                  <a:lnTo>
                    <a:pt x="187416" y="333102"/>
                  </a:lnTo>
                  <a:lnTo>
                    <a:pt x="192662" y="332377"/>
                  </a:lnTo>
                  <a:lnTo>
                    <a:pt x="197882" y="331486"/>
                  </a:lnTo>
                  <a:lnTo>
                    <a:pt x="203071" y="330430"/>
                  </a:lnTo>
                  <a:lnTo>
                    <a:pt x="208225" y="329210"/>
                  </a:lnTo>
                  <a:lnTo>
                    <a:pt x="213337" y="327828"/>
                  </a:lnTo>
                  <a:lnTo>
                    <a:pt x="218403" y="326284"/>
                  </a:lnTo>
                  <a:lnTo>
                    <a:pt x="223417" y="324581"/>
                  </a:lnTo>
                  <a:lnTo>
                    <a:pt x="228375" y="322720"/>
                  </a:lnTo>
                  <a:lnTo>
                    <a:pt x="233272" y="320703"/>
                  </a:lnTo>
                  <a:lnTo>
                    <a:pt x="238102" y="318531"/>
                  </a:lnTo>
                  <a:lnTo>
                    <a:pt x="242861" y="316208"/>
                  </a:lnTo>
                  <a:lnTo>
                    <a:pt x="247544" y="313735"/>
                  </a:lnTo>
                  <a:lnTo>
                    <a:pt x="252146" y="311115"/>
                  </a:lnTo>
                  <a:lnTo>
                    <a:pt x="256663" y="308351"/>
                  </a:lnTo>
                  <a:lnTo>
                    <a:pt x="261090" y="305444"/>
                  </a:lnTo>
                  <a:lnTo>
                    <a:pt x="265423" y="302400"/>
                  </a:lnTo>
                  <a:lnTo>
                    <a:pt x="269657" y="299219"/>
                  </a:lnTo>
                  <a:lnTo>
                    <a:pt x="273788" y="295906"/>
                  </a:lnTo>
                  <a:lnTo>
                    <a:pt x="277813" y="292464"/>
                  </a:lnTo>
                  <a:lnTo>
                    <a:pt x="281726" y="288895"/>
                  </a:lnTo>
                  <a:lnTo>
                    <a:pt x="285524" y="285205"/>
                  </a:lnTo>
                  <a:lnTo>
                    <a:pt x="289204" y="281396"/>
                  </a:lnTo>
                  <a:lnTo>
                    <a:pt x="292761" y="277473"/>
                  </a:lnTo>
                  <a:lnTo>
                    <a:pt x="296192" y="273439"/>
                  </a:lnTo>
                  <a:lnTo>
                    <a:pt x="299493" y="269298"/>
                  </a:lnTo>
                  <a:lnTo>
                    <a:pt x="302662" y="265055"/>
                  </a:lnTo>
                  <a:lnTo>
                    <a:pt x="305695" y="260714"/>
                  </a:lnTo>
                  <a:lnTo>
                    <a:pt x="308588" y="256278"/>
                  </a:lnTo>
                  <a:lnTo>
                    <a:pt x="311340" y="251754"/>
                  </a:lnTo>
                  <a:lnTo>
                    <a:pt x="313947" y="247144"/>
                  </a:lnTo>
                  <a:lnTo>
                    <a:pt x="316406" y="242454"/>
                  </a:lnTo>
                  <a:lnTo>
                    <a:pt x="318716" y="237689"/>
                  </a:lnTo>
                  <a:lnTo>
                    <a:pt x="320874" y="232852"/>
                  </a:lnTo>
                  <a:lnTo>
                    <a:pt x="322877" y="227950"/>
                  </a:lnTo>
                  <a:lnTo>
                    <a:pt x="324725" y="222987"/>
                  </a:lnTo>
                  <a:lnTo>
                    <a:pt x="326414" y="217968"/>
                  </a:lnTo>
                  <a:lnTo>
                    <a:pt x="327943" y="212898"/>
                  </a:lnTo>
                  <a:lnTo>
                    <a:pt x="329311" y="207782"/>
                  </a:lnTo>
                  <a:lnTo>
                    <a:pt x="330516" y="202625"/>
                  </a:lnTo>
                  <a:lnTo>
                    <a:pt x="331557" y="197433"/>
                  </a:lnTo>
                  <a:lnTo>
                    <a:pt x="332433" y="192210"/>
                  </a:lnTo>
                  <a:lnTo>
                    <a:pt x="333144" y="186962"/>
                  </a:lnTo>
                  <a:lnTo>
                    <a:pt x="333687" y="181694"/>
                  </a:lnTo>
                  <a:lnTo>
                    <a:pt x="334064" y="176412"/>
                  </a:lnTo>
                  <a:lnTo>
                    <a:pt x="334273" y="171120"/>
                  </a:lnTo>
                  <a:lnTo>
                    <a:pt x="334314" y="165825"/>
                  </a:lnTo>
                  <a:lnTo>
                    <a:pt x="334188" y="160530"/>
                  </a:lnTo>
                  <a:lnTo>
                    <a:pt x="333894" y="155243"/>
                  </a:lnTo>
                  <a:lnTo>
                    <a:pt x="333433" y="149967"/>
                  </a:lnTo>
                  <a:lnTo>
                    <a:pt x="332804" y="144709"/>
                  </a:lnTo>
                  <a:lnTo>
                    <a:pt x="332010" y="139473"/>
                  </a:lnTo>
                  <a:lnTo>
                    <a:pt x="331050" y="134265"/>
                  </a:lnTo>
                  <a:lnTo>
                    <a:pt x="329925" y="129090"/>
                  </a:lnTo>
                  <a:lnTo>
                    <a:pt x="328638" y="123953"/>
                  </a:lnTo>
                  <a:lnTo>
                    <a:pt x="327188" y="118860"/>
                  </a:lnTo>
                  <a:lnTo>
                    <a:pt x="325577" y="113815"/>
                  </a:lnTo>
                  <a:lnTo>
                    <a:pt x="323808" y="108823"/>
                  </a:lnTo>
                  <a:lnTo>
                    <a:pt x="321881" y="103891"/>
                  </a:lnTo>
                  <a:lnTo>
                    <a:pt x="319799" y="99021"/>
                  </a:lnTo>
                  <a:lnTo>
                    <a:pt x="317564" y="94220"/>
                  </a:lnTo>
                  <a:lnTo>
                    <a:pt x="315178" y="89492"/>
                  </a:lnTo>
                  <a:lnTo>
                    <a:pt x="312643" y="84843"/>
                  </a:lnTo>
                  <a:lnTo>
                    <a:pt x="309963" y="80275"/>
                  </a:lnTo>
                  <a:lnTo>
                    <a:pt x="307139" y="75796"/>
                  </a:lnTo>
                  <a:lnTo>
                    <a:pt x="304174" y="71407"/>
                  </a:lnTo>
                  <a:lnTo>
                    <a:pt x="301072" y="67115"/>
                  </a:lnTo>
                  <a:lnTo>
                    <a:pt x="297836" y="62923"/>
                  </a:lnTo>
                  <a:lnTo>
                    <a:pt x="294468" y="58836"/>
                  </a:lnTo>
                  <a:lnTo>
                    <a:pt x="290973" y="54858"/>
                  </a:lnTo>
                  <a:lnTo>
                    <a:pt x="287354" y="50992"/>
                  </a:lnTo>
                  <a:lnTo>
                    <a:pt x="283613" y="47243"/>
                  </a:lnTo>
                  <a:lnTo>
                    <a:pt x="279756" y="43614"/>
                  </a:lnTo>
                  <a:lnTo>
                    <a:pt x="275786" y="40109"/>
                  </a:lnTo>
                  <a:lnTo>
                    <a:pt x="271707" y="36732"/>
                  </a:lnTo>
                  <a:lnTo>
                    <a:pt x="267523" y="33486"/>
                  </a:lnTo>
                  <a:lnTo>
                    <a:pt x="263238" y="30374"/>
                  </a:lnTo>
                  <a:lnTo>
                    <a:pt x="258857" y="27399"/>
                  </a:lnTo>
                  <a:lnTo>
                    <a:pt x="254384" y="24564"/>
                  </a:lnTo>
                  <a:lnTo>
                    <a:pt x="249823" y="21872"/>
                  </a:lnTo>
                  <a:lnTo>
                    <a:pt x="245179" y="19327"/>
                  </a:lnTo>
                  <a:lnTo>
                    <a:pt x="240457" y="16929"/>
                  </a:lnTo>
                  <a:lnTo>
                    <a:pt x="235662" y="14683"/>
                  </a:lnTo>
                  <a:lnTo>
                    <a:pt x="230797" y="12589"/>
                  </a:lnTo>
                  <a:lnTo>
                    <a:pt x="225869" y="10651"/>
                  </a:lnTo>
                  <a:lnTo>
                    <a:pt x="220882" y="8869"/>
                  </a:lnTo>
                  <a:lnTo>
                    <a:pt x="215841" y="7247"/>
                  </a:lnTo>
                  <a:lnTo>
                    <a:pt x="210751" y="5785"/>
                  </a:lnTo>
                  <a:lnTo>
                    <a:pt x="205617" y="4485"/>
                  </a:lnTo>
                  <a:lnTo>
                    <a:pt x="200445" y="3348"/>
                  </a:lnTo>
                  <a:lnTo>
                    <a:pt x="195239" y="2376"/>
                  </a:lnTo>
                  <a:lnTo>
                    <a:pt x="190005" y="1569"/>
                  </a:lnTo>
                  <a:lnTo>
                    <a:pt x="184748" y="928"/>
                  </a:lnTo>
                  <a:lnTo>
                    <a:pt x="179474" y="454"/>
                  </a:lnTo>
                  <a:lnTo>
                    <a:pt x="174187" y="148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21039" y="1322571"/>
              <a:ext cx="7034" cy="167167"/>
            </a:xfrm>
            <a:custGeom>
              <a:avLst/>
              <a:pathLst>
                <a:path w="7034" h="167167">
                  <a:moveTo>
                    <a:pt x="7034" y="14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378111" y="1071028"/>
              <a:ext cx="334297" cy="334334"/>
            </a:xfrm>
            <a:custGeom>
              <a:avLst/>
              <a:pathLst>
                <a:path w="334297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8" y="336"/>
                  </a:lnTo>
                  <a:lnTo>
                    <a:pt x="151261" y="756"/>
                  </a:lnTo>
                  <a:lnTo>
                    <a:pt x="145991" y="1344"/>
                  </a:lnTo>
                  <a:lnTo>
                    <a:pt x="140742" y="2098"/>
                  </a:lnTo>
                  <a:lnTo>
                    <a:pt x="135519" y="3019"/>
                  </a:lnTo>
                  <a:lnTo>
                    <a:pt x="130328" y="4105"/>
                  </a:lnTo>
                  <a:lnTo>
                    <a:pt x="125175" y="5355"/>
                  </a:lnTo>
                  <a:lnTo>
                    <a:pt x="120063" y="6767"/>
                  </a:lnTo>
                  <a:lnTo>
                    <a:pt x="114999" y="8341"/>
                  </a:lnTo>
                  <a:lnTo>
                    <a:pt x="109987" y="10075"/>
                  </a:lnTo>
                  <a:lnTo>
                    <a:pt x="105033" y="11968"/>
                  </a:lnTo>
                  <a:lnTo>
                    <a:pt x="100142" y="14016"/>
                  </a:lnTo>
                  <a:lnTo>
                    <a:pt x="95318" y="16218"/>
                  </a:lnTo>
                  <a:lnTo>
                    <a:pt x="90566" y="18573"/>
                  </a:lnTo>
                  <a:lnTo>
                    <a:pt x="85891" y="21076"/>
                  </a:lnTo>
                  <a:lnTo>
                    <a:pt x="81298" y="23727"/>
                  </a:lnTo>
                  <a:lnTo>
                    <a:pt x="76792" y="26523"/>
                  </a:lnTo>
                  <a:lnTo>
                    <a:pt x="72376" y="29459"/>
                  </a:lnTo>
                  <a:lnTo>
                    <a:pt x="68056" y="32535"/>
                  </a:lnTo>
                  <a:lnTo>
                    <a:pt x="63835" y="35746"/>
                  </a:lnTo>
                  <a:lnTo>
                    <a:pt x="59718" y="39089"/>
                  </a:lnTo>
                  <a:lnTo>
                    <a:pt x="55710" y="42561"/>
                  </a:lnTo>
                  <a:lnTo>
                    <a:pt x="51814" y="46158"/>
                  </a:lnTo>
                  <a:lnTo>
                    <a:pt x="48033" y="49877"/>
                  </a:lnTo>
                  <a:lnTo>
                    <a:pt x="44373" y="53714"/>
                  </a:lnTo>
                  <a:lnTo>
                    <a:pt x="40836" y="57666"/>
                  </a:lnTo>
                  <a:lnTo>
                    <a:pt x="37426" y="61727"/>
                  </a:lnTo>
                  <a:lnTo>
                    <a:pt x="34147" y="65895"/>
                  </a:lnTo>
                  <a:lnTo>
                    <a:pt x="31002" y="70165"/>
                  </a:lnTo>
                  <a:lnTo>
                    <a:pt x="27993" y="74532"/>
                  </a:lnTo>
                  <a:lnTo>
                    <a:pt x="25125" y="78992"/>
                  </a:lnTo>
                  <a:lnTo>
                    <a:pt x="22400" y="83542"/>
                  </a:lnTo>
                  <a:lnTo>
                    <a:pt x="19820" y="88175"/>
                  </a:lnTo>
                  <a:lnTo>
                    <a:pt x="17389" y="92888"/>
                  </a:lnTo>
                  <a:lnTo>
                    <a:pt x="15108" y="97675"/>
                  </a:lnTo>
                  <a:lnTo>
                    <a:pt x="12980" y="102533"/>
                  </a:lnTo>
                  <a:lnTo>
                    <a:pt x="11008" y="107455"/>
                  </a:lnTo>
                  <a:lnTo>
                    <a:pt x="9192" y="112438"/>
                  </a:lnTo>
                  <a:lnTo>
                    <a:pt x="7536" y="117476"/>
                  </a:lnTo>
                  <a:lnTo>
                    <a:pt x="6040" y="122564"/>
                  </a:lnTo>
                  <a:lnTo>
                    <a:pt x="4706" y="127696"/>
                  </a:lnTo>
                  <a:lnTo>
                    <a:pt x="3536" y="132869"/>
                  </a:lnTo>
                  <a:lnTo>
                    <a:pt x="2530" y="138076"/>
                  </a:lnTo>
                  <a:lnTo>
                    <a:pt x="1690" y="143312"/>
                  </a:lnTo>
                  <a:lnTo>
                    <a:pt x="1017" y="148572"/>
                  </a:lnTo>
                  <a:lnTo>
                    <a:pt x="511" y="153851"/>
                  </a:lnTo>
                  <a:lnTo>
                    <a:pt x="172" y="159143"/>
                  </a:lnTo>
                  <a:lnTo>
                    <a:pt x="2" y="164443"/>
                  </a:lnTo>
                  <a:lnTo>
                    <a:pt x="0" y="169746"/>
                  </a:lnTo>
                  <a:lnTo>
                    <a:pt x="165" y="175047"/>
                  </a:lnTo>
                  <a:lnTo>
                    <a:pt x="499" y="180339"/>
                  </a:lnTo>
                  <a:lnTo>
                    <a:pt x="1001" y="185619"/>
                  </a:lnTo>
                  <a:lnTo>
                    <a:pt x="1670" y="190880"/>
                  </a:lnTo>
                  <a:lnTo>
                    <a:pt x="2505" y="196116"/>
                  </a:lnTo>
                  <a:lnTo>
                    <a:pt x="3506" y="201324"/>
                  </a:lnTo>
                  <a:lnTo>
                    <a:pt x="4672" y="206497"/>
                  </a:lnTo>
                  <a:lnTo>
                    <a:pt x="6002" y="211631"/>
                  </a:lnTo>
                  <a:lnTo>
                    <a:pt x="7493" y="216720"/>
                  </a:lnTo>
                  <a:lnTo>
                    <a:pt x="9145" y="221759"/>
                  </a:lnTo>
                  <a:lnTo>
                    <a:pt x="10956" y="226744"/>
                  </a:lnTo>
                  <a:lnTo>
                    <a:pt x="12925" y="231668"/>
                  </a:lnTo>
                  <a:lnTo>
                    <a:pt x="15048" y="236527"/>
                  </a:lnTo>
                  <a:lnTo>
                    <a:pt x="17325" y="241317"/>
                  </a:lnTo>
                  <a:lnTo>
                    <a:pt x="19752" y="246032"/>
                  </a:lnTo>
                  <a:lnTo>
                    <a:pt x="22328" y="250667"/>
                  </a:lnTo>
                  <a:lnTo>
                    <a:pt x="25049" y="255219"/>
                  </a:lnTo>
                  <a:lnTo>
                    <a:pt x="27914" y="259682"/>
                  </a:lnTo>
                  <a:lnTo>
                    <a:pt x="30918" y="264052"/>
                  </a:lnTo>
                  <a:lnTo>
                    <a:pt x="34060" y="268324"/>
                  </a:lnTo>
                  <a:lnTo>
                    <a:pt x="37335" y="272495"/>
                  </a:lnTo>
                  <a:lnTo>
                    <a:pt x="40742" y="276559"/>
                  </a:lnTo>
                  <a:lnTo>
                    <a:pt x="44275" y="280514"/>
                  </a:lnTo>
                  <a:lnTo>
                    <a:pt x="47932" y="284354"/>
                  </a:lnTo>
                  <a:lnTo>
                    <a:pt x="51709" y="288076"/>
                  </a:lnTo>
                  <a:lnTo>
                    <a:pt x="55603" y="291677"/>
                  </a:lnTo>
                  <a:lnTo>
                    <a:pt x="59608" y="295153"/>
                  </a:lnTo>
                  <a:lnTo>
                    <a:pt x="63722" y="298499"/>
                  </a:lnTo>
                  <a:lnTo>
                    <a:pt x="67940" y="301714"/>
                  </a:lnTo>
                  <a:lnTo>
                    <a:pt x="72257" y="304793"/>
                  </a:lnTo>
                  <a:lnTo>
                    <a:pt x="76670" y="307733"/>
                  </a:lnTo>
                  <a:lnTo>
                    <a:pt x="81174" y="310532"/>
                  </a:lnTo>
                  <a:lnTo>
                    <a:pt x="85765" y="313187"/>
                  </a:lnTo>
                  <a:lnTo>
                    <a:pt x="90438" y="315695"/>
                  </a:lnTo>
                  <a:lnTo>
                    <a:pt x="95188" y="318054"/>
                  </a:lnTo>
                  <a:lnTo>
                    <a:pt x="100010" y="320260"/>
                  </a:lnTo>
                  <a:lnTo>
                    <a:pt x="104900" y="322313"/>
                  </a:lnTo>
                  <a:lnTo>
                    <a:pt x="109852" y="324209"/>
                  </a:lnTo>
                  <a:lnTo>
                    <a:pt x="114862" y="325947"/>
                  </a:lnTo>
                  <a:lnTo>
                    <a:pt x="119925" y="327526"/>
                  </a:lnTo>
                  <a:lnTo>
                    <a:pt x="125035" y="328943"/>
                  </a:lnTo>
                  <a:lnTo>
                    <a:pt x="130188" y="330197"/>
                  </a:lnTo>
                  <a:lnTo>
                    <a:pt x="135377" y="331288"/>
                  </a:lnTo>
                  <a:lnTo>
                    <a:pt x="140599" y="332213"/>
                  </a:lnTo>
                  <a:lnTo>
                    <a:pt x="145848" y="332972"/>
                  </a:lnTo>
                  <a:lnTo>
                    <a:pt x="151118" y="333564"/>
                  </a:lnTo>
                  <a:lnTo>
                    <a:pt x="156404" y="333989"/>
                  </a:lnTo>
                  <a:lnTo>
                    <a:pt x="161701" y="334246"/>
                  </a:lnTo>
                  <a:lnTo>
                    <a:pt x="167003" y="334334"/>
                  </a:lnTo>
                  <a:lnTo>
                    <a:pt x="172305" y="334255"/>
                  </a:lnTo>
                  <a:lnTo>
                    <a:pt x="177603" y="334007"/>
                  </a:lnTo>
                  <a:lnTo>
                    <a:pt x="182889" y="333591"/>
                  </a:lnTo>
                  <a:lnTo>
                    <a:pt x="188160" y="333008"/>
                  </a:lnTo>
                  <a:lnTo>
                    <a:pt x="193410" y="332258"/>
                  </a:lnTo>
                  <a:lnTo>
                    <a:pt x="198634" y="331342"/>
                  </a:lnTo>
                  <a:lnTo>
                    <a:pt x="203825" y="330261"/>
                  </a:lnTo>
                  <a:lnTo>
                    <a:pt x="208980" y="329016"/>
                  </a:lnTo>
                  <a:lnTo>
                    <a:pt x="214093" y="327607"/>
                  </a:lnTo>
                  <a:lnTo>
                    <a:pt x="219158" y="326037"/>
                  </a:lnTo>
                  <a:lnTo>
                    <a:pt x="224171" y="324308"/>
                  </a:lnTo>
                  <a:lnTo>
                    <a:pt x="229127" y="322420"/>
                  </a:lnTo>
                  <a:lnTo>
                    <a:pt x="234020" y="320376"/>
                  </a:lnTo>
                  <a:lnTo>
                    <a:pt x="238846" y="318178"/>
                  </a:lnTo>
                  <a:lnTo>
                    <a:pt x="243600" y="315827"/>
                  </a:lnTo>
                  <a:lnTo>
                    <a:pt x="248277" y="313327"/>
                  </a:lnTo>
                  <a:lnTo>
                    <a:pt x="252872" y="310681"/>
                  </a:lnTo>
                  <a:lnTo>
                    <a:pt x="257381" y="307889"/>
                  </a:lnTo>
                  <a:lnTo>
                    <a:pt x="261799" y="304956"/>
                  </a:lnTo>
                  <a:lnTo>
                    <a:pt x="266122" y="301885"/>
                  </a:lnTo>
                  <a:lnTo>
                    <a:pt x="270346" y="298677"/>
                  </a:lnTo>
                  <a:lnTo>
                    <a:pt x="274465" y="295338"/>
                  </a:lnTo>
                  <a:lnTo>
                    <a:pt x="278477" y="291869"/>
                  </a:lnTo>
                  <a:lnTo>
                    <a:pt x="282376" y="288275"/>
                  </a:lnTo>
                  <a:lnTo>
                    <a:pt x="286160" y="284559"/>
                  </a:lnTo>
                  <a:lnTo>
                    <a:pt x="289823" y="280725"/>
                  </a:lnTo>
                  <a:lnTo>
                    <a:pt x="293364" y="276777"/>
                  </a:lnTo>
                  <a:lnTo>
                    <a:pt x="296777" y="272718"/>
                  </a:lnTo>
                  <a:lnTo>
                    <a:pt x="300060" y="268553"/>
                  </a:lnTo>
                  <a:lnTo>
                    <a:pt x="303209" y="264287"/>
                  </a:lnTo>
                  <a:lnTo>
                    <a:pt x="306221" y="259922"/>
                  </a:lnTo>
                  <a:lnTo>
                    <a:pt x="309093" y="255464"/>
                  </a:lnTo>
                  <a:lnTo>
                    <a:pt x="311822" y="250917"/>
                  </a:lnTo>
                  <a:lnTo>
                    <a:pt x="314406" y="246286"/>
                  </a:lnTo>
                  <a:lnTo>
                    <a:pt x="316841" y="241575"/>
                  </a:lnTo>
                  <a:lnTo>
                    <a:pt x="319126" y="236790"/>
                  </a:lnTo>
                  <a:lnTo>
                    <a:pt x="321258" y="231934"/>
                  </a:lnTo>
                  <a:lnTo>
                    <a:pt x="323235" y="227013"/>
                  </a:lnTo>
                  <a:lnTo>
                    <a:pt x="325055" y="222032"/>
                  </a:lnTo>
                  <a:lnTo>
                    <a:pt x="326715" y="216996"/>
                  </a:lnTo>
                  <a:lnTo>
                    <a:pt x="328216" y="211909"/>
                  </a:lnTo>
                  <a:lnTo>
                    <a:pt x="329554" y="206778"/>
                  </a:lnTo>
                  <a:lnTo>
                    <a:pt x="330728" y="201606"/>
                  </a:lnTo>
                  <a:lnTo>
                    <a:pt x="331739" y="196400"/>
                  </a:lnTo>
                  <a:lnTo>
                    <a:pt x="332583" y="191165"/>
                  </a:lnTo>
                  <a:lnTo>
                    <a:pt x="333261" y="185905"/>
                  </a:lnTo>
                  <a:lnTo>
                    <a:pt x="333772" y="180627"/>
                  </a:lnTo>
                  <a:lnTo>
                    <a:pt x="334115" y="175335"/>
                  </a:lnTo>
                  <a:lnTo>
                    <a:pt x="334290" y="170035"/>
                  </a:lnTo>
                  <a:lnTo>
                    <a:pt x="334297" y="164732"/>
                  </a:lnTo>
                  <a:lnTo>
                    <a:pt x="334135" y="159431"/>
                  </a:lnTo>
                  <a:lnTo>
                    <a:pt x="333806" y="154138"/>
                  </a:lnTo>
                  <a:lnTo>
                    <a:pt x="333309" y="148858"/>
                  </a:lnTo>
                  <a:lnTo>
                    <a:pt x="332645" y="143597"/>
                  </a:lnTo>
                  <a:lnTo>
                    <a:pt x="331814" y="138359"/>
                  </a:lnTo>
                  <a:lnTo>
                    <a:pt x="330817" y="133151"/>
                  </a:lnTo>
                  <a:lnTo>
                    <a:pt x="329656" y="127977"/>
                  </a:lnTo>
                  <a:lnTo>
                    <a:pt x="328331" y="122842"/>
                  </a:lnTo>
                  <a:lnTo>
                    <a:pt x="326844" y="117751"/>
                  </a:lnTo>
                  <a:lnTo>
                    <a:pt x="325196" y="112711"/>
                  </a:lnTo>
                  <a:lnTo>
                    <a:pt x="323389" y="107725"/>
                  </a:lnTo>
                  <a:lnTo>
                    <a:pt x="321425" y="102799"/>
                  </a:lnTo>
                  <a:lnTo>
                    <a:pt x="319306" y="97938"/>
                  </a:lnTo>
                  <a:lnTo>
                    <a:pt x="317033" y="93146"/>
                  </a:lnTo>
                  <a:lnTo>
                    <a:pt x="314610" y="88429"/>
                  </a:lnTo>
                  <a:lnTo>
                    <a:pt x="312038" y="83791"/>
                  </a:lnTo>
                  <a:lnTo>
                    <a:pt x="309321" y="79237"/>
                  </a:lnTo>
                  <a:lnTo>
                    <a:pt x="306460" y="74772"/>
                  </a:lnTo>
                  <a:lnTo>
                    <a:pt x="303459" y="70400"/>
                  </a:lnTo>
                  <a:lnTo>
                    <a:pt x="300321" y="66125"/>
                  </a:lnTo>
                  <a:lnTo>
                    <a:pt x="297049" y="61951"/>
                  </a:lnTo>
                  <a:lnTo>
                    <a:pt x="293647" y="57884"/>
                  </a:lnTo>
                  <a:lnTo>
                    <a:pt x="290117" y="53926"/>
                  </a:lnTo>
                  <a:lnTo>
                    <a:pt x="286463" y="50083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121112"/>
              <a:ext cx="119315" cy="117084"/>
            </a:xfrm>
            <a:custGeom>
              <a:avLst/>
              <a:pathLst>
                <a:path w="119315" h="117084">
                  <a:moveTo>
                    <a:pt x="119315" y="0"/>
                  </a:moveTo>
                  <a:lnTo>
                    <a:pt x="0" y="1170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118121"/>
              <a:ext cx="119315" cy="120074"/>
            </a:xfrm>
            <a:custGeom>
              <a:avLst/>
              <a:pathLst>
                <a:path w="119315" h="120074">
                  <a:moveTo>
                    <a:pt x="119315" y="2990"/>
                  </a:moveTo>
                  <a:lnTo>
                    <a:pt x="116306" y="0"/>
                  </a:lnTo>
                  <a:lnTo>
                    <a:pt x="0" y="1200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545258" y="1071028"/>
              <a:ext cx="116306" cy="167167"/>
            </a:xfrm>
            <a:custGeom>
              <a:avLst/>
              <a:pathLst>
                <a:path w="116306" h="167167">
                  <a:moveTo>
                    <a:pt x="116306" y="47093"/>
                  </a:moveTo>
                  <a:lnTo>
                    <a:pt x="112224" y="43270"/>
                  </a:lnTo>
                  <a:lnTo>
                    <a:pt x="108017" y="39585"/>
                  </a:lnTo>
                  <a:lnTo>
                    <a:pt x="103689" y="36043"/>
                  </a:lnTo>
                  <a:lnTo>
                    <a:pt x="99245" y="32649"/>
                  </a:lnTo>
                  <a:lnTo>
                    <a:pt x="94691" y="29404"/>
                  </a:lnTo>
                  <a:lnTo>
                    <a:pt x="90030" y="26314"/>
                  </a:lnTo>
                  <a:lnTo>
                    <a:pt x="85268" y="23381"/>
                  </a:lnTo>
                  <a:lnTo>
                    <a:pt x="80411" y="20610"/>
                  </a:lnTo>
                  <a:lnTo>
                    <a:pt x="75464" y="18002"/>
                  </a:lnTo>
                  <a:lnTo>
                    <a:pt x="70432" y="15562"/>
                  </a:lnTo>
                  <a:lnTo>
                    <a:pt x="65322" y="13291"/>
                  </a:lnTo>
                  <a:lnTo>
                    <a:pt x="60138" y="11192"/>
                  </a:lnTo>
                  <a:lnTo>
                    <a:pt x="54887" y="9267"/>
                  </a:lnTo>
                  <a:lnTo>
                    <a:pt x="49575" y="7520"/>
                  </a:lnTo>
                  <a:lnTo>
                    <a:pt x="44208" y="5951"/>
                  </a:lnTo>
                  <a:lnTo>
                    <a:pt x="38790" y="4562"/>
                  </a:lnTo>
                  <a:lnTo>
                    <a:pt x="33330" y="3356"/>
                  </a:lnTo>
                  <a:lnTo>
                    <a:pt x="27832" y="2333"/>
                  </a:lnTo>
                  <a:lnTo>
                    <a:pt x="22303" y="1494"/>
                  </a:lnTo>
                  <a:lnTo>
                    <a:pt x="16749" y="841"/>
                  </a:lnTo>
                  <a:lnTo>
                    <a:pt x="11176" y="374"/>
                  </a:lnTo>
                  <a:lnTo>
                    <a:pt x="5591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931495" y="941493"/>
              <a:ext cx="92048" cy="167167"/>
            </a:xfrm>
            <a:custGeom>
              <a:avLst/>
              <a:pathLst>
                <a:path w="92048" h="167167">
                  <a:moveTo>
                    <a:pt x="92048" y="0"/>
                  </a:moveTo>
                  <a:lnTo>
                    <a:pt x="86315" y="98"/>
                  </a:lnTo>
                  <a:lnTo>
                    <a:pt x="80589" y="393"/>
                  </a:lnTo>
                  <a:lnTo>
                    <a:pt x="74876" y="884"/>
                  </a:lnTo>
                  <a:lnTo>
                    <a:pt x="69184" y="1571"/>
                  </a:lnTo>
                  <a:lnTo>
                    <a:pt x="63518" y="2452"/>
                  </a:lnTo>
                  <a:lnTo>
                    <a:pt x="57886" y="3527"/>
                  </a:lnTo>
                  <a:lnTo>
                    <a:pt x="52294" y="4795"/>
                  </a:lnTo>
                  <a:lnTo>
                    <a:pt x="46749" y="6254"/>
                  </a:lnTo>
                  <a:lnTo>
                    <a:pt x="41257" y="7902"/>
                  </a:lnTo>
                  <a:lnTo>
                    <a:pt x="35825" y="9738"/>
                  </a:lnTo>
                  <a:lnTo>
                    <a:pt x="30459" y="11759"/>
                  </a:lnTo>
                  <a:lnTo>
                    <a:pt x="25165" y="13962"/>
                  </a:lnTo>
                  <a:lnTo>
                    <a:pt x="19951" y="16346"/>
                  </a:lnTo>
                  <a:lnTo>
                    <a:pt x="14821" y="18908"/>
                  </a:lnTo>
                  <a:lnTo>
                    <a:pt x="9782" y="21643"/>
                  </a:lnTo>
                  <a:lnTo>
                    <a:pt x="4839" y="24550"/>
                  </a:lnTo>
                  <a:lnTo>
                    <a:pt x="0" y="27625"/>
                  </a:lnTo>
                  <a:lnTo>
                    <a:pt x="920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931495" y="969118"/>
              <a:ext cx="92048" cy="139541"/>
            </a:xfrm>
            <a:custGeom>
              <a:avLst/>
              <a:pathLst>
                <a:path w="92048" h="139541">
                  <a:moveTo>
                    <a:pt x="0" y="0"/>
                  </a:moveTo>
                  <a:lnTo>
                    <a:pt x="92048" y="1395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856376" y="969118"/>
              <a:ext cx="334333" cy="306691"/>
            </a:xfrm>
            <a:custGeom>
              <a:avLst/>
              <a:pathLst>
                <a:path w="334333" h="306691">
                  <a:moveTo>
                    <a:pt x="75118" y="0"/>
                  </a:moveTo>
                  <a:lnTo>
                    <a:pt x="70728" y="2996"/>
                  </a:lnTo>
                  <a:lnTo>
                    <a:pt x="66436" y="6131"/>
                  </a:lnTo>
                  <a:lnTo>
                    <a:pt x="62246" y="9401"/>
                  </a:lnTo>
                  <a:lnTo>
                    <a:pt x="58161" y="12802"/>
                  </a:lnTo>
                  <a:lnTo>
                    <a:pt x="54187" y="16332"/>
                  </a:lnTo>
                  <a:lnTo>
                    <a:pt x="50327" y="19986"/>
                  </a:lnTo>
                  <a:lnTo>
                    <a:pt x="46586" y="23761"/>
                  </a:lnTo>
                  <a:lnTo>
                    <a:pt x="42966" y="27653"/>
                  </a:lnTo>
                  <a:lnTo>
                    <a:pt x="39471" y="31658"/>
                  </a:lnTo>
                  <a:lnTo>
                    <a:pt x="36106" y="35772"/>
                  </a:lnTo>
                  <a:lnTo>
                    <a:pt x="32874" y="39991"/>
                  </a:lnTo>
                  <a:lnTo>
                    <a:pt x="29777" y="44311"/>
                  </a:lnTo>
                  <a:lnTo>
                    <a:pt x="26819" y="48726"/>
                  </a:lnTo>
                  <a:lnTo>
                    <a:pt x="24002" y="53234"/>
                  </a:lnTo>
                  <a:lnTo>
                    <a:pt x="21331" y="57829"/>
                  </a:lnTo>
                  <a:lnTo>
                    <a:pt x="18807" y="62507"/>
                  </a:lnTo>
                  <a:lnTo>
                    <a:pt x="16433" y="67262"/>
                  </a:lnTo>
                  <a:lnTo>
                    <a:pt x="14211" y="72091"/>
                  </a:lnTo>
                  <a:lnTo>
                    <a:pt x="12144" y="76987"/>
                  </a:lnTo>
                  <a:lnTo>
                    <a:pt x="10234" y="81947"/>
                  </a:lnTo>
                  <a:lnTo>
                    <a:pt x="8482" y="86966"/>
                  </a:lnTo>
                  <a:lnTo>
                    <a:pt x="6891" y="92037"/>
                  </a:lnTo>
                  <a:lnTo>
                    <a:pt x="5462" y="97156"/>
                  </a:lnTo>
                  <a:lnTo>
                    <a:pt x="4196" y="102318"/>
                  </a:lnTo>
                  <a:lnTo>
                    <a:pt x="3095" y="107518"/>
                  </a:lnTo>
                  <a:lnTo>
                    <a:pt x="2160" y="112751"/>
                  </a:lnTo>
                  <a:lnTo>
                    <a:pt x="1392" y="118010"/>
                  </a:lnTo>
                  <a:lnTo>
                    <a:pt x="791" y="123291"/>
                  </a:lnTo>
                  <a:lnTo>
                    <a:pt x="358" y="128588"/>
                  </a:lnTo>
                  <a:lnTo>
                    <a:pt x="94" y="133897"/>
                  </a:lnTo>
                  <a:lnTo>
                    <a:pt x="0" y="139211"/>
                  </a:lnTo>
                  <a:lnTo>
                    <a:pt x="73" y="144526"/>
                  </a:lnTo>
                  <a:lnTo>
                    <a:pt x="316" y="149835"/>
                  </a:lnTo>
                  <a:lnTo>
                    <a:pt x="728" y="155134"/>
                  </a:lnTo>
                  <a:lnTo>
                    <a:pt x="1308" y="160418"/>
                  </a:lnTo>
                  <a:lnTo>
                    <a:pt x="2055" y="165680"/>
                  </a:lnTo>
                  <a:lnTo>
                    <a:pt x="2970" y="170916"/>
                  </a:lnTo>
                  <a:lnTo>
                    <a:pt x="4050" y="176120"/>
                  </a:lnTo>
                  <a:lnTo>
                    <a:pt x="5296" y="181287"/>
                  </a:lnTo>
                  <a:lnTo>
                    <a:pt x="6705" y="186412"/>
                  </a:lnTo>
                  <a:lnTo>
                    <a:pt x="8276" y="191490"/>
                  </a:lnTo>
                  <a:lnTo>
                    <a:pt x="10008" y="196515"/>
                  </a:lnTo>
                  <a:lnTo>
                    <a:pt x="11898" y="201482"/>
                  </a:lnTo>
                  <a:lnTo>
                    <a:pt x="13946" y="206387"/>
                  </a:lnTo>
                  <a:lnTo>
                    <a:pt x="16148" y="211225"/>
                  </a:lnTo>
                  <a:lnTo>
                    <a:pt x="18504" y="215989"/>
                  </a:lnTo>
                  <a:lnTo>
                    <a:pt x="21009" y="220677"/>
                  </a:lnTo>
                  <a:lnTo>
                    <a:pt x="23662" y="225282"/>
                  </a:lnTo>
                  <a:lnTo>
                    <a:pt x="26461" y="229801"/>
                  </a:lnTo>
                  <a:lnTo>
                    <a:pt x="29401" y="234229"/>
                  </a:lnTo>
                  <a:lnTo>
                    <a:pt x="32481" y="238561"/>
                  </a:lnTo>
                  <a:lnTo>
                    <a:pt x="35697" y="242792"/>
                  </a:lnTo>
                  <a:lnTo>
                    <a:pt x="39046" y="246920"/>
                  </a:lnTo>
                  <a:lnTo>
                    <a:pt x="42525" y="250939"/>
                  </a:lnTo>
                  <a:lnTo>
                    <a:pt x="46129" y="254845"/>
                  </a:lnTo>
                  <a:lnTo>
                    <a:pt x="49856" y="258634"/>
                  </a:lnTo>
                  <a:lnTo>
                    <a:pt x="53701" y="262304"/>
                  </a:lnTo>
                  <a:lnTo>
                    <a:pt x="57661" y="265849"/>
                  </a:lnTo>
                  <a:lnTo>
                    <a:pt x="61732" y="269266"/>
                  </a:lnTo>
                  <a:lnTo>
                    <a:pt x="65910" y="272553"/>
                  </a:lnTo>
                  <a:lnTo>
                    <a:pt x="70189" y="275704"/>
                  </a:lnTo>
                  <a:lnTo>
                    <a:pt x="74567" y="278719"/>
                  </a:lnTo>
                  <a:lnTo>
                    <a:pt x="79038" y="281592"/>
                  </a:lnTo>
                  <a:lnTo>
                    <a:pt x="83599" y="284322"/>
                  </a:lnTo>
                  <a:lnTo>
                    <a:pt x="88244" y="286906"/>
                  </a:lnTo>
                  <a:lnTo>
                    <a:pt x="92969" y="289340"/>
                  </a:lnTo>
                  <a:lnTo>
                    <a:pt x="97768" y="291623"/>
                  </a:lnTo>
                  <a:lnTo>
                    <a:pt x="102638" y="293753"/>
                  </a:lnTo>
                  <a:lnTo>
                    <a:pt x="107574" y="295726"/>
                  </a:lnTo>
                  <a:lnTo>
                    <a:pt x="112569" y="297542"/>
                  </a:lnTo>
                  <a:lnTo>
                    <a:pt x="117620" y="299197"/>
                  </a:lnTo>
                  <a:lnTo>
                    <a:pt x="122720" y="300692"/>
                  </a:lnTo>
                  <a:lnTo>
                    <a:pt x="127866" y="302023"/>
                  </a:lnTo>
                  <a:lnTo>
                    <a:pt x="133051" y="303191"/>
                  </a:lnTo>
                  <a:lnTo>
                    <a:pt x="138271" y="304193"/>
                  </a:lnTo>
                  <a:lnTo>
                    <a:pt x="143520" y="305028"/>
                  </a:lnTo>
                  <a:lnTo>
                    <a:pt x="148793" y="305696"/>
                  </a:lnTo>
                  <a:lnTo>
                    <a:pt x="154085" y="306196"/>
                  </a:lnTo>
                  <a:lnTo>
                    <a:pt x="159389" y="306528"/>
                  </a:lnTo>
                  <a:lnTo>
                    <a:pt x="164702" y="306691"/>
                  </a:lnTo>
                  <a:lnTo>
                    <a:pt x="170017" y="306685"/>
                  </a:lnTo>
                  <a:lnTo>
                    <a:pt x="175329" y="306510"/>
                  </a:lnTo>
                  <a:lnTo>
                    <a:pt x="180633" y="306166"/>
                  </a:lnTo>
                  <a:lnTo>
                    <a:pt x="185924" y="305653"/>
                  </a:lnTo>
                  <a:lnTo>
                    <a:pt x="191195" y="304973"/>
                  </a:lnTo>
                  <a:lnTo>
                    <a:pt x="196442" y="304125"/>
                  </a:lnTo>
                  <a:lnTo>
                    <a:pt x="201660" y="303112"/>
                  </a:lnTo>
                  <a:lnTo>
                    <a:pt x="206842" y="301932"/>
                  </a:lnTo>
                  <a:lnTo>
                    <a:pt x="211985" y="300589"/>
                  </a:lnTo>
                  <a:lnTo>
                    <a:pt x="217082" y="299083"/>
                  </a:lnTo>
                  <a:lnTo>
                    <a:pt x="222129" y="297415"/>
                  </a:lnTo>
                  <a:lnTo>
                    <a:pt x="227120" y="295588"/>
                  </a:lnTo>
                  <a:lnTo>
                    <a:pt x="232051" y="293603"/>
                  </a:lnTo>
                  <a:lnTo>
                    <a:pt x="236916" y="291463"/>
                  </a:lnTo>
                  <a:lnTo>
                    <a:pt x="241710" y="289168"/>
                  </a:lnTo>
                  <a:lnTo>
                    <a:pt x="246429" y="286723"/>
                  </a:lnTo>
                  <a:lnTo>
                    <a:pt x="251068" y="284129"/>
                  </a:lnTo>
                  <a:lnTo>
                    <a:pt x="255622" y="281388"/>
                  </a:lnTo>
                  <a:lnTo>
                    <a:pt x="260087" y="278504"/>
                  </a:lnTo>
                  <a:lnTo>
                    <a:pt x="264458" y="275480"/>
                  </a:lnTo>
                  <a:lnTo>
                    <a:pt x="268731" y="272318"/>
                  </a:lnTo>
                  <a:lnTo>
                    <a:pt x="272900" y="269022"/>
                  </a:lnTo>
                  <a:lnTo>
                    <a:pt x="276963" y="265596"/>
                  </a:lnTo>
                  <a:lnTo>
                    <a:pt x="280915" y="262041"/>
                  </a:lnTo>
                  <a:lnTo>
                    <a:pt x="284752" y="258363"/>
                  </a:lnTo>
                  <a:lnTo>
                    <a:pt x="288470" y="254565"/>
                  </a:lnTo>
                  <a:lnTo>
                    <a:pt x="292066" y="250651"/>
                  </a:lnTo>
                  <a:lnTo>
                    <a:pt x="295535" y="246624"/>
                  </a:lnTo>
                  <a:lnTo>
                    <a:pt x="298874" y="242489"/>
                  </a:lnTo>
                  <a:lnTo>
                    <a:pt x="302080" y="238249"/>
                  </a:lnTo>
                  <a:lnTo>
                    <a:pt x="305150" y="233910"/>
                  </a:lnTo>
                  <a:lnTo>
                    <a:pt x="308080" y="229476"/>
                  </a:lnTo>
                  <a:lnTo>
                    <a:pt x="310868" y="224951"/>
                  </a:lnTo>
                  <a:lnTo>
                    <a:pt x="313511" y="220339"/>
                  </a:lnTo>
                  <a:lnTo>
                    <a:pt x="316006" y="215646"/>
                  </a:lnTo>
                  <a:lnTo>
                    <a:pt x="318350" y="210876"/>
                  </a:lnTo>
                  <a:lnTo>
                    <a:pt x="320541" y="206033"/>
                  </a:lnTo>
                  <a:lnTo>
                    <a:pt x="322578" y="201124"/>
                  </a:lnTo>
                  <a:lnTo>
                    <a:pt x="324457" y="196152"/>
                  </a:lnTo>
                  <a:lnTo>
                    <a:pt x="326177" y="191123"/>
                  </a:lnTo>
                  <a:lnTo>
                    <a:pt x="327736" y="186042"/>
                  </a:lnTo>
                  <a:lnTo>
                    <a:pt x="329134" y="180914"/>
                  </a:lnTo>
                  <a:lnTo>
                    <a:pt x="330367" y="175743"/>
                  </a:lnTo>
                  <a:lnTo>
                    <a:pt x="331435" y="170537"/>
                  </a:lnTo>
                  <a:lnTo>
                    <a:pt x="332338" y="165299"/>
                  </a:lnTo>
                  <a:lnTo>
                    <a:pt x="333073" y="160035"/>
                  </a:lnTo>
                  <a:lnTo>
                    <a:pt x="333641" y="154750"/>
                  </a:lnTo>
                  <a:lnTo>
                    <a:pt x="334040" y="149450"/>
                  </a:lnTo>
                  <a:lnTo>
                    <a:pt x="334271" y="144140"/>
                  </a:lnTo>
                  <a:lnTo>
                    <a:pt x="334333" y="138825"/>
                  </a:lnTo>
                  <a:lnTo>
                    <a:pt x="334225" y="133511"/>
                  </a:lnTo>
                  <a:lnTo>
                    <a:pt x="333949" y="128203"/>
                  </a:lnTo>
                  <a:lnTo>
                    <a:pt x="333504" y="122907"/>
                  </a:lnTo>
                  <a:lnTo>
                    <a:pt x="332891" y="117627"/>
                  </a:lnTo>
                  <a:lnTo>
                    <a:pt x="332111" y="112370"/>
                  </a:lnTo>
                  <a:lnTo>
                    <a:pt x="331164" y="107140"/>
                  </a:lnTo>
                  <a:lnTo>
                    <a:pt x="330051" y="101942"/>
                  </a:lnTo>
                  <a:lnTo>
                    <a:pt x="328773" y="96783"/>
                  </a:lnTo>
                  <a:lnTo>
                    <a:pt x="327332" y="91667"/>
                  </a:lnTo>
                  <a:lnTo>
                    <a:pt x="325729" y="86599"/>
                  </a:lnTo>
                  <a:lnTo>
                    <a:pt x="323966" y="81585"/>
                  </a:lnTo>
                  <a:lnTo>
                    <a:pt x="322044" y="76630"/>
                  </a:lnTo>
                  <a:lnTo>
                    <a:pt x="319966" y="71738"/>
                  </a:lnTo>
                  <a:lnTo>
                    <a:pt x="317733" y="66914"/>
                  </a:lnTo>
                  <a:lnTo>
                    <a:pt x="315348" y="62164"/>
                  </a:lnTo>
                  <a:lnTo>
                    <a:pt x="312813" y="57493"/>
                  </a:lnTo>
                  <a:lnTo>
                    <a:pt x="310131" y="52904"/>
                  </a:lnTo>
                  <a:lnTo>
                    <a:pt x="307305" y="48403"/>
                  </a:lnTo>
                  <a:lnTo>
                    <a:pt x="304336" y="43994"/>
                  </a:lnTo>
                  <a:lnTo>
                    <a:pt x="301229" y="39681"/>
                  </a:lnTo>
                  <a:lnTo>
                    <a:pt x="297987" y="35470"/>
                  </a:lnTo>
                  <a:lnTo>
                    <a:pt x="294612" y="31363"/>
                  </a:lnTo>
                  <a:lnTo>
                    <a:pt x="291109" y="27366"/>
                  </a:lnTo>
                  <a:lnTo>
                    <a:pt x="287480" y="23483"/>
                  </a:lnTo>
                  <a:lnTo>
                    <a:pt x="283730" y="19716"/>
                  </a:lnTo>
                  <a:lnTo>
                    <a:pt x="279861" y="16071"/>
                  </a:lnTo>
                  <a:lnTo>
                    <a:pt x="275879" y="12551"/>
                  </a:lnTo>
                  <a:lnTo>
                    <a:pt x="271787" y="9159"/>
                  </a:lnTo>
                  <a:lnTo>
                    <a:pt x="267589" y="5899"/>
                  </a:lnTo>
                  <a:lnTo>
                    <a:pt x="167167" y="1395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023544" y="941493"/>
              <a:ext cx="100422" cy="167167"/>
            </a:xfrm>
            <a:custGeom>
              <a:avLst/>
              <a:pathLst>
                <a:path w="100422" h="167167">
                  <a:moveTo>
                    <a:pt x="100422" y="33525"/>
                  </a:moveTo>
                  <a:lnTo>
                    <a:pt x="95832" y="30196"/>
                  </a:lnTo>
                  <a:lnTo>
                    <a:pt x="91133" y="27025"/>
                  </a:lnTo>
                  <a:lnTo>
                    <a:pt x="86328" y="24015"/>
                  </a:lnTo>
                  <a:lnTo>
                    <a:pt x="81424" y="21170"/>
                  </a:lnTo>
                  <a:lnTo>
                    <a:pt x="76426" y="18493"/>
                  </a:lnTo>
                  <a:lnTo>
                    <a:pt x="71341" y="15987"/>
                  </a:lnTo>
                  <a:lnTo>
                    <a:pt x="66173" y="13655"/>
                  </a:lnTo>
                  <a:lnTo>
                    <a:pt x="60930" y="11499"/>
                  </a:lnTo>
                  <a:lnTo>
                    <a:pt x="55616" y="9523"/>
                  </a:lnTo>
                  <a:lnTo>
                    <a:pt x="50238" y="7727"/>
                  </a:lnTo>
                  <a:lnTo>
                    <a:pt x="44803" y="6115"/>
                  </a:lnTo>
                  <a:lnTo>
                    <a:pt x="39316" y="4689"/>
                  </a:lnTo>
                  <a:lnTo>
                    <a:pt x="33784" y="3449"/>
                  </a:lnTo>
                  <a:lnTo>
                    <a:pt x="28212" y="2397"/>
                  </a:lnTo>
                  <a:lnTo>
                    <a:pt x="22609" y="1536"/>
                  </a:lnTo>
                  <a:lnTo>
                    <a:pt x="16979" y="864"/>
                  </a:lnTo>
                  <a:lnTo>
                    <a:pt x="11330" y="384"/>
                  </a:lnTo>
                  <a:lnTo>
                    <a:pt x="5668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19063" y="941493"/>
              <a:ext cx="167152" cy="191963"/>
            </a:xfrm>
            <a:custGeom>
              <a:avLst/>
              <a:pathLst>
                <a:path w="167152" h="191963">
                  <a:moveTo>
                    <a:pt x="167152" y="0"/>
                  </a:moveTo>
                  <a:lnTo>
                    <a:pt x="161729" y="87"/>
                  </a:lnTo>
                  <a:lnTo>
                    <a:pt x="156312" y="351"/>
                  </a:lnTo>
                  <a:lnTo>
                    <a:pt x="150906" y="791"/>
                  </a:lnTo>
                  <a:lnTo>
                    <a:pt x="145517" y="1405"/>
                  </a:lnTo>
                  <a:lnTo>
                    <a:pt x="140151" y="2195"/>
                  </a:lnTo>
                  <a:lnTo>
                    <a:pt x="134813" y="3157"/>
                  </a:lnTo>
                  <a:lnTo>
                    <a:pt x="129509" y="4293"/>
                  </a:lnTo>
                  <a:lnTo>
                    <a:pt x="124245" y="5600"/>
                  </a:lnTo>
                  <a:lnTo>
                    <a:pt x="119027" y="7077"/>
                  </a:lnTo>
                  <a:lnTo>
                    <a:pt x="113858" y="8722"/>
                  </a:lnTo>
                  <a:lnTo>
                    <a:pt x="108746" y="10534"/>
                  </a:lnTo>
                  <a:lnTo>
                    <a:pt x="103696" y="12512"/>
                  </a:lnTo>
                  <a:lnTo>
                    <a:pt x="98712" y="14652"/>
                  </a:lnTo>
                  <a:lnTo>
                    <a:pt x="93800" y="16952"/>
                  </a:lnTo>
                  <a:lnTo>
                    <a:pt x="88966" y="19411"/>
                  </a:lnTo>
                  <a:lnTo>
                    <a:pt x="84214" y="22025"/>
                  </a:lnTo>
                  <a:lnTo>
                    <a:pt x="79549" y="24792"/>
                  </a:lnTo>
                  <a:lnTo>
                    <a:pt x="74976" y="27709"/>
                  </a:lnTo>
                  <a:lnTo>
                    <a:pt x="70500" y="30773"/>
                  </a:lnTo>
                  <a:lnTo>
                    <a:pt x="66127" y="33980"/>
                  </a:lnTo>
                  <a:lnTo>
                    <a:pt x="61859" y="37327"/>
                  </a:lnTo>
                  <a:lnTo>
                    <a:pt x="57702" y="40811"/>
                  </a:lnTo>
                  <a:lnTo>
                    <a:pt x="53661" y="44429"/>
                  </a:lnTo>
                  <a:lnTo>
                    <a:pt x="49739" y="48175"/>
                  </a:lnTo>
                  <a:lnTo>
                    <a:pt x="45940" y="52047"/>
                  </a:lnTo>
                  <a:lnTo>
                    <a:pt x="42270" y="56039"/>
                  </a:lnTo>
                  <a:lnTo>
                    <a:pt x="38730" y="60149"/>
                  </a:lnTo>
                  <a:lnTo>
                    <a:pt x="35326" y="64372"/>
                  </a:lnTo>
                  <a:lnTo>
                    <a:pt x="32061" y="68702"/>
                  </a:lnTo>
                  <a:lnTo>
                    <a:pt x="28937" y="73137"/>
                  </a:lnTo>
                  <a:lnTo>
                    <a:pt x="25960" y="77670"/>
                  </a:lnTo>
                  <a:lnTo>
                    <a:pt x="23131" y="82298"/>
                  </a:lnTo>
                  <a:lnTo>
                    <a:pt x="20453" y="87014"/>
                  </a:lnTo>
                  <a:lnTo>
                    <a:pt x="17930" y="91816"/>
                  </a:lnTo>
                  <a:lnTo>
                    <a:pt x="15564" y="96696"/>
                  </a:lnTo>
                  <a:lnTo>
                    <a:pt x="13358" y="101651"/>
                  </a:lnTo>
                  <a:lnTo>
                    <a:pt x="11314" y="106675"/>
                  </a:lnTo>
                  <a:lnTo>
                    <a:pt x="9433" y="111762"/>
                  </a:lnTo>
                  <a:lnTo>
                    <a:pt x="7719" y="116908"/>
                  </a:lnTo>
                  <a:lnTo>
                    <a:pt x="6172" y="122106"/>
                  </a:lnTo>
                  <a:lnTo>
                    <a:pt x="4795" y="127352"/>
                  </a:lnTo>
                  <a:lnTo>
                    <a:pt x="3589" y="132640"/>
                  </a:lnTo>
                  <a:lnTo>
                    <a:pt x="2555" y="137965"/>
                  </a:lnTo>
                  <a:lnTo>
                    <a:pt x="1694" y="143320"/>
                  </a:lnTo>
                  <a:lnTo>
                    <a:pt x="1008" y="148700"/>
                  </a:lnTo>
                  <a:lnTo>
                    <a:pt x="496" y="154100"/>
                  </a:lnTo>
                  <a:lnTo>
                    <a:pt x="160" y="159513"/>
                  </a:lnTo>
                  <a:lnTo>
                    <a:pt x="0" y="164934"/>
                  </a:lnTo>
                  <a:lnTo>
                    <a:pt x="15" y="170358"/>
                  </a:lnTo>
                  <a:lnTo>
                    <a:pt x="207" y="175779"/>
                  </a:lnTo>
                  <a:lnTo>
                    <a:pt x="574" y="181190"/>
                  </a:lnTo>
                  <a:lnTo>
                    <a:pt x="1116" y="186586"/>
                  </a:lnTo>
                  <a:lnTo>
                    <a:pt x="1834" y="191963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20897" y="1108660"/>
              <a:ext cx="165318" cy="24795"/>
            </a:xfrm>
            <a:custGeom>
              <a:avLst/>
              <a:pathLst>
                <a:path w="165318" h="24795">
                  <a:moveTo>
                    <a:pt x="0" y="24795"/>
                  </a:moveTo>
                  <a:lnTo>
                    <a:pt x="16531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20897" y="1108660"/>
              <a:ext cx="165318" cy="165461"/>
            </a:xfrm>
            <a:custGeom>
              <a:avLst/>
              <a:pathLst>
                <a:path w="165318" h="165461">
                  <a:moveTo>
                    <a:pt x="0" y="24795"/>
                  </a:moveTo>
                  <a:lnTo>
                    <a:pt x="901" y="30202"/>
                  </a:lnTo>
                  <a:lnTo>
                    <a:pt x="1980" y="35577"/>
                  </a:lnTo>
                  <a:lnTo>
                    <a:pt x="3234" y="40913"/>
                  </a:lnTo>
                  <a:lnTo>
                    <a:pt x="4663" y="46205"/>
                  </a:lnTo>
                  <a:lnTo>
                    <a:pt x="6264" y="51448"/>
                  </a:lnTo>
                  <a:lnTo>
                    <a:pt x="8037" y="56635"/>
                  </a:lnTo>
                  <a:lnTo>
                    <a:pt x="9978" y="61761"/>
                  </a:lnTo>
                  <a:lnTo>
                    <a:pt x="12086" y="66821"/>
                  </a:lnTo>
                  <a:lnTo>
                    <a:pt x="14360" y="71809"/>
                  </a:lnTo>
                  <a:lnTo>
                    <a:pt x="16795" y="76720"/>
                  </a:lnTo>
                  <a:lnTo>
                    <a:pt x="19391" y="81548"/>
                  </a:lnTo>
                  <a:lnTo>
                    <a:pt x="22143" y="86289"/>
                  </a:lnTo>
                  <a:lnTo>
                    <a:pt x="25049" y="90937"/>
                  </a:lnTo>
                  <a:lnTo>
                    <a:pt x="28106" y="95487"/>
                  </a:lnTo>
                  <a:lnTo>
                    <a:pt x="31310" y="99934"/>
                  </a:lnTo>
                  <a:lnTo>
                    <a:pt x="34659" y="104274"/>
                  </a:lnTo>
                  <a:lnTo>
                    <a:pt x="38148" y="108502"/>
                  </a:lnTo>
                  <a:lnTo>
                    <a:pt x="41774" y="112613"/>
                  </a:lnTo>
                  <a:lnTo>
                    <a:pt x="45533" y="116604"/>
                  </a:lnTo>
                  <a:lnTo>
                    <a:pt x="49420" y="120468"/>
                  </a:lnTo>
                  <a:lnTo>
                    <a:pt x="53432" y="124203"/>
                  </a:lnTo>
                  <a:lnTo>
                    <a:pt x="57565" y="127805"/>
                  </a:lnTo>
                  <a:lnTo>
                    <a:pt x="61813" y="131269"/>
                  </a:lnTo>
                  <a:lnTo>
                    <a:pt x="66173" y="134592"/>
                  </a:lnTo>
                  <a:lnTo>
                    <a:pt x="70639" y="137771"/>
                  </a:lnTo>
                  <a:lnTo>
                    <a:pt x="75207" y="140801"/>
                  </a:lnTo>
                  <a:lnTo>
                    <a:pt x="79872" y="143679"/>
                  </a:lnTo>
                  <a:lnTo>
                    <a:pt x="84628" y="146404"/>
                  </a:lnTo>
                  <a:lnTo>
                    <a:pt x="89472" y="148971"/>
                  </a:lnTo>
                  <a:lnTo>
                    <a:pt x="94397" y="151377"/>
                  </a:lnTo>
                  <a:lnTo>
                    <a:pt x="99398" y="153621"/>
                  </a:lnTo>
                  <a:lnTo>
                    <a:pt x="104471" y="155700"/>
                  </a:lnTo>
                  <a:lnTo>
                    <a:pt x="109608" y="157611"/>
                  </a:lnTo>
                  <a:lnTo>
                    <a:pt x="114806" y="159353"/>
                  </a:lnTo>
                  <a:lnTo>
                    <a:pt x="120058" y="160923"/>
                  </a:lnTo>
                  <a:lnTo>
                    <a:pt x="125358" y="162321"/>
                  </a:lnTo>
                  <a:lnTo>
                    <a:pt x="130702" y="163544"/>
                  </a:lnTo>
                  <a:lnTo>
                    <a:pt x="136083" y="164591"/>
                  </a:lnTo>
                  <a:lnTo>
                    <a:pt x="141495" y="165461"/>
                  </a:lnTo>
                  <a:lnTo>
                    <a:pt x="16531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462392" y="941493"/>
              <a:ext cx="190984" cy="334314"/>
            </a:xfrm>
            <a:custGeom>
              <a:avLst/>
              <a:pathLst>
                <a:path w="190984" h="334314">
                  <a:moveTo>
                    <a:pt x="0" y="332628"/>
                  </a:moveTo>
                  <a:lnTo>
                    <a:pt x="5287" y="333304"/>
                  </a:lnTo>
                  <a:lnTo>
                    <a:pt x="10594" y="333810"/>
                  </a:lnTo>
                  <a:lnTo>
                    <a:pt x="15914" y="334147"/>
                  </a:lnTo>
                  <a:lnTo>
                    <a:pt x="21242" y="334314"/>
                  </a:lnTo>
                  <a:lnTo>
                    <a:pt x="26572" y="334312"/>
                  </a:lnTo>
                  <a:lnTo>
                    <a:pt x="31900" y="334139"/>
                  </a:lnTo>
                  <a:lnTo>
                    <a:pt x="37220" y="333797"/>
                  </a:lnTo>
                  <a:lnTo>
                    <a:pt x="42526" y="333285"/>
                  </a:lnTo>
                  <a:lnTo>
                    <a:pt x="47813" y="332604"/>
                  </a:lnTo>
                  <a:lnTo>
                    <a:pt x="53075" y="331755"/>
                  </a:lnTo>
                  <a:lnTo>
                    <a:pt x="58308" y="330739"/>
                  </a:lnTo>
                  <a:lnTo>
                    <a:pt x="63506" y="329556"/>
                  </a:lnTo>
                  <a:lnTo>
                    <a:pt x="68663" y="328208"/>
                  </a:lnTo>
                  <a:lnTo>
                    <a:pt x="73775" y="326697"/>
                  </a:lnTo>
                  <a:lnTo>
                    <a:pt x="78836" y="325023"/>
                  </a:lnTo>
                  <a:lnTo>
                    <a:pt x="83841" y="323189"/>
                  </a:lnTo>
                  <a:lnTo>
                    <a:pt x="88785" y="321196"/>
                  </a:lnTo>
                  <a:lnTo>
                    <a:pt x="93663" y="319046"/>
                  </a:lnTo>
                  <a:lnTo>
                    <a:pt x="98470" y="316742"/>
                  </a:lnTo>
                  <a:lnTo>
                    <a:pt x="103201" y="314286"/>
                  </a:lnTo>
                  <a:lnTo>
                    <a:pt x="107851" y="311680"/>
                  </a:lnTo>
                  <a:lnTo>
                    <a:pt x="112416" y="308928"/>
                  </a:lnTo>
                  <a:lnTo>
                    <a:pt x="116891" y="306031"/>
                  </a:lnTo>
                  <a:lnTo>
                    <a:pt x="121271" y="302993"/>
                  </a:lnTo>
                  <a:lnTo>
                    <a:pt x="125552" y="299817"/>
                  </a:lnTo>
                  <a:lnTo>
                    <a:pt x="129730" y="296506"/>
                  </a:lnTo>
                  <a:lnTo>
                    <a:pt x="133800" y="293063"/>
                  </a:lnTo>
                  <a:lnTo>
                    <a:pt x="137758" y="289493"/>
                  </a:lnTo>
                  <a:lnTo>
                    <a:pt x="141601" y="285798"/>
                  </a:lnTo>
                  <a:lnTo>
                    <a:pt x="145323" y="281982"/>
                  </a:lnTo>
                  <a:lnTo>
                    <a:pt x="148922" y="278050"/>
                  </a:lnTo>
                  <a:lnTo>
                    <a:pt x="152394" y="274005"/>
                  </a:lnTo>
                  <a:lnTo>
                    <a:pt x="155735" y="269851"/>
                  </a:lnTo>
                  <a:lnTo>
                    <a:pt x="158942" y="265593"/>
                  </a:lnTo>
                  <a:lnTo>
                    <a:pt x="162011" y="261235"/>
                  </a:lnTo>
                  <a:lnTo>
                    <a:pt x="164940" y="256781"/>
                  </a:lnTo>
                  <a:lnTo>
                    <a:pt x="167726" y="252236"/>
                  </a:lnTo>
                  <a:lnTo>
                    <a:pt x="170365" y="247605"/>
                  </a:lnTo>
                  <a:lnTo>
                    <a:pt x="172855" y="242892"/>
                  </a:lnTo>
                  <a:lnTo>
                    <a:pt x="175194" y="238101"/>
                  </a:lnTo>
                  <a:lnTo>
                    <a:pt x="177378" y="233239"/>
                  </a:lnTo>
                  <a:lnTo>
                    <a:pt x="179407" y="228310"/>
                  </a:lnTo>
                  <a:lnTo>
                    <a:pt x="181277" y="223318"/>
                  </a:lnTo>
                  <a:lnTo>
                    <a:pt x="182988" y="218269"/>
                  </a:lnTo>
                  <a:lnTo>
                    <a:pt x="184536" y="213168"/>
                  </a:lnTo>
                  <a:lnTo>
                    <a:pt x="185921" y="208021"/>
                  </a:lnTo>
                  <a:lnTo>
                    <a:pt x="187141" y="202832"/>
                  </a:lnTo>
                  <a:lnTo>
                    <a:pt x="188195" y="197606"/>
                  </a:lnTo>
                  <a:lnTo>
                    <a:pt x="189082" y="192350"/>
                  </a:lnTo>
                  <a:lnTo>
                    <a:pt x="189801" y="187068"/>
                  </a:lnTo>
                  <a:lnTo>
                    <a:pt x="190351" y="181766"/>
                  </a:lnTo>
                  <a:lnTo>
                    <a:pt x="190732" y="176449"/>
                  </a:lnTo>
                  <a:lnTo>
                    <a:pt x="190943" y="171123"/>
                  </a:lnTo>
                  <a:lnTo>
                    <a:pt x="190984" y="165792"/>
                  </a:lnTo>
                  <a:lnTo>
                    <a:pt x="190855" y="160463"/>
                  </a:lnTo>
                  <a:lnTo>
                    <a:pt x="190557" y="155141"/>
                  </a:lnTo>
                  <a:lnTo>
                    <a:pt x="190089" y="149831"/>
                  </a:lnTo>
                  <a:lnTo>
                    <a:pt x="189451" y="144538"/>
                  </a:lnTo>
                  <a:lnTo>
                    <a:pt x="188646" y="139269"/>
                  </a:lnTo>
                  <a:lnTo>
                    <a:pt x="187672" y="134028"/>
                  </a:lnTo>
                  <a:lnTo>
                    <a:pt x="186532" y="128821"/>
                  </a:lnTo>
                  <a:lnTo>
                    <a:pt x="185227" y="123652"/>
                  </a:lnTo>
                  <a:lnTo>
                    <a:pt x="183758" y="118528"/>
                  </a:lnTo>
                  <a:lnTo>
                    <a:pt x="182125" y="113454"/>
                  </a:lnTo>
                  <a:lnTo>
                    <a:pt x="180332" y="108434"/>
                  </a:lnTo>
                  <a:lnTo>
                    <a:pt x="178380" y="103473"/>
                  </a:lnTo>
                  <a:lnTo>
                    <a:pt x="176271" y="98578"/>
                  </a:lnTo>
                  <a:lnTo>
                    <a:pt x="174006" y="93752"/>
                  </a:lnTo>
                  <a:lnTo>
                    <a:pt x="171589" y="89001"/>
                  </a:lnTo>
                  <a:lnTo>
                    <a:pt x="169022" y="84329"/>
                  </a:lnTo>
                  <a:lnTo>
                    <a:pt x="166307" y="79742"/>
                  </a:lnTo>
                  <a:lnTo>
                    <a:pt x="163447" y="75244"/>
                  </a:lnTo>
                  <a:lnTo>
                    <a:pt x="160445" y="70838"/>
                  </a:lnTo>
                  <a:lnTo>
                    <a:pt x="157304" y="66531"/>
                  </a:lnTo>
                  <a:lnTo>
                    <a:pt x="154028" y="62327"/>
                  </a:lnTo>
                  <a:lnTo>
                    <a:pt x="150619" y="58229"/>
                  </a:lnTo>
                  <a:lnTo>
                    <a:pt x="147081" y="54241"/>
                  </a:lnTo>
                  <a:lnTo>
                    <a:pt x="143418" y="50369"/>
                  </a:lnTo>
                  <a:lnTo>
                    <a:pt x="139633" y="46615"/>
                  </a:lnTo>
                  <a:lnTo>
                    <a:pt x="135731" y="42984"/>
                  </a:lnTo>
                  <a:lnTo>
                    <a:pt x="131714" y="39479"/>
                  </a:lnTo>
                  <a:lnTo>
                    <a:pt x="127588" y="36104"/>
                  </a:lnTo>
                  <a:lnTo>
                    <a:pt x="123357" y="32862"/>
                  </a:lnTo>
                  <a:lnTo>
                    <a:pt x="119024" y="29757"/>
                  </a:lnTo>
                  <a:lnTo>
                    <a:pt x="114594" y="26791"/>
                  </a:lnTo>
                  <a:lnTo>
                    <a:pt x="110073" y="23968"/>
                  </a:lnTo>
                  <a:lnTo>
                    <a:pt x="105463" y="21291"/>
                  </a:lnTo>
                  <a:lnTo>
                    <a:pt x="100770" y="18762"/>
                  </a:lnTo>
                  <a:lnTo>
                    <a:pt x="96000" y="16384"/>
                  </a:lnTo>
                  <a:lnTo>
                    <a:pt x="91155" y="14160"/>
                  </a:lnTo>
                  <a:lnTo>
                    <a:pt x="86243" y="12091"/>
                  </a:lnTo>
                  <a:lnTo>
                    <a:pt x="81267" y="10179"/>
                  </a:lnTo>
                  <a:lnTo>
                    <a:pt x="76232" y="8428"/>
                  </a:lnTo>
                  <a:lnTo>
                    <a:pt x="71144" y="6837"/>
                  </a:lnTo>
                  <a:lnTo>
                    <a:pt x="66008" y="5410"/>
                  </a:lnTo>
                  <a:lnTo>
                    <a:pt x="60829" y="4147"/>
                  </a:lnTo>
                  <a:lnTo>
                    <a:pt x="55613" y="3050"/>
                  </a:lnTo>
                  <a:lnTo>
                    <a:pt x="50364" y="2120"/>
                  </a:lnTo>
                  <a:lnTo>
                    <a:pt x="45088" y="1358"/>
                  </a:lnTo>
                  <a:lnTo>
                    <a:pt x="39791" y="764"/>
                  </a:lnTo>
                  <a:lnTo>
                    <a:pt x="34477" y="339"/>
                  </a:lnTo>
                  <a:lnTo>
                    <a:pt x="29152" y="84"/>
                  </a:lnTo>
                  <a:lnTo>
                    <a:pt x="23822" y="0"/>
                  </a:lnTo>
                  <a:lnTo>
                    <a:pt x="2382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797343" y="1071028"/>
              <a:ext cx="167157" cy="331611"/>
            </a:xfrm>
            <a:custGeom>
              <a:avLst/>
              <a:pathLst>
                <a:path w="167157" h="331611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5" y="761"/>
                  </a:lnTo>
                  <a:lnTo>
                    <a:pt x="145926" y="1353"/>
                  </a:lnTo>
                  <a:lnTo>
                    <a:pt x="140659" y="2113"/>
                  </a:lnTo>
                  <a:lnTo>
                    <a:pt x="135418" y="3040"/>
                  </a:lnTo>
                  <a:lnTo>
                    <a:pt x="130210" y="4134"/>
                  </a:lnTo>
                  <a:lnTo>
                    <a:pt x="125039" y="5392"/>
                  </a:lnTo>
                  <a:lnTo>
                    <a:pt x="119911" y="6815"/>
                  </a:lnTo>
                  <a:lnTo>
                    <a:pt x="114831" y="8400"/>
                  </a:lnTo>
                  <a:lnTo>
                    <a:pt x="109803" y="10146"/>
                  </a:lnTo>
                  <a:lnTo>
                    <a:pt x="104834" y="12051"/>
                  </a:lnTo>
                  <a:lnTo>
                    <a:pt x="99928" y="14114"/>
                  </a:lnTo>
                  <a:lnTo>
                    <a:pt x="95090" y="16331"/>
                  </a:lnTo>
                  <a:lnTo>
                    <a:pt x="90326" y="18702"/>
                  </a:lnTo>
                  <a:lnTo>
                    <a:pt x="85639" y="21223"/>
                  </a:lnTo>
                  <a:lnTo>
                    <a:pt x="81034" y="23892"/>
                  </a:lnTo>
                  <a:lnTo>
                    <a:pt x="76517" y="26706"/>
                  </a:lnTo>
                  <a:lnTo>
                    <a:pt x="72092" y="29662"/>
                  </a:lnTo>
                  <a:lnTo>
                    <a:pt x="67763" y="32758"/>
                  </a:lnTo>
                  <a:lnTo>
                    <a:pt x="63535" y="35990"/>
                  </a:lnTo>
                  <a:lnTo>
                    <a:pt x="59412" y="39355"/>
                  </a:lnTo>
                  <a:lnTo>
                    <a:pt x="55398" y="42849"/>
                  </a:lnTo>
                  <a:lnTo>
                    <a:pt x="51498" y="46470"/>
                  </a:lnTo>
                  <a:lnTo>
                    <a:pt x="47714" y="50212"/>
                  </a:lnTo>
                  <a:lnTo>
                    <a:pt x="44052" y="54074"/>
                  </a:lnTo>
                  <a:lnTo>
                    <a:pt x="40515" y="58050"/>
                  </a:lnTo>
                  <a:lnTo>
                    <a:pt x="37105" y="62136"/>
                  </a:lnTo>
                  <a:lnTo>
                    <a:pt x="33828" y="66329"/>
                  </a:lnTo>
                  <a:lnTo>
                    <a:pt x="30686" y="70624"/>
                  </a:lnTo>
                  <a:lnTo>
                    <a:pt x="27682" y="75017"/>
                  </a:lnTo>
                  <a:lnTo>
                    <a:pt x="24819" y="79504"/>
                  </a:lnTo>
                  <a:lnTo>
                    <a:pt x="22101" y="84079"/>
                  </a:lnTo>
                  <a:lnTo>
                    <a:pt x="19530" y="88738"/>
                  </a:lnTo>
                  <a:lnTo>
                    <a:pt x="17108" y="93477"/>
                  </a:lnTo>
                  <a:lnTo>
                    <a:pt x="14838" y="98291"/>
                  </a:lnTo>
                  <a:lnTo>
                    <a:pt x="12723" y="103175"/>
                  </a:lnTo>
                  <a:lnTo>
                    <a:pt x="10764" y="108123"/>
                  </a:lnTo>
                  <a:lnTo>
                    <a:pt x="8964" y="113131"/>
                  </a:lnTo>
                  <a:lnTo>
                    <a:pt x="7324" y="118194"/>
                  </a:lnTo>
                  <a:lnTo>
                    <a:pt x="5846" y="123306"/>
                  </a:lnTo>
                  <a:lnTo>
                    <a:pt x="4532" y="128463"/>
                  </a:lnTo>
                  <a:lnTo>
                    <a:pt x="3382" y="133660"/>
                  </a:lnTo>
                  <a:lnTo>
                    <a:pt x="2399" y="138890"/>
                  </a:lnTo>
                  <a:lnTo>
                    <a:pt x="1582" y="144149"/>
                  </a:lnTo>
                  <a:lnTo>
                    <a:pt x="933" y="149431"/>
                  </a:lnTo>
                  <a:lnTo>
                    <a:pt x="453" y="154731"/>
                  </a:lnTo>
                  <a:lnTo>
                    <a:pt x="142" y="160044"/>
                  </a:lnTo>
                  <a:lnTo>
                    <a:pt x="0" y="165364"/>
                  </a:lnTo>
                  <a:lnTo>
                    <a:pt x="27" y="170686"/>
                  </a:lnTo>
                  <a:lnTo>
                    <a:pt x="224" y="176004"/>
                  </a:lnTo>
                  <a:lnTo>
                    <a:pt x="589" y="181313"/>
                  </a:lnTo>
                  <a:lnTo>
                    <a:pt x="1124" y="186608"/>
                  </a:lnTo>
                  <a:lnTo>
                    <a:pt x="1827" y="191883"/>
                  </a:lnTo>
                  <a:lnTo>
                    <a:pt x="2698" y="197134"/>
                  </a:lnTo>
                  <a:lnTo>
                    <a:pt x="3735" y="202353"/>
                  </a:lnTo>
                  <a:lnTo>
                    <a:pt x="4938" y="207538"/>
                  </a:lnTo>
                  <a:lnTo>
                    <a:pt x="6305" y="212681"/>
                  </a:lnTo>
                  <a:lnTo>
                    <a:pt x="7835" y="217778"/>
                  </a:lnTo>
                  <a:lnTo>
                    <a:pt x="9527" y="222824"/>
                  </a:lnTo>
                  <a:lnTo>
                    <a:pt x="11379" y="227813"/>
                  </a:lnTo>
                  <a:lnTo>
                    <a:pt x="13388" y="232741"/>
                  </a:lnTo>
                  <a:lnTo>
                    <a:pt x="15553" y="237603"/>
                  </a:lnTo>
                  <a:lnTo>
                    <a:pt x="17872" y="242393"/>
                  </a:lnTo>
                  <a:lnTo>
                    <a:pt x="20342" y="247106"/>
                  </a:lnTo>
                  <a:lnTo>
                    <a:pt x="22961" y="251739"/>
                  </a:lnTo>
                  <a:lnTo>
                    <a:pt x="25726" y="256286"/>
                  </a:lnTo>
                  <a:lnTo>
                    <a:pt x="28635" y="260743"/>
                  </a:lnTo>
                  <a:lnTo>
                    <a:pt x="31684" y="265105"/>
                  </a:lnTo>
                  <a:lnTo>
                    <a:pt x="34870" y="269368"/>
                  </a:lnTo>
                  <a:lnTo>
                    <a:pt x="38190" y="273527"/>
                  </a:lnTo>
                  <a:lnTo>
                    <a:pt x="41641" y="277578"/>
                  </a:lnTo>
                  <a:lnTo>
                    <a:pt x="45219" y="281518"/>
                  </a:lnTo>
                  <a:lnTo>
                    <a:pt x="48921" y="285341"/>
                  </a:lnTo>
                  <a:lnTo>
                    <a:pt x="52743" y="289045"/>
                  </a:lnTo>
                  <a:lnTo>
                    <a:pt x="56680" y="292625"/>
                  </a:lnTo>
                  <a:lnTo>
                    <a:pt x="60730" y="296078"/>
                  </a:lnTo>
                  <a:lnTo>
                    <a:pt x="64887" y="299401"/>
                  </a:lnTo>
                  <a:lnTo>
                    <a:pt x="69148" y="302589"/>
                  </a:lnTo>
                  <a:lnTo>
                    <a:pt x="73509" y="305640"/>
                  </a:lnTo>
                  <a:lnTo>
                    <a:pt x="77964" y="308551"/>
                  </a:lnTo>
                  <a:lnTo>
                    <a:pt x="82510" y="311319"/>
                  </a:lnTo>
                  <a:lnTo>
                    <a:pt x="87141" y="313940"/>
                  </a:lnTo>
                  <a:lnTo>
                    <a:pt x="91854" y="316413"/>
                  </a:lnTo>
                  <a:lnTo>
                    <a:pt x="96642" y="318734"/>
                  </a:lnTo>
                  <a:lnTo>
                    <a:pt x="101503" y="320902"/>
                  </a:lnTo>
                  <a:lnTo>
                    <a:pt x="106430" y="322914"/>
                  </a:lnTo>
                  <a:lnTo>
                    <a:pt x="111418" y="324768"/>
                  </a:lnTo>
                  <a:lnTo>
                    <a:pt x="116463" y="326462"/>
                  </a:lnTo>
                  <a:lnTo>
                    <a:pt x="121559" y="327995"/>
                  </a:lnTo>
                  <a:lnTo>
                    <a:pt x="126702" y="329365"/>
                  </a:lnTo>
                  <a:lnTo>
                    <a:pt x="131885" y="330571"/>
                  </a:lnTo>
                  <a:lnTo>
                    <a:pt x="137105" y="331611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34448" y="1238196"/>
              <a:ext cx="30052" cy="164443"/>
            </a:xfrm>
            <a:custGeom>
              <a:avLst/>
              <a:pathLst>
                <a:path w="30052" h="164443">
                  <a:moveTo>
                    <a:pt x="0" y="164443"/>
                  </a:moveTo>
                  <a:lnTo>
                    <a:pt x="3005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34448" y="1071900"/>
              <a:ext cx="197219" cy="333454"/>
            </a:xfrm>
            <a:custGeom>
              <a:avLst/>
              <a:pathLst>
                <a:path w="197219" h="333454">
                  <a:moveTo>
                    <a:pt x="0" y="330740"/>
                  </a:moveTo>
                  <a:lnTo>
                    <a:pt x="5257" y="331614"/>
                  </a:lnTo>
                  <a:lnTo>
                    <a:pt x="10539" y="332320"/>
                  </a:lnTo>
                  <a:lnTo>
                    <a:pt x="15842" y="332858"/>
                  </a:lnTo>
                  <a:lnTo>
                    <a:pt x="21159" y="333226"/>
                  </a:lnTo>
                  <a:lnTo>
                    <a:pt x="26485" y="333425"/>
                  </a:lnTo>
                  <a:lnTo>
                    <a:pt x="31814" y="333454"/>
                  </a:lnTo>
                  <a:lnTo>
                    <a:pt x="37142" y="333313"/>
                  </a:lnTo>
                  <a:lnTo>
                    <a:pt x="42463" y="333002"/>
                  </a:lnTo>
                  <a:lnTo>
                    <a:pt x="47770" y="332521"/>
                  </a:lnTo>
                  <a:lnTo>
                    <a:pt x="53060" y="331872"/>
                  </a:lnTo>
                  <a:lnTo>
                    <a:pt x="58327" y="331055"/>
                  </a:lnTo>
                  <a:lnTo>
                    <a:pt x="63565" y="330069"/>
                  </a:lnTo>
                  <a:lnTo>
                    <a:pt x="68768" y="328918"/>
                  </a:lnTo>
                  <a:lnTo>
                    <a:pt x="73933" y="327601"/>
                  </a:lnTo>
                  <a:lnTo>
                    <a:pt x="79053" y="326120"/>
                  </a:lnTo>
                  <a:lnTo>
                    <a:pt x="84123" y="324477"/>
                  </a:lnTo>
                  <a:lnTo>
                    <a:pt x="89138" y="322673"/>
                  </a:lnTo>
                  <a:lnTo>
                    <a:pt x="94092" y="320710"/>
                  </a:lnTo>
                  <a:lnTo>
                    <a:pt x="98982" y="318590"/>
                  </a:lnTo>
                  <a:lnTo>
                    <a:pt x="103802" y="316315"/>
                  </a:lnTo>
                  <a:lnTo>
                    <a:pt x="108547" y="313888"/>
                  </a:lnTo>
                  <a:lnTo>
                    <a:pt x="113212" y="311311"/>
                  </a:lnTo>
                  <a:lnTo>
                    <a:pt x="117792" y="308586"/>
                  </a:lnTo>
                  <a:lnTo>
                    <a:pt x="122284" y="305717"/>
                  </a:lnTo>
                  <a:lnTo>
                    <a:pt x="126681" y="302706"/>
                  </a:lnTo>
                  <a:lnTo>
                    <a:pt x="130981" y="299556"/>
                  </a:lnTo>
                  <a:lnTo>
                    <a:pt x="135178" y="296271"/>
                  </a:lnTo>
                  <a:lnTo>
                    <a:pt x="139267" y="292854"/>
                  </a:lnTo>
                  <a:lnTo>
                    <a:pt x="143246" y="289308"/>
                  </a:lnTo>
                  <a:lnTo>
                    <a:pt x="147110" y="285637"/>
                  </a:lnTo>
                  <a:lnTo>
                    <a:pt x="150855" y="281845"/>
                  </a:lnTo>
                  <a:lnTo>
                    <a:pt x="154477" y="277935"/>
                  </a:lnTo>
                  <a:lnTo>
                    <a:pt x="157973" y="273912"/>
                  </a:lnTo>
                  <a:lnTo>
                    <a:pt x="161338" y="269779"/>
                  </a:lnTo>
                  <a:lnTo>
                    <a:pt x="164570" y="265542"/>
                  </a:lnTo>
                  <a:lnTo>
                    <a:pt x="167666" y="261203"/>
                  </a:lnTo>
                  <a:lnTo>
                    <a:pt x="170621" y="256768"/>
                  </a:lnTo>
                  <a:lnTo>
                    <a:pt x="173434" y="252241"/>
                  </a:lnTo>
                  <a:lnTo>
                    <a:pt x="176101" y="247627"/>
                  </a:lnTo>
                  <a:lnTo>
                    <a:pt x="178619" y="242930"/>
                  </a:lnTo>
                  <a:lnTo>
                    <a:pt x="180987" y="238155"/>
                  </a:lnTo>
                  <a:lnTo>
                    <a:pt x="183201" y="233307"/>
                  </a:lnTo>
                  <a:lnTo>
                    <a:pt x="185259" y="228391"/>
                  </a:lnTo>
                  <a:lnTo>
                    <a:pt x="187159" y="223411"/>
                  </a:lnTo>
                  <a:lnTo>
                    <a:pt x="188900" y="218374"/>
                  </a:lnTo>
                  <a:lnTo>
                    <a:pt x="190480" y="213284"/>
                  </a:lnTo>
                  <a:lnTo>
                    <a:pt x="191896" y="208146"/>
                  </a:lnTo>
                  <a:lnTo>
                    <a:pt x="193148" y="202965"/>
                  </a:lnTo>
                  <a:lnTo>
                    <a:pt x="194234" y="197748"/>
                  </a:lnTo>
                  <a:lnTo>
                    <a:pt x="195153" y="192498"/>
                  </a:lnTo>
                  <a:lnTo>
                    <a:pt x="195905" y="187221"/>
                  </a:lnTo>
                  <a:lnTo>
                    <a:pt x="196487" y="181924"/>
                  </a:lnTo>
                  <a:lnTo>
                    <a:pt x="196901" y="176610"/>
                  </a:lnTo>
                  <a:lnTo>
                    <a:pt x="197145" y="171286"/>
                  </a:lnTo>
                  <a:lnTo>
                    <a:pt x="197219" y="165957"/>
                  </a:lnTo>
                  <a:lnTo>
                    <a:pt x="197123" y="160628"/>
                  </a:lnTo>
                  <a:lnTo>
                    <a:pt x="196858" y="155305"/>
                  </a:lnTo>
                  <a:lnTo>
                    <a:pt x="196423" y="149993"/>
                  </a:lnTo>
                  <a:lnTo>
                    <a:pt x="195818" y="144698"/>
                  </a:lnTo>
                  <a:lnTo>
                    <a:pt x="195046" y="139425"/>
                  </a:lnTo>
                  <a:lnTo>
                    <a:pt x="194105" y="134179"/>
                  </a:lnTo>
                  <a:lnTo>
                    <a:pt x="192998" y="128966"/>
                  </a:lnTo>
                  <a:lnTo>
                    <a:pt x="191725" y="123790"/>
                  </a:lnTo>
                  <a:lnTo>
                    <a:pt x="190288" y="118658"/>
                  </a:lnTo>
                  <a:lnTo>
                    <a:pt x="188688" y="113574"/>
                  </a:lnTo>
                  <a:lnTo>
                    <a:pt x="186927" y="108544"/>
                  </a:lnTo>
                  <a:lnTo>
                    <a:pt x="185006" y="103573"/>
                  </a:lnTo>
                  <a:lnTo>
                    <a:pt x="182928" y="98665"/>
                  </a:lnTo>
                  <a:lnTo>
                    <a:pt x="180694" y="93826"/>
                  </a:lnTo>
                  <a:lnTo>
                    <a:pt x="178307" y="89061"/>
                  </a:lnTo>
                  <a:lnTo>
                    <a:pt x="175770" y="84374"/>
                  </a:lnTo>
                  <a:lnTo>
                    <a:pt x="173084" y="79770"/>
                  </a:lnTo>
                  <a:lnTo>
                    <a:pt x="170254" y="75255"/>
                  </a:lnTo>
                  <a:lnTo>
                    <a:pt x="167280" y="70832"/>
                  </a:lnTo>
                  <a:lnTo>
                    <a:pt x="164167" y="66506"/>
                  </a:lnTo>
                  <a:lnTo>
                    <a:pt x="160918" y="62281"/>
                  </a:lnTo>
                  <a:lnTo>
                    <a:pt x="157536" y="58162"/>
                  </a:lnTo>
                  <a:lnTo>
                    <a:pt x="154024" y="54153"/>
                  </a:lnTo>
                  <a:lnTo>
                    <a:pt x="150386" y="50258"/>
                  </a:lnTo>
                  <a:lnTo>
                    <a:pt x="146626" y="46481"/>
                  </a:lnTo>
                  <a:lnTo>
                    <a:pt x="142747" y="42826"/>
                  </a:lnTo>
                  <a:lnTo>
                    <a:pt x="138754" y="39296"/>
                  </a:lnTo>
                  <a:lnTo>
                    <a:pt x="134650" y="35896"/>
                  </a:lnTo>
                  <a:lnTo>
                    <a:pt x="130440" y="32627"/>
                  </a:lnTo>
                  <a:lnTo>
                    <a:pt x="126128" y="29495"/>
                  </a:lnTo>
                  <a:lnTo>
                    <a:pt x="121718" y="26502"/>
                  </a:lnTo>
                  <a:lnTo>
                    <a:pt x="117215" y="23651"/>
                  </a:lnTo>
                  <a:lnTo>
                    <a:pt x="112624" y="20945"/>
                  </a:lnTo>
                  <a:lnTo>
                    <a:pt x="107948" y="18387"/>
                  </a:lnTo>
                  <a:lnTo>
                    <a:pt x="103194" y="15979"/>
                  </a:lnTo>
                  <a:lnTo>
                    <a:pt x="98365" y="13723"/>
                  </a:lnTo>
                  <a:lnTo>
                    <a:pt x="93466" y="11623"/>
                  </a:lnTo>
                  <a:lnTo>
                    <a:pt x="88504" y="9680"/>
                  </a:lnTo>
                  <a:lnTo>
                    <a:pt x="83481" y="7897"/>
                  </a:lnTo>
                  <a:lnTo>
                    <a:pt x="78405" y="6274"/>
                  </a:lnTo>
                  <a:lnTo>
                    <a:pt x="73279" y="4814"/>
                  </a:lnTo>
                  <a:lnTo>
                    <a:pt x="68109" y="3518"/>
                  </a:lnTo>
                  <a:lnTo>
                    <a:pt x="62901" y="2387"/>
                  </a:lnTo>
                  <a:lnTo>
                    <a:pt x="57659" y="1424"/>
                  </a:lnTo>
                  <a:lnTo>
                    <a:pt x="52389" y="627"/>
                  </a:lnTo>
                  <a:lnTo>
                    <a:pt x="47097" y="0"/>
                  </a:lnTo>
                  <a:lnTo>
                    <a:pt x="30052" y="1662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64501" y="1071028"/>
              <a:ext cx="17044" cy="167167"/>
            </a:xfrm>
            <a:custGeom>
              <a:avLst/>
              <a:pathLst>
                <a:path w="17044" h="167167">
                  <a:moveTo>
                    <a:pt x="17044" y="871"/>
                  </a:moveTo>
                  <a:lnTo>
                    <a:pt x="8533" y="2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375347" y="1322571"/>
              <a:ext cx="113373" cy="167167"/>
            </a:xfrm>
            <a:custGeom>
              <a:avLst/>
              <a:pathLst>
                <a:path w="113373" h="167167">
                  <a:moveTo>
                    <a:pt x="113373" y="0"/>
                  </a:moveTo>
                  <a:lnTo>
                    <a:pt x="107711" y="95"/>
                  </a:lnTo>
                  <a:lnTo>
                    <a:pt x="102055" y="383"/>
                  </a:lnTo>
                  <a:lnTo>
                    <a:pt x="96412" y="862"/>
                  </a:lnTo>
                  <a:lnTo>
                    <a:pt x="90789" y="1532"/>
                  </a:lnTo>
                  <a:lnTo>
                    <a:pt x="85192" y="2392"/>
                  </a:lnTo>
                  <a:lnTo>
                    <a:pt x="79627" y="3441"/>
                  </a:lnTo>
                  <a:lnTo>
                    <a:pt x="74101" y="4678"/>
                  </a:lnTo>
                  <a:lnTo>
                    <a:pt x="68619" y="6102"/>
                  </a:lnTo>
                  <a:lnTo>
                    <a:pt x="63190" y="7710"/>
                  </a:lnTo>
                  <a:lnTo>
                    <a:pt x="57817" y="9501"/>
                  </a:lnTo>
                  <a:lnTo>
                    <a:pt x="52509" y="11473"/>
                  </a:lnTo>
                  <a:lnTo>
                    <a:pt x="47270" y="13624"/>
                  </a:lnTo>
                  <a:lnTo>
                    <a:pt x="42107" y="15951"/>
                  </a:lnTo>
                  <a:lnTo>
                    <a:pt x="37026" y="18452"/>
                  </a:lnTo>
                  <a:lnTo>
                    <a:pt x="32033" y="21123"/>
                  </a:lnTo>
                  <a:lnTo>
                    <a:pt x="27133" y="23962"/>
                  </a:lnTo>
                  <a:lnTo>
                    <a:pt x="22332" y="26966"/>
                  </a:lnTo>
                  <a:lnTo>
                    <a:pt x="17635" y="30130"/>
                  </a:lnTo>
                  <a:lnTo>
                    <a:pt x="13048" y="33451"/>
                  </a:lnTo>
                  <a:lnTo>
                    <a:pt x="8577" y="36926"/>
                  </a:lnTo>
                  <a:lnTo>
                    <a:pt x="4226" y="40550"/>
                  </a:lnTo>
                  <a:lnTo>
                    <a:pt x="0" y="44320"/>
                  </a:lnTo>
                  <a:lnTo>
                    <a:pt x="11337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75347" y="1366892"/>
              <a:ext cx="113373" cy="122846"/>
            </a:xfrm>
            <a:custGeom>
              <a:avLst/>
              <a:pathLst>
                <a:path w="113373" h="122846">
                  <a:moveTo>
                    <a:pt x="0" y="0"/>
                  </a:moveTo>
                  <a:lnTo>
                    <a:pt x="113373" y="1228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321553" y="1353831"/>
              <a:ext cx="334334" cy="303057"/>
            </a:xfrm>
            <a:custGeom>
              <a:avLst/>
              <a:pathLst>
                <a:path w="334334" h="303057">
                  <a:moveTo>
                    <a:pt x="53793" y="13060"/>
                  </a:moveTo>
                  <a:lnTo>
                    <a:pt x="49954" y="16717"/>
                  </a:lnTo>
                  <a:lnTo>
                    <a:pt x="46234" y="20494"/>
                  </a:lnTo>
                  <a:lnTo>
                    <a:pt x="42634" y="24387"/>
                  </a:lnTo>
                  <a:lnTo>
                    <a:pt x="39160" y="28393"/>
                  </a:lnTo>
                  <a:lnTo>
                    <a:pt x="35815" y="32506"/>
                  </a:lnTo>
                  <a:lnTo>
                    <a:pt x="32602" y="36724"/>
                  </a:lnTo>
                  <a:lnTo>
                    <a:pt x="29524" y="41041"/>
                  </a:lnTo>
                  <a:lnTo>
                    <a:pt x="26585" y="45454"/>
                  </a:lnTo>
                  <a:lnTo>
                    <a:pt x="23787" y="49958"/>
                  </a:lnTo>
                  <a:lnTo>
                    <a:pt x="21134" y="54548"/>
                  </a:lnTo>
                  <a:lnTo>
                    <a:pt x="18627" y="59220"/>
                  </a:lnTo>
                  <a:lnTo>
                    <a:pt x="16270" y="63969"/>
                  </a:lnTo>
                  <a:lnTo>
                    <a:pt x="14064" y="68791"/>
                  </a:lnTo>
                  <a:lnTo>
                    <a:pt x="12013" y="73680"/>
                  </a:lnTo>
                  <a:lnTo>
                    <a:pt x="10117" y="78632"/>
                  </a:lnTo>
                  <a:lnTo>
                    <a:pt x="8380" y="83641"/>
                  </a:lnTo>
                  <a:lnTo>
                    <a:pt x="6802" y="88703"/>
                  </a:lnTo>
                  <a:lnTo>
                    <a:pt x="5386" y="93813"/>
                  </a:lnTo>
                  <a:lnTo>
                    <a:pt x="4132" y="98964"/>
                  </a:lnTo>
                  <a:lnTo>
                    <a:pt x="3043" y="104153"/>
                  </a:lnTo>
                  <a:lnTo>
                    <a:pt x="2118" y="109374"/>
                  </a:lnTo>
                  <a:lnTo>
                    <a:pt x="1360" y="114622"/>
                  </a:lnTo>
                  <a:lnTo>
                    <a:pt x="768" y="119891"/>
                  </a:lnTo>
                  <a:lnTo>
                    <a:pt x="344" y="125176"/>
                  </a:lnTo>
                  <a:lnTo>
                    <a:pt x="88" y="130472"/>
                  </a:lnTo>
                  <a:lnTo>
                    <a:pt x="0" y="135773"/>
                  </a:lnTo>
                  <a:lnTo>
                    <a:pt x="79" y="141074"/>
                  </a:lnTo>
                  <a:lnTo>
                    <a:pt x="327" y="146371"/>
                  </a:lnTo>
                  <a:lnTo>
                    <a:pt x="743" y="151656"/>
                  </a:lnTo>
                  <a:lnTo>
                    <a:pt x="1326" y="156926"/>
                  </a:lnTo>
                  <a:lnTo>
                    <a:pt x="2076" y="162175"/>
                  </a:lnTo>
                  <a:lnTo>
                    <a:pt x="2992" y="167397"/>
                  </a:lnTo>
                  <a:lnTo>
                    <a:pt x="4074" y="172588"/>
                  </a:lnTo>
                  <a:lnTo>
                    <a:pt x="5319" y="177742"/>
                  </a:lnTo>
                  <a:lnTo>
                    <a:pt x="6727" y="182853"/>
                  </a:lnTo>
                  <a:lnTo>
                    <a:pt x="8297" y="187918"/>
                  </a:lnTo>
                  <a:lnTo>
                    <a:pt x="10026" y="192930"/>
                  </a:lnTo>
                  <a:lnTo>
                    <a:pt x="11913" y="197885"/>
                  </a:lnTo>
                  <a:lnTo>
                    <a:pt x="13957" y="202777"/>
                  </a:lnTo>
                  <a:lnTo>
                    <a:pt x="16155" y="207602"/>
                  </a:lnTo>
                  <a:lnTo>
                    <a:pt x="18504" y="212355"/>
                  </a:lnTo>
                  <a:lnTo>
                    <a:pt x="21003" y="217031"/>
                  </a:lnTo>
                  <a:lnTo>
                    <a:pt x="23650" y="221626"/>
                  </a:lnTo>
                  <a:lnTo>
                    <a:pt x="26440" y="226134"/>
                  </a:lnTo>
                  <a:lnTo>
                    <a:pt x="29372" y="230552"/>
                  </a:lnTo>
                  <a:lnTo>
                    <a:pt x="32443" y="234874"/>
                  </a:lnTo>
                  <a:lnTo>
                    <a:pt x="35650" y="239097"/>
                  </a:lnTo>
                  <a:lnTo>
                    <a:pt x="38988" y="243216"/>
                  </a:lnTo>
                  <a:lnTo>
                    <a:pt x="42456" y="247227"/>
                  </a:lnTo>
                  <a:lnTo>
                    <a:pt x="46049" y="251126"/>
                  </a:lnTo>
                  <a:lnTo>
                    <a:pt x="49764" y="254909"/>
                  </a:lnTo>
                  <a:lnTo>
                    <a:pt x="53597" y="258572"/>
                  </a:lnTo>
                  <a:lnTo>
                    <a:pt x="57544" y="262112"/>
                  </a:lnTo>
                  <a:lnTo>
                    <a:pt x="61601" y="265525"/>
                  </a:lnTo>
                  <a:lnTo>
                    <a:pt x="65765" y="268808"/>
                  </a:lnTo>
                  <a:lnTo>
                    <a:pt x="70031" y="271956"/>
                  </a:lnTo>
                  <a:lnTo>
                    <a:pt x="74394" y="274969"/>
                  </a:lnTo>
                  <a:lnTo>
                    <a:pt x="78851" y="277841"/>
                  </a:lnTo>
                  <a:lnTo>
                    <a:pt x="83397" y="280570"/>
                  </a:lnTo>
                  <a:lnTo>
                    <a:pt x="88026" y="283154"/>
                  </a:lnTo>
                  <a:lnTo>
                    <a:pt x="92736" y="285590"/>
                  </a:lnTo>
                  <a:lnTo>
                    <a:pt x="97520" y="287875"/>
                  </a:lnTo>
                  <a:lnTo>
                    <a:pt x="102375" y="290007"/>
                  </a:lnTo>
                  <a:lnTo>
                    <a:pt x="107294" y="291984"/>
                  </a:lnTo>
                  <a:lnTo>
                    <a:pt x="112274" y="293805"/>
                  </a:lnTo>
                  <a:lnTo>
                    <a:pt x="117309" y="295466"/>
                  </a:lnTo>
                  <a:lnTo>
                    <a:pt x="122394" y="296967"/>
                  </a:lnTo>
                  <a:lnTo>
                    <a:pt x="127525" y="298306"/>
                  </a:lnTo>
                  <a:lnTo>
                    <a:pt x="132695" y="299481"/>
                  </a:lnTo>
                  <a:lnTo>
                    <a:pt x="137900" y="300492"/>
                  </a:lnTo>
                  <a:lnTo>
                    <a:pt x="143134" y="301338"/>
                  </a:lnTo>
                  <a:lnTo>
                    <a:pt x="148392" y="302017"/>
                  </a:lnTo>
                  <a:lnTo>
                    <a:pt x="153669" y="302528"/>
                  </a:lnTo>
                  <a:lnTo>
                    <a:pt x="158960" y="302873"/>
                  </a:lnTo>
                  <a:lnTo>
                    <a:pt x="164260" y="303049"/>
                  </a:lnTo>
                  <a:lnTo>
                    <a:pt x="169562" y="303057"/>
                  </a:lnTo>
                  <a:lnTo>
                    <a:pt x="174861" y="302897"/>
                  </a:lnTo>
                  <a:lnTo>
                    <a:pt x="180153" y="302569"/>
                  </a:lnTo>
                  <a:lnTo>
                    <a:pt x="185432" y="302073"/>
                  </a:lnTo>
                  <a:lnTo>
                    <a:pt x="190692" y="301411"/>
                  </a:lnTo>
                  <a:lnTo>
                    <a:pt x="195929" y="300581"/>
                  </a:lnTo>
                  <a:lnTo>
                    <a:pt x="201137" y="299586"/>
                  </a:lnTo>
                  <a:lnTo>
                    <a:pt x="206311" y="298427"/>
                  </a:lnTo>
                  <a:lnTo>
                    <a:pt x="211445" y="297103"/>
                  </a:lnTo>
                  <a:lnTo>
                    <a:pt x="216535" y="295618"/>
                  </a:lnTo>
                  <a:lnTo>
                    <a:pt x="221575" y="293972"/>
                  </a:lnTo>
                  <a:lnTo>
                    <a:pt x="226560" y="292167"/>
                  </a:lnTo>
                  <a:lnTo>
                    <a:pt x="231486" y="290205"/>
                  </a:lnTo>
                  <a:lnTo>
                    <a:pt x="236347" y="288088"/>
                  </a:lnTo>
                  <a:lnTo>
                    <a:pt x="241138" y="285817"/>
                  </a:lnTo>
                  <a:lnTo>
                    <a:pt x="245855" y="283396"/>
                  </a:lnTo>
                  <a:lnTo>
                    <a:pt x="250493" y="280826"/>
                  </a:lnTo>
                  <a:lnTo>
                    <a:pt x="255047" y="278111"/>
                  </a:lnTo>
                  <a:lnTo>
                    <a:pt x="259513" y="275252"/>
                  </a:lnTo>
                  <a:lnTo>
                    <a:pt x="263885" y="272254"/>
                  </a:lnTo>
                  <a:lnTo>
                    <a:pt x="268161" y="269118"/>
                  </a:lnTo>
                  <a:lnTo>
                    <a:pt x="272334" y="265848"/>
                  </a:lnTo>
                  <a:lnTo>
                    <a:pt x="276402" y="262448"/>
                  </a:lnTo>
                  <a:lnTo>
                    <a:pt x="280360" y="258920"/>
                  </a:lnTo>
                  <a:lnTo>
                    <a:pt x="284205" y="255268"/>
                  </a:lnTo>
                  <a:lnTo>
                    <a:pt x="287931" y="251496"/>
                  </a:lnTo>
                  <a:lnTo>
                    <a:pt x="291536" y="247609"/>
                  </a:lnTo>
                  <a:lnTo>
                    <a:pt x="295016" y="243608"/>
                  </a:lnTo>
                  <a:lnTo>
                    <a:pt x="298367" y="239500"/>
                  </a:lnTo>
                  <a:lnTo>
                    <a:pt x="301586" y="235287"/>
                  </a:lnTo>
                  <a:lnTo>
                    <a:pt x="304670" y="230974"/>
                  </a:lnTo>
                  <a:lnTo>
                    <a:pt x="307616" y="226565"/>
                  </a:lnTo>
                  <a:lnTo>
                    <a:pt x="310420" y="222066"/>
                  </a:lnTo>
                  <a:lnTo>
                    <a:pt x="313081" y="217479"/>
                  </a:lnTo>
                  <a:lnTo>
                    <a:pt x="315594" y="212811"/>
                  </a:lnTo>
                  <a:lnTo>
                    <a:pt x="317959" y="208065"/>
                  </a:lnTo>
                  <a:lnTo>
                    <a:pt x="320171" y="203247"/>
                  </a:lnTo>
                  <a:lnTo>
                    <a:pt x="322230" y="198361"/>
                  </a:lnTo>
                  <a:lnTo>
                    <a:pt x="324132" y="193412"/>
                  </a:lnTo>
                  <a:lnTo>
                    <a:pt x="325877" y="188405"/>
                  </a:lnTo>
                  <a:lnTo>
                    <a:pt x="327462" y="183345"/>
                  </a:lnTo>
                  <a:lnTo>
                    <a:pt x="328886" y="178238"/>
                  </a:lnTo>
                  <a:lnTo>
                    <a:pt x="330147" y="173088"/>
                  </a:lnTo>
                  <a:lnTo>
                    <a:pt x="331244" y="167901"/>
                  </a:lnTo>
                  <a:lnTo>
                    <a:pt x="332176" y="162681"/>
                  </a:lnTo>
                  <a:lnTo>
                    <a:pt x="332942" y="157435"/>
                  </a:lnTo>
                  <a:lnTo>
                    <a:pt x="333542" y="152167"/>
                  </a:lnTo>
                  <a:lnTo>
                    <a:pt x="333974" y="146882"/>
                  </a:lnTo>
                  <a:lnTo>
                    <a:pt x="334238" y="141587"/>
                  </a:lnTo>
                  <a:lnTo>
                    <a:pt x="334334" y="136286"/>
                  </a:lnTo>
                  <a:lnTo>
                    <a:pt x="334262" y="130984"/>
                  </a:lnTo>
                  <a:lnTo>
                    <a:pt x="334022" y="125687"/>
                  </a:lnTo>
                  <a:lnTo>
                    <a:pt x="333614" y="120401"/>
                  </a:lnTo>
                  <a:lnTo>
                    <a:pt x="333038" y="115130"/>
                  </a:lnTo>
                  <a:lnTo>
                    <a:pt x="332296" y="109880"/>
                  </a:lnTo>
                  <a:lnTo>
                    <a:pt x="331387" y="104657"/>
                  </a:lnTo>
                  <a:lnTo>
                    <a:pt x="330314" y="99465"/>
                  </a:lnTo>
                  <a:lnTo>
                    <a:pt x="329076" y="94309"/>
                  </a:lnTo>
                  <a:lnTo>
                    <a:pt x="327675" y="89195"/>
                  </a:lnTo>
                  <a:lnTo>
                    <a:pt x="326113" y="84129"/>
                  </a:lnTo>
                  <a:lnTo>
                    <a:pt x="324391" y="79114"/>
                  </a:lnTo>
                  <a:lnTo>
                    <a:pt x="322511" y="74156"/>
                  </a:lnTo>
                  <a:lnTo>
                    <a:pt x="320475" y="69261"/>
                  </a:lnTo>
                  <a:lnTo>
                    <a:pt x="318284" y="64433"/>
                  </a:lnTo>
                  <a:lnTo>
                    <a:pt x="315941" y="59676"/>
                  </a:lnTo>
                  <a:lnTo>
                    <a:pt x="313449" y="54996"/>
                  </a:lnTo>
                  <a:lnTo>
                    <a:pt x="310810" y="50398"/>
                  </a:lnTo>
                  <a:lnTo>
                    <a:pt x="308026" y="45886"/>
                  </a:lnTo>
                  <a:lnTo>
                    <a:pt x="305100" y="41464"/>
                  </a:lnTo>
                  <a:lnTo>
                    <a:pt x="302035" y="37137"/>
                  </a:lnTo>
                  <a:lnTo>
                    <a:pt x="298835" y="32910"/>
                  </a:lnTo>
                  <a:lnTo>
                    <a:pt x="295503" y="28786"/>
                  </a:lnTo>
                  <a:lnTo>
                    <a:pt x="292041" y="24770"/>
                  </a:lnTo>
                  <a:lnTo>
                    <a:pt x="288454" y="20866"/>
                  </a:lnTo>
                  <a:lnTo>
                    <a:pt x="284744" y="17077"/>
                  </a:lnTo>
                  <a:lnTo>
                    <a:pt x="280917" y="13408"/>
                  </a:lnTo>
                  <a:lnTo>
                    <a:pt x="276975" y="9862"/>
                  </a:lnTo>
                  <a:lnTo>
                    <a:pt x="272922" y="6443"/>
                  </a:lnTo>
                  <a:lnTo>
                    <a:pt x="268763" y="3155"/>
                  </a:lnTo>
                  <a:lnTo>
                    <a:pt x="264502" y="0"/>
                  </a:lnTo>
                  <a:lnTo>
                    <a:pt x="167167" y="1359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488720" y="1322571"/>
              <a:ext cx="97335" cy="167167"/>
            </a:xfrm>
            <a:custGeom>
              <a:avLst/>
              <a:pathLst>
                <a:path w="97335" h="167167">
                  <a:moveTo>
                    <a:pt x="97335" y="31260"/>
                  </a:moveTo>
                  <a:lnTo>
                    <a:pt x="92585" y="27981"/>
                  </a:lnTo>
                  <a:lnTo>
                    <a:pt x="87725" y="24867"/>
                  </a:lnTo>
                  <a:lnTo>
                    <a:pt x="82760" y="21924"/>
                  </a:lnTo>
                  <a:lnTo>
                    <a:pt x="77697" y="19153"/>
                  </a:lnTo>
                  <a:lnTo>
                    <a:pt x="72541" y="16559"/>
                  </a:lnTo>
                  <a:lnTo>
                    <a:pt x="67299" y="14145"/>
                  </a:lnTo>
                  <a:lnTo>
                    <a:pt x="61976" y="11913"/>
                  </a:lnTo>
                  <a:lnTo>
                    <a:pt x="56579" y="9866"/>
                  </a:lnTo>
                  <a:lnTo>
                    <a:pt x="51115" y="8006"/>
                  </a:lnTo>
                  <a:lnTo>
                    <a:pt x="45591" y="6337"/>
                  </a:lnTo>
                  <a:lnTo>
                    <a:pt x="40011" y="4859"/>
                  </a:lnTo>
                  <a:lnTo>
                    <a:pt x="34384" y="3574"/>
                  </a:lnTo>
                  <a:lnTo>
                    <a:pt x="28716" y="2485"/>
                  </a:lnTo>
                  <a:lnTo>
                    <a:pt x="23014" y="1591"/>
                  </a:lnTo>
                  <a:lnTo>
                    <a:pt x="17285" y="896"/>
                  </a:lnTo>
                  <a:lnTo>
                    <a:pt x="11534" y="398"/>
                  </a:lnTo>
                  <a:lnTo>
                    <a:pt x="5770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06263" y="1681503"/>
              <a:ext cx="80261" cy="167167"/>
            </a:xfrm>
            <a:custGeom>
              <a:avLst/>
              <a:pathLst>
                <a:path w="80261" h="167167">
                  <a:moveTo>
                    <a:pt x="80261" y="0"/>
                  </a:moveTo>
                  <a:lnTo>
                    <a:pt x="74282" y="106"/>
                  </a:lnTo>
                  <a:lnTo>
                    <a:pt x="68311" y="427"/>
                  </a:lnTo>
                  <a:lnTo>
                    <a:pt x="62356" y="961"/>
                  </a:lnTo>
                  <a:lnTo>
                    <a:pt x="56423" y="1708"/>
                  </a:lnTo>
                  <a:lnTo>
                    <a:pt x="50521" y="2666"/>
                  </a:lnTo>
                  <a:lnTo>
                    <a:pt x="44657" y="3835"/>
                  </a:lnTo>
                  <a:lnTo>
                    <a:pt x="38838" y="5213"/>
                  </a:lnTo>
                  <a:lnTo>
                    <a:pt x="33073" y="6798"/>
                  </a:lnTo>
                  <a:lnTo>
                    <a:pt x="27368" y="8588"/>
                  </a:lnTo>
                  <a:lnTo>
                    <a:pt x="21730" y="10581"/>
                  </a:lnTo>
                  <a:lnTo>
                    <a:pt x="16167" y="12775"/>
                  </a:lnTo>
                  <a:lnTo>
                    <a:pt x="10687" y="15166"/>
                  </a:lnTo>
                  <a:lnTo>
                    <a:pt x="5295" y="17751"/>
                  </a:lnTo>
                  <a:lnTo>
                    <a:pt x="0" y="20528"/>
                  </a:lnTo>
                  <a:lnTo>
                    <a:pt x="8026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06263" y="1702031"/>
              <a:ext cx="80261" cy="146639"/>
            </a:xfrm>
            <a:custGeom>
              <a:avLst/>
              <a:pathLst>
                <a:path w="80261" h="146639">
                  <a:moveTo>
                    <a:pt x="0" y="0"/>
                  </a:moveTo>
                  <a:lnTo>
                    <a:pt x="80261" y="1466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919359" y="1681503"/>
              <a:ext cx="334326" cy="334319"/>
            </a:xfrm>
            <a:custGeom>
              <a:avLst/>
              <a:pathLst>
                <a:path w="334326" h="334319">
                  <a:moveTo>
                    <a:pt x="86904" y="20528"/>
                  </a:moveTo>
                  <a:lnTo>
                    <a:pt x="82311" y="23137"/>
                  </a:lnTo>
                  <a:lnTo>
                    <a:pt x="77803" y="25889"/>
                  </a:lnTo>
                  <a:lnTo>
                    <a:pt x="73385" y="28783"/>
                  </a:lnTo>
                  <a:lnTo>
                    <a:pt x="69060" y="31815"/>
                  </a:lnTo>
                  <a:lnTo>
                    <a:pt x="64833" y="34982"/>
                  </a:lnTo>
                  <a:lnTo>
                    <a:pt x="60708" y="38281"/>
                  </a:lnTo>
                  <a:lnTo>
                    <a:pt x="56689" y="41708"/>
                  </a:lnTo>
                  <a:lnTo>
                    <a:pt x="52780" y="45261"/>
                  </a:lnTo>
                  <a:lnTo>
                    <a:pt x="48986" y="48936"/>
                  </a:lnTo>
                  <a:lnTo>
                    <a:pt x="45310" y="52728"/>
                  </a:lnTo>
                  <a:lnTo>
                    <a:pt x="41755" y="56635"/>
                  </a:lnTo>
                  <a:lnTo>
                    <a:pt x="38326" y="60652"/>
                  </a:lnTo>
                  <a:lnTo>
                    <a:pt x="35025" y="64776"/>
                  </a:lnTo>
                  <a:lnTo>
                    <a:pt x="31856" y="69002"/>
                  </a:lnTo>
                  <a:lnTo>
                    <a:pt x="28823" y="73325"/>
                  </a:lnTo>
                  <a:lnTo>
                    <a:pt x="25927" y="77743"/>
                  </a:lnTo>
                  <a:lnTo>
                    <a:pt x="23172" y="82249"/>
                  </a:lnTo>
                  <a:lnTo>
                    <a:pt x="20562" y="86841"/>
                  </a:lnTo>
                  <a:lnTo>
                    <a:pt x="18097" y="91513"/>
                  </a:lnTo>
                  <a:lnTo>
                    <a:pt x="15781" y="96260"/>
                  </a:lnTo>
                  <a:lnTo>
                    <a:pt x="13617" y="101078"/>
                  </a:lnTo>
                  <a:lnTo>
                    <a:pt x="11606" y="105962"/>
                  </a:lnTo>
                  <a:lnTo>
                    <a:pt x="9750" y="110907"/>
                  </a:lnTo>
                  <a:lnTo>
                    <a:pt x="8051" y="115908"/>
                  </a:lnTo>
                  <a:lnTo>
                    <a:pt x="6511" y="120960"/>
                  </a:lnTo>
                  <a:lnTo>
                    <a:pt x="5131" y="126059"/>
                  </a:lnTo>
                  <a:lnTo>
                    <a:pt x="3913" y="131199"/>
                  </a:lnTo>
                  <a:lnTo>
                    <a:pt x="2858" y="136374"/>
                  </a:lnTo>
                  <a:lnTo>
                    <a:pt x="1968" y="141580"/>
                  </a:lnTo>
                  <a:lnTo>
                    <a:pt x="1242" y="146812"/>
                  </a:lnTo>
                  <a:lnTo>
                    <a:pt x="682" y="152064"/>
                  </a:lnTo>
                  <a:lnTo>
                    <a:pt x="288" y="157331"/>
                  </a:lnTo>
                  <a:lnTo>
                    <a:pt x="60" y="162608"/>
                  </a:lnTo>
                  <a:lnTo>
                    <a:pt x="0" y="167890"/>
                  </a:lnTo>
                  <a:lnTo>
                    <a:pt x="106" y="173171"/>
                  </a:lnTo>
                  <a:lnTo>
                    <a:pt x="379" y="178446"/>
                  </a:lnTo>
                  <a:lnTo>
                    <a:pt x="818" y="183709"/>
                  </a:lnTo>
                  <a:lnTo>
                    <a:pt x="1424" y="188956"/>
                  </a:lnTo>
                  <a:lnTo>
                    <a:pt x="2195" y="194181"/>
                  </a:lnTo>
                  <a:lnTo>
                    <a:pt x="3131" y="199380"/>
                  </a:lnTo>
                  <a:lnTo>
                    <a:pt x="4231" y="204546"/>
                  </a:lnTo>
                  <a:lnTo>
                    <a:pt x="5493" y="209675"/>
                  </a:lnTo>
                  <a:lnTo>
                    <a:pt x="6916" y="214761"/>
                  </a:lnTo>
                  <a:lnTo>
                    <a:pt x="8500" y="219800"/>
                  </a:lnTo>
                  <a:lnTo>
                    <a:pt x="10242" y="224787"/>
                  </a:lnTo>
                  <a:lnTo>
                    <a:pt x="12141" y="229715"/>
                  </a:lnTo>
                  <a:lnTo>
                    <a:pt x="14194" y="234582"/>
                  </a:lnTo>
                  <a:lnTo>
                    <a:pt x="16400" y="239381"/>
                  </a:lnTo>
                  <a:lnTo>
                    <a:pt x="18757" y="244108"/>
                  </a:lnTo>
                  <a:lnTo>
                    <a:pt x="21262" y="248758"/>
                  </a:lnTo>
                  <a:lnTo>
                    <a:pt x="23912" y="253327"/>
                  </a:lnTo>
                  <a:lnTo>
                    <a:pt x="26706" y="257809"/>
                  </a:lnTo>
                  <a:lnTo>
                    <a:pt x="29640" y="262202"/>
                  </a:lnTo>
                  <a:lnTo>
                    <a:pt x="32711" y="266499"/>
                  </a:lnTo>
                  <a:lnTo>
                    <a:pt x="35916" y="270697"/>
                  </a:lnTo>
                  <a:lnTo>
                    <a:pt x="39252" y="274792"/>
                  </a:lnTo>
                  <a:lnTo>
                    <a:pt x="42716" y="278779"/>
                  </a:lnTo>
                  <a:lnTo>
                    <a:pt x="46304" y="282655"/>
                  </a:lnTo>
                  <a:lnTo>
                    <a:pt x="50013" y="286416"/>
                  </a:lnTo>
                  <a:lnTo>
                    <a:pt x="53839" y="290058"/>
                  </a:lnTo>
                  <a:lnTo>
                    <a:pt x="57778" y="293577"/>
                  </a:lnTo>
                  <a:lnTo>
                    <a:pt x="61826" y="296969"/>
                  </a:lnTo>
                  <a:lnTo>
                    <a:pt x="65980" y="300232"/>
                  </a:lnTo>
                  <a:lnTo>
                    <a:pt x="70234" y="303363"/>
                  </a:lnTo>
                  <a:lnTo>
                    <a:pt x="74585" y="306357"/>
                  </a:lnTo>
                  <a:lnTo>
                    <a:pt x="79029" y="309212"/>
                  </a:lnTo>
                  <a:lnTo>
                    <a:pt x="83560" y="311926"/>
                  </a:lnTo>
                  <a:lnTo>
                    <a:pt x="88175" y="314495"/>
                  </a:lnTo>
                  <a:lnTo>
                    <a:pt x="92869" y="316917"/>
                  </a:lnTo>
                  <a:lnTo>
                    <a:pt x="97637" y="319189"/>
                  </a:lnTo>
                  <a:lnTo>
                    <a:pt x="102475" y="321310"/>
                  </a:lnTo>
                  <a:lnTo>
                    <a:pt x="107377" y="323277"/>
                  </a:lnTo>
                  <a:lnTo>
                    <a:pt x="112339" y="325088"/>
                  </a:lnTo>
                  <a:lnTo>
                    <a:pt x="117355" y="326741"/>
                  </a:lnTo>
                  <a:lnTo>
                    <a:pt x="122421" y="328235"/>
                  </a:lnTo>
                  <a:lnTo>
                    <a:pt x="127532" y="329568"/>
                  </a:lnTo>
                  <a:lnTo>
                    <a:pt x="132683" y="330739"/>
                  </a:lnTo>
                  <a:lnTo>
                    <a:pt x="137867" y="331747"/>
                  </a:lnTo>
                  <a:lnTo>
                    <a:pt x="143082" y="332590"/>
                  </a:lnTo>
                  <a:lnTo>
                    <a:pt x="148320" y="333269"/>
                  </a:lnTo>
                  <a:lnTo>
                    <a:pt x="153577" y="333781"/>
                  </a:lnTo>
                  <a:lnTo>
                    <a:pt x="158847" y="334127"/>
                  </a:lnTo>
                  <a:lnTo>
                    <a:pt x="164126" y="334307"/>
                  </a:lnTo>
                  <a:lnTo>
                    <a:pt x="169408" y="334319"/>
                  </a:lnTo>
                  <a:lnTo>
                    <a:pt x="174688" y="334165"/>
                  </a:lnTo>
                  <a:lnTo>
                    <a:pt x="179960" y="333844"/>
                  </a:lnTo>
                  <a:lnTo>
                    <a:pt x="185219" y="333357"/>
                  </a:lnTo>
                  <a:lnTo>
                    <a:pt x="190460" y="332703"/>
                  </a:lnTo>
                  <a:lnTo>
                    <a:pt x="195679" y="331885"/>
                  </a:lnTo>
                  <a:lnTo>
                    <a:pt x="200868" y="330902"/>
                  </a:lnTo>
                  <a:lnTo>
                    <a:pt x="206024" y="329755"/>
                  </a:lnTo>
                  <a:lnTo>
                    <a:pt x="211141" y="328446"/>
                  </a:lnTo>
                  <a:lnTo>
                    <a:pt x="216215" y="326977"/>
                  </a:lnTo>
                  <a:lnTo>
                    <a:pt x="221239" y="325347"/>
                  </a:lnTo>
                  <a:lnTo>
                    <a:pt x="226209" y="323560"/>
                  </a:lnTo>
                  <a:lnTo>
                    <a:pt x="231121" y="321617"/>
                  </a:lnTo>
                  <a:lnTo>
                    <a:pt x="235968" y="319519"/>
                  </a:lnTo>
                  <a:lnTo>
                    <a:pt x="240747" y="317269"/>
                  </a:lnTo>
                  <a:lnTo>
                    <a:pt x="245452" y="314870"/>
                  </a:lnTo>
                  <a:lnTo>
                    <a:pt x="250080" y="312323"/>
                  </a:lnTo>
                  <a:lnTo>
                    <a:pt x="254624" y="309631"/>
                  </a:lnTo>
                  <a:lnTo>
                    <a:pt x="259081" y="306797"/>
                  </a:lnTo>
                  <a:lnTo>
                    <a:pt x="263446" y="303823"/>
                  </a:lnTo>
                  <a:lnTo>
                    <a:pt x="267716" y="300713"/>
                  </a:lnTo>
                  <a:lnTo>
                    <a:pt x="271885" y="297470"/>
                  </a:lnTo>
                  <a:lnTo>
                    <a:pt x="275949" y="294096"/>
                  </a:lnTo>
                  <a:lnTo>
                    <a:pt x="279905" y="290596"/>
                  </a:lnTo>
                  <a:lnTo>
                    <a:pt x="283748" y="286973"/>
                  </a:lnTo>
                  <a:lnTo>
                    <a:pt x="287475" y="283230"/>
                  </a:lnTo>
                  <a:lnTo>
                    <a:pt x="291081" y="279371"/>
                  </a:lnTo>
                  <a:lnTo>
                    <a:pt x="294564" y="275400"/>
                  </a:lnTo>
                  <a:lnTo>
                    <a:pt x="297920" y="271322"/>
                  </a:lnTo>
                  <a:lnTo>
                    <a:pt x="301145" y="267139"/>
                  </a:lnTo>
                  <a:lnTo>
                    <a:pt x="304237" y="262856"/>
                  </a:lnTo>
                  <a:lnTo>
                    <a:pt x="307191" y="258478"/>
                  </a:lnTo>
                  <a:lnTo>
                    <a:pt x="310006" y="254009"/>
                  </a:lnTo>
                  <a:lnTo>
                    <a:pt x="312678" y="249453"/>
                  </a:lnTo>
                  <a:lnTo>
                    <a:pt x="315205" y="244814"/>
                  </a:lnTo>
                  <a:lnTo>
                    <a:pt x="317585" y="240099"/>
                  </a:lnTo>
                  <a:lnTo>
                    <a:pt x="319814" y="235310"/>
                  </a:lnTo>
                  <a:lnTo>
                    <a:pt x="321890" y="230454"/>
                  </a:lnTo>
                  <a:lnTo>
                    <a:pt x="323812" y="225534"/>
                  </a:lnTo>
                  <a:lnTo>
                    <a:pt x="325578" y="220556"/>
                  </a:lnTo>
                  <a:lnTo>
                    <a:pt x="327186" y="215525"/>
                  </a:lnTo>
                  <a:lnTo>
                    <a:pt x="328634" y="210445"/>
                  </a:lnTo>
                  <a:lnTo>
                    <a:pt x="329920" y="205322"/>
                  </a:lnTo>
                  <a:lnTo>
                    <a:pt x="331044" y="200161"/>
                  </a:lnTo>
                  <a:lnTo>
                    <a:pt x="332005" y="194967"/>
                  </a:lnTo>
                  <a:lnTo>
                    <a:pt x="332801" y="189746"/>
                  </a:lnTo>
                  <a:lnTo>
                    <a:pt x="333432" y="184502"/>
                  </a:lnTo>
                  <a:lnTo>
                    <a:pt x="333896" y="179240"/>
                  </a:lnTo>
                  <a:lnTo>
                    <a:pt x="334194" y="173967"/>
                  </a:lnTo>
                  <a:lnTo>
                    <a:pt x="334326" y="168687"/>
                  </a:lnTo>
                  <a:lnTo>
                    <a:pt x="334290" y="163405"/>
                  </a:lnTo>
                  <a:lnTo>
                    <a:pt x="334088" y="158127"/>
                  </a:lnTo>
                  <a:lnTo>
                    <a:pt x="333719" y="152858"/>
                  </a:lnTo>
                  <a:lnTo>
                    <a:pt x="333184" y="147603"/>
                  </a:lnTo>
                  <a:lnTo>
                    <a:pt x="332483" y="142368"/>
                  </a:lnTo>
                  <a:lnTo>
                    <a:pt x="331617" y="137158"/>
                  </a:lnTo>
                  <a:lnTo>
                    <a:pt x="330587" y="131977"/>
                  </a:lnTo>
                  <a:lnTo>
                    <a:pt x="329394" y="126832"/>
                  </a:lnTo>
                  <a:lnTo>
                    <a:pt x="328038" y="121727"/>
                  </a:lnTo>
                  <a:lnTo>
                    <a:pt x="326523" y="116667"/>
                  </a:lnTo>
                  <a:lnTo>
                    <a:pt x="324848" y="111658"/>
                  </a:lnTo>
                  <a:lnTo>
                    <a:pt x="323015" y="106704"/>
                  </a:lnTo>
                  <a:lnTo>
                    <a:pt x="321027" y="101810"/>
                  </a:lnTo>
                  <a:lnTo>
                    <a:pt x="318886" y="96982"/>
                  </a:lnTo>
                  <a:lnTo>
                    <a:pt x="316593" y="92224"/>
                  </a:lnTo>
                  <a:lnTo>
                    <a:pt x="314150" y="87541"/>
                  </a:lnTo>
                  <a:lnTo>
                    <a:pt x="311561" y="82937"/>
                  </a:lnTo>
                  <a:lnTo>
                    <a:pt x="308828" y="78417"/>
                  </a:lnTo>
                  <a:lnTo>
                    <a:pt x="305954" y="73986"/>
                  </a:lnTo>
                  <a:lnTo>
                    <a:pt x="302941" y="69648"/>
                  </a:lnTo>
                  <a:lnTo>
                    <a:pt x="299792" y="65407"/>
                  </a:lnTo>
                  <a:lnTo>
                    <a:pt x="296511" y="61268"/>
                  </a:lnTo>
                  <a:lnTo>
                    <a:pt x="293101" y="57234"/>
                  </a:lnTo>
                  <a:lnTo>
                    <a:pt x="289565" y="53310"/>
                  </a:lnTo>
                  <a:lnTo>
                    <a:pt x="285907" y="49500"/>
                  </a:lnTo>
                  <a:lnTo>
                    <a:pt x="282130" y="45808"/>
                  </a:lnTo>
                  <a:lnTo>
                    <a:pt x="278239" y="42236"/>
                  </a:lnTo>
                  <a:lnTo>
                    <a:pt x="274236" y="38789"/>
                  </a:lnTo>
                  <a:lnTo>
                    <a:pt x="270127" y="35471"/>
                  </a:lnTo>
                  <a:lnTo>
                    <a:pt x="265915" y="32284"/>
                  </a:lnTo>
                  <a:lnTo>
                    <a:pt x="261604" y="29231"/>
                  </a:lnTo>
                  <a:lnTo>
                    <a:pt x="257200" y="26317"/>
                  </a:lnTo>
                  <a:lnTo>
                    <a:pt x="252705" y="23543"/>
                  </a:lnTo>
                  <a:lnTo>
                    <a:pt x="248125" y="20912"/>
                  </a:lnTo>
                  <a:lnTo>
                    <a:pt x="243464" y="18427"/>
                  </a:lnTo>
                  <a:lnTo>
                    <a:pt x="238727" y="16091"/>
                  </a:lnTo>
                  <a:lnTo>
                    <a:pt x="233918" y="13906"/>
                  </a:lnTo>
                  <a:lnTo>
                    <a:pt x="229043" y="11873"/>
                  </a:lnTo>
                  <a:lnTo>
                    <a:pt x="224106" y="9996"/>
                  </a:lnTo>
                  <a:lnTo>
                    <a:pt x="219112" y="8275"/>
                  </a:lnTo>
                  <a:lnTo>
                    <a:pt x="214066" y="6714"/>
                  </a:lnTo>
                  <a:lnTo>
                    <a:pt x="208974" y="5312"/>
                  </a:lnTo>
                  <a:lnTo>
                    <a:pt x="203839" y="4072"/>
                  </a:lnTo>
                  <a:lnTo>
                    <a:pt x="198669" y="2995"/>
                  </a:lnTo>
                  <a:lnTo>
                    <a:pt x="193466" y="2081"/>
                  </a:lnTo>
                  <a:lnTo>
                    <a:pt x="188238" y="1333"/>
                  </a:lnTo>
                  <a:lnTo>
                    <a:pt x="182988" y="750"/>
                  </a:lnTo>
                  <a:lnTo>
                    <a:pt x="177723" y="333"/>
                  </a:lnTo>
                  <a:lnTo>
                    <a:pt x="17244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74054" y="2126963"/>
              <a:ext cx="107232" cy="167167"/>
            </a:xfrm>
            <a:custGeom>
              <a:avLst/>
              <a:pathLst>
                <a:path w="107232" h="167167">
                  <a:moveTo>
                    <a:pt x="107232" y="0"/>
                  </a:moveTo>
                  <a:lnTo>
                    <a:pt x="101690" y="91"/>
                  </a:lnTo>
                  <a:lnTo>
                    <a:pt x="96153" y="367"/>
                  </a:lnTo>
                  <a:lnTo>
                    <a:pt x="90629" y="826"/>
                  </a:lnTo>
                  <a:lnTo>
                    <a:pt x="85123" y="1468"/>
                  </a:lnTo>
                  <a:lnTo>
                    <a:pt x="79641" y="2292"/>
                  </a:lnTo>
                  <a:lnTo>
                    <a:pt x="74189" y="3298"/>
                  </a:lnTo>
                  <a:lnTo>
                    <a:pt x="68774" y="4483"/>
                  </a:lnTo>
                  <a:lnTo>
                    <a:pt x="63401" y="5848"/>
                  </a:lnTo>
                  <a:lnTo>
                    <a:pt x="58077" y="7390"/>
                  </a:lnTo>
                  <a:lnTo>
                    <a:pt x="52806" y="9108"/>
                  </a:lnTo>
                  <a:lnTo>
                    <a:pt x="47595" y="10999"/>
                  </a:lnTo>
                  <a:lnTo>
                    <a:pt x="42450" y="13062"/>
                  </a:lnTo>
                  <a:lnTo>
                    <a:pt x="37376" y="15295"/>
                  </a:lnTo>
                  <a:lnTo>
                    <a:pt x="32379" y="17695"/>
                  </a:lnTo>
                  <a:lnTo>
                    <a:pt x="27464" y="20259"/>
                  </a:lnTo>
                  <a:lnTo>
                    <a:pt x="22637" y="22984"/>
                  </a:lnTo>
                  <a:lnTo>
                    <a:pt x="17903" y="25869"/>
                  </a:lnTo>
                  <a:lnTo>
                    <a:pt x="13267" y="28908"/>
                  </a:lnTo>
                  <a:lnTo>
                    <a:pt x="8735" y="32100"/>
                  </a:lnTo>
                  <a:lnTo>
                    <a:pt x="4311" y="35440"/>
                  </a:lnTo>
                  <a:lnTo>
                    <a:pt x="0" y="38925"/>
                  </a:lnTo>
                  <a:lnTo>
                    <a:pt x="10723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74054" y="216588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74054" y="216588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74054" y="216588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74054" y="216588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74054" y="216588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74054" y="216588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74054" y="216588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74054" y="216588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74054" y="216588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74054" y="216588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74054" y="216588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74054" y="216588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74054" y="216588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74054" y="2165888"/>
              <a:ext cx="107232" cy="128242"/>
            </a:xfrm>
            <a:custGeom>
              <a:avLst/>
              <a:pathLst>
                <a:path w="107232" h="128242">
                  <a:moveTo>
                    <a:pt x="0" y="0"/>
                  </a:moveTo>
                  <a:lnTo>
                    <a:pt x="107232" y="1282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14129" y="2127618"/>
              <a:ext cx="334325" cy="333668"/>
            </a:xfrm>
            <a:custGeom>
              <a:avLst/>
              <a:pathLst>
                <a:path w="334325" h="333668">
                  <a:moveTo>
                    <a:pt x="59925" y="38270"/>
                  </a:moveTo>
                  <a:lnTo>
                    <a:pt x="55927" y="41722"/>
                  </a:lnTo>
                  <a:lnTo>
                    <a:pt x="52040" y="45299"/>
                  </a:lnTo>
                  <a:lnTo>
                    <a:pt x="48268" y="48996"/>
                  </a:lnTo>
                  <a:lnTo>
                    <a:pt x="44614" y="52811"/>
                  </a:lnTo>
                  <a:lnTo>
                    <a:pt x="41083" y="56739"/>
                  </a:lnTo>
                  <a:lnTo>
                    <a:pt x="37678" y="60777"/>
                  </a:lnTo>
                  <a:lnTo>
                    <a:pt x="34402" y="64921"/>
                  </a:lnTo>
                  <a:lnTo>
                    <a:pt x="31259" y="69166"/>
                  </a:lnTo>
                  <a:lnTo>
                    <a:pt x="28251" y="73508"/>
                  </a:lnTo>
                  <a:lnTo>
                    <a:pt x="25382" y="77943"/>
                  </a:lnTo>
                  <a:lnTo>
                    <a:pt x="22654" y="82467"/>
                  </a:lnTo>
                  <a:lnTo>
                    <a:pt x="20071" y="87074"/>
                  </a:lnTo>
                  <a:lnTo>
                    <a:pt x="17635" y="91761"/>
                  </a:lnTo>
                  <a:lnTo>
                    <a:pt x="15348" y="96522"/>
                  </a:lnTo>
                  <a:lnTo>
                    <a:pt x="13212" y="101353"/>
                  </a:lnTo>
                  <a:lnTo>
                    <a:pt x="11231" y="106249"/>
                  </a:lnTo>
                  <a:lnTo>
                    <a:pt x="9404" y="111206"/>
                  </a:lnTo>
                  <a:lnTo>
                    <a:pt x="7736" y="116218"/>
                  </a:lnTo>
                  <a:lnTo>
                    <a:pt x="6226" y="121279"/>
                  </a:lnTo>
                  <a:lnTo>
                    <a:pt x="4878" y="126386"/>
                  </a:lnTo>
                  <a:lnTo>
                    <a:pt x="3691" y="131534"/>
                  </a:lnTo>
                  <a:lnTo>
                    <a:pt x="2667" y="136716"/>
                  </a:lnTo>
                  <a:lnTo>
                    <a:pt x="1808" y="141927"/>
                  </a:lnTo>
                  <a:lnTo>
                    <a:pt x="1114" y="147164"/>
                  </a:lnTo>
                  <a:lnTo>
                    <a:pt x="586" y="152419"/>
                  </a:lnTo>
                  <a:lnTo>
                    <a:pt x="223" y="157689"/>
                  </a:lnTo>
                  <a:lnTo>
                    <a:pt x="28" y="162968"/>
                  </a:lnTo>
                  <a:lnTo>
                    <a:pt x="0" y="168250"/>
                  </a:lnTo>
                  <a:lnTo>
                    <a:pt x="138" y="173530"/>
                  </a:lnTo>
                  <a:lnTo>
                    <a:pt x="443" y="178803"/>
                  </a:lnTo>
                  <a:lnTo>
                    <a:pt x="914" y="184064"/>
                  </a:lnTo>
                  <a:lnTo>
                    <a:pt x="1552" y="189308"/>
                  </a:lnTo>
                  <a:lnTo>
                    <a:pt x="2355" y="194528"/>
                  </a:lnTo>
                  <a:lnTo>
                    <a:pt x="3322" y="199721"/>
                  </a:lnTo>
                  <a:lnTo>
                    <a:pt x="4453" y="204881"/>
                  </a:lnTo>
                  <a:lnTo>
                    <a:pt x="5747" y="210002"/>
                  </a:lnTo>
                  <a:lnTo>
                    <a:pt x="7201" y="215080"/>
                  </a:lnTo>
                  <a:lnTo>
                    <a:pt x="8816" y="220110"/>
                  </a:lnTo>
                  <a:lnTo>
                    <a:pt x="10588" y="225085"/>
                  </a:lnTo>
                  <a:lnTo>
                    <a:pt x="12517" y="230003"/>
                  </a:lnTo>
                  <a:lnTo>
                    <a:pt x="14600" y="234857"/>
                  </a:lnTo>
                  <a:lnTo>
                    <a:pt x="16835" y="239643"/>
                  </a:lnTo>
                  <a:lnTo>
                    <a:pt x="19221" y="244355"/>
                  </a:lnTo>
                  <a:lnTo>
                    <a:pt x="21754" y="248990"/>
                  </a:lnTo>
                  <a:lnTo>
                    <a:pt x="24432" y="253543"/>
                  </a:lnTo>
                  <a:lnTo>
                    <a:pt x="27253" y="258009"/>
                  </a:lnTo>
                  <a:lnTo>
                    <a:pt x="30214" y="262383"/>
                  </a:lnTo>
                  <a:lnTo>
                    <a:pt x="33311" y="266662"/>
                  </a:lnTo>
                  <a:lnTo>
                    <a:pt x="36542" y="270841"/>
                  </a:lnTo>
                  <a:lnTo>
                    <a:pt x="39903" y="274916"/>
                  </a:lnTo>
                  <a:lnTo>
                    <a:pt x="43392" y="278882"/>
                  </a:lnTo>
                  <a:lnTo>
                    <a:pt x="47004" y="282736"/>
                  </a:lnTo>
                  <a:lnTo>
                    <a:pt x="50736" y="286474"/>
                  </a:lnTo>
                  <a:lnTo>
                    <a:pt x="54584" y="290092"/>
                  </a:lnTo>
                  <a:lnTo>
                    <a:pt x="58544" y="293587"/>
                  </a:lnTo>
                  <a:lnTo>
                    <a:pt x="62613" y="296956"/>
                  </a:lnTo>
                  <a:lnTo>
                    <a:pt x="66787" y="300193"/>
                  </a:lnTo>
                  <a:lnTo>
                    <a:pt x="71060" y="303298"/>
                  </a:lnTo>
                  <a:lnTo>
                    <a:pt x="75430" y="306266"/>
                  </a:lnTo>
                  <a:lnTo>
                    <a:pt x="79891" y="309094"/>
                  </a:lnTo>
                  <a:lnTo>
                    <a:pt x="84439" y="311780"/>
                  </a:lnTo>
                  <a:lnTo>
                    <a:pt x="89070" y="314321"/>
                  </a:lnTo>
                  <a:lnTo>
                    <a:pt x="93779" y="316714"/>
                  </a:lnTo>
                  <a:lnTo>
                    <a:pt x="98561" y="318957"/>
                  </a:lnTo>
                  <a:lnTo>
                    <a:pt x="103412" y="321048"/>
                  </a:lnTo>
                  <a:lnTo>
                    <a:pt x="108326" y="322985"/>
                  </a:lnTo>
                  <a:lnTo>
                    <a:pt x="113299" y="324766"/>
                  </a:lnTo>
                  <a:lnTo>
                    <a:pt x="118326" y="326388"/>
                  </a:lnTo>
                  <a:lnTo>
                    <a:pt x="123401" y="327851"/>
                  </a:lnTo>
                  <a:lnTo>
                    <a:pt x="128520" y="329153"/>
                  </a:lnTo>
                  <a:lnTo>
                    <a:pt x="133678" y="330293"/>
                  </a:lnTo>
                  <a:lnTo>
                    <a:pt x="138869" y="331269"/>
                  </a:lnTo>
                  <a:lnTo>
                    <a:pt x="144089" y="332080"/>
                  </a:lnTo>
                  <a:lnTo>
                    <a:pt x="149331" y="332727"/>
                  </a:lnTo>
                  <a:lnTo>
                    <a:pt x="154591" y="333207"/>
                  </a:lnTo>
                  <a:lnTo>
                    <a:pt x="159864" y="333521"/>
                  </a:lnTo>
                  <a:lnTo>
                    <a:pt x="165144" y="333668"/>
                  </a:lnTo>
                  <a:lnTo>
                    <a:pt x="170426" y="333648"/>
                  </a:lnTo>
                  <a:lnTo>
                    <a:pt x="175705" y="333461"/>
                  </a:lnTo>
                  <a:lnTo>
                    <a:pt x="180975" y="333108"/>
                  </a:lnTo>
                  <a:lnTo>
                    <a:pt x="186232" y="332588"/>
                  </a:lnTo>
                  <a:lnTo>
                    <a:pt x="191469" y="331903"/>
                  </a:lnTo>
                  <a:lnTo>
                    <a:pt x="196683" y="331052"/>
                  </a:lnTo>
                  <a:lnTo>
                    <a:pt x="201866" y="330037"/>
                  </a:lnTo>
                  <a:lnTo>
                    <a:pt x="207015" y="328859"/>
                  </a:lnTo>
                  <a:lnTo>
                    <a:pt x="212125" y="327518"/>
                  </a:lnTo>
                  <a:lnTo>
                    <a:pt x="217189" y="326017"/>
                  </a:lnTo>
                  <a:lnTo>
                    <a:pt x="222203" y="324357"/>
                  </a:lnTo>
                  <a:lnTo>
                    <a:pt x="227163" y="322539"/>
                  </a:lnTo>
                  <a:lnTo>
                    <a:pt x="232062" y="320566"/>
                  </a:lnTo>
                  <a:lnTo>
                    <a:pt x="236897" y="318438"/>
                  </a:lnTo>
                  <a:lnTo>
                    <a:pt x="241662" y="316159"/>
                  </a:lnTo>
                  <a:lnTo>
                    <a:pt x="246353" y="313730"/>
                  </a:lnTo>
                  <a:lnTo>
                    <a:pt x="250965" y="311155"/>
                  </a:lnTo>
                  <a:lnTo>
                    <a:pt x="255493" y="308435"/>
                  </a:lnTo>
                  <a:lnTo>
                    <a:pt x="259932" y="305573"/>
                  </a:lnTo>
                  <a:lnTo>
                    <a:pt x="264279" y="302573"/>
                  </a:lnTo>
                  <a:lnTo>
                    <a:pt x="268530" y="299436"/>
                  </a:lnTo>
                  <a:lnTo>
                    <a:pt x="272679" y="296167"/>
                  </a:lnTo>
                  <a:lnTo>
                    <a:pt x="276722" y="292769"/>
                  </a:lnTo>
                  <a:lnTo>
                    <a:pt x="280656" y="289244"/>
                  </a:lnTo>
                  <a:lnTo>
                    <a:pt x="284477" y="285597"/>
                  </a:lnTo>
                  <a:lnTo>
                    <a:pt x="288181" y="281831"/>
                  </a:lnTo>
                  <a:lnTo>
                    <a:pt x="291764" y="277950"/>
                  </a:lnTo>
                  <a:lnTo>
                    <a:pt x="295223" y="273957"/>
                  </a:lnTo>
                  <a:lnTo>
                    <a:pt x="298553" y="269858"/>
                  </a:lnTo>
                  <a:lnTo>
                    <a:pt x="301753" y="265655"/>
                  </a:lnTo>
                  <a:lnTo>
                    <a:pt x="304818" y="261353"/>
                  </a:lnTo>
                  <a:lnTo>
                    <a:pt x="307746" y="256956"/>
                  </a:lnTo>
                  <a:lnTo>
                    <a:pt x="310533" y="252469"/>
                  </a:lnTo>
                  <a:lnTo>
                    <a:pt x="313177" y="247897"/>
                  </a:lnTo>
                  <a:lnTo>
                    <a:pt x="315675" y="243243"/>
                  </a:lnTo>
                  <a:lnTo>
                    <a:pt x="318025" y="238512"/>
                  </a:lnTo>
                  <a:lnTo>
                    <a:pt x="320225" y="233710"/>
                  </a:lnTo>
                  <a:lnTo>
                    <a:pt x="322271" y="228840"/>
                  </a:lnTo>
                  <a:lnTo>
                    <a:pt x="324163" y="223908"/>
                  </a:lnTo>
                  <a:lnTo>
                    <a:pt x="325898" y="218919"/>
                  </a:lnTo>
                  <a:lnTo>
                    <a:pt x="327475" y="213878"/>
                  </a:lnTo>
                  <a:lnTo>
                    <a:pt x="328891" y="208789"/>
                  </a:lnTo>
                  <a:lnTo>
                    <a:pt x="330146" y="203658"/>
                  </a:lnTo>
                  <a:lnTo>
                    <a:pt x="331238" y="198490"/>
                  </a:lnTo>
                  <a:lnTo>
                    <a:pt x="332167" y="193291"/>
                  </a:lnTo>
                  <a:lnTo>
                    <a:pt x="332930" y="188064"/>
                  </a:lnTo>
                  <a:lnTo>
                    <a:pt x="333528" y="182816"/>
                  </a:lnTo>
                  <a:lnTo>
                    <a:pt x="333960" y="177551"/>
                  </a:lnTo>
                  <a:lnTo>
                    <a:pt x="334226" y="172276"/>
                  </a:lnTo>
                  <a:lnTo>
                    <a:pt x="334325" y="166995"/>
                  </a:lnTo>
                  <a:lnTo>
                    <a:pt x="334256" y="161713"/>
                  </a:lnTo>
                  <a:lnTo>
                    <a:pt x="334021" y="156436"/>
                  </a:lnTo>
                  <a:lnTo>
                    <a:pt x="333620" y="151169"/>
                  </a:lnTo>
                  <a:lnTo>
                    <a:pt x="333052" y="145918"/>
                  </a:lnTo>
                  <a:lnTo>
                    <a:pt x="332318" y="140687"/>
                  </a:lnTo>
                  <a:lnTo>
                    <a:pt x="331420" y="135482"/>
                  </a:lnTo>
                  <a:lnTo>
                    <a:pt x="330358" y="130307"/>
                  </a:lnTo>
                  <a:lnTo>
                    <a:pt x="329132" y="125169"/>
                  </a:lnTo>
                  <a:lnTo>
                    <a:pt x="327745" y="120073"/>
                  </a:lnTo>
                  <a:lnTo>
                    <a:pt x="326198" y="115022"/>
                  </a:lnTo>
                  <a:lnTo>
                    <a:pt x="324492" y="110023"/>
                  </a:lnTo>
                  <a:lnTo>
                    <a:pt x="322628" y="105081"/>
                  </a:lnTo>
                  <a:lnTo>
                    <a:pt x="320610" y="100199"/>
                  </a:lnTo>
                  <a:lnTo>
                    <a:pt x="318438" y="95384"/>
                  </a:lnTo>
                  <a:lnTo>
                    <a:pt x="316116" y="90640"/>
                  </a:lnTo>
                  <a:lnTo>
                    <a:pt x="313644" y="85972"/>
                  </a:lnTo>
                  <a:lnTo>
                    <a:pt x="311026" y="81384"/>
                  </a:lnTo>
                  <a:lnTo>
                    <a:pt x="308265" y="76881"/>
                  </a:lnTo>
                  <a:lnTo>
                    <a:pt x="305363" y="72468"/>
                  </a:lnTo>
                  <a:lnTo>
                    <a:pt x="302323" y="68149"/>
                  </a:lnTo>
                  <a:lnTo>
                    <a:pt x="299147" y="63927"/>
                  </a:lnTo>
                  <a:lnTo>
                    <a:pt x="295840" y="59808"/>
                  </a:lnTo>
                  <a:lnTo>
                    <a:pt x="292405" y="55796"/>
                  </a:lnTo>
                  <a:lnTo>
                    <a:pt x="288845" y="51894"/>
                  </a:lnTo>
                  <a:lnTo>
                    <a:pt x="285163" y="48107"/>
                  </a:lnTo>
                  <a:lnTo>
                    <a:pt x="281363" y="44438"/>
                  </a:lnTo>
                  <a:lnTo>
                    <a:pt x="277449" y="40891"/>
                  </a:lnTo>
                  <a:lnTo>
                    <a:pt x="273425" y="37469"/>
                  </a:lnTo>
                  <a:lnTo>
                    <a:pt x="269295" y="34176"/>
                  </a:lnTo>
                  <a:lnTo>
                    <a:pt x="265063" y="31015"/>
                  </a:lnTo>
                  <a:lnTo>
                    <a:pt x="260733" y="27989"/>
                  </a:lnTo>
                  <a:lnTo>
                    <a:pt x="256310" y="25102"/>
                  </a:lnTo>
                  <a:lnTo>
                    <a:pt x="251798" y="22356"/>
                  </a:lnTo>
                  <a:lnTo>
                    <a:pt x="247201" y="19754"/>
                  </a:lnTo>
                  <a:lnTo>
                    <a:pt x="242524" y="17298"/>
                  </a:lnTo>
                  <a:lnTo>
                    <a:pt x="237773" y="14992"/>
                  </a:lnTo>
                  <a:lnTo>
                    <a:pt x="232950" y="12836"/>
                  </a:lnTo>
                  <a:lnTo>
                    <a:pt x="228062" y="10834"/>
                  </a:lnTo>
                  <a:lnTo>
                    <a:pt x="223113" y="8988"/>
                  </a:lnTo>
                  <a:lnTo>
                    <a:pt x="218109" y="7299"/>
                  </a:lnTo>
                  <a:lnTo>
                    <a:pt x="213053" y="5768"/>
                  </a:lnTo>
                  <a:lnTo>
                    <a:pt x="207951" y="4399"/>
                  </a:lnTo>
                  <a:lnTo>
                    <a:pt x="202809" y="3191"/>
                  </a:lnTo>
                  <a:lnTo>
                    <a:pt x="197632" y="2146"/>
                  </a:lnTo>
                  <a:lnTo>
                    <a:pt x="192423" y="1265"/>
                  </a:lnTo>
                  <a:lnTo>
                    <a:pt x="187190" y="550"/>
                  </a:lnTo>
                  <a:lnTo>
                    <a:pt x="181937" y="0"/>
                  </a:lnTo>
                  <a:lnTo>
                    <a:pt x="167158" y="1665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2126963"/>
              <a:ext cx="14778" cy="167167"/>
            </a:xfrm>
            <a:custGeom>
              <a:avLst/>
              <a:pathLst>
                <a:path w="14778" h="167167">
                  <a:moveTo>
                    <a:pt x="14778" y="65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423589" y="2633064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4" y="83"/>
                  </a:lnTo>
                  <a:lnTo>
                    <a:pt x="156594" y="334"/>
                  </a:lnTo>
                  <a:lnTo>
                    <a:pt x="151325" y="751"/>
                  </a:lnTo>
                  <a:lnTo>
                    <a:pt x="146072" y="1335"/>
                  </a:lnTo>
                  <a:lnTo>
                    <a:pt x="140840" y="2084"/>
                  </a:lnTo>
                  <a:lnTo>
                    <a:pt x="135635" y="2999"/>
                  </a:lnTo>
                  <a:lnTo>
                    <a:pt x="130460" y="4077"/>
                  </a:lnTo>
                  <a:lnTo>
                    <a:pt x="125323" y="5319"/>
                  </a:lnTo>
                  <a:lnTo>
                    <a:pt x="120227" y="6722"/>
                  </a:lnTo>
                  <a:lnTo>
                    <a:pt x="115179" y="8286"/>
                  </a:lnTo>
                  <a:lnTo>
                    <a:pt x="110182" y="10009"/>
                  </a:lnTo>
                  <a:lnTo>
                    <a:pt x="105242" y="11889"/>
                  </a:lnTo>
                  <a:lnTo>
                    <a:pt x="100364" y="13924"/>
                  </a:lnTo>
                  <a:lnTo>
                    <a:pt x="95553" y="16112"/>
                  </a:lnTo>
                  <a:lnTo>
                    <a:pt x="90813" y="18451"/>
                  </a:lnTo>
                  <a:lnTo>
                    <a:pt x="86150" y="20939"/>
                  </a:lnTo>
                  <a:lnTo>
                    <a:pt x="81568" y="23573"/>
                  </a:lnTo>
                  <a:lnTo>
                    <a:pt x="77071" y="26351"/>
                  </a:lnTo>
                  <a:lnTo>
                    <a:pt x="72665" y="29269"/>
                  </a:lnTo>
                  <a:lnTo>
                    <a:pt x="68352" y="32325"/>
                  </a:lnTo>
                  <a:lnTo>
                    <a:pt x="64139" y="35516"/>
                  </a:lnTo>
                  <a:lnTo>
                    <a:pt x="60029" y="38839"/>
                  </a:lnTo>
                  <a:lnTo>
                    <a:pt x="56025" y="42290"/>
                  </a:lnTo>
                  <a:lnTo>
                    <a:pt x="52133" y="45865"/>
                  </a:lnTo>
                  <a:lnTo>
                    <a:pt x="48356" y="49562"/>
                  </a:lnTo>
                  <a:lnTo>
                    <a:pt x="44697" y="53377"/>
                  </a:lnTo>
                  <a:lnTo>
                    <a:pt x="41161" y="57305"/>
                  </a:lnTo>
                  <a:lnTo>
                    <a:pt x="37751" y="61343"/>
                  </a:lnTo>
                  <a:lnTo>
                    <a:pt x="34470" y="65487"/>
                  </a:lnTo>
                  <a:lnTo>
                    <a:pt x="31322" y="69733"/>
                  </a:lnTo>
                  <a:lnTo>
                    <a:pt x="28310" y="74075"/>
                  </a:lnTo>
                  <a:lnTo>
                    <a:pt x="25436" y="78511"/>
                  </a:lnTo>
                  <a:lnTo>
                    <a:pt x="22704" y="83036"/>
                  </a:lnTo>
                  <a:lnTo>
                    <a:pt x="20117" y="87645"/>
                  </a:lnTo>
                  <a:lnTo>
                    <a:pt x="17676" y="92333"/>
                  </a:lnTo>
                  <a:lnTo>
                    <a:pt x="15385" y="97096"/>
                  </a:lnTo>
                  <a:lnTo>
                    <a:pt x="13246" y="101929"/>
                  </a:lnTo>
                  <a:lnTo>
                    <a:pt x="11261" y="106827"/>
                  </a:lnTo>
                  <a:lnTo>
                    <a:pt x="9431" y="111786"/>
                  </a:lnTo>
                  <a:lnTo>
                    <a:pt x="7759" y="116800"/>
                  </a:lnTo>
                  <a:lnTo>
                    <a:pt x="6247" y="121864"/>
                  </a:lnTo>
                  <a:lnTo>
                    <a:pt x="4895" y="126974"/>
                  </a:lnTo>
                  <a:lnTo>
                    <a:pt x="3705" y="132124"/>
                  </a:lnTo>
                  <a:lnTo>
                    <a:pt x="2679" y="137309"/>
                  </a:lnTo>
                  <a:lnTo>
                    <a:pt x="1817" y="142523"/>
                  </a:lnTo>
                  <a:lnTo>
                    <a:pt x="1121" y="147762"/>
                  </a:lnTo>
                  <a:lnTo>
                    <a:pt x="591" y="153021"/>
                  </a:lnTo>
                  <a:lnTo>
                    <a:pt x="227" y="158294"/>
                  </a:lnTo>
                  <a:lnTo>
                    <a:pt x="29" y="163576"/>
                  </a:lnTo>
                  <a:lnTo>
                    <a:pt x="0" y="168861"/>
                  </a:lnTo>
                  <a:lnTo>
                    <a:pt x="137" y="174145"/>
                  </a:lnTo>
                  <a:lnTo>
                    <a:pt x="441" y="179421"/>
                  </a:lnTo>
                  <a:lnTo>
                    <a:pt x="911" y="184686"/>
                  </a:lnTo>
                  <a:lnTo>
                    <a:pt x="1548" y="189932"/>
                  </a:lnTo>
                  <a:lnTo>
                    <a:pt x="2351" y="195157"/>
                  </a:lnTo>
                  <a:lnTo>
                    <a:pt x="3318" y="200353"/>
                  </a:lnTo>
                  <a:lnTo>
                    <a:pt x="4449" y="205516"/>
                  </a:lnTo>
                  <a:lnTo>
                    <a:pt x="5743" y="210640"/>
                  </a:lnTo>
                  <a:lnTo>
                    <a:pt x="7198" y="215721"/>
                  </a:lnTo>
                  <a:lnTo>
                    <a:pt x="8813" y="220754"/>
                  </a:lnTo>
                  <a:lnTo>
                    <a:pt x="10586" y="225733"/>
                  </a:lnTo>
                  <a:lnTo>
                    <a:pt x="12516" y="230654"/>
                  </a:lnTo>
                  <a:lnTo>
                    <a:pt x="14600" y="235511"/>
                  </a:lnTo>
                  <a:lnTo>
                    <a:pt x="16837" y="240299"/>
                  </a:lnTo>
                  <a:lnTo>
                    <a:pt x="19224" y="245015"/>
                  </a:lnTo>
                  <a:lnTo>
                    <a:pt x="21759" y="249653"/>
                  </a:lnTo>
                  <a:lnTo>
                    <a:pt x="24439" y="254208"/>
                  </a:lnTo>
                  <a:lnTo>
                    <a:pt x="27262" y="258676"/>
                  </a:lnTo>
                  <a:lnTo>
                    <a:pt x="30225" y="263053"/>
                  </a:lnTo>
                  <a:lnTo>
                    <a:pt x="33325" y="267334"/>
                  </a:lnTo>
                  <a:lnTo>
                    <a:pt x="36558" y="271515"/>
                  </a:lnTo>
                  <a:lnTo>
                    <a:pt x="39922" y="275592"/>
                  </a:lnTo>
                  <a:lnTo>
                    <a:pt x="43414" y="279560"/>
                  </a:lnTo>
                  <a:lnTo>
                    <a:pt x="47029" y="283416"/>
                  </a:lnTo>
                  <a:lnTo>
                    <a:pt x="50764" y="287155"/>
                  </a:lnTo>
                  <a:lnTo>
                    <a:pt x="54615" y="290775"/>
                  </a:lnTo>
                  <a:lnTo>
                    <a:pt x="58579" y="294271"/>
                  </a:lnTo>
                  <a:lnTo>
                    <a:pt x="62651" y="297640"/>
                  </a:lnTo>
                  <a:lnTo>
                    <a:pt x="66828" y="300879"/>
                  </a:lnTo>
                  <a:lnTo>
                    <a:pt x="71106" y="303984"/>
                  </a:lnTo>
                  <a:lnTo>
                    <a:pt x="75479" y="306952"/>
                  </a:lnTo>
                  <a:lnTo>
                    <a:pt x="79944" y="309780"/>
                  </a:lnTo>
                  <a:lnTo>
                    <a:pt x="84496" y="312466"/>
                  </a:lnTo>
                  <a:lnTo>
                    <a:pt x="89130" y="315007"/>
                  </a:lnTo>
                  <a:lnTo>
                    <a:pt x="93843" y="317400"/>
                  </a:lnTo>
                  <a:lnTo>
                    <a:pt x="98629" y="319642"/>
                  </a:lnTo>
                  <a:lnTo>
                    <a:pt x="103484" y="321732"/>
                  </a:lnTo>
                  <a:lnTo>
                    <a:pt x="108402" y="323668"/>
                  </a:lnTo>
                  <a:lnTo>
                    <a:pt x="113379" y="325447"/>
                  </a:lnTo>
                  <a:lnTo>
                    <a:pt x="118409" y="327068"/>
                  </a:lnTo>
                  <a:lnTo>
                    <a:pt x="123489" y="328530"/>
                  </a:lnTo>
                  <a:lnTo>
                    <a:pt x="128612" y="329830"/>
                  </a:lnTo>
                  <a:lnTo>
                    <a:pt x="133773" y="330967"/>
                  </a:lnTo>
                  <a:lnTo>
                    <a:pt x="138968" y="331940"/>
                  </a:lnTo>
                  <a:lnTo>
                    <a:pt x="144191" y="332749"/>
                  </a:lnTo>
                  <a:lnTo>
                    <a:pt x="149438" y="333392"/>
                  </a:lnTo>
                  <a:lnTo>
                    <a:pt x="154701" y="333870"/>
                  </a:lnTo>
                  <a:lnTo>
                    <a:pt x="159978" y="334180"/>
                  </a:lnTo>
                  <a:lnTo>
                    <a:pt x="165261" y="334324"/>
                  </a:lnTo>
                  <a:lnTo>
                    <a:pt x="170546" y="334300"/>
                  </a:lnTo>
                  <a:lnTo>
                    <a:pt x="175828" y="334109"/>
                  </a:lnTo>
                  <a:lnTo>
                    <a:pt x="181102" y="333752"/>
                  </a:lnTo>
                  <a:lnTo>
                    <a:pt x="186361" y="333228"/>
                  </a:lnTo>
                  <a:lnTo>
                    <a:pt x="191601" y="332538"/>
                  </a:lnTo>
                  <a:lnTo>
                    <a:pt x="196817" y="331682"/>
                  </a:lnTo>
                  <a:lnTo>
                    <a:pt x="202003" y="330663"/>
                  </a:lnTo>
                  <a:lnTo>
                    <a:pt x="207154" y="329479"/>
                  </a:lnTo>
                  <a:lnTo>
                    <a:pt x="212265" y="328134"/>
                  </a:lnTo>
                  <a:lnTo>
                    <a:pt x="217331" y="326627"/>
                  </a:lnTo>
                  <a:lnTo>
                    <a:pt x="222347" y="324961"/>
                  </a:lnTo>
                  <a:lnTo>
                    <a:pt x="227308" y="323138"/>
                  </a:lnTo>
                  <a:lnTo>
                    <a:pt x="232209" y="321158"/>
                  </a:lnTo>
                  <a:lnTo>
                    <a:pt x="237045" y="319025"/>
                  </a:lnTo>
                  <a:lnTo>
                    <a:pt x="241810" y="316740"/>
                  </a:lnTo>
                  <a:lnTo>
                    <a:pt x="246502" y="314305"/>
                  </a:lnTo>
                  <a:lnTo>
                    <a:pt x="251113" y="311723"/>
                  </a:lnTo>
                  <a:lnTo>
                    <a:pt x="255641" y="308997"/>
                  </a:lnTo>
                  <a:lnTo>
                    <a:pt x="260081" y="306129"/>
                  </a:lnTo>
                  <a:lnTo>
                    <a:pt x="264428" y="303122"/>
                  </a:lnTo>
                  <a:lnTo>
                    <a:pt x="268677" y="299979"/>
                  </a:lnTo>
                  <a:lnTo>
                    <a:pt x="272825" y="296703"/>
                  </a:lnTo>
                  <a:lnTo>
                    <a:pt x="276867" y="293298"/>
                  </a:lnTo>
                  <a:lnTo>
                    <a:pt x="280800" y="289766"/>
                  </a:lnTo>
                  <a:lnTo>
                    <a:pt x="284619" y="286113"/>
                  </a:lnTo>
                  <a:lnTo>
                    <a:pt x="288320" y="282340"/>
                  </a:lnTo>
                  <a:lnTo>
                    <a:pt x="291901" y="278452"/>
                  </a:lnTo>
                  <a:lnTo>
                    <a:pt x="295356" y="274453"/>
                  </a:lnTo>
                  <a:lnTo>
                    <a:pt x="298684" y="270346"/>
                  </a:lnTo>
                  <a:lnTo>
                    <a:pt x="301880" y="266137"/>
                  </a:lnTo>
                  <a:lnTo>
                    <a:pt x="304941" y="261828"/>
                  </a:lnTo>
                  <a:lnTo>
                    <a:pt x="307865" y="257425"/>
                  </a:lnTo>
                  <a:lnTo>
                    <a:pt x="310648" y="252932"/>
                  </a:lnTo>
                  <a:lnTo>
                    <a:pt x="313288" y="248353"/>
                  </a:lnTo>
                  <a:lnTo>
                    <a:pt x="315781" y="243693"/>
                  </a:lnTo>
                  <a:lnTo>
                    <a:pt x="318126" y="238956"/>
                  </a:lnTo>
                  <a:lnTo>
                    <a:pt x="320320" y="234147"/>
                  </a:lnTo>
                  <a:lnTo>
                    <a:pt x="322361" y="229272"/>
                  </a:lnTo>
                  <a:lnTo>
                    <a:pt x="324247" y="224334"/>
                  </a:lnTo>
                  <a:lnTo>
                    <a:pt x="325976" y="219340"/>
                  </a:lnTo>
                  <a:lnTo>
                    <a:pt x="327546" y="214293"/>
                  </a:lnTo>
                  <a:lnTo>
                    <a:pt x="328955" y="209199"/>
                  </a:lnTo>
                  <a:lnTo>
                    <a:pt x="330203" y="204063"/>
                  </a:lnTo>
                  <a:lnTo>
                    <a:pt x="331288" y="198890"/>
                  </a:lnTo>
                  <a:lnTo>
                    <a:pt x="332209" y="193686"/>
                  </a:lnTo>
                  <a:lnTo>
                    <a:pt x="332965" y="188455"/>
                  </a:lnTo>
                  <a:lnTo>
                    <a:pt x="333555" y="183202"/>
                  </a:lnTo>
                  <a:lnTo>
                    <a:pt x="333979" y="177934"/>
                  </a:lnTo>
                  <a:lnTo>
                    <a:pt x="334236" y="172655"/>
                  </a:lnTo>
                  <a:lnTo>
                    <a:pt x="334326" y="167370"/>
                  </a:lnTo>
                  <a:lnTo>
                    <a:pt x="334249" y="162085"/>
                  </a:lnTo>
                  <a:lnTo>
                    <a:pt x="334004" y="156806"/>
                  </a:lnTo>
                  <a:lnTo>
                    <a:pt x="333593" y="151536"/>
                  </a:lnTo>
                  <a:lnTo>
                    <a:pt x="333016" y="146283"/>
                  </a:lnTo>
                  <a:lnTo>
                    <a:pt x="332273" y="141050"/>
                  </a:lnTo>
                  <a:lnTo>
                    <a:pt x="331365" y="13584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768907"/>
              <a:ext cx="164206" cy="31324"/>
            </a:xfrm>
            <a:custGeom>
              <a:avLst/>
              <a:pathLst>
                <a:path w="164206" h="31324">
                  <a:moveTo>
                    <a:pt x="164206" y="0"/>
                  </a:moveTo>
                  <a:lnTo>
                    <a:pt x="0" y="313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90748" y="2768907"/>
              <a:ext cx="164206" cy="31324"/>
            </a:xfrm>
            <a:custGeom>
              <a:avLst/>
              <a:pathLst>
                <a:path w="164206" h="31324">
                  <a:moveTo>
                    <a:pt x="164206" y="0"/>
                  </a:moveTo>
                  <a:lnTo>
                    <a:pt x="0" y="313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68907"/>
              <a:ext cx="164206" cy="31324"/>
            </a:xfrm>
            <a:custGeom>
              <a:avLst/>
              <a:pathLst>
                <a:path w="164206" h="31324">
                  <a:moveTo>
                    <a:pt x="164206" y="0"/>
                  </a:moveTo>
                  <a:lnTo>
                    <a:pt x="0" y="313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68907"/>
              <a:ext cx="164206" cy="31324"/>
            </a:xfrm>
            <a:custGeom>
              <a:avLst/>
              <a:pathLst>
                <a:path w="164206" h="31324">
                  <a:moveTo>
                    <a:pt x="164206" y="0"/>
                  </a:moveTo>
                  <a:lnTo>
                    <a:pt x="0" y="313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68907"/>
              <a:ext cx="164206" cy="31324"/>
            </a:xfrm>
            <a:custGeom>
              <a:avLst/>
              <a:pathLst>
                <a:path w="164206" h="31324">
                  <a:moveTo>
                    <a:pt x="164206" y="0"/>
                  </a:moveTo>
                  <a:lnTo>
                    <a:pt x="0" y="313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68907"/>
              <a:ext cx="164206" cy="31324"/>
            </a:xfrm>
            <a:custGeom>
              <a:avLst/>
              <a:pathLst>
                <a:path w="164206" h="31324">
                  <a:moveTo>
                    <a:pt x="164206" y="0"/>
                  </a:moveTo>
                  <a:lnTo>
                    <a:pt x="0" y="313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68907"/>
              <a:ext cx="164206" cy="31324"/>
            </a:xfrm>
            <a:custGeom>
              <a:avLst/>
              <a:pathLst>
                <a:path w="164206" h="31324">
                  <a:moveTo>
                    <a:pt x="164206" y="0"/>
                  </a:moveTo>
                  <a:lnTo>
                    <a:pt x="0" y="313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68907"/>
              <a:ext cx="164206" cy="31324"/>
            </a:xfrm>
            <a:custGeom>
              <a:avLst/>
              <a:pathLst>
                <a:path w="164206" h="31324">
                  <a:moveTo>
                    <a:pt x="164206" y="0"/>
                  </a:moveTo>
                  <a:lnTo>
                    <a:pt x="0" y="313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68907"/>
              <a:ext cx="164206" cy="31324"/>
            </a:xfrm>
            <a:custGeom>
              <a:avLst/>
              <a:pathLst>
                <a:path w="164206" h="31324">
                  <a:moveTo>
                    <a:pt x="164206" y="0"/>
                  </a:moveTo>
                  <a:lnTo>
                    <a:pt x="0" y="313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68907"/>
              <a:ext cx="164206" cy="31324"/>
            </a:xfrm>
            <a:custGeom>
              <a:avLst/>
              <a:pathLst>
                <a:path w="164206" h="31324">
                  <a:moveTo>
                    <a:pt x="164206" y="0"/>
                  </a:moveTo>
                  <a:lnTo>
                    <a:pt x="0" y="313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68907"/>
              <a:ext cx="164206" cy="31324"/>
            </a:xfrm>
            <a:custGeom>
              <a:avLst/>
              <a:pathLst>
                <a:path w="164206" h="31324">
                  <a:moveTo>
                    <a:pt x="164206" y="0"/>
                  </a:moveTo>
                  <a:lnTo>
                    <a:pt x="0" y="313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68907"/>
              <a:ext cx="164206" cy="31324"/>
            </a:xfrm>
            <a:custGeom>
              <a:avLst/>
              <a:pathLst>
                <a:path w="164206" h="31324">
                  <a:moveTo>
                    <a:pt x="164206" y="0"/>
                  </a:moveTo>
                  <a:lnTo>
                    <a:pt x="0" y="313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768907"/>
              <a:ext cx="164206" cy="31324"/>
            </a:xfrm>
            <a:custGeom>
              <a:avLst/>
              <a:pathLst>
                <a:path w="164206" h="31324">
                  <a:moveTo>
                    <a:pt x="164206" y="0"/>
                  </a:moveTo>
                  <a:lnTo>
                    <a:pt x="0" y="313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638655"/>
              <a:ext cx="164206" cy="161575"/>
            </a:xfrm>
            <a:custGeom>
              <a:avLst/>
              <a:pathLst>
                <a:path w="164206" h="161575">
                  <a:moveTo>
                    <a:pt x="164206" y="130251"/>
                  </a:moveTo>
                  <a:lnTo>
                    <a:pt x="163082" y="124846"/>
                  </a:lnTo>
                  <a:lnTo>
                    <a:pt x="161780" y="119481"/>
                  </a:lnTo>
                  <a:lnTo>
                    <a:pt x="160302" y="114162"/>
                  </a:lnTo>
                  <a:lnTo>
                    <a:pt x="158649" y="108894"/>
                  </a:lnTo>
                  <a:lnTo>
                    <a:pt x="156823" y="103684"/>
                  </a:lnTo>
                  <a:lnTo>
                    <a:pt x="154826" y="98537"/>
                  </a:lnTo>
                  <a:lnTo>
                    <a:pt x="152660" y="93459"/>
                  </a:lnTo>
                  <a:lnTo>
                    <a:pt x="150327" y="88455"/>
                  </a:lnTo>
                  <a:lnTo>
                    <a:pt x="147831" y="83531"/>
                  </a:lnTo>
                  <a:lnTo>
                    <a:pt x="145173" y="78692"/>
                  </a:lnTo>
                  <a:lnTo>
                    <a:pt x="142357" y="73943"/>
                  </a:lnTo>
                  <a:lnTo>
                    <a:pt x="139385" y="69290"/>
                  </a:lnTo>
                  <a:lnTo>
                    <a:pt x="136262" y="64738"/>
                  </a:lnTo>
                  <a:lnTo>
                    <a:pt x="132990" y="60291"/>
                  </a:lnTo>
                  <a:lnTo>
                    <a:pt x="129573" y="55955"/>
                  </a:lnTo>
                  <a:lnTo>
                    <a:pt x="126015" y="51734"/>
                  </a:lnTo>
                  <a:lnTo>
                    <a:pt x="122319" y="47633"/>
                  </a:lnTo>
                  <a:lnTo>
                    <a:pt x="118490" y="43656"/>
                  </a:lnTo>
                  <a:lnTo>
                    <a:pt x="114531" y="39807"/>
                  </a:lnTo>
                  <a:lnTo>
                    <a:pt x="110448" y="36092"/>
                  </a:lnTo>
                  <a:lnTo>
                    <a:pt x="106244" y="32513"/>
                  </a:lnTo>
                  <a:lnTo>
                    <a:pt x="101924" y="29075"/>
                  </a:lnTo>
                  <a:lnTo>
                    <a:pt x="97493" y="25782"/>
                  </a:lnTo>
                  <a:lnTo>
                    <a:pt x="92956" y="22636"/>
                  </a:lnTo>
                  <a:lnTo>
                    <a:pt x="88317" y="19642"/>
                  </a:lnTo>
                  <a:lnTo>
                    <a:pt x="83582" y="16804"/>
                  </a:lnTo>
                  <a:lnTo>
                    <a:pt x="78756" y="14122"/>
                  </a:lnTo>
                  <a:lnTo>
                    <a:pt x="73844" y="11602"/>
                  </a:lnTo>
                  <a:lnTo>
                    <a:pt x="68852" y="9246"/>
                  </a:lnTo>
                  <a:lnTo>
                    <a:pt x="63784" y="7055"/>
                  </a:lnTo>
                  <a:lnTo>
                    <a:pt x="58647" y="5033"/>
                  </a:lnTo>
                  <a:lnTo>
                    <a:pt x="53446" y="3182"/>
                  </a:lnTo>
                  <a:lnTo>
                    <a:pt x="48186" y="1503"/>
                  </a:lnTo>
                  <a:lnTo>
                    <a:pt x="42874" y="0"/>
                  </a:lnTo>
                  <a:lnTo>
                    <a:pt x="0" y="1615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90748" y="2633064"/>
              <a:ext cx="42874" cy="167167"/>
            </a:xfrm>
            <a:custGeom>
              <a:avLst/>
              <a:pathLst>
                <a:path w="42874" h="167167">
                  <a:moveTo>
                    <a:pt x="42874" y="5591"/>
                  </a:moveTo>
                  <a:lnTo>
                    <a:pt x="36859" y="4114"/>
                  </a:lnTo>
                  <a:lnTo>
                    <a:pt x="30793" y="2860"/>
                  </a:lnTo>
                  <a:lnTo>
                    <a:pt x="24685" y="1832"/>
                  </a:lnTo>
                  <a:lnTo>
                    <a:pt x="18544" y="1031"/>
                  </a:lnTo>
                  <a:lnTo>
                    <a:pt x="12376" y="458"/>
                  </a:lnTo>
                  <a:lnTo>
                    <a:pt x="6192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358829" y="3170392"/>
              <a:ext cx="334310" cy="334333"/>
            </a:xfrm>
            <a:custGeom>
              <a:avLst/>
              <a:pathLst>
                <a:path w="334310" h="334333">
                  <a:moveTo>
                    <a:pt x="167151" y="0"/>
                  </a:moveTo>
                  <a:lnTo>
                    <a:pt x="161854" y="83"/>
                  </a:lnTo>
                  <a:lnTo>
                    <a:pt x="156562" y="335"/>
                  </a:lnTo>
                  <a:lnTo>
                    <a:pt x="151280" y="755"/>
                  </a:lnTo>
                  <a:lnTo>
                    <a:pt x="146015" y="1341"/>
                  </a:lnTo>
                  <a:lnTo>
                    <a:pt x="140771" y="2094"/>
                  </a:lnTo>
                  <a:lnTo>
                    <a:pt x="135553" y="3013"/>
                  </a:lnTo>
                  <a:lnTo>
                    <a:pt x="130367" y="4097"/>
                  </a:lnTo>
                  <a:lnTo>
                    <a:pt x="125218" y="5344"/>
                  </a:lnTo>
                  <a:lnTo>
                    <a:pt x="120111" y="6754"/>
                  </a:lnTo>
                  <a:lnTo>
                    <a:pt x="115052" y="8325"/>
                  </a:lnTo>
                  <a:lnTo>
                    <a:pt x="110044" y="10056"/>
                  </a:lnTo>
                  <a:lnTo>
                    <a:pt x="105094" y="11945"/>
                  </a:lnTo>
                  <a:lnTo>
                    <a:pt x="100207" y="13989"/>
                  </a:lnTo>
                  <a:lnTo>
                    <a:pt x="95386" y="16187"/>
                  </a:lnTo>
                  <a:lnTo>
                    <a:pt x="90638" y="18537"/>
                  </a:lnTo>
                  <a:lnTo>
                    <a:pt x="85967" y="21037"/>
                  </a:lnTo>
                  <a:lnTo>
                    <a:pt x="81377" y="23683"/>
                  </a:lnTo>
                  <a:lnTo>
                    <a:pt x="76873" y="26473"/>
                  </a:lnTo>
                  <a:lnTo>
                    <a:pt x="72460" y="29404"/>
                  </a:lnTo>
                  <a:lnTo>
                    <a:pt x="68142" y="32474"/>
                  </a:lnTo>
                  <a:lnTo>
                    <a:pt x="63924" y="35679"/>
                  </a:lnTo>
                  <a:lnTo>
                    <a:pt x="59809" y="39016"/>
                  </a:lnTo>
                  <a:lnTo>
                    <a:pt x="55802" y="42482"/>
                  </a:lnTo>
                  <a:lnTo>
                    <a:pt x="51907" y="46073"/>
                  </a:lnTo>
                  <a:lnTo>
                    <a:pt x="48127" y="49786"/>
                  </a:lnTo>
                  <a:lnTo>
                    <a:pt x="44467" y="53616"/>
                  </a:lnTo>
                  <a:lnTo>
                    <a:pt x="40931" y="57561"/>
                  </a:lnTo>
                  <a:lnTo>
                    <a:pt x="37521" y="61616"/>
                  </a:lnTo>
                  <a:lnTo>
                    <a:pt x="34241" y="65777"/>
                  </a:lnTo>
                  <a:lnTo>
                    <a:pt x="31095" y="70039"/>
                  </a:lnTo>
                  <a:lnTo>
                    <a:pt x="28086" y="74399"/>
                  </a:lnTo>
                  <a:lnTo>
                    <a:pt x="25216" y="78853"/>
                  </a:lnTo>
                  <a:lnTo>
                    <a:pt x="22488" y="83395"/>
                  </a:lnTo>
                  <a:lnTo>
                    <a:pt x="19906" y="88021"/>
                  </a:lnTo>
                  <a:lnTo>
                    <a:pt x="17472" y="92727"/>
                  </a:lnTo>
                  <a:lnTo>
                    <a:pt x="15189" y="97507"/>
                  </a:lnTo>
                  <a:lnTo>
                    <a:pt x="13058" y="102358"/>
                  </a:lnTo>
                  <a:lnTo>
                    <a:pt x="11081" y="107273"/>
                  </a:lnTo>
                  <a:lnTo>
                    <a:pt x="9262" y="112249"/>
                  </a:lnTo>
                  <a:lnTo>
                    <a:pt x="7601" y="117280"/>
                  </a:lnTo>
                  <a:lnTo>
                    <a:pt x="6100" y="122361"/>
                  </a:lnTo>
                  <a:lnTo>
                    <a:pt x="4761" y="127487"/>
                  </a:lnTo>
                  <a:lnTo>
                    <a:pt x="3585" y="132653"/>
                  </a:lnTo>
                  <a:lnTo>
                    <a:pt x="2574" y="137853"/>
                  </a:lnTo>
                  <a:lnTo>
                    <a:pt x="1727" y="143083"/>
                  </a:lnTo>
                  <a:lnTo>
                    <a:pt x="1047" y="148337"/>
                  </a:lnTo>
                  <a:lnTo>
                    <a:pt x="534" y="153610"/>
                  </a:lnTo>
                  <a:lnTo>
                    <a:pt x="188" y="158897"/>
                  </a:lnTo>
                  <a:lnTo>
                    <a:pt x="10" y="164192"/>
                  </a:lnTo>
                  <a:lnTo>
                    <a:pt x="0" y="169490"/>
                  </a:lnTo>
                  <a:lnTo>
                    <a:pt x="157" y="174785"/>
                  </a:lnTo>
                  <a:lnTo>
                    <a:pt x="482" y="180073"/>
                  </a:lnTo>
                  <a:lnTo>
                    <a:pt x="975" y="185348"/>
                  </a:lnTo>
                  <a:lnTo>
                    <a:pt x="1635" y="190605"/>
                  </a:lnTo>
                  <a:lnTo>
                    <a:pt x="2460" y="195838"/>
                  </a:lnTo>
                  <a:lnTo>
                    <a:pt x="3452" y="201043"/>
                  </a:lnTo>
                  <a:lnTo>
                    <a:pt x="4607" y="206213"/>
                  </a:lnTo>
                  <a:lnTo>
                    <a:pt x="5926" y="211344"/>
                  </a:lnTo>
                  <a:lnTo>
                    <a:pt x="7407" y="216431"/>
                  </a:lnTo>
                  <a:lnTo>
                    <a:pt x="9049" y="221468"/>
                  </a:lnTo>
                  <a:lnTo>
                    <a:pt x="10849" y="226451"/>
                  </a:lnTo>
                  <a:lnTo>
                    <a:pt x="12806" y="231374"/>
                  </a:lnTo>
                  <a:lnTo>
                    <a:pt x="14918" y="236233"/>
                  </a:lnTo>
                  <a:lnTo>
                    <a:pt x="17183" y="241022"/>
                  </a:lnTo>
                  <a:lnTo>
                    <a:pt x="19599" y="245737"/>
                  </a:lnTo>
                  <a:lnTo>
                    <a:pt x="22163" y="250374"/>
                  </a:lnTo>
                  <a:lnTo>
                    <a:pt x="24872" y="254926"/>
                  </a:lnTo>
                  <a:lnTo>
                    <a:pt x="27724" y="259391"/>
                  </a:lnTo>
                  <a:lnTo>
                    <a:pt x="30717" y="263763"/>
                  </a:lnTo>
                  <a:lnTo>
                    <a:pt x="33846" y="268038"/>
                  </a:lnTo>
                  <a:lnTo>
                    <a:pt x="37110" y="272211"/>
                  </a:lnTo>
                  <a:lnTo>
                    <a:pt x="40504" y="276279"/>
                  </a:lnTo>
                  <a:lnTo>
                    <a:pt x="44025" y="280238"/>
                  </a:lnTo>
                  <a:lnTo>
                    <a:pt x="47670" y="284083"/>
                  </a:lnTo>
                  <a:lnTo>
                    <a:pt x="51435" y="287810"/>
                  </a:lnTo>
                  <a:lnTo>
                    <a:pt x="55316" y="291416"/>
                  </a:lnTo>
                  <a:lnTo>
                    <a:pt x="59309" y="294898"/>
                  </a:lnTo>
                  <a:lnTo>
                    <a:pt x="63411" y="298251"/>
                  </a:lnTo>
                  <a:lnTo>
                    <a:pt x="67617" y="301472"/>
                  </a:lnTo>
                  <a:lnTo>
                    <a:pt x="71923" y="304559"/>
                  </a:lnTo>
                  <a:lnTo>
                    <a:pt x="76325" y="307508"/>
                  </a:lnTo>
                  <a:lnTo>
                    <a:pt x="80817" y="310315"/>
                  </a:lnTo>
                  <a:lnTo>
                    <a:pt x="85397" y="312979"/>
                  </a:lnTo>
                  <a:lnTo>
                    <a:pt x="90058" y="315497"/>
                  </a:lnTo>
                  <a:lnTo>
                    <a:pt x="94798" y="317865"/>
                  </a:lnTo>
                  <a:lnTo>
                    <a:pt x="99609" y="320082"/>
                  </a:lnTo>
                  <a:lnTo>
                    <a:pt x="104489" y="322146"/>
                  </a:lnTo>
                  <a:lnTo>
                    <a:pt x="109431" y="324054"/>
                  </a:lnTo>
                  <a:lnTo>
                    <a:pt x="114432" y="325804"/>
                  </a:lnTo>
                  <a:lnTo>
                    <a:pt x="119485" y="327395"/>
                  </a:lnTo>
                  <a:lnTo>
                    <a:pt x="124587" y="328825"/>
                  </a:lnTo>
                  <a:lnTo>
                    <a:pt x="129731" y="330092"/>
                  </a:lnTo>
                  <a:lnTo>
                    <a:pt x="134912" y="331196"/>
                  </a:lnTo>
                  <a:lnTo>
                    <a:pt x="140126" y="332136"/>
                  </a:lnTo>
                  <a:lnTo>
                    <a:pt x="145368" y="332909"/>
                  </a:lnTo>
                  <a:lnTo>
                    <a:pt x="150631" y="333516"/>
                  </a:lnTo>
                  <a:lnTo>
                    <a:pt x="155910" y="333956"/>
                  </a:lnTo>
                  <a:lnTo>
                    <a:pt x="161201" y="334228"/>
                  </a:lnTo>
                  <a:lnTo>
                    <a:pt x="166498" y="334333"/>
                  </a:lnTo>
                  <a:lnTo>
                    <a:pt x="171796" y="334270"/>
                  </a:lnTo>
                  <a:lnTo>
                    <a:pt x="177089" y="334039"/>
                  </a:lnTo>
                  <a:lnTo>
                    <a:pt x="182372" y="333640"/>
                  </a:lnTo>
                  <a:lnTo>
                    <a:pt x="187639" y="333074"/>
                  </a:lnTo>
                  <a:lnTo>
                    <a:pt x="192886" y="332342"/>
                  </a:lnTo>
                  <a:lnTo>
                    <a:pt x="198108" y="331443"/>
                  </a:lnTo>
                  <a:lnTo>
                    <a:pt x="203298" y="330380"/>
                  </a:lnTo>
                  <a:lnTo>
                    <a:pt x="208451" y="329152"/>
                  </a:lnTo>
                  <a:lnTo>
                    <a:pt x="213564" y="327762"/>
                  </a:lnTo>
                  <a:lnTo>
                    <a:pt x="218630" y="326211"/>
                  </a:lnTo>
                  <a:lnTo>
                    <a:pt x="223644" y="324499"/>
                  </a:lnTo>
                  <a:lnTo>
                    <a:pt x="228601" y="322630"/>
                  </a:lnTo>
                  <a:lnTo>
                    <a:pt x="233496" y="320605"/>
                  </a:lnTo>
                  <a:lnTo>
                    <a:pt x="238325" y="318426"/>
                  </a:lnTo>
                  <a:lnTo>
                    <a:pt x="243083" y="316094"/>
                  </a:lnTo>
                  <a:lnTo>
                    <a:pt x="247764" y="313613"/>
                  </a:lnTo>
                  <a:lnTo>
                    <a:pt x="252364" y="310985"/>
                  </a:lnTo>
                  <a:lnTo>
                    <a:pt x="256879" y="308213"/>
                  </a:lnTo>
                  <a:lnTo>
                    <a:pt x="261303" y="305298"/>
                  </a:lnTo>
                  <a:lnTo>
                    <a:pt x="265633" y="302246"/>
                  </a:lnTo>
                  <a:lnTo>
                    <a:pt x="269864" y="299057"/>
                  </a:lnTo>
                  <a:lnTo>
                    <a:pt x="273992" y="295736"/>
                  </a:lnTo>
                  <a:lnTo>
                    <a:pt x="278012" y="292286"/>
                  </a:lnTo>
                  <a:lnTo>
                    <a:pt x="281921" y="288710"/>
                  </a:lnTo>
                  <a:lnTo>
                    <a:pt x="285715" y="285012"/>
                  </a:lnTo>
                  <a:lnTo>
                    <a:pt x="289390" y="281196"/>
                  </a:lnTo>
                  <a:lnTo>
                    <a:pt x="292942" y="277265"/>
                  </a:lnTo>
                  <a:lnTo>
                    <a:pt x="296368" y="273223"/>
                  </a:lnTo>
                  <a:lnTo>
                    <a:pt x="299664" y="269075"/>
                  </a:lnTo>
                  <a:lnTo>
                    <a:pt x="302826" y="264825"/>
                  </a:lnTo>
                  <a:lnTo>
                    <a:pt x="305853" y="260477"/>
                  </a:lnTo>
                  <a:lnTo>
                    <a:pt x="308740" y="256034"/>
                  </a:lnTo>
                  <a:lnTo>
                    <a:pt x="311485" y="251503"/>
                  </a:lnTo>
                  <a:lnTo>
                    <a:pt x="314085" y="246887"/>
                  </a:lnTo>
                  <a:lnTo>
                    <a:pt x="316537" y="242191"/>
                  </a:lnTo>
                  <a:lnTo>
                    <a:pt x="318840" y="237419"/>
                  </a:lnTo>
                  <a:lnTo>
                    <a:pt x="320990" y="232577"/>
                  </a:lnTo>
                  <a:lnTo>
                    <a:pt x="322985" y="227669"/>
                  </a:lnTo>
                  <a:lnTo>
                    <a:pt x="324824" y="222701"/>
                  </a:lnTo>
                  <a:lnTo>
                    <a:pt x="326505" y="217677"/>
                  </a:lnTo>
                  <a:lnTo>
                    <a:pt x="328025" y="212602"/>
                  </a:lnTo>
                  <a:lnTo>
                    <a:pt x="329384" y="207481"/>
                  </a:lnTo>
                  <a:lnTo>
                    <a:pt x="330580" y="202320"/>
                  </a:lnTo>
                  <a:lnTo>
                    <a:pt x="331612" y="197123"/>
                  </a:lnTo>
                  <a:lnTo>
                    <a:pt x="332479" y="191897"/>
                  </a:lnTo>
                  <a:lnTo>
                    <a:pt x="333180" y="186645"/>
                  </a:lnTo>
                  <a:lnTo>
                    <a:pt x="333713" y="181374"/>
                  </a:lnTo>
                  <a:lnTo>
                    <a:pt x="334080" y="176089"/>
                  </a:lnTo>
                  <a:lnTo>
                    <a:pt x="334279" y="170795"/>
                  </a:lnTo>
                  <a:lnTo>
                    <a:pt x="334310" y="165497"/>
                  </a:lnTo>
                  <a:lnTo>
                    <a:pt x="334173" y="160201"/>
                  </a:lnTo>
                  <a:lnTo>
                    <a:pt x="333868" y="154911"/>
                  </a:lnTo>
                  <a:lnTo>
                    <a:pt x="333396" y="149635"/>
                  </a:lnTo>
                  <a:lnTo>
                    <a:pt x="332757" y="144375"/>
                  </a:lnTo>
                  <a:lnTo>
                    <a:pt x="331952" y="139139"/>
                  </a:lnTo>
                  <a:lnTo>
                    <a:pt x="330981" y="133931"/>
                  </a:lnTo>
                  <a:lnTo>
                    <a:pt x="329845" y="128756"/>
                  </a:lnTo>
                  <a:lnTo>
                    <a:pt x="328547" y="123620"/>
                  </a:lnTo>
                  <a:lnTo>
                    <a:pt x="327086" y="118527"/>
                  </a:lnTo>
                  <a:lnTo>
                    <a:pt x="325464" y="113483"/>
                  </a:lnTo>
                  <a:lnTo>
                    <a:pt x="323683" y="108494"/>
                  </a:lnTo>
                  <a:lnTo>
                    <a:pt x="321745" y="103563"/>
                  </a:lnTo>
                  <a:lnTo>
                    <a:pt x="319652" y="98696"/>
                  </a:lnTo>
                  <a:lnTo>
                    <a:pt x="317406" y="93898"/>
                  </a:lnTo>
                  <a:lnTo>
                    <a:pt x="315009" y="89173"/>
                  </a:lnTo>
                  <a:lnTo>
                    <a:pt x="312463" y="84527"/>
                  </a:lnTo>
                  <a:lnTo>
                    <a:pt x="309771" y="79964"/>
                  </a:lnTo>
                  <a:lnTo>
                    <a:pt x="306936" y="75488"/>
                  </a:lnTo>
                  <a:lnTo>
                    <a:pt x="303961" y="71105"/>
                  </a:lnTo>
                  <a:lnTo>
                    <a:pt x="300848" y="66817"/>
                  </a:lnTo>
                  <a:lnTo>
                    <a:pt x="297601" y="62631"/>
                  </a:lnTo>
                  <a:lnTo>
                    <a:pt x="294223" y="58550"/>
                  </a:lnTo>
                  <a:lnTo>
                    <a:pt x="290717" y="54578"/>
                  </a:lnTo>
                  <a:lnTo>
                    <a:pt x="287087" y="50719"/>
                  </a:lnTo>
                  <a:lnTo>
                    <a:pt x="283337" y="46977"/>
                  </a:lnTo>
                  <a:lnTo>
                    <a:pt x="279470" y="43355"/>
                  </a:lnTo>
                  <a:lnTo>
                    <a:pt x="275490" y="39858"/>
                  </a:lnTo>
                  <a:lnTo>
                    <a:pt x="271401" y="36489"/>
                  </a:lnTo>
                  <a:lnTo>
                    <a:pt x="267208" y="33251"/>
                  </a:lnTo>
                  <a:lnTo>
                    <a:pt x="262914" y="30148"/>
                  </a:lnTo>
                  <a:lnTo>
                    <a:pt x="258524" y="27182"/>
                  </a:lnTo>
                  <a:lnTo>
                    <a:pt x="254042" y="24357"/>
                  </a:lnTo>
                  <a:lnTo>
                    <a:pt x="249473" y="21675"/>
                  </a:lnTo>
                  <a:lnTo>
                    <a:pt x="244822" y="19139"/>
                  </a:lnTo>
                  <a:lnTo>
                    <a:pt x="240092" y="16752"/>
                  </a:lnTo>
                  <a:lnTo>
                    <a:pt x="235289" y="14516"/>
                  </a:lnTo>
                  <a:lnTo>
                    <a:pt x="230417" y="1243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182826"/>
              <a:ext cx="63266" cy="154733"/>
            </a:xfrm>
            <a:custGeom>
              <a:avLst/>
              <a:pathLst>
                <a:path w="63266" h="154733">
                  <a:moveTo>
                    <a:pt x="63266" y="0"/>
                  </a:moveTo>
                  <a:lnTo>
                    <a:pt x="0" y="154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182826"/>
              <a:ext cx="63266" cy="154733"/>
            </a:xfrm>
            <a:custGeom>
              <a:avLst/>
              <a:pathLst>
                <a:path w="63266" h="154733">
                  <a:moveTo>
                    <a:pt x="63266" y="0"/>
                  </a:moveTo>
                  <a:lnTo>
                    <a:pt x="0" y="154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82826"/>
              <a:ext cx="63266" cy="154733"/>
            </a:xfrm>
            <a:custGeom>
              <a:avLst/>
              <a:pathLst>
                <a:path w="63266" h="154733">
                  <a:moveTo>
                    <a:pt x="63266" y="0"/>
                  </a:moveTo>
                  <a:lnTo>
                    <a:pt x="0" y="1547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82826"/>
              <a:ext cx="63266" cy="154733"/>
            </a:xfrm>
            <a:custGeom>
              <a:avLst/>
              <a:pathLst>
                <a:path w="63266" h="154733">
                  <a:moveTo>
                    <a:pt x="63266" y="0"/>
                  </a:moveTo>
                  <a:lnTo>
                    <a:pt x="0" y="1547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82826"/>
              <a:ext cx="63266" cy="154733"/>
            </a:xfrm>
            <a:custGeom>
              <a:avLst/>
              <a:pathLst>
                <a:path w="63266" h="154733">
                  <a:moveTo>
                    <a:pt x="63266" y="0"/>
                  </a:moveTo>
                  <a:lnTo>
                    <a:pt x="0" y="1547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182826"/>
              <a:ext cx="63266" cy="154733"/>
            </a:xfrm>
            <a:custGeom>
              <a:avLst/>
              <a:pathLst>
                <a:path w="63266" h="154733">
                  <a:moveTo>
                    <a:pt x="63266" y="0"/>
                  </a:moveTo>
                  <a:lnTo>
                    <a:pt x="0" y="1547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82826"/>
              <a:ext cx="63266" cy="154733"/>
            </a:xfrm>
            <a:custGeom>
              <a:avLst/>
              <a:pathLst>
                <a:path w="63266" h="154733">
                  <a:moveTo>
                    <a:pt x="63266" y="0"/>
                  </a:moveTo>
                  <a:lnTo>
                    <a:pt x="0" y="154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82826"/>
              <a:ext cx="63266" cy="154733"/>
            </a:xfrm>
            <a:custGeom>
              <a:avLst/>
              <a:pathLst>
                <a:path w="63266" h="154733">
                  <a:moveTo>
                    <a:pt x="63266" y="0"/>
                  </a:moveTo>
                  <a:lnTo>
                    <a:pt x="0" y="154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82826"/>
              <a:ext cx="63266" cy="154733"/>
            </a:xfrm>
            <a:custGeom>
              <a:avLst/>
              <a:pathLst>
                <a:path w="63266" h="154733">
                  <a:moveTo>
                    <a:pt x="63266" y="0"/>
                  </a:moveTo>
                  <a:lnTo>
                    <a:pt x="0" y="154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82826"/>
              <a:ext cx="63266" cy="154733"/>
            </a:xfrm>
            <a:custGeom>
              <a:avLst/>
              <a:pathLst>
                <a:path w="63266" h="154733">
                  <a:moveTo>
                    <a:pt x="63266" y="0"/>
                  </a:moveTo>
                  <a:lnTo>
                    <a:pt x="0" y="154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82826"/>
              <a:ext cx="63266" cy="154733"/>
            </a:xfrm>
            <a:custGeom>
              <a:avLst/>
              <a:pathLst>
                <a:path w="63266" h="154733">
                  <a:moveTo>
                    <a:pt x="63266" y="0"/>
                  </a:moveTo>
                  <a:lnTo>
                    <a:pt x="0" y="1547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82826"/>
              <a:ext cx="63266" cy="154733"/>
            </a:xfrm>
            <a:custGeom>
              <a:avLst/>
              <a:pathLst>
                <a:path w="63266" h="154733">
                  <a:moveTo>
                    <a:pt x="63266" y="0"/>
                  </a:moveTo>
                  <a:lnTo>
                    <a:pt x="0" y="1547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76527"/>
              <a:ext cx="63266" cy="161032"/>
            </a:xfrm>
            <a:custGeom>
              <a:avLst/>
              <a:pathLst>
                <a:path w="63266" h="161032">
                  <a:moveTo>
                    <a:pt x="63266" y="6299"/>
                  </a:moveTo>
                  <a:lnTo>
                    <a:pt x="54160" y="2882"/>
                  </a:lnTo>
                  <a:lnTo>
                    <a:pt x="44871" y="0"/>
                  </a:lnTo>
                  <a:lnTo>
                    <a:pt x="0" y="161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170392"/>
              <a:ext cx="44871" cy="167167"/>
            </a:xfrm>
            <a:custGeom>
              <a:avLst/>
              <a:pathLst>
                <a:path w="44871" h="167167">
                  <a:moveTo>
                    <a:pt x="44871" y="6134"/>
                  </a:moveTo>
                  <a:lnTo>
                    <a:pt x="38587" y="4514"/>
                  </a:lnTo>
                  <a:lnTo>
                    <a:pt x="32245" y="3139"/>
                  </a:lnTo>
                  <a:lnTo>
                    <a:pt x="25855" y="2011"/>
                  </a:lnTo>
                  <a:lnTo>
                    <a:pt x="19425" y="1132"/>
                  </a:lnTo>
                  <a:lnTo>
                    <a:pt x="12966" y="503"/>
                  </a:lnTo>
                  <a:lnTo>
                    <a:pt x="6488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423588" y="3707720"/>
              <a:ext cx="334326" cy="334320"/>
            </a:xfrm>
            <a:custGeom>
              <a:avLst/>
              <a:pathLst>
                <a:path w="334326" h="334320">
                  <a:moveTo>
                    <a:pt x="167160" y="0"/>
                  </a:moveTo>
                  <a:lnTo>
                    <a:pt x="161878" y="83"/>
                  </a:lnTo>
                  <a:lnTo>
                    <a:pt x="156601" y="333"/>
                  </a:lnTo>
                  <a:lnTo>
                    <a:pt x="151335" y="750"/>
                  </a:lnTo>
                  <a:lnTo>
                    <a:pt x="146085" y="1333"/>
                  </a:lnTo>
                  <a:lnTo>
                    <a:pt x="140855" y="2082"/>
                  </a:lnTo>
                  <a:lnTo>
                    <a:pt x="135652" y="2996"/>
                  </a:lnTo>
                  <a:lnTo>
                    <a:pt x="130481" y="4073"/>
                  </a:lnTo>
                  <a:lnTo>
                    <a:pt x="125346" y="5313"/>
                  </a:lnTo>
                  <a:lnTo>
                    <a:pt x="120253" y="6715"/>
                  </a:lnTo>
                  <a:lnTo>
                    <a:pt x="115206" y="8278"/>
                  </a:lnTo>
                  <a:lnTo>
                    <a:pt x="110212" y="9999"/>
                  </a:lnTo>
                  <a:lnTo>
                    <a:pt x="105274" y="11876"/>
                  </a:lnTo>
                  <a:lnTo>
                    <a:pt x="100399" y="13909"/>
                  </a:lnTo>
                  <a:lnTo>
                    <a:pt x="95590" y="16095"/>
                  </a:lnTo>
                  <a:lnTo>
                    <a:pt x="90852" y="18432"/>
                  </a:lnTo>
                  <a:lnTo>
                    <a:pt x="86191" y="20917"/>
                  </a:lnTo>
                  <a:lnTo>
                    <a:pt x="81610" y="23549"/>
                  </a:lnTo>
                  <a:lnTo>
                    <a:pt x="77115" y="26324"/>
                  </a:lnTo>
                  <a:lnTo>
                    <a:pt x="72710" y="29239"/>
                  </a:lnTo>
                  <a:lnTo>
                    <a:pt x="68399" y="32292"/>
                  </a:lnTo>
                  <a:lnTo>
                    <a:pt x="64186" y="35480"/>
                  </a:lnTo>
                  <a:lnTo>
                    <a:pt x="60077" y="38799"/>
                  </a:lnTo>
                  <a:lnTo>
                    <a:pt x="56074" y="42247"/>
                  </a:lnTo>
                  <a:lnTo>
                    <a:pt x="52183" y="45819"/>
                  </a:lnTo>
                  <a:lnTo>
                    <a:pt x="48406" y="49513"/>
                  </a:lnTo>
                  <a:lnTo>
                    <a:pt x="44748" y="53324"/>
                  </a:lnTo>
                  <a:lnTo>
                    <a:pt x="41212" y="57248"/>
                  </a:lnTo>
                  <a:lnTo>
                    <a:pt x="37802" y="61283"/>
                  </a:lnTo>
                  <a:lnTo>
                    <a:pt x="34521" y="65423"/>
                  </a:lnTo>
                  <a:lnTo>
                    <a:pt x="31372" y="69665"/>
                  </a:lnTo>
                  <a:lnTo>
                    <a:pt x="28359" y="74004"/>
                  </a:lnTo>
                  <a:lnTo>
                    <a:pt x="25485" y="78436"/>
                  </a:lnTo>
                  <a:lnTo>
                    <a:pt x="22752" y="82957"/>
                  </a:lnTo>
                  <a:lnTo>
                    <a:pt x="20163" y="87562"/>
                  </a:lnTo>
                  <a:lnTo>
                    <a:pt x="17721" y="92246"/>
                  </a:lnTo>
                  <a:lnTo>
                    <a:pt x="15429" y="97005"/>
                  </a:lnTo>
                  <a:lnTo>
                    <a:pt x="13288" y="101834"/>
                  </a:lnTo>
                  <a:lnTo>
                    <a:pt x="11300" y="106729"/>
                  </a:lnTo>
                  <a:lnTo>
                    <a:pt x="9468" y="111684"/>
                  </a:lnTo>
                  <a:lnTo>
                    <a:pt x="7794" y="116694"/>
                  </a:lnTo>
                  <a:lnTo>
                    <a:pt x="6279" y="121754"/>
                  </a:lnTo>
                  <a:lnTo>
                    <a:pt x="4924" y="126860"/>
                  </a:lnTo>
                  <a:lnTo>
                    <a:pt x="3732" y="132007"/>
                  </a:lnTo>
                  <a:lnTo>
                    <a:pt x="2702" y="137188"/>
                  </a:lnTo>
                  <a:lnTo>
                    <a:pt x="1837" y="142399"/>
                  </a:lnTo>
                  <a:lnTo>
                    <a:pt x="1137" y="147635"/>
                  </a:lnTo>
                  <a:lnTo>
                    <a:pt x="603" y="152891"/>
                  </a:lnTo>
                  <a:lnTo>
                    <a:pt x="235" y="158161"/>
                  </a:lnTo>
                  <a:lnTo>
                    <a:pt x="34" y="163439"/>
                  </a:lnTo>
                  <a:lnTo>
                    <a:pt x="0" y="168722"/>
                  </a:lnTo>
                  <a:lnTo>
                    <a:pt x="132" y="174003"/>
                  </a:lnTo>
                  <a:lnTo>
                    <a:pt x="431" y="179277"/>
                  </a:lnTo>
                  <a:lnTo>
                    <a:pt x="897" y="184539"/>
                  </a:lnTo>
                  <a:lnTo>
                    <a:pt x="1529" y="189783"/>
                  </a:lnTo>
                  <a:lnTo>
                    <a:pt x="2327" y="195006"/>
                  </a:lnTo>
                  <a:lnTo>
                    <a:pt x="3288" y="200200"/>
                  </a:lnTo>
                  <a:lnTo>
                    <a:pt x="4414" y="205361"/>
                  </a:lnTo>
                  <a:lnTo>
                    <a:pt x="5702" y="210484"/>
                  </a:lnTo>
                  <a:lnTo>
                    <a:pt x="7151" y="215564"/>
                  </a:lnTo>
                  <a:lnTo>
                    <a:pt x="8760" y="220596"/>
                  </a:lnTo>
                  <a:lnTo>
                    <a:pt x="10528" y="225574"/>
                  </a:lnTo>
                  <a:lnTo>
                    <a:pt x="12451" y="230494"/>
                  </a:lnTo>
                  <a:lnTo>
                    <a:pt x="14530" y="235351"/>
                  </a:lnTo>
                  <a:lnTo>
                    <a:pt x="16760" y="240139"/>
                  </a:lnTo>
                  <a:lnTo>
                    <a:pt x="19141" y="244855"/>
                  </a:lnTo>
                  <a:lnTo>
                    <a:pt x="21670" y="249493"/>
                  </a:lnTo>
                  <a:lnTo>
                    <a:pt x="24343" y="254049"/>
                  </a:lnTo>
                  <a:lnTo>
                    <a:pt x="27160" y="258518"/>
                  </a:lnTo>
                  <a:lnTo>
                    <a:pt x="30116" y="262896"/>
                  </a:lnTo>
                  <a:lnTo>
                    <a:pt x="33209" y="267178"/>
                  </a:lnTo>
                  <a:lnTo>
                    <a:pt x="36436" y="271361"/>
                  </a:lnTo>
                  <a:lnTo>
                    <a:pt x="39794" y="275439"/>
                  </a:lnTo>
                  <a:lnTo>
                    <a:pt x="43278" y="279409"/>
                  </a:lnTo>
                  <a:lnTo>
                    <a:pt x="46887" y="283268"/>
                  </a:lnTo>
                  <a:lnTo>
                    <a:pt x="50615" y="287010"/>
                  </a:lnTo>
                  <a:lnTo>
                    <a:pt x="54460" y="290632"/>
                  </a:lnTo>
                  <a:lnTo>
                    <a:pt x="58417" y="294132"/>
                  </a:lnTo>
                  <a:lnTo>
                    <a:pt x="62483" y="297504"/>
                  </a:lnTo>
                  <a:lnTo>
                    <a:pt x="66654" y="300747"/>
                  </a:lnTo>
                  <a:lnTo>
                    <a:pt x="70925" y="303855"/>
                  </a:lnTo>
                  <a:lnTo>
                    <a:pt x="75292" y="306828"/>
                  </a:lnTo>
                  <a:lnTo>
                    <a:pt x="79750" y="309661"/>
                  </a:lnTo>
                  <a:lnTo>
                    <a:pt x="84296" y="312352"/>
                  </a:lnTo>
                  <a:lnTo>
                    <a:pt x="88925" y="314897"/>
                  </a:lnTo>
                  <a:lnTo>
                    <a:pt x="93632" y="317296"/>
                  </a:lnTo>
                  <a:lnTo>
                    <a:pt x="98412" y="319544"/>
                  </a:lnTo>
                  <a:lnTo>
                    <a:pt x="103261" y="321640"/>
                  </a:lnTo>
                  <a:lnTo>
                    <a:pt x="108174" y="323582"/>
                  </a:lnTo>
                  <a:lnTo>
                    <a:pt x="113145" y="325367"/>
                  </a:lnTo>
                  <a:lnTo>
                    <a:pt x="118171" y="326995"/>
                  </a:lnTo>
                  <a:lnTo>
                    <a:pt x="123245" y="328463"/>
                  </a:lnTo>
                  <a:lnTo>
                    <a:pt x="128364" y="329770"/>
                  </a:lnTo>
                  <a:lnTo>
                    <a:pt x="133521" y="330915"/>
                  </a:lnTo>
                  <a:lnTo>
                    <a:pt x="138712" y="331896"/>
                  </a:lnTo>
                  <a:lnTo>
                    <a:pt x="143931" y="332713"/>
                  </a:lnTo>
                  <a:lnTo>
                    <a:pt x="149173" y="333364"/>
                  </a:lnTo>
                  <a:lnTo>
                    <a:pt x="154433" y="333849"/>
                  </a:lnTo>
                  <a:lnTo>
                    <a:pt x="159706" y="334168"/>
                  </a:lnTo>
                  <a:lnTo>
                    <a:pt x="164987" y="334320"/>
                  </a:lnTo>
                  <a:lnTo>
                    <a:pt x="170269" y="334305"/>
                  </a:lnTo>
                  <a:lnTo>
                    <a:pt x="175549" y="334124"/>
                  </a:lnTo>
                  <a:lnTo>
                    <a:pt x="180820" y="333775"/>
                  </a:lnTo>
                  <a:lnTo>
                    <a:pt x="186077" y="333261"/>
                  </a:lnTo>
                  <a:lnTo>
                    <a:pt x="191316" y="332580"/>
                  </a:lnTo>
                  <a:lnTo>
                    <a:pt x="196530" y="331734"/>
                  </a:lnTo>
                  <a:lnTo>
                    <a:pt x="201715" y="330724"/>
                  </a:lnTo>
                  <a:lnTo>
                    <a:pt x="206866" y="329550"/>
                  </a:lnTo>
                  <a:lnTo>
                    <a:pt x="211977" y="328215"/>
                  </a:lnTo>
                  <a:lnTo>
                    <a:pt x="217043" y="326718"/>
                  </a:lnTo>
                  <a:lnTo>
                    <a:pt x="222059" y="325062"/>
                  </a:lnTo>
                  <a:lnTo>
                    <a:pt x="227021" y="323249"/>
                  </a:lnTo>
                  <a:lnTo>
                    <a:pt x="231923" y="321280"/>
                  </a:lnTo>
                  <a:lnTo>
                    <a:pt x="236760" y="319156"/>
                  </a:lnTo>
                  <a:lnTo>
                    <a:pt x="241528" y="316881"/>
                  </a:lnTo>
                  <a:lnTo>
                    <a:pt x="246221" y="314457"/>
                  </a:lnTo>
                  <a:lnTo>
                    <a:pt x="250835" y="311885"/>
                  </a:lnTo>
                  <a:lnTo>
                    <a:pt x="255366" y="309169"/>
                  </a:lnTo>
                  <a:lnTo>
                    <a:pt x="259809" y="306311"/>
                  </a:lnTo>
                  <a:lnTo>
                    <a:pt x="264159" y="303314"/>
                  </a:lnTo>
                  <a:lnTo>
                    <a:pt x="268412" y="300181"/>
                  </a:lnTo>
                  <a:lnTo>
                    <a:pt x="272565" y="296916"/>
                  </a:lnTo>
                  <a:lnTo>
                    <a:pt x="276612" y="293520"/>
                  </a:lnTo>
                  <a:lnTo>
                    <a:pt x="280549" y="289999"/>
                  </a:lnTo>
                  <a:lnTo>
                    <a:pt x="284374" y="286355"/>
                  </a:lnTo>
                  <a:lnTo>
                    <a:pt x="288081" y="282592"/>
                  </a:lnTo>
                  <a:lnTo>
                    <a:pt x="291668" y="278714"/>
                  </a:lnTo>
                  <a:lnTo>
                    <a:pt x="295130" y="274724"/>
                  </a:lnTo>
                  <a:lnTo>
                    <a:pt x="298465" y="270627"/>
                  </a:lnTo>
                  <a:lnTo>
                    <a:pt x="301668" y="266426"/>
                  </a:lnTo>
                  <a:lnTo>
                    <a:pt x="304737" y="262127"/>
                  </a:lnTo>
                  <a:lnTo>
                    <a:pt x="307669" y="257732"/>
                  </a:lnTo>
                  <a:lnTo>
                    <a:pt x="310461" y="253247"/>
                  </a:lnTo>
                  <a:lnTo>
                    <a:pt x="313109" y="248676"/>
                  </a:lnTo>
                  <a:lnTo>
                    <a:pt x="315611" y="244024"/>
                  </a:lnTo>
                  <a:lnTo>
                    <a:pt x="317966" y="239295"/>
                  </a:lnTo>
                  <a:lnTo>
                    <a:pt x="320169" y="234494"/>
                  </a:lnTo>
                  <a:lnTo>
                    <a:pt x="322220" y="229626"/>
                  </a:lnTo>
                  <a:lnTo>
                    <a:pt x="324116" y="224696"/>
                  </a:lnTo>
                  <a:lnTo>
                    <a:pt x="325856" y="219707"/>
                  </a:lnTo>
                  <a:lnTo>
                    <a:pt x="327437" y="214667"/>
                  </a:lnTo>
                  <a:lnTo>
                    <a:pt x="328857" y="209579"/>
                  </a:lnTo>
                  <a:lnTo>
                    <a:pt x="330117" y="204449"/>
                  </a:lnTo>
                  <a:lnTo>
                    <a:pt x="331213" y="199281"/>
                  </a:lnTo>
                  <a:lnTo>
                    <a:pt x="332146" y="194082"/>
                  </a:lnTo>
                  <a:lnTo>
                    <a:pt x="332914" y="188855"/>
                  </a:lnTo>
                  <a:lnTo>
                    <a:pt x="333517" y="183607"/>
                  </a:lnTo>
                  <a:lnTo>
                    <a:pt x="333953" y="178343"/>
                  </a:lnTo>
                  <a:lnTo>
                    <a:pt x="334223" y="173067"/>
                  </a:lnTo>
                  <a:lnTo>
                    <a:pt x="334326" y="167785"/>
                  </a:lnTo>
                  <a:lnTo>
                    <a:pt x="334262" y="162503"/>
                  </a:lnTo>
                  <a:lnTo>
                    <a:pt x="334031" y="157225"/>
                  </a:lnTo>
                  <a:lnTo>
                    <a:pt x="333634" y="151958"/>
                  </a:lnTo>
                  <a:lnTo>
                    <a:pt x="333070" y="146705"/>
                  </a:lnTo>
                  <a:lnTo>
                    <a:pt x="332341" y="141473"/>
                  </a:lnTo>
                  <a:lnTo>
                    <a:pt x="331447" y="136267"/>
                  </a:lnTo>
                  <a:lnTo>
                    <a:pt x="330388" y="131092"/>
                  </a:lnTo>
                  <a:lnTo>
                    <a:pt x="329167" y="125952"/>
                  </a:lnTo>
                  <a:lnTo>
                    <a:pt x="327784" y="120854"/>
                  </a:lnTo>
                  <a:lnTo>
                    <a:pt x="326240" y="115802"/>
                  </a:lnTo>
                  <a:lnTo>
                    <a:pt x="324538" y="110801"/>
                  </a:lnTo>
                  <a:lnTo>
                    <a:pt x="322678" y="105856"/>
                  </a:lnTo>
                  <a:lnTo>
                    <a:pt x="320663" y="100973"/>
                  </a:lnTo>
                  <a:lnTo>
                    <a:pt x="318495" y="96156"/>
                  </a:lnTo>
                  <a:lnTo>
                    <a:pt x="316176" y="91410"/>
                  </a:lnTo>
                  <a:lnTo>
                    <a:pt x="313708" y="86739"/>
                  </a:lnTo>
                  <a:lnTo>
                    <a:pt x="311093" y="82149"/>
                  </a:lnTo>
                  <a:lnTo>
                    <a:pt x="308335" y="77644"/>
                  </a:lnTo>
                  <a:lnTo>
                    <a:pt x="305436" y="73228"/>
                  </a:lnTo>
                  <a:lnTo>
                    <a:pt x="302399" y="68905"/>
                  </a:lnTo>
                  <a:lnTo>
                    <a:pt x="299227" y="64681"/>
                  </a:lnTo>
                  <a:lnTo>
                    <a:pt x="295922" y="60560"/>
                  </a:lnTo>
                  <a:lnTo>
                    <a:pt x="292490" y="56544"/>
                  </a:lnTo>
                  <a:lnTo>
                    <a:pt x="288932" y="52640"/>
                  </a:lnTo>
                  <a:lnTo>
                    <a:pt x="285252" y="48849"/>
                  </a:lnTo>
                  <a:lnTo>
                    <a:pt x="281455" y="45177"/>
                  </a:lnTo>
                  <a:lnTo>
                    <a:pt x="277543" y="41627"/>
                  </a:lnTo>
                  <a:lnTo>
                    <a:pt x="273522" y="38201"/>
                  </a:lnTo>
                  <a:lnTo>
                    <a:pt x="269394" y="34905"/>
                  </a:lnTo>
                  <a:lnTo>
                    <a:pt x="265164" y="31741"/>
                  </a:lnTo>
                  <a:lnTo>
                    <a:pt x="260836" y="28712"/>
                  </a:lnTo>
                  <a:lnTo>
                    <a:pt x="256414" y="25821"/>
                  </a:lnTo>
                  <a:lnTo>
                    <a:pt x="251903" y="23072"/>
                  </a:lnTo>
                  <a:lnTo>
                    <a:pt x="247308" y="20466"/>
                  </a:lnTo>
                  <a:lnTo>
                    <a:pt x="242633" y="18007"/>
                  </a:lnTo>
                  <a:lnTo>
                    <a:pt x="237882" y="15697"/>
                  </a:lnTo>
                  <a:lnTo>
                    <a:pt x="233061" y="13538"/>
                  </a:lnTo>
                  <a:lnTo>
                    <a:pt x="228174" y="11532"/>
                  </a:lnTo>
                  <a:lnTo>
                    <a:pt x="223226" y="9682"/>
                  </a:lnTo>
                  <a:lnTo>
                    <a:pt x="218222" y="7989"/>
                  </a:lnTo>
                  <a:lnTo>
                    <a:pt x="213167" y="6455"/>
                  </a:lnTo>
                  <a:lnTo>
                    <a:pt x="208066" y="5082"/>
                  </a:lnTo>
                  <a:lnTo>
                    <a:pt x="202924" y="3870"/>
                  </a:lnTo>
                  <a:lnTo>
                    <a:pt x="197747" y="2822"/>
                  </a:lnTo>
                  <a:lnTo>
                    <a:pt x="192539" y="1937"/>
                  </a:lnTo>
                  <a:lnTo>
                    <a:pt x="187305" y="1218"/>
                  </a:lnTo>
                  <a:lnTo>
                    <a:pt x="182052" y="664"/>
                  </a:lnTo>
                  <a:lnTo>
                    <a:pt x="176783" y="277"/>
                  </a:lnTo>
                  <a:lnTo>
                    <a:pt x="171505" y="56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077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90748" y="37077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7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7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7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077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7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7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7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7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7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720"/>
              <a:ext cx="4345" cy="167167"/>
            </a:xfrm>
            <a:custGeom>
              <a:avLst/>
              <a:pathLst>
                <a:path w="4345" h="167167">
                  <a:moveTo>
                    <a:pt x="4345" y="5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614127" y="4213821"/>
              <a:ext cx="334326" cy="334320"/>
            </a:xfrm>
            <a:custGeom>
              <a:avLst/>
              <a:pathLst>
                <a:path w="334326" h="334320">
                  <a:moveTo>
                    <a:pt x="167160" y="0"/>
                  </a:moveTo>
                  <a:lnTo>
                    <a:pt x="161878" y="83"/>
                  </a:lnTo>
                  <a:lnTo>
                    <a:pt x="156601" y="333"/>
                  </a:lnTo>
                  <a:lnTo>
                    <a:pt x="151335" y="750"/>
                  </a:lnTo>
                  <a:lnTo>
                    <a:pt x="146085" y="1333"/>
                  </a:lnTo>
                  <a:lnTo>
                    <a:pt x="140855" y="2082"/>
                  </a:lnTo>
                  <a:lnTo>
                    <a:pt x="135652" y="2996"/>
                  </a:lnTo>
                  <a:lnTo>
                    <a:pt x="130481" y="4073"/>
                  </a:lnTo>
                  <a:lnTo>
                    <a:pt x="125346" y="5313"/>
                  </a:lnTo>
                  <a:lnTo>
                    <a:pt x="120253" y="6715"/>
                  </a:lnTo>
                  <a:lnTo>
                    <a:pt x="115206" y="8278"/>
                  </a:lnTo>
                  <a:lnTo>
                    <a:pt x="110212" y="9999"/>
                  </a:lnTo>
                  <a:lnTo>
                    <a:pt x="105274" y="11876"/>
                  </a:lnTo>
                  <a:lnTo>
                    <a:pt x="100399" y="13909"/>
                  </a:lnTo>
                  <a:lnTo>
                    <a:pt x="95590" y="16095"/>
                  </a:lnTo>
                  <a:lnTo>
                    <a:pt x="90852" y="18432"/>
                  </a:lnTo>
                  <a:lnTo>
                    <a:pt x="86191" y="20917"/>
                  </a:lnTo>
                  <a:lnTo>
                    <a:pt x="81610" y="23549"/>
                  </a:lnTo>
                  <a:lnTo>
                    <a:pt x="77115" y="26324"/>
                  </a:lnTo>
                  <a:lnTo>
                    <a:pt x="72710" y="29239"/>
                  </a:lnTo>
                  <a:lnTo>
                    <a:pt x="68399" y="32292"/>
                  </a:lnTo>
                  <a:lnTo>
                    <a:pt x="64186" y="35480"/>
                  </a:lnTo>
                  <a:lnTo>
                    <a:pt x="60077" y="38799"/>
                  </a:lnTo>
                  <a:lnTo>
                    <a:pt x="56074" y="42247"/>
                  </a:lnTo>
                  <a:lnTo>
                    <a:pt x="52183" y="45819"/>
                  </a:lnTo>
                  <a:lnTo>
                    <a:pt x="48406" y="49513"/>
                  </a:lnTo>
                  <a:lnTo>
                    <a:pt x="44748" y="53324"/>
                  </a:lnTo>
                  <a:lnTo>
                    <a:pt x="41212" y="57248"/>
                  </a:lnTo>
                  <a:lnTo>
                    <a:pt x="37802" y="61283"/>
                  </a:lnTo>
                  <a:lnTo>
                    <a:pt x="34521" y="65423"/>
                  </a:lnTo>
                  <a:lnTo>
                    <a:pt x="31372" y="69665"/>
                  </a:lnTo>
                  <a:lnTo>
                    <a:pt x="28359" y="74004"/>
                  </a:lnTo>
                  <a:lnTo>
                    <a:pt x="25485" y="78436"/>
                  </a:lnTo>
                  <a:lnTo>
                    <a:pt x="22752" y="82957"/>
                  </a:lnTo>
                  <a:lnTo>
                    <a:pt x="20163" y="87562"/>
                  </a:lnTo>
                  <a:lnTo>
                    <a:pt x="17721" y="92246"/>
                  </a:lnTo>
                  <a:lnTo>
                    <a:pt x="15429" y="97005"/>
                  </a:lnTo>
                  <a:lnTo>
                    <a:pt x="13288" y="101834"/>
                  </a:lnTo>
                  <a:lnTo>
                    <a:pt x="11300" y="106729"/>
                  </a:lnTo>
                  <a:lnTo>
                    <a:pt x="9468" y="111684"/>
                  </a:lnTo>
                  <a:lnTo>
                    <a:pt x="7794" y="116694"/>
                  </a:lnTo>
                  <a:lnTo>
                    <a:pt x="6279" y="121754"/>
                  </a:lnTo>
                  <a:lnTo>
                    <a:pt x="4924" y="126860"/>
                  </a:lnTo>
                  <a:lnTo>
                    <a:pt x="3732" y="132007"/>
                  </a:lnTo>
                  <a:lnTo>
                    <a:pt x="2702" y="137188"/>
                  </a:lnTo>
                  <a:lnTo>
                    <a:pt x="1837" y="142399"/>
                  </a:lnTo>
                  <a:lnTo>
                    <a:pt x="1137" y="147635"/>
                  </a:lnTo>
                  <a:lnTo>
                    <a:pt x="603" y="152891"/>
                  </a:lnTo>
                  <a:lnTo>
                    <a:pt x="235" y="158161"/>
                  </a:lnTo>
                  <a:lnTo>
                    <a:pt x="34" y="163439"/>
                  </a:lnTo>
                  <a:lnTo>
                    <a:pt x="0" y="168722"/>
                  </a:lnTo>
                  <a:lnTo>
                    <a:pt x="132" y="174003"/>
                  </a:lnTo>
                  <a:lnTo>
                    <a:pt x="431" y="179277"/>
                  </a:lnTo>
                  <a:lnTo>
                    <a:pt x="897" y="184539"/>
                  </a:lnTo>
                  <a:lnTo>
                    <a:pt x="1529" y="189783"/>
                  </a:lnTo>
                  <a:lnTo>
                    <a:pt x="2327" y="195006"/>
                  </a:lnTo>
                  <a:lnTo>
                    <a:pt x="3288" y="200200"/>
                  </a:lnTo>
                  <a:lnTo>
                    <a:pt x="4414" y="205361"/>
                  </a:lnTo>
                  <a:lnTo>
                    <a:pt x="5702" y="210484"/>
                  </a:lnTo>
                  <a:lnTo>
                    <a:pt x="7151" y="215564"/>
                  </a:lnTo>
                  <a:lnTo>
                    <a:pt x="8760" y="220596"/>
                  </a:lnTo>
                  <a:lnTo>
                    <a:pt x="10528" y="225574"/>
                  </a:lnTo>
                  <a:lnTo>
                    <a:pt x="12451" y="230494"/>
                  </a:lnTo>
                  <a:lnTo>
                    <a:pt x="14530" y="235351"/>
                  </a:lnTo>
                  <a:lnTo>
                    <a:pt x="16760" y="240139"/>
                  </a:lnTo>
                  <a:lnTo>
                    <a:pt x="19141" y="244855"/>
                  </a:lnTo>
                  <a:lnTo>
                    <a:pt x="21670" y="249493"/>
                  </a:lnTo>
                  <a:lnTo>
                    <a:pt x="24343" y="254049"/>
                  </a:lnTo>
                  <a:lnTo>
                    <a:pt x="27160" y="258518"/>
                  </a:lnTo>
                  <a:lnTo>
                    <a:pt x="30116" y="262896"/>
                  </a:lnTo>
                  <a:lnTo>
                    <a:pt x="33209" y="267178"/>
                  </a:lnTo>
                  <a:lnTo>
                    <a:pt x="36436" y="271361"/>
                  </a:lnTo>
                  <a:lnTo>
                    <a:pt x="39794" y="275439"/>
                  </a:lnTo>
                  <a:lnTo>
                    <a:pt x="43278" y="279409"/>
                  </a:lnTo>
                  <a:lnTo>
                    <a:pt x="46887" y="283268"/>
                  </a:lnTo>
                  <a:lnTo>
                    <a:pt x="50615" y="287010"/>
                  </a:lnTo>
                  <a:lnTo>
                    <a:pt x="54460" y="290632"/>
                  </a:lnTo>
                  <a:lnTo>
                    <a:pt x="58417" y="294132"/>
                  </a:lnTo>
                  <a:lnTo>
                    <a:pt x="62483" y="297504"/>
                  </a:lnTo>
                  <a:lnTo>
                    <a:pt x="66654" y="300747"/>
                  </a:lnTo>
                  <a:lnTo>
                    <a:pt x="70925" y="303855"/>
                  </a:lnTo>
                  <a:lnTo>
                    <a:pt x="75292" y="306828"/>
                  </a:lnTo>
                  <a:lnTo>
                    <a:pt x="79750" y="309661"/>
                  </a:lnTo>
                  <a:lnTo>
                    <a:pt x="84296" y="312352"/>
                  </a:lnTo>
                  <a:lnTo>
                    <a:pt x="88925" y="314897"/>
                  </a:lnTo>
                  <a:lnTo>
                    <a:pt x="93632" y="317296"/>
                  </a:lnTo>
                  <a:lnTo>
                    <a:pt x="98412" y="319544"/>
                  </a:lnTo>
                  <a:lnTo>
                    <a:pt x="103261" y="321640"/>
                  </a:lnTo>
                  <a:lnTo>
                    <a:pt x="108174" y="323582"/>
                  </a:lnTo>
                  <a:lnTo>
                    <a:pt x="113145" y="325367"/>
                  </a:lnTo>
                  <a:lnTo>
                    <a:pt x="118171" y="326995"/>
                  </a:lnTo>
                  <a:lnTo>
                    <a:pt x="123245" y="328463"/>
                  </a:lnTo>
                  <a:lnTo>
                    <a:pt x="128364" y="329770"/>
                  </a:lnTo>
                  <a:lnTo>
                    <a:pt x="133521" y="330915"/>
                  </a:lnTo>
                  <a:lnTo>
                    <a:pt x="138712" y="331896"/>
                  </a:lnTo>
                  <a:lnTo>
                    <a:pt x="143931" y="332713"/>
                  </a:lnTo>
                  <a:lnTo>
                    <a:pt x="149173" y="333364"/>
                  </a:lnTo>
                  <a:lnTo>
                    <a:pt x="154433" y="333849"/>
                  </a:lnTo>
                  <a:lnTo>
                    <a:pt x="159706" y="334168"/>
                  </a:lnTo>
                  <a:lnTo>
                    <a:pt x="164987" y="334320"/>
                  </a:lnTo>
                  <a:lnTo>
                    <a:pt x="170269" y="334305"/>
                  </a:lnTo>
                  <a:lnTo>
                    <a:pt x="175549" y="334124"/>
                  </a:lnTo>
                  <a:lnTo>
                    <a:pt x="180820" y="333775"/>
                  </a:lnTo>
                  <a:lnTo>
                    <a:pt x="186077" y="333261"/>
                  </a:lnTo>
                  <a:lnTo>
                    <a:pt x="191316" y="332580"/>
                  </a:lnTo>
                  <a:lnTo>
                    <a:pt x="196530" y="331734"/>
                  </a:lnTo>
                  <a:lnTo>
                    <a:pt x="201715" y="330724"/>
                  </a:lnTo>
                  <a:lnTo>
                    <a:pt x="206866" y="329550"/>
                  </a:lnTo>
                  <a:lnTo>
                    <a:pt x="211977" y="328215"/>
                  </a:lnTo>
                  <a:lnTo>
                    <a:pt x="217043" y="326718"/>
                  </a:lnTo>
                  <a:lnTo>
                    <a:pt x="222059" y="325062"/>
                  </a:lnTo>
                  <a:lnTo>
                    <a:pt x="227021" y="323249"/>
                  </a:lnTo>
                  <a:lnTo>
                    <a:pt x="231923" y="321280"/>
                  </a:lnTo>
                  <a:lnTo>
                    <a:pt x="236760" y="319156"/>
                  </a:lnTo>
                  <a:lnTo>
                    <a:pt x="241528" y="316881"/>
                  </a:lnTo>
                  <a:lnTo>
                    <a:pt x="246221" y="314457"/>
                  </a:lnTo>
                  <a:lnTo>
                    <a:pt x="250835" y="311885"/>
                  </a:lnTo>
                  <a:lnTo>
                    <a:pt x="255366" y="309169"/>
                  </a:lnTo>
                  <a:lnTo>
                    <a:pt x="259809" y="306311"/>
                  </a:lnTo>
                  <a:lnTo>
                    <a:pt x="264159" y="303314"/>
                  </a:lnTo>
                  <a:lnTo>
                    <a:pt x="268412" y="300181"/>
                  </a:lnTo>
                  <a:lnTo>
                    <a:pt x="272565" y="296916"/>
                  </a:lnTo>
                  <a:lnTo>
                    <a:pt x="276612" y="293520"/>
                  </a:lnTo>
                  <a:lnTo>
                    <a:pt x="280549" y="289999"/>
                  </a:lnTo>
                  <a:lnTo>
                    <a:pt x="284374" y="286355"/>
                  </a:lnTo>
                  <a:lnTo>
                    <a:pt x="288081" y="282592"/>
                  </a:lnTo>
                  <a:lnTo>
                    <a:pt x="291668" y="278714"/>
                  </a:lnTo>
                  <a:lnTo>
                    <a:pt x="295130" y="274724"/>
                  </a:lnTo>
                  <a:lnTo>
                    <a:pt x="298465" y="270627"/>
                  </a:lnTo>
                  <a:lnTo>
                    <a:pt x="301668" y="266426"/>
                  </a:lnTo>
                  <a:lnTo>
                    <a:pt x="304737" y="262127"/>
                  </a:lnTo>
                  <a:lnTo>
                    <a:pt x="307669" y="257732"/>
                  </a:lnTo>
                  <a:lnTo>
                    <a:pt x="310461" y="253247"/>
                  </a:lnTo>
                  <a:lnTo>
                    <a:pt x="313109" y="248676"/>
                  </a:lnTo>
                  <a:lnTo>
                    <a:pt x="315611" y="244024"/>
                  </a:lnTo>
                  <a:lnTo>
                    <a:pt x="317966" y="239295"/>
                  </a:lnTo>
                  <a:lnTo>
                    <a:pt x="320169" y="234494"/>
                  </a:lnTo>
                  <a:lnTo>
                    <a:pt x="322220" y="229626"/>
                  </a:lnTo>
                  <a:lnTo>
                    <a:pt x="324116" y="224696"/>
                  </a:lnTo>
                  <a:lnTo>
                    <a:pt x="325856" y="219707"/>
                  </a:lnTo>
                  <a:lnTo>
                    <a:pt x="327437" y="214667"/>
                  </a:lnTo>
                  <a:lnTo>
                    <a:pt x="328857" y="209579"/>
                  </a:lnTo>
                  <a:lnTo>
                    <a:pt x="330117" y="204449"/>
                  </a:lnTo>
                  <a:lnTo>
                    <a:pt x="331213" y="199281"/>
                  </a:lnTo>
                  <a:lnTo>
                    <a:pt x="332146" y="194082"/>
                  </a:lnTo>
                  <a:lnTo>
                    <a:pt x="332914" y="188855"/>
                  </a:lnTo>
                  <a:lnTo>
                    <a:pt x="333517" y="183607"/>
                  </a:lnTo>
                  <a:lnTo>
                    <a:pt x="333953" y="178343"/>
                  </a:lnTo>
                  <a:lnTo>
                    <a:pt x="334223" y="173067"/>
                  </a:lnTo>
                  <a:lnTo>
                    <a:pt x="334326" y="167785"/>
                  </a:lnTo>
                  <a:lnTo>
                    <a:pt x="334262" y="162503"/>
                  </a:lnTo>
                  <a:lnTo>
                    <a:pt x="334031" y="157225"/>
                  </a:lnTo>
                  <a:lnTo>
                    <a:pt x="333634" y="151958"/>
                  </a:lnTo>
                  <a:lnTo>
                    <a:pt x="333070" y="146705"/>
                  </a:lnTo>
                  <a:lnTo>
                    <a:pt x="332341" y="141473"/>
                  </a:lnTo>
                  <a:lnTo>
                    <a:pt x="331447" y="136267"/>
                  </a:lnTo>
                  <a:lnTo>
                    <a:pt x="330388" y="131092"/>
                  </a:lnTo>
                  <a:lnTo>
                    <a:pt x="329167" y="125952"/>
                  </a:lnTo>
                  <a:lnTo>
                    <a:pt x="327784" y="120854"/>
                  </a:lnTo>
                  <a:lnTo>
                    <a:pt x="326240" y="115802"/>
                  </a:lnTo>
                  <a:lnTo>
                    <a:pt x="324538" y="110801"/>
                  </a:lnTo>
                  <a:lnTo>
                    <a:pt x="322678" y="105856"/>
                  </a:lnTo>
                  <a:lnTo>
                    <a:pt x="320663" y="100973"/>
                  </a:lnTo>
                  <a:lnTo>
                    <a:pt x="318495" y="96156"/>
                  </a:lnTo>
                  <a:lnTo>
                    <a:pt x="316176" y="91410"/>
                  </a:lnTo>
                  <a:lnTo>
                    <a:pt x="313708" y="86739"/>
                  </a:lnTo>
                  <a:lnTo>
                    <a:pt x="311093" y="82149"/>
                  </a:lnTo>
                  <a:lnTo>
                    <a:pt x="308335" y="77644"/>
                  </a:lnTo>
                  <a:lnTo>
                    <a:pt x="305436" y="73228"/>
                  </a:lnTo>
                  <a:lnTo>
                    <a:pt x="302399" y="68905"/>
                  </a:lnTo>
                  <a:lnTo>
                    <a:pt x="299227" y="64681"/>
                  </a:lnTo>
                  <a:lnTo>
                    <a:pt x="295922" y="60560"/>
                  </a:lnTo>
                  <a:lnTo>
                    <a:pt x="292490" y="56544"/>
                  </a:lnTo>
                  <a:lnTo>
                    <a:pt x="288932" y="52640"/>
                  </a:lnTo>
                  <a:lnTo>
                    <a:pt x="285252" y="48849"/>
                  </a:lnTo>
                  <a:lnTo>
                    <a:pt x="281455" y="45177"/>
                  </a:lnTo>
                  <a:lnTo>
                    <a:pt x="277543" y="41627"/>
                  </a:lnTo>
                  <a:lnTo>
                    <a:pt x="273522" y="38201"/>
                  </a:lnTo>
                  <a:lnTo>
                    <a:pt x="269394" y="34905"/>
                  </a:lnTo>
                  <a:lnTo>
                    <a:pt x="265164" y="31741"/>
                  </a:lnTo>
                  <a:lnTo>
                    <a:pt x="260836" y="28712"/>
                  </a:lnTo>
                  <a:lnTo>
                    <a:pt x="256414" y="25821"/>
                  </a:lnTo>
                  <a:lnTo>
                    <a:pt x="251903" y="23072"/>
                  </a:lnTo>
                  <a:lnTo>
                    <a:pt x="247308" y="20466"/>
                  </a:lnTo>
                  <a:lnTo>
                    <a:pt x="242633" y="18007"/>
                  </a:lnTo>
                  <a:lnTo>
                    <a:pt x="237882" y="15697"/>
                  </a:lnTo>
                  <a:lnTo>
                    <a:pt x="233061" y="13538"/>
                  </a:lnTo>
                  <a:lnTo>
                    <a:pt x="228174" y="11532"/>
                  </a:lnTo>
                  <a:lnTo>
                    <a:pt x="223226" y="9682"/>
                  </a:lnTo>
                  <a:lnTo>
                    <a:pt x="218222" y="7989"/>
                  </a:lnTo>
                  <a:lnTo>
                    <a:pt x="213167" y="6455"/>
                  </a:lnTo>
                  <a:lnTo>
                    <a:pt x="208066" y="5082"/>
                  </a:lnTo>
                  <a:lnTo>
                    <a:pt x="202924" y="3870"/>
                  </a:lnTo>
                  <a:lnTo>
                    <a:pt x="197747" y="2822"/>
                  </a:lnTo>
                  <a:lnTo>
                    <a:pt x="192539" y="1937"/>
                  </a:lnTo>
                  <a:lnTo>
                    <a:pt x="187305" y="1218"/>
                  </a:lnTo>
                  <a:lnTo>
                    <a:pt x="182052" y="664"/>
                  </a:lnTo>
                  <a:lnTo>
                    <a:pt x="176783" y="277"/>
                  </a:lnTo>
                  <a:lnTo>
                    <a:pt x="171505" y="56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38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781287" y="42138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8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8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8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38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8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8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8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877"/>
              <a:ext cx="4345" cy="167110"/>
            </a:xfrm>
            <a:custGeom>
              <a:avLst/>
              <a:pathLst>
                <a:path w="4345" h="167110">
                  <a:moveTo>
                    <a:pt x="4345" y="0"/>
                  </a:moveTo>
                  <a:lnTo>
                    <a:pt x="0" y="1671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821"/>
              <a:ext cx="4345" cy="167167"/>
            </a:xfrm>
            <a:custGeom>
              <a:avLst/>
              <a:pathLst>
                <a:path w="4345" h="167167">
                  <a:moveTo>
                    <a:pt x="4345" y="5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919400" y="4659281"/>
              <a:ext cx="167124" cy="167167"/>
            </a:xfrm>
            <a:custGeom>
              <a:avLst/>
              <a:pathLst>
                <a:path w="167124" h="167167">
                  <a:moveTo>
                    <a:pt x="167124" y="0"/>
                  </a:moveTo>
                  <a:lnTo>
                    <a:pt x="161733" y="86"/>
                  </a:lnTo>
                  <a:lnTo>
                    <a:pt x="156348" y="347"/>
                  </a:lnTo>
                  <a:lnTo>
                    <a:pt x="150974" y="781"/>
                  </a:lnTo>
                  <a:lnTo>
                    <a:pt x="145617" y="1389"/>
                  </a:lnTo>
                  <a:lnTo>
                    <a:pt x="140282" y="2169"/>
                  </a:lnTo>
                  <a:lnTo>
                    <a:pt x="134975" y="3120"/>
                  </a:lnTo>
                  <a:lnTo>
                    <a:pt x="129701" y="4242"/>
                  </a:lnTo>
                  <a:lnTo>
                    <a:pt x="124467" y="5534"/>
                  </a:lnTo>
                  <a:lnTo>
                    <a:pt x="119276" y="6994"/>
                  </a:lnTo>
                  <a:lnTo>
                    <a:pt x="114136" y="8620"/>
                  </a:lnTo>
                  <a:lnTo>
                    <a:pt x="109050" y="10411"/>
                  </a:lnTo>
                  <a:lnTo>
                    <a:pt x="104025" y="12365"/>
                  </a:lnTo>
                  <a:lnTo>
                    <a:pt x="99066" y="14481"/>
                  </a:lnTo>
                  <a:lnTo>
                    <a:pt x="94178" y="16755"/>
                  </a:lnTo>
                  <a:lnTo>
                    <a:pt x="89365" y="19186"/>
                  </a:lnTo>
                  <a:lnTo>
                    <a:pt x="84633" y="21770"/>
                  </a:lnTo>
                  <a:lnTo>
                    <a:pt x="79987" y="24506"/>
                  </a:lnTo>
                  <a:lnTo>
                    <a:pt x="75432" y="27390"/>
                  </a:lnTo>
                  <a:lnTo>
                    <a:pt x="70972" y="30420"/>
                  </a:lnTo>
                  <a:lnTo>
                    <a:pt x="66612" y="33592"/>
                  </a:lnTo>
                  <a:lnTo>
                    <a:pt x="62357" y="36903"/>
                  </a:lnTo>
                  <a:lnTo>
                    <a:pt x="58211" y="40349"/>
                  </a:lnTo>
                  <a:lnTo>
                    <a:pt x="54178" y="43927"/>
                  </a:lnTo>
                  <a:lnTo>
                    <a:pt x="50262" y="47634"/>
                  </a:lnTo>
                  <a:lnTo>
                    <a:pt x="46468" y="51465"/>
                  </a:lnTo>
                  <a:lnTo>
                    <a:pt x="42799" y="55416"/>
                  </a:lnTo>
                  <a:lnTo>
                    <a:pt x="39260" y="59483"/>
                  </a:lnTo>
                  <a:lnTo>
                    <a:pt x="35854" y="63663"/>
                  </a:lnTo>
                  <a:lnTo>
                    <a:pt x="32585" y="67950"/>
                  </a:lnTo>
                  <a:lnTo>
                    <a:pt x="29455" y="72340"/>
                  </a:lnTo>
                  <a:lnTo>
                    <a:pt x="26469" y="76829"/>
                  </a:lnTo>
                  <a:lnTo>
                    <a:pt x="23628" y="81412"/>
                  </a:lnTo>
                  <a:lnTo>
                    <a:pt x="20938" y="86084"/>
                  </a:lnTo>
                  <a:lnTo>
                    <a:pt x="18399" y="90841"/>
                  </a:lnTo>
                  <a:lnTo>
                    <a:pt x="16015" y="95677"/>
                  </a:lnTo>
                  <a:lnTo>
                    <a:pt x="13788" y="100587"/>
                  </a:lnTo>
                  <a:lnTo>
                    <a:pt x="11721" y="105566"/>
                  </a:lnTo>
                  <a:lnTo>
                    <a:pt x="9815" y="110610"/>
                  </a:lnTo>
                  <a:lnTo>
                    <a:pt x="8073" y="115712"/>
                  </a:lnTo>
                  <a:lnTo>
                    <a:pt x="6496" y="120868"/>
                  </a:lnTo>
                  <a:lnTo>
                    <a:pt x="5087" y="126072"/>
                  </a:lnTo>
                  <a:lnTo>
                    <a:pt x="3846" y="131319"/>
                  </a:lnTo>
                  <a:lnTo>
                    <a:pt x="2775" y="136603"/>
                  </a:lnTo>
                  <a:lnTo>
                    <a:pt x="1874" y="141919"/>
                  </a:lnTo>
                  <a:lnTo>
                    <a:pt x="1146" y="147262"/>
                  </a:lnTo>
                  <a:lnTo>
                    <a:pt x="591" y="152625"/>
                  </a:lnTo>
                  <a:lnTo>
                    <a:pt x="208" y="158003"/>
                  </a:lnTo>
                  <a:lnTo>
                    <a:pt x="0" y="163390"/>
                  </a:lnTo>
                  <a:lnTo>
                    <a:pt x="16712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919400" y="4822672"/>
              <a:ext cx="167124" cy="3776"/>
            </a:xfrm>
            <a:custGeom>
              <a:avLst/>
              <a:pathLst>
                <a:path w="167124" h="3776">
                  <a:moveTo>
                    <a:pt x="0" y="0"/>
                  </a:moveTo>
                  <a:lnTo>
                    <a:pt x="167124" y="37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19400" y="4822672"/>
              <a:ext cx="167124" cy="3776"/>
            </a:xfrm>
            <a:custGeom>
              <a:avLst/>
              <a:pathLst>
                <a:path w="167124" h="3776">
                  <a:moveTo>
                    <a:pt x="0" y="0"/>
                  </a:moveTo>
                  <a:lnTo>
                    <a:pt x="167124" y="37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19400" y="4822672"/>
              <a:ext cx="167124" cy="3776"/>
            </a:xfrm>
            <a:custGeom>
              <a:avLst/>
              <a:pathLst>
                <a:path w="167124" h="3776">
                  <a:moveTo>
                    <a:pt x="0" y="0"/>
                  </a:moveTo>
                  <a:lnTo>
                    <a:pt x="167124" y="37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19400" y="4822672"/>
              <a:ext cx="167124" cy="3776"/>
            </a:xfrm>
            <a:custGeom>
              <a:avLst/>
              <a:pathLst>
                <a:path w="167124" h="3776">
                  <a:moveTo>
                    <a:pt x="0" y="0"/>
                  </a:moveTo>
                  <a:lnTo>
                    <a:pt x="167124" y="37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19400" y="4822672"/>
              <a:ext cx="167124" cy="3776"/>
            </a:xfrm>
            <a:custGeom>
              <a:avLst/>
              <a:pathLst>
                <a:path w="167124" h="3776">
                  <a:moveTo>
                    <a:pt x="0" y="0"/>
                  </a:moveTo>
                  <a:lnTo>
                    <a:pt x="167124" y="37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19400" y="4822672"/>
              <a:ext cx="167124" cy="3776"/>
            </a:xfrm>
            <a:custGeom>
              <a:avLst/>
              <a:pathLst>
                <a:path w="167124" h="3776">
                  <a:moveTo>
                    <a:pt x="0" y="0"/>
                  </a:moveTo>
                  <a:lnTo>
                    <a:pt x="167124" y="37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19400" y="4822672"/>
              <a:ext cx="167124" cy="3776"/>
            </a:xfrm>
            <a:custGeom>
              <a:avLst/>
              <a:pathLst>
                <a:path w="167124" h="3776">
                  <a:moveTo>
                    <a:pt x="0" y="0"/>
                  </a:moveTo>
                  <a:lnTo>
                    <a:pt x="167124" y="37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19400" y="4822672"/>
              <a:ext cx="167124" cy="3776"/>
            </a:xfrm>
            <a:custGeom>
              <a:avLst/>
              <a:pathLst>
                <a:path w="167124" h="3776">
                  <a:moveTo>
                    <a:pt x="0" y="0"/>
                  </a:moveTo>
                  <a:lnTo>
                    <a:pt x="167124" y="37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19400" y="4822672"/>
              <a:ext cx="167124" cy="3776"/>
            </a:xfrm>
            <a:custGeom>
              <a:avLst/>
              <a:pathLst>
                <a:path w="167124" h="3776">
                  <a:moveTo>
                    <a:pt x="0" y="0"/>
                  </a:moveTo>
                  <a:lnTo>
                    <a:pt x="167124" y="37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19391" y="4822672"/>
              <a:ext cx="167133" cy="21387"/>
            </a:xfrm>
            <a:custGeom>
              <a:avLst/>
              <a:pathLst>
                <a:path w="167133" h="21387">
                  <a:moveTo>
                    <a:pt x="8" y="0"/>
                  </a:moveTo>
                  <a:lnTo>
                    <a:pt x="0" y="7139"/>
                  </a:lnTo>
                  <a:lnTo>
                    <a:pt x="296" y="14273"/>
                  </a:lnTo>
                  <a:lnTo>
                    <a:pt x="896" y="21387"/>
                  </a:lnTo>
                  <a:lnTo>
                    <a:pt x="167133" y="37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920287" y="4659281"/>
              <a:ext cx="333388" cy="334333"/>
            </a:xfrm>
            <a:custGeom>
              <a:avLst/>
              <a:pathLst>
                <a:path w="333388" h="334333">
                  <a:moveTo>
                    <a:pt x="0" y="184778"/>
                  </a:moveTo>
                  <a:lnTo>
                    <a:pt x="643" y="190050"/>
                  </a:lnTo>
                  <a:lnTo>
                    <a:pt x="1453" y="195298"/>
                  </a:lnTo>
                  <a:lnTo>
                    <a:pt x="2430" y="200519"/>
                  </a:lnTo>
                  <a:lnTo>
                    <a:pt x="3572" y="205705"/>
                  </a:lnTo>
                  <a:lnTo>
                    <a:pt x="4878" y="210853"/>
                  </a:lnTo>
                  <a:lnTo>
                    <a:pt x="6348" y="215957"/>
                  </a:lnTo>
                  <a:lnTo>
                    <a:pt x="7978" y="221011"/>
                  </a:lnTo>
                  <a:lnTo>
                    <a:pt x="9768" y="226011"/>
                  </a:lnTo>
                  <a:lnTo>
                    <a:pt x="11717" y="230952"/>
                  </a:lnTo>
                  <a:lnTo>
                    <a:pt x="13821" y="235828"/>
                  </a:lnTo>
                  <a:lnTo>
                    <a:pt x="16079" y="240635"/>
                  </a:lnTo>
                  <a:lnTo>
                    <a:pt x="18488" y="245368"/>
                  </a:lnTo>
                  <a:lnTo>
                    <a:pt x="21047" y="250022"/>
                  </a:lnTo>
                  <a:lnTo>
                    <a:pt x="23752" y="254592"/>
                  </a:lnTo>
                  <a:lnTo>
                    <a:pt x="26601" y="259074"/>
                  </a:lnTo>
                  <a:lnTo>
                    <a:pt x="29591" y="263464"/>
                  </a:lnTo>
                  <a:lnTo>
                    <a:pt x="32719" y="267756"/>
                  </a:lnTo>
                  <a:lnTo>
                    <a:pt x="35982" y="271946"/>
                  </a:lnTo>
                  <a:lnTo>
                    <a:pt x="39376" y="276031"/>
                  </a:lnTo>
                  <a:lnTo>
                    <a:pt x="42898" y="280006"/>
                  </a:lnTo>
                  <a:lnTo>
                    <a:pt x="46545" y="283867"/>
                  </a:lnTo>
                  <a:lnTo>
                    <a:pt x="50313" y="287610"/>
                  </a:lnTo>
                  <a:lnTo>
                    <a:pt x="54197" y="291232"/>
                  </a:lnTo>
                  <a:lnTo>
                    <a:pt x="58195" y="294728"/>
                  </a:lnTo>
                  <a:lnTo>
                    <a:pt x="62301" y="298096"/>
                  </a:lnTo>
                  <a:lnTo>
                    <a:pt x="66513" y="301331"/>
                  </a:lnTo>
                  <a:lnTo>
                    <a:pt x="70825" y="304432"/>
                  </a:lnTo>
                  <a:lnTo>
                    <a:pt x="75234" y="307393"/>
                  </a:lnTo>
                  <a:lnTo>
                    <a:pt x="79734" y="310213"/>
                  </a:lnTo>
                  <a:lnTo>
                    <a:pt x="84322" y="312889"/>
                  </a:lnTo>
                  <a:lnTo>
                    <a:pt x="88992" y="315417"/>
                  </a:lnTo>
                  <a:lnTo>
                    <a:pt x="93740" y="317796"/>
                  </a:lnTo>
                  <a:lnTo>
                    <a:pt x="98562" y="320023"/>
                  </a:lnTo>
                  <a:lnTo>
                    <a:pt x="103451" y="322096"/>
                  </a:lnTo>
                  <a:lnTo>
                    <a:pt x="108405" y="324012"/>
                  </a:lnTo>
                  <a:lnTo>
                    <a:pt x="113416" y="325770"/>
                  </a:lnTo>
                  <a:lnTo>
                    <a:pt x="118481" y="327368"/>
                  </a:lnTo>
                  <a:lnTo>
                    <a:pt x="123594" y="328804"/>
                  </a:lnTo>
                  <a:lnTo>
                    <a:pt x="128750" y="330077"/>
                  </a:lnTo>
                  <a:lnTo>
                    <a:pt x="133944" y="331186"/>
                  </a:lnTo>
                  <a:lnTo>
                    <a:pt x="139171" y="332129"/>
                  </a:lnTo>
                  <a:lnTo>
                    <a:pt x="144424" y="332905"/>
                  </a:lnTo>
                  <a:lnTo>
                    <a:pt x="149700" y="333514"/>
                  </a:lnTo>
                  <a:lnTo>
                    <a:pt x="154993" y="333956"/>
                  </a:lnTo>
                  <a:lnTo>
                    <a:pt x="160297" y="334229"/>
                  </a:lnTo>
                  <a:lnTo>
                    <a:pt x="165607" y="334333"/>
                  </a:lnTo>
                  <a:lnTo>
                    <a:pt x="170917" y="334269"/>
                  </a:lnTo>
                  <a:lnTo>
                    <a:pt x="176223" y="334036"/>
                  </a:lnTo>
                  <a:lnTo>
                    <a:pt x="181519" y="333634"/>
                  </a:lnTo>
                  <a:lnTo>
                    <a:pt x="186799" y="333065"/>
                  </a:lnTo>
                  <a:lnTo>
                    <a:pt x="192058" y="332328"/>
                  </a:lnTo>
                  <a:lnTo>
                    <a:pt x="197292" y="331424"/>
                  </a:lnTo>
                  <a:lnTo>
                    <a:pt x="202494" y="330355"/>
                  </a:lnTo>
                  <a:lnTo>
                    <a:pt x="207660" y="329121"/>
                  </a:lnTo>
                  <a:lnTo>
                    <a:pt x="212783" y="327723"/>
                  </a:lnTo>
                  <a:lnTo>
                    <a:pt x="217860" y="326164"/>
                  </a:lnTo>
                  <a:lnTo>
                    <a:pt x="222885" y="324444"/>
                  </a:lnTo>
                  <a:lnTo>
                    <a:pt x="227852" y="322565"/>
                  </a:lnTo>
                  <a:lnTo>
                    <a:pt x="232757" y="320529"/>
                  </a:lnTo>
                  <a:lnTo>
                    <a:pt x="237596" y="318339"/>
                  </a:lnTo>
                  <a:lnTo>
                    <a:pt x="242362" y="315996"/>
                  </a:lnTo>
                  <a:lnTo>
                    <a:pt x="247051" y="313502"/>
                  </a:lnTo>
                  <a:lnTo>
                    <a:pt x="251659" y="310861"/>
                  </a:lnTo>
                  <a:lnTo>
                    <a:pt x="256180" y="308075"/>
                  </a:lnTo>
                  <a:lnTo>
                    <a:pt x="260611" y="305147"/>
                  </a:lnTo>
                  <a:lnTo>
                    <a:pt x="264946" y="302079"/>
                  </a:lnTo>
                  <a:lnTo>
                    <a:pt x="269182" y="298876"/>
                  </a:lnTo>
                  <a:lnTo>
                    <a:pt x="273314" y="295539"/>
                  </a:lnTo>
                  <a:lnTo>
                    <a:pt x="277338" y="292073"/>
                  </a:lnTo>
                  <a:lnTo>
                    <a:pt x="281249" y="288481"/>
                  </a:lnTo>
                  <a:lnTo>
                    <a:pt x="285045" y="284766"/>
                  </a:lnTo>
                  <a:lnTo>
                    <a:pt x="288721" y="280933"/>
                  </a:lnTo>
                  <a:lnTo>
                    <a:pt x="292273" y="276984"/>
                  </a:lnTo>
                  <a:lnTo>
                    <a:pt x="295698" y="272925"/>
                  </a:lnTo>
                  <a:lnTo>
                    <a:pt x="298992" y="268759"/>
                  </a:lnTo>
                  <a:lnTo>
                    <a:pt x="302152" y="264491"/>
                  </a:lnTo>
                  <a:lnTo>
                    <a:pt x="305175" y="260124"/>
                  </a:lnTo>
                  <a:lnTo>
                    <a:pt x="308058" y="255664"/>
                  </a:lnTo>
                  <a:lnTo>
                    <a:pt x="310797" y="251114"/>
                  </a:lnTo>
                  <a:lnTo>
                    <a:pt x="313391" y="246480"/>
                  </a:lnTo>
                  <a:lnTo>
                    <a:pt x="315836" y="241765"/>
                  </a:lnTo>
                  <a:lnTo>
                    <a:pt x="318131" y="236975"/>
                  </a:lnTo>
                  <a:lnTo>
                    <a:pt x="320271" y="232115"/>
                  </a:lnTo>
                  <a:lnTo>
                    <a:pt x="322257" y="227189"/>
                  </a:lnTo>
                  <a:lnTo>
                    <a:pt x="324085" y="222203"/>
                  </a:lnTo>
                  <a:lnTo>
                    <a:pt x="325753" y="217161"/>
                  </a:lnTo>
                  <a:lnTo>
                    <a:pt x="327261" y="212068"/>
                  </a:lnTo>
                  <a:lnTo>
                    <a:pt x="328606" y="206931"/>
                  </a:lnTo>
                  <a:lnTo>
                    <a:pt x="329787" y="201753"/>
                  </a:lnTo>
                  <a:lnTo>
                    <a:pt x="330803" y="196540"/>
                  </a:lnTo>
                  <a:lnTo>
                    <a:pt x="331653" y="191298"/>
                  </a:lnTo>
                  <a:lnTo>
                    <a:pt x="332336" y="186031"/>
                  </a:lnTo>
                  <a:lnTo>
                    <a:pt x="332852" y="180745"/>
                  </a:lnTo>
                  <a:lnTo>
                    <a:pt x="333199" y="175445"/>
                  </a:lnTo>
                  <a:lnTo>
                    <a:pt x="333378" y="170137"/>
                  </a:lnTo>
                  <a:lnTo>
                    <a:pt x="333388" y="164827"/>
                  </a:lnTo>
                  <a:lnTo>
                    <a:pt x="333229" y="159518"/>
                  </a:lnTo>
                  <a:lnTo>
                    <a:pt x="332902" y="154217"/>
                  </a:lnTo>
                  <a:lnTo>
                    <a:pt x="332406" y="148929"/>
                  </a:lnTo>
                  <a:lnTo>
                    <a:pt x="331743" y="143660"/>
                  </a:lnTo>
                  <a:lnTo>
                    <a:pt x="330913" y="138414"/>
                  </a:lnTo>
                  <a:lnTo>
                    <a:pt x="329916" y="133198"/>
                  </a:lnTo>
                  <a:lnTo>
                    <a:pt x="328755" y="128016"/>
                  </a:lnTo>
                  <a:lnTo>
                    <a:pt x="327429" y="122873"/>
                  </a:lnTo>
                  <a:lnTo>
                    <a:pt x="325941" y="117775"/>
                  </a:lnTo>
                  <a:lnTo>
                    <a:pt x="324291" y="112726"/>
                  </a:lnTo>
                  <a:lnTo>
                    <a:pt x="322482" y="107733"/>
                  </a:lnTo>
                  <a:lnTo>
                    <a:pt x="320515" y="102800"/>
                  </a:lnTo>
                  <a:lnTo>
                    <a:pt x="318393" y="97932"/>
                  </a:lnTo>
                  <a:lnTo>
                    <a:pt x="316116" y="93133"/>
                  </a:lnTo>
                  <a:lnTo>
                    <a:pt x="313689" y="88409"/>
                  </a:lnTo>
                  <a:lnTo>
                    <a:pt x="311113" y="83765"/>
                  </a:lnTo>
                  <a:lnTo>
                    <a:pt x="308390" y="79205"/>
                  </a:lnTo>
                  <a:lnTo>
                    <a:pt x="305524" y="74734"/>
                  </a:lnTo>
                  <a:lnTo>
                    <a:pt x="302518" y="70356"/>
                  </a:lnTo>
                  <a:lnTo>
                    <a:pt x="299374" y="66076"/>
                  </a:lnTo>
                  <a:lnTo>
                    <a:pt x="296095" y="61897"/>
                  </a:lnTo>
                  <a:lnTo>
                    <a:pt x="292686" y="57825"/>
                  </a:lnTo>
                  <a:lnTo>
                    <a:pt x="289149" y="53864"/>
                  </a:lnTo>
                  <a:lnTo>
                    <a:pt x="285488" y="50017"/>
                  </a:lnTo>
                  <a:lnTo>
                    <a:pt x="281706" y="46288"/>
                  </a:lnTo>
                  <a:lnTo>
                    <a:pt x="277808" y="42681"/>
                  </a:lnTo>
                  <a:lnTo>
                    <a:pt x="273797" y="39199"/>
                  </a:lnTo>
                  <a:lnTo>
                    <a:pt x="269678" y="35847"/>
                  </a:lnTo>
                  <a:lnTo>
                    <a:pt x="265454" y="32627"/>
                  </a:lnTo>
                  <a:lnTo>
                    <a:pt x="261130" y="29544"/>
                  </a:lnTo>
                  <a:lnTo>
                    <a:pt x="256711" y="26599"/>
                  </a:lnTo>
                  <a:lnTo>
                    <a:pt x="252200" y="23796"/>
                  </a:lnTo>
                  <a:lnTo>
                    <a:pt x="247602" y="21137"/>
                  </a:lnTo>
                  <a:lnTo>
                    <a:pt x="242922" y="18626"/>
                  </a:lnTo>
                  <a:lnTo>
                    <a:pt x="238165" y="16265"/>
                  </a:lnTo>
                  <a:lnTo>
                    <a:pt x="233335" y="14057"/>
                  </a:lnTo>
                  <a:lnTo>
                    <a:pt x="228437" y="12002"/>
                  </a:lnTo>
                  <a:lnTo>
                    <a:pt x="223477" y="10105"/>
                  </a:lnTo>
                  <a:lnTo>
                    <a:pt x="218459" y="8366"/>
                  </a:lnTo>
                  <a:lnTo>
                    <a:pt x="213388" y="6787"/>
                  </a:lnTo>
                  <a:lnTo>
                    <a:pt x="208270" y="5370"/>
                  </a:lnTo>
                  <a:lnTo>
                    <a:pt x="203109" y="4117"/>
                  </a:lnTo>
                  <a:lnTo>
                    <a:pt x="197911" y="3028"/>
                  </a:lnTo>
                  <a:lnTo>
                    <a:pt x="192681" y="2104"/>
                  </a:lnTo>
                  <a:lnTo>
                    <a:pt x="187424" y="1348"/>
                  </a:lnTo>
                  <a:lnTo>
                    <a:pt x="182146" y="758"/>
                  </a:lnTo>
                  <a:lnTo>
                    <a:pt x="176852" y="337"/>
                  </a:lnTo>
                  <a:lnTo>
                    <a:pt x="171547" y="84"/>
                  </a:lnTo>
                  <a:lnTo>
                    <a:pt x="166237" y="0"/>
                  </a:lnTo>
                  <a:lnTo>
                    <a:pt x="16623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6237" y="5018213"/>
              <a:ext cx="2483" cy="167167"/>
            </a:xfrm>
            <a:custGeom>
              <a:avLst/>
              <a:pathLst>
                <a:path w="2483" h="167167">
                  <a:moveTo>
                    <a:pt x="2483" y="0"/>
                  </a:moveTo>
                  <a:lnTo>
                    <a:pt x="0" y="18"/>
                  </a:lnTo>
                  <a:lnTo>
                    <a:pt x="248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321553" y="5018231"/>
              <a:ext cx="334334" cy="334299"/>
            </a:xfrm>
            <a:custGeom>
              <a:avLst/>
              <a:pathLst>
                <a:path w="334334" h="334299">
                  <a:moveTo>
                    <a:pt x="164683" y="0"/>
                  </a:moveTo>
                  <a:lnTo>
                    <a:pt x="159382" y="162"/>
                  </a:lnTo>
                  <a:lnTo>
                    <a:pt x="154089" y="493"/>
                  </a:lnTo>
                  <a:lnTo>
                    <a:pt x="148809" y="992"/>
                  </a:lnTo>
                  <a:lnTo>
                    <a:pt x="143547" y="1658"/>
                  </a:lnTo>
                  <a:lnTo>
                    <a:pt x="138309" y="2491"/>
                  </a:lnTo>
                  <a:lnTo>
                    <a:pt x="133100" y="3489"/>
                  </a:lnTo>
                  <a:lnTo>
                    <a:pt x="127926" y="4652"/>
                  </a:lnTo>
                  <a:lnTo>
                    <a:pt x="122791" y="5979"/>
                  </a:lnTo>
                  <a:lnTo>
                    <a:pt x="117700" y="7467"/>
                  </a:lnTo>
                  <a:lnTo>
                    <a:pt x="112660" y="9117"/>
                  </a:lnTo>
                  <a:lnTo>
                    <a:pt x="107674" y="10926"/>
                  </a:lnTo>
                  <a:lnTo>
                    <a:pt x="102748" y="12892"/>
                  </a:lnTo>
                  <a:lnTo>
                    <a:pt x="97887" y="15013"/>
                  </a:lnTo>
                  <a:lnTo>
                    <a:pt x="93096" y="17287"/>
                  </a:lnTo>
                  <a:lnTo>
                    <a:pt x="88379" y="19712"/>
                  </a:lnTo>
                  <a:lnTo>
                    <a:pt x="83742" y="22286"/>
                  </a:lnTo>
                  <a:lnTo>
                    <a:pt x="79189" y="25005"/>
                  </a:lnTo>
                  <a:lnTo>
                    <a:pt x="74724" y="27867"/>
                  </a:lnTo>
                  <a:lnTo>
                    <a:pt x="70352" y="30870"/>
                  </a:lnTo>
                  <a:lnTo>
                    <a:pt x="66078" y="34010"/>
                  </a:lnTo>
                  <a:lnTo>
                    <a:pt x="61905" y="37284"/>
                  </a:lnTo>
                  <a:lnTo>
                    <a:pt x="57838" y="40688"/>
                  </a:lnTo>
                  <a:lnTo>
                    <a:pt x="53882" y="44220"/>
                  </a:lnTo>
                  <a:lnTo>
                    <a:pt x="50039" y="47876"/>
                  </a:lnTo>
                  <a:lnTo>
                    <a:pt x="46314" y="51651"/>
                  </a:lnTo>
                  <a:lnTo>
                    <a:pt x="42711" y="55543"/>
                  </a:lnTo>
                  <a:lnTo>
                    <a:pt x="39234" y="59547"/>
                  </a:lnTo>
                  <a:lnTo>
                    <a:pt x="35885" y="63660"/>
                  </a:lnTo>
                  <a:lnTo>
                    <a:pt x="32668" y="67876"/>
                  </a:lnTo>
                  <a:lnTo>
                    <a:pt x="29586" y="72193"/>
                  </a:lnTo>
                  <a:lnTo>
                    <a:pt x="26643" y="76605"/>
                  </a:lnTo>
                  <a:lnTo>
                    <a:pt x="23842" y="81109"/>
                  </a:lnTo>
                  <a:lnTo>
                    <a:pt x="21184" y="85698"/>
                  </a:lnTo>
                  <a:lnTo>
                    <a:pt x="18674" y="90370"/>
                  </a:lnTo>
                  <a:lnTo>
                    <a:pt x="16313" y="95120"/>
                  </a:lnTo>
                  <a:lnTo>
                    <a:pt x="14104" y="99941"/>
                  </a:lnTo>
                  <a:lnTo>
                    <a:pt x="12049" y="104831"/>
                  </a:lnTo>
                  <a:lnTo>
                    <a:pt x="10151" y="109783"/>
                  </a:lnTo>
                  <a:lnTo>
                    <a:pt x="8410" y="114793"/>
                  </a:lnTo>
                  <a:lnTo>
                    <a:pt x="6829" y="119855"/>
                  </a:lnTo>
                  <a:lnTo>
                    <a:pt x="5409" y="124965"/>
                  </a:lnTo>
                  <a:lnTo>
                    <a:pt x="4152" y="130118"/>
                  </a:lnTo>
                  <a:lnTo>
                    <a:pt x="3060" y="135308"/>
                  </a:lnTo>
                  <a:lnTo>
                    <a:pt x="2132" y="140529"/>
                  </a:lnTo>
                  <a:lnTo>
                    <a:pt x="1371" y="145778"/>
                  </a:lnTo>
                  <a:lnTo>
                    <a:pt x="776" y="151048"/>
                  </a:lnTo>
                  <a:lnTo>
                    <a:pt x="349" y="156335"/>
                  </a:lnTo>
                  <a:lnTo>
                    <a:pt x="90" y="161632"/>
                  </a:lnTo>
                  <a:lnTo>
                    <a:pt x="0" y="166935"/>
                  </a:lnTo>
                  <a:lnTo>
                    <a:pt x="77" y="172238"/>
                  </a:lnTo>
                  <a:lnTo>
                    <a:pt x="322" y="177536"/>
                  </a:lnTo>
                  <a:lnTo>
                    <a:pt x="736" y="182823"/>
                  </a:lnTo>
                  <a:lnTo>
                    <a:pt x="1317" y="188095"/>
                  </a:lnTo>
                  <a:lnTo>
                    <a:pt x="2065" y="193346"/>
                  </a:lnTo>
                  <a:lnTo>
                    <a:pt x="2979" y="198570"/>
                  </a:lnTo>
                  <a:lnTo>
                    <a:pt x="4058" y="203763"/>
                  </a:lnTo>
                  <a:lnTo>
                    <a:pt x="5302" y="208918"/>
                  </a:lnTo>
                  <a:lnTo>
                    <a:pt x="6708" y="214032"/>
                  </a:lnTo>
                  <a:lnTo>
                    <a:pt x="8277" y="219099"/>
                  </a:lnTo>
                  <a:lnTo>
                    <a:pt x="10004" y="224113"/>
                  </a:lnTo>
                  <a:lnTo>
                    <a:pt x="11891" y="229070"/>
                  </a:lnTo>
                  <a:lnTo>
                    <a:pt x="13933" y="233964"/>
                  </a:lnTo>
                  <a:lnTo>
                    <a:pt x="16130" y="238792"/>
                  </a:lnTo>
                  <a:lnTo>
                    <a:pt x="18478" y="243547"/>
                  </a:lnTo>
                  <a:lnTo>
                    <a:pt x="20977" y="248225"/>
                  </a:lnTo>
                  <a:lnTo>
                    <a:pt x="23622" y="252822"/>
                  </a:lnTo>
                  <a:lnTo>
                    <a:pt x="26412" y="257332"/>
                  </a:lnTo>
                  <a:lnTo>
                    <a:pt x="29344" y="261752"/>
                  </a:lnTo>
                  <a:lnTo>
                    <a:pt x="32415" y="266077"/>
                  </a:lnTo>
                  <a:lnTo>
                    <a:pt x="35621" y="270302"/>
                  </a:lnTo>
                  <a:lnTo>
                    <a:pt x="38959" y="274423"/>
                  </a:lnTo>
                  <a:lnTo>
                    <a:pt x="42427" y="278436"/>
                  </a:lnTo>
                  <a:lnTo>
                    <a:pt x="46020" y="282337"/>
                  </a:lnTo>
                  <a:lnTo>
                    <a:pt x="49735" y="286122"/>
                  </a:lnTo>
                  <a:lnTo>
                    <a:pt x="53568" y="289787"/>
                  </a:lnTo>
                  <a:lnTo>
                    <a:pt x="57516" y="293329"/>
                  </a:lnTo>
                  <a:lnTo>
                    <a:pt x="61573" y="296744"/>
                  </a:lnTo>
                  <a:lnTo>
                    <a:pt x="65738" y="300028"/>
                  </a:lnTo>
                  <a:lnTo>
                    <a:pt x="70004" y="303179"/>
                  </a:lnTo>
                  <a:lnTo>
                    <a:pt x="74368" y="306193"/>
                  </a:lnTo>
                  <a:lnTo>
                    <a:pt x="78826" y="309067"/>
                  </a:lnTo>
                  <a:lnTo>
                    <a:pt x="83372" y="311798"/>
                  </a:lnTo>
                  <a:lnTo>
                    <a:pt x="88003" y="314383"/>
                  </a:lnTo>
                  <a:lnTo>
                    <a:pt x="92713" y="316820"/>
                  </a:lnTo>
                  <a:lnTo>
                    <a:pt x="97499" y="319107"/>
                  </a:lnTo>
                  <a:lnTo>
                    <a:pt x="102354" y="321240"/>
                  </a:lnTo>
                  <a:lnTo>
                    <a:pt x="107275" y="323219"/>
                  </a:lnTo>
                  <a:lnTo>
                    <a:pt x="112256" y="325040"/>
                  </a:lnTo>
                  <a:lnTo>
                    <a:pt x="117293" y="326703"/>
                  </a:lnTo>
                  <a:lnTo>
                    <a:pt x="122379" y="328204"/>
                  </a:lnTo>
                  <a:lnTo>
                    <a:pt x="127511" y="329544"/>
                  </a:lnTo>
                  <a:lnTo>
                    <a:pt x="132682" y="330720"/>
                  </a:lnTo>
                  <a:lnTo>
                    <a:pt x="137889" y="331732"/>
                  </a:lnTo>
                  <a:lnTo>
                    <a:pt x="143124" y="332578"/>
                  </a:lnTo>
                  <a:lnTo>
                    <a:pt x="148384" y="333257"/>
                  </a:lnTo>
                  <a:lnTo>
                    <a:pt x="153663" y="333770"/>
                  </a:lnTo>
                  <a:lnTo>
                    <a:pt x="158956" y="334114"/>
                  </a:lnTo>
                  <a:lnTo>
                    <a:pt x="164256" y="334291"/>
                  </a:lnTo>
                  <a:lnTo>
                    <a:pt x="169560" y="334299"/>
                  </a:lnTo>
                  <a:lnTo>
                    <a:pt x="174861" y="334139"/>
                  </a:lnTo>
                  <a:lnTo>
                    <a:pt x="180155" y="333811"/>
                  </a:lnTo>
                  <a:lnTo>
                    <a:pt x="185435" y="333315"/>
                  </a:lnTo>
                  <a:lnTo>
                    <a:pt x="190697" y="332652"/>
                  </a:lnTo>
                  <a:lnTo>
                    <a:pt x="195935" y="331822"/>
                  </a:lnTo>
                  <a:lnTo>
                    <a:pt x="201145" y="330826"/>
                  </a:lnTo>
                  <a:lnTo>
                    <a:pt x="206320" y="329666"/>
                  </a:lnTo>
                  <a:lnTo>
                    <a:pt x="211456" y="328342"/>
                  </a:lnTo>
                  <a:lnTo>
                    <a:pt x="216547" y="326856"/>
                  </a:lnTo>
                  <a:lnTo>
                    <a:pt x="221588" y="325209"/>
                  </a:lnTo>
                  <a:lnTo>
                    <a:pt x="226575" y="323403"/>
                  </a:lnTo>
                  <a:lnTo>
                    <a:pt x="231502" y="321440"/>
                  </a:lnTo>
                  <a:lnTo>
                    <a:pt x="236364" y="319322"/>
                  </a:lnTo>
                  <a:lnTo>
                    <a:pt x="241157" y="317050"/>
                  </a:lnTo>
                  <a:lnTo>
                    <a:pt x="245875" y="314627"/>
                  </a:lnTo>
                  <a:lnTo>
                    <a:pt x="250513" y="312056"/>
                  </a:lnTo>
                  <a:lnTo>
                    <a:pt x="255068" y="309340"/>
                  </a:lnTo>
                  <a:lnTo>
                    <a:pt x="259535" y="306480"/>
                  </a:lnTo>
                  <a:lnTo>
                    <a:pt x="263908" y="303479"/>
                  </a:lnTo>
                  <a:lnTo>
                    <a:pt x="268184" y="300342"/>
                  </a:lnTo>
                  <a:lnTo>
                    <a:pt x="272359" y="297070"/>
                  </a:lnTo>
                  <a:lnTo>
                    <a:pt x="276427" y="293668"/>
                  </a:lnTo>
                  <a:lnTo>
                    <a:pt x="280386" y="290138"/>
                  </a:lnTo>
                  <a:lnTo>
                    <a:pt x="284230" y="286485"/>
                  </a:lnTo>
                  <a:lnTo>
                    <a:pt x="287957" y="282711"/>
                  </a:lnTo>
                  <a:lnTo>
                    <a:pt x="291562" y="278821"/>
                  </a:lnTo>
                  <a:lnTo>
                    <a:pt x="295042" y="274819"/>
                  </a:lnTo>
                  <a:lnTo>
                    <a:pt x="298393" y="270708"/>
                  </a:lnTo>
                  <a:lnTo>
                    <a:pt x="301612" y="266493"/>
                  </a:lnTo>
                  <a:lnTo>
                    <a:pt x="304696" y="262178"/>
                  </a:lnTo>
                  <a:lnTo>
                    <a:pt x="307641" y="257768"/>
                  </a:lnTo>
                  <a:lnTo>
                    <a:pt x="310445" y="253266"/>
                  </a:lnTo>
                  <a:lnTo>
                    <a:pt x="313105" y="248677"/>
                  </a:lnTo>
                  <a:lnTo>
                    <a:pt x="315618" y="244007"/>
                  </a:lnTo>
                  <a:lnTo>
                    <a:pt x="317981" y="239259"/>
                  </a:lnTo>
                  <a:lnTo>
                    <a:pt x="320193" y="234438"/>
                  </a:lnTo>
                  <a:lnTo>
                    <a:pt x="322251" y="229550"/>
                  </a:lnTo>
                  <a:lnTo>
                    <a:pt x="324152" y="224599"/>
                  </a:lnTo>
                  <a:lnTo>
                    <a:pt x="325896" y="219590"/>
                  </a:lnTo>
                  <a:lnTo>
                    <a:pt x="327479" y="214529"/>
                  </a:lnTo>
                  <a:lnTo>
                    <a:pt x="328902" y="209419"/>
                  </a:lnTo>
                  <a:lnTo>
                    <a:pt x="330161" y="204267"/>
                  </a:lnTo>
                  <a:lnTo>
                    <a:pt x="331257" y="199078"/>
                  </a:lnTo>
                  <a:lnTo>
                    <a:pt x="332187" y="193857"/>
                  </a:lnTo>
                  <a:lnTo>
                    <a:pt x="332951" y="188608"/>
                  </a:lnTo>
                  <a:lnTo>
                    <a:pt x="333548" y="183339"/>
                  </a:lnTo>
                  <a:lnTo>
                    <a:pt x="333978" y="178052"/>
                  </a:lnTo>
                  <a:lnTo>
                    <a:pt x="334240" y="172755"/>
                  </a:lnTo>
                  <a:lnTo>
                    <a:pt x="334334" y="167452"/>
                  </a:lnTo>
                  <a:lnTo>
                    <a:pt x="334259" y="162149"/>
                  </a:lnTo>
                  <a:lnTo>
                    <a:pt x="334017" y="156851"/>
                  </a:lnTo>
                  <a:lnTo>
                    <a:pt x="333606" y="151563"/>
                  </a:lnTo>
                  <a:lnTo>
                    <a:pt x="333028" y="146291"/>
                  </a:lnTo>
                  <a:lnTo>
                    <a:pt x="332283" y="141040"/>
                  </a:lnTo>
                  <a:lnTo>
                    <a:pt x="331372" y="135816"/>
                  </a:lnTo>
                  <a:lnTo>
                    <a:pt x="330295" y="130622"/>
                  </a:lnTo>
                  <a:lnTo>
                    <a:pt x="329054" y="125466"/>
                  </a:lnTo>
                  <a:lnTo>
                    <a:pt x="327650" y="120352"/>
                  </a:lnTo>
                  <a:lnTo>
                    <a:pt x="326085" y="115284"/>
                  </a:lnTo>
                  <a:lnTo>
                    <a:pt x="324360" y="110269"/>
                  </a:lnTo>
                  <a:lnTo>
                    <a:pt x="322476" y="105311"/>
                  </a:lnTo>
                  <a:lnTo>
                    <a:pt x="320437" y="100415"/>
                  </a:lnTo>
                  <a:lnTo>
                    <a:pt x="318243" y="95587"/>
                  </a:lnTo>
                  <a:lnTo>
                    <a:pt x="315896" y="90830"/>
                  </a:lnTo>
                  <a:lnTo>
                    <a:pt x="313401" y="86151"/>
                  </a:lnTo>
                  <a:lnTo>
                    <a:pt x="310758" y="81553"/>
                  </a:lnTo>
                  <a:lnTo>
                    <a:pt x="307970" y="77041"/>
                  </a:lnTo>
                  <a:lnTo>
                    <a:pt x="305041" y="72619"/>
                  </a:lnTo>
                  <a:lnTo>
                    <a:pt x="301973" y="68293"/>
                  </a:lnTo>
                  <a:lnTo>
                    <a:pt x="298769" y="64067"/>
                  </a:lnTo>
                  <a:lnTo>
                    <a:pt x="295432" y="59944"/>
                  </a:lnTo>
                  <a:lnTo>
                    <a:pt x="291967" y="55929"/>
                  </a:lnTo>
                  <a:lnTo>
                    <a:pt x="288376" y="52026"/>
                  </a:lnTo>
                  <a:lnTo>
                    <a:pt x="284663" y="48239"/>
                  </a:lnTo>
                  <a:lnTo>
                    <a:pt x="280832" y="44571"/>
                  </a:lnTo>
                  <a:lnTo>
                    <a:pt x="276886" y="41027"/>
                  </a:lnTo>
                  <a:lnTo>
                    <a:pt x="272830" y="37610"/>
                  </a:lnTo>
                  <a:lnTo>
                    <a:pt x="268668" y="34323"/>
                  </a:lnTo>
                  <a:lnTo>
                    <a:pt x="264403" y="31170"/>
                  </a:lnTo>
                  <a:lnTo>
                    <a:pt x="260041" y="28154"/>
                  </a:lnTo>
                  <a:lnTo>
                    <a:pt x="255585" y="25278"/>
                  </a:lnTo>
                  <a:lnTo>
                    <a:pt x="251040" y="22545"/>
                  </a:lnTo>
                  <a:lnTo>
                    <a:pt x="246410" y="19957"/>
                  </a:lnTo>
                  <a:lnTo>
                    <a:pt x="241701" y="17517"/>
                  </a:lnTo>
                  <a:lnTo>
                    <a:pt x="236917" y="15228"/>
                  </a:lnTo>
                  <a:lnTo>
                    <a:pt x="232062" y="13092"/>
                  </a:lnTo>
                  <a:lnTo>
                    <a:pt x="227143" y="11111"/>
                  </a:lnTo>
                  <a:lnTo>
                    <a:pt x="222163" y="9286"/>
                  </a:lnTo>
                  <a:lnTo>
                    <a:pt x="217127" y="7621"/>
                  </a:lnTo>
                  <a:lnTo>
                    <a:pt x="212041" y="6117"/>
                  </a:lnTo>
                  <a:lnTo>
                    <a:pt x="206911" y="4774"/>
                  </a:lnTo>
                  <a:lnTo>
                    <a:pt x="201740" y="3595"/>
                  </a:lnTo>
                  <a:lnTo>
                    <a:pt x="196534" y="2581"/>
                  </a:lnTo>
                  <a:lnTo>
                    <a:pt x="191299" y="1732"/>
                  </a:lnTo>
                  <a:lnTo>
                    <a:pt x="186039" y="1050"/>
                  </a:lnTo>
                  <a:lnTo>
                    <a:pt x="180760" y="535"/>
                  </a:lnTo>
                  <a:lnTo>
                    <a:pt x="175468" y="187"/>
                  </a:lnTo>
                  <a:lnTo>
                    <a:pt x="170168" y="8"/>
                  </a:lnTo>
                  <a:lnTo>
                    <a:pt x="167167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488720" y="5018213"/>
              <a:ext cx="3000" cy="167167"/>
            </a:xfrm>
            <a:custGeom>
              <a:avLst/>
              <a:pathLst>
                <a:path w="3000" h="167167">
                  <a:moveTo>
                    <a:pt x="3000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797340" y="5269756"/>
              <a:ext cx="167160" cy="184778"/>
            </a:xfrm>
            <a:custGeom>
              <a:avLst/>
              <a:pathLst>
                <a:path w="167160" h="184778">
                  <a:moveTo>
                    <a:pt x="167160" y="0"/>
                  </a:moveTo>
                  <a:lnTo>
                    <a:pt x="161772" y="86"/>
                  </a:lnTo>
                  <a:lnTo>
                    <a:pt x="156390" y="347"/>
                  </a:lnTo>
                  <a:lnTo>
                    <a:pt x="151019" y="781"/>
                  </a:lnTo>
                  <a:lnTo>
                    <a:pt x="145664" y="1387"/>
                  </a:lnTo>
                  <a:lnTo>
                    <a:pt x="140332" y="2166"/>
                  </a:lnTo>
                  <a:lnTo>
                    <a:pt x="135027" y="3117"/>
                  </a:lnTo>
                  <a:lnTo>
                    <a:pt x="129757" y="4238"/>
                  </a:lnTo>
                  <a:lnTo>
                    <a:pt x="124524" y="5528"/>
                  </a:lnTo>
                  <a:lnTo>
                    <a:pt x="119337" y="6986"/>
                  </a:lnTo>
                  <a:lnTo>
                    <a:pt x="114199" y="8611"/>
                  </a:lnTo>
                  <a:lnTo>
                    <a:pt x="109116" y="10400"/>
                  </a:lnTo>
                  <a:lnTo>
                    <a:pt x="104093" y="12353"/>
                  </a:lnTo>
                  <a:lnTo>
                    <a:pt x="99136" y="14466"/>
                  </a:lnTo>
                  <a:lnTo>
                    <a:pt x="94249" y="16738"/>
                  </a:lnTo>
                  <a:lnTo>
                    <a:pt x="89439" y="19166"/>
                  </a:lnTo>
                  <a:lnTo>
                    <a:pt x="84709" y="21748"/>
                  </a:lnTo>
                  <a:lnTo>
                    <a:pt x="80064" y="24481"/>
                  </a:lnTo>
                  <a:lnTo>
                    <a:pt x="75511" y="27363"/>
                  </a:lnTo>
                  <a:lnTo>
                    <a:pt x="71052" y="30389"/>
                  </a:lnTo>
                  <a:lnTo>
                    <a:pt x="66693" y="33558"/>
                  </a:lnTo>
                  <a:lnTo>
                    <a:pt x="62439" y="36866"/>
                  </a:lnTo>
                  <a:lnTo>
                    <a:pt x="58294" y="40309"/>
                  </a:lnTo>
                  <a:lnTo>
                    <a:pt x="54261" y="43884"/>
                  </a:lnTo>
                  <a:lnTo>
                    <a:pt x="50347" y="47587"/>
                  </a:lnTo>
                  <a:lnTo>
                    <a:pt x="46553" y="51414"/>
                  </a:lnTo>
                  <a:lnTo>
                    <a:pt x="42885" y="55361"/>
                  </a:lnTo>
                  <a:lnTo>
                    <a:pt x="39346" y="59425"/>
                  </a:lnTo>
                  <a:lnTo>
                    <a:pt x="35939" y="63601"/>
                  </a:lnTo>
                  <a:lnTo>
                    <a:pt x="32669" y="67884"/>
                  </a:lnTo>
                  <a:lnTo>
                    <a:pt x="29539" y="72271"/>
                  </a:lnTo>
                  <a:lnTo>
                    <a:pt x="26552" y="76756"/>
                  </a:lnTo>
                  <a:lnTo>
                    <a:pt x="23711" y="81335"/>
                  </a:lnTo>
                  <a:lnTo>
                    <a:pt x="21019" y="86003"/>
                  </a:lnTo>
                  <a:lnTo>
                    <a:pt x="18479" y="90755"/>
                  </a:lnTo>
                  <a:lnTo>
                    <a:pt x="16093" y="95587"/>
                  </a:lnTo>
                  <a:lnTo>
                    <a:pt x="13864" y="100494"/>
                  </a:lnTo>
                  <a:lnTo>
                    <a:pt x="11795" y="105469"/>
                  </a:lnTo>
                  <a:lnTo>
                    <a:pt x="9887" y="110509"/>
                  </a:lnTo>
                  <a:lnTo>
                    <a:pt x="8143" y="115608"/>
                  </a:lnTo>
                  <a:lnTo>
                    <a:pt x="6564" y="120760"/>
                  </a:lnTo>
                  <a:lnTo>
                    <a:pt x="5151" y="125960"/>
                  </a:lnTo>
                  <a:lnTo>
                    <a:pt x="3907" y="131204"/>
                  </a:lnTo>
                  <a:lnTo>
                    <a:pt x="2833" y="136484"/>
                  </a:lnTo>
                  <a:lnTo>
                    <a:pt x="1929" y="141797"/>
                  </a:lnTo>
                  <a:lnTo>
                    <a:pt x="1197" y="147136"/>
                  </a:lnTo>
                  <a:lnTo>
                    <a:pt x="638" y="152495"/>
                  </a:lnTo>
                  <a:lnTo>
                    <a:pt x="252" y="157870"/>
                  </a:lnTo>
                  <a:lnTo>
                    <a:pt x="39" y="163255"/>
                  </a:lnTo>
                  <a:lnTo>
                    <a:pt x="0" y="168644"/>
                  </a:lnTo>
                  <a:lnTo>
                    <a:pt x="134" y="174031"/>
                  </a:lnTo>
                  <a:lnTo>
                    <a:pt x="442" y="179411"/>
                  </a:lnTo>
                  <a:lnTo>
                    <a:pt x="923" y="18477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798264" y="5269756"/>
              <a:ext cx="333388" cy="334333"/>
            </a:xfrm>
            <a:custGeom>
              <a:avLst/>
              <a:pathLst>
                <a:path w="333388" h="334333">
                  <a:moveTo>
                    <a:pt x="0" y="184778"/>
                  </a:moveTo>
                  <a:lnTo>
                    <a:pt x="643" y="190050"/>
                  </a:lnTo>
                  <a:lnTo>
                    <a:pt x="1453" y="195298"/>
                  </a:lnTo>
                  <a:lnTo>
                    <a:pt x="2430" y="200519"/>
                  </a:lnTo>
                  <a:lnTo>
                    <a:pt x="3572" y="205705"/>
                  </a:lnTo>
                  <a:lnTo>
                    <a:pt x="4878" y="210853"/>
                  </a:lnTo>
                  <a:lnTo>
                    <a:pt x="6348" y="215957"/>
                  </a:lnTo>
                  <a:lnTo>
                    <a:pt x="7978" y="221011"/>
                  </a:lnTo>
                  <a:lnTo>
                    <a:pt x="9768" y="226011"/>
                  </a:lnTo>
                  <a:lnTo>
                    <a:pt x="11717" y="230952"/>
                  </a:lnTo>
                  <a:lnTo>
                    <a:pt x="13821" y="235828"/>
                  </a:lnTo>
                  <a:lnTo>
                    <a:pt x="16079" y="240635"/>
                  </a:lnTo>
                  <a:lnTo>
                    <a:pt x="18488" y="245368"/>
                  </a:lnTo>
                  <a:lnTo>
                    <a:pt x="21047" y="250022"/>
                  </a:lnTo>
                  <a:lnTo>
                    <a:pt x="23752" y="254592"/>
                  </a:lnTo>
                  <a:lnTo>
                    <a:pt x="26601" y="259074"/>
                  </a:lnTo>
                  <a:lnTo>
                    <a:pt x="29591" y="263464"/>
                  </a:lnTo>
                  <a:lnTo>
                    <a:pt x="32719" y="267756"/>
                  </a:lnTo>
                  <a:lnTo>
                    <a:pt x="35982" y="271946"/>
                  </a:lnTo>
                  <a:lnTo>
                    <a:pt x="39376" y="276031"/>
                  </a:lnTo>
                  <a:lnTo>
                    <a:pt x="42898" y="280006"/>
                  </a:lnTo>
                  <a:lnTo>
                    <a:pt x="46545" y="283867"/>
                  </a:lnTo>
                  <a:lnTo>
                    <a:pt x="50313" y="287610"/>
                  </a:lnTo>
                  <a:lnTo>
                    <a:pt x="54197" y="291232"/>
                  </a:lnTo>
                  <a:lnTo>
                    <a:pt x="58195" y="294728"/>
                  </a:lnTo>
                  <a:lnTo>
                    <a:pt x="62301" y="298096"/>
                  </a:lnTo>
                  <a:lnTo>
                    <a:pt x="66513" y="301331"/>
                  </a:lnTo>
                  <a:lnTo>
                    <a:pt x="70825" y="304432"/>
                  </a:lnTo>
                  <a:lnTo>
                    <a:pt x="75234" y="307393"/>
                  </a:lnTo>
                  <a:lnTo>
                    <a:pt x="79734" y="310213"/>
                  </a:lnTo>
                  <a:lnTo>
                    <a:pt x="84322" y="312889"/>
                  </a:lnTo>
                  <a:lnTo>
                    <a:pt x="88992" y="315417"/>
                  </a:lnTo>
                  <a:lnTo>
                    <a:pt x="93740" y="317796"/>
                  </a:lnTo>
                  <a:lnTo>
                    <a:pt x="98562" y="320023"/>
                  </a:lnTo>
                  <a:lnTo>
                    <a:pt x="103451" y="322096"/>
                  </a:lnTo>
                  <a:lnTo>
                    <a:pt x="108405" y="324012"/>
                  </a:lnTo>
                  <a:lnTo>
                    <a:pt x="113416" y="325770"/>
                  </a:lnTo>
                  <a:lnTo>
                    <a:pt x="118481" y="327368"/>
                  </a:lnTo>
                  <a:lnTo>
                    <a:pt x="123594" y="328804"/>
                  </a:lnTo>
                  <a:lnTo>
                    <a:pt x="128750" y="330077"/>
                  </a:lnTo>
                  <a:lnTo>
                    <a:pt x="133944" y="331186"/>
                  </a:lnTo>
                  <a:lnTo>
                    <a:pt x="139171" y="332129"/>
                  </a:lnTo>
                  <a:lnTo>
                    <a:pt x="144424" y="332905"/>
                  </a:lnTo>
                  <a:lnTo>
                    <a:pt x="149700" y="333514"/>
                  </a:lnTo>
                  <a:lnTo>
                    <a:pt x="154993" y="333956"/>
                  </a:lnTo>
                  <a:lnTo>
                    <a:pt x="160297" y="334229"/>
                  </a:lnTo>
                  <a:lnTo>
                    <a:pt x="165607" y="334333"/>
                  </a:lnTo>
                  <a:lnTo>
                    <a:pt x="170917" y="334269"/>
                  </a:lnTo>
                  <a:lnTo>
                    <a:pt x="176223" y="334036"/>
                  </a:lnTo>
                  <a:lnTo>
                    <a:pt x="181519" y="333634"/>
                  </a:lnTo>
                  <a:lnTo>
                    <a:pt x="186799" y="333065"/>
                  </a:lnTo>
                  <a:lnTo>
                    <a:pt x="192058" y="332328"/>
                  </a:lnTo>
                  <a:lnTo>
                    <a:pt x="197292" y="331424"/>
                  </a:lnTo>
                  <a:lnTo>
                    <a:pt x="202494" y="330355"/>
                  </a:lnTo>
                  <a:lnTo>
                    <a:pt x="207660" y="329121"/>
                  </a:lnTo>
                  <a:lnTo>
                    <a:pt x="212783" y="327723"/>
                  </a:lnTo>
                  <a:lnTo>
                    <a:pt x="217860" y="326164"/>
                  </a:lnTo>
                  <a:lnTo>
                    <a:pt x="222885" y="324444"/>
                  </a:lnTo>
                  <a:lnTo>
                    <a:pt x="227852" y="322565"/>
                  </a:lnTo>
                  <a:lnTo>
                    <a:pt x="232757" y="320529"/>
                  </a:lnTo>
                  <a:lnTo>
                    <a:pt x="237596" y="318339"/>
                  </a:lnTo>
                  <a:lnTo>
                    <a:pt x="242362" y="315996"/>
                  </a:lnTo>
                  <a:lnTo>
                    <a:pt x="247051" y="313502"/>
                  </a:lnTo>
                  <a:lnTo>
                    <a:pt x="251659" y="310861"/>
                  </a:lnTo>
                  <a:lnTo>
                    <a:pt x="256180" y="308075"/>
                  </a:lnTo>
                  <a:lnTo>
                    <a:pt x="260611" y="305147"/>
                  </a:lnTo>
                  <a:lnTo>
                    <a:pt x="264946" y="302079"/>
                  </a:lnTo>
                  <a:lnTo>
                    <a:pt x="269182" y="298876"/>
                  </a:lnTo>
                  <a:lnTo>
                    <a:pt x="273314" y="295539"/>
                  </a:lnTo>
                  <a:lnTo>
                    <a:pt x="277338" y="292073"/>
                  </a:lnTo>
                  <a:lnTo>
                    <a:pt x="281249" y="288481"/>
                  </a:lnTo>
                  <a:lnTo>
                    <a:pt x="285045" y="284766"/>
                  </a:lnTo>
                  <a:lnTo>
                    <a:pt x="288721" y="280933"/>
                  </a:lnTo>
                  <a:lnTo>
                    <a:pt x="292273" y="276984"/>
                  </a:lnTo>
                  <a:lnTo>
                    <a:pt x="295698" y="272925"/>
                  </a:lnTo>
                  <a:lnTo>
                    <a:pt x="298992" y="268759"/>
                  </a:lnTo>
                  <a:lnTo>
                    <a:pt x="302152" y="264491"/>
                  </a:lnTo>
                  <a:lnTo>
                    <a:pt x="305175" y="260124"/>
                  </a:lnTo>
                  <a:lnTo>
                    <a:pt x="308058" y="255664"/>
                  </a:lnTo>
                  <a:lnTo>
                    <a:pt x="310797" y="251114"/>
                  </a:lnTo>
                  <a:lnTo>
                    <a:pt x="313391" y="246480"/>
                  </a:lnTo>
                  <a:lnTo>
                    <a:pt x="315836" y="241765"/>
                  </a:lnTo>
                  <a:lnTo>
                    <a:pt x="318131" y="236975"/>
                  </a:lnTo>
                  <a:lnTo>
                    <a:pt x="320271" y="232115"/>
                  </a:lnTo>
                  <a:lnTo>
                    <a:pt x="322257" y="227189"/>
                  </a:lnTo>
                  <a:lnTo>
                    <a:pt x="324085" y="222203"/>
                  </a:lnTo>
                  <a:lnTo>
                    <a:pt x="325753" y="217161"/>
                  </a:lnTo>
                  <a:lnTo>
                    <a:pt x="327261" y="212068"/>
                  </a:lnTo>
                  <a:lnTo>
                    <a:pt x="328606" y="206931"/>
                  </a:lnTo>
                  <a:lnTo>
                    <a:pt x="329787" y="201753"/>
                  </a:lnTo>
                  <a:lnTo>
                    <a:pt x="330803" y="196540"/>
                  </a:lnTo>
                  <a:lnTo>
                    <a:pt x="331653" y="191298"/>
                  </a:lnTo>
                  <a:lnTo>
                    <a:pt x="332336" y="186031"/>
                  </a:lnTo>
                  <a:lnTo>
                    <a:pt x="332852" y="180745"/>
                  </a:lnTo>
                  <a:lnTo>
                    <a:pt x="333199" y="175445"/>
                  </a:lnTo>
                  <a:lnTo>
                    <a:pt x="333378" y="170137"/>
                  </a:lnTo>
                  <a:lnTo>
                    <a:pt x="333388" y="164827"/>
                  </a:lnTo>
                  <a:lnTo>
                    <a:pt x="333229" y="159518"/>
                  </a:lnTo>
                  <a:lnTo>
                    <a:pt x="332902" y="154217"/>
                  </a:lnTo>
                  <a:lnTo>
                    <a:pt x="332406" y="148929"/>
                  </a:lnTo>
                  <a:lnTo>
                    <a:pt x="331743" y="143660"/>
                  </a:lnTo>
                  <a:lnTo>
                    <a:pt x="330913" y="138414"/>
                  </a:lnTo>
                  <a:lnTo>
                    <a:pt x="329916" y="133198"/>
                  </a:lnTo>
                  <a:lnTo>
                    <a:pt x="328755" y="128016"/>
                  </a:lnTo>
                  <a:lnTo>
                    <a:pt x="327429" y="122873"/>
                  </a:lnTo>
                  <a:lnTo>
                    <a:pt x="325941" y="117775"/>
                  </a:lnTo>
                  <a:lnTo>
                    <a:pt x="324291" y="112726"/>
                  </a:lnTo>
                  <a:lnTo>
                    <a:pt x="322482" y="107733"/>
                  </a:lnTo>
                  <a:lnTo>
                    <a:pt x="320515" y="102800"/>
                  </a:lnTo>
                  <a:lnTo>
                    <a:pt x="318393" y="97932"/>
                  </a:lnTo>
                  <a:lnTo>
                    <a:pt x="316116" y="93133"/>
                  </a:lnTo>
                  <a:lnTo>
                    <a:pt x="313689" y="88409"/>
                  </a:lnTo>
                  <a:lnTo>
                    <a:pt x="311113" y="83765"/>
                  </a:lnTo>
                  <a:lnTo>
                    <a:pt x="308390" y="79205"/>
                  </a:lnTo>
                  <a:lnTo>
                    <a:pt x="305524" y="74734"/>
                  </a:lnTo>
                  <a:lnTo>
                    <a:pt x="302518" y="70356"/>
                  </a:lnTo>
                  <a:lnTo>
                    <a:pt x="299374" y="66076"/>
                  </a:lnTo>
                  <a:lnTo>
                    <a:pt x="296095" y="61897"/>
                  </a:lnTo>
                  <a:lnTo>
                    <a:pt x="292686" y="57825"/>
                  </a:lnTo>
                  <a:lnTo>
                    <a:pt x="289149" y="53864"/>
                  </a:lnTo>
                  <a:lnTo>
                    <a:pt x="285488" y="50017"/>
                  </a:lnTo>
                  <a:lnTo>
                    <a:pt x="281706" y="46288"/>
                  </a:lnTo>
                  <a:lnTo>
                    <a:pt x="277808" y="42681"/>
                  </a:lnTo>
                  <a:lnTo>
                    <a:pt x="273797" y="39199"/>
                  </a:lnTo>
                  <a:lnTo>
                    <a:pt x="269678" y="35847"/>
                  </a:lnTo>
                  <a:lnTo>
                    <a:pt x="265454" y="32627"/>
                  </a:lnTo>
                  <a:lnTo>
                    <a:pt x="261130" y="29544"/>
                  </a:lnTo>
                  <a:lnTo>
                    <a:pt x="256711" y="26599"/>
                  </a:lnTo>
                  <a:lnTo>
                    <a:pt x="252200" y="23796"/>
                  </a:lnTo>
                  <a:lnTo>
                    <a:pt x="247602" y="21137"/>
                  </a:lnTo>
                  <a:lnTo>
                    <a:pt x="242922" y="18626"/>
                  </a:lnTo>
                  <a:lnTo>
                    <a:pt x="238165" y="16265"/>
                  </a:lnTo>
                  <a:lnTo>
                    <a:pt x="233335" y="14057"/>
                  </a:lnTo>
                  <a:lnTo>
                    <a:pt x="228437" y="12002"/>
                  </a:lnTo>
                  <a:lnTo>
                    <a:pt x="223477" y="10105"/>
                  </a:lnTo>
                  <a:lnTo>
                    <a:pt x="218459" y="8366"/>
                  </a:lnTo>
                  <a:lnTo>
                    <a:pt x="213388" y="6787"/>
                  </a:lnTo>
                  <a:lnTo>
                    <a:pt x="208270" y="5370"/>
                  </a:lnTo>
                  <a:lnTo>
                    <a:pt x="203109" y="4117"/>
                  </a:lnTo>
                  <a:lnTo>
                    <a:pt x="197911" y="3028"/>
                  </a:lnTo>
                  <a:lnTo>
                    <a:pt x="192681" y="2104"/>
                  </a:lnTo>
                  <a:lnTo>
                    <a:pt x="187424" y="1348"/>
                  </a:lnTo>
                  <a:lnTo>
                    <a:pt x="182146" y="758"/>
                  </a:lnTo>
                  <a:lnTo>
                    <a:pt x="176852" y="337"/>
                  </a:lnTo>
                  <a:lnTo>
                    <a:pt x="171547" y="84"/>
                  </a:lnTo>
                  <a:lnTo>
                    <a:pt x="166237" y="0"/>
                  </a:lnTo>
                  <a:lnTo>
                    <a:pt x="16623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67010" y="5399291"/>
              <a:ext cx="19205" cy="167167"/>
            </a:xfrm>
            <a:custGeom>
              <a:avLst/>
              <a:pathLst>
                <a:path w="19205" h="167167">
                  <a:moveTo>
                    <a:pt x="19205" y="0"/>
                  </a:moveTo>
                  <a:lnTo>
                    <a:pt x="9586" y="276"/>
                  </a:lnTo>
                  <a:lnTo>
                    <a:pt x="0" y="1106"/>
                  </a:lnTo>
                  <a:lnTo>
                    <a:pt x="1920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67010" y="5400398"/>
              <a:ext cx="19205" cy="166060"/>
            </a:xfrm>
            <a:custGeom>
              <a:avLst/>
              <a:pathLst>
                <a:path w="19205" h="166060">
                  <a:moveTo>
                    <a:pt x="0" y="0"/>
                  </a:moveTo>
                  <a:lnTo>
                    <a:pt x="19205" y="16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67010" y="5400398"/>
              <a:ext cx="19205" cy="166060"/>
            </a:xfrm>
            <a:custGeom>
              <a:avLst/>
              <a:pathLst>
                <a:path w="19205" h="166060">
                  <a:moveTo>
                    <a:pt x="0" y="0"/>
                  </a:moveTo>
                  <a:lnTo>
                    <a:pt x="19205" y="16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67010" y="5400398"/>
              <a:ext cx="19205" cy="166060"/>
            </a:xfrm>
            <a:custGeom>
              <a:avLst/>
              <a:pathLst>
                <a:path w="19205" h="166060">
                  <a:moveTo>
                    <a:pt x="0" y="0"/>
                  </a:moveTo>
                  <a:lnTo>
                    <a:pt x="19205" y="16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67010" y="5400398"/>
              <a:ext cx="19205" cy="166060"/>
            </a:xfrm>
            <a:custGeom>
              <a:avLst/>
              <a:pathLst>
                <a:path w="19205" h="166060">
                  <a:moveTo>
                    <a:pt x="0" y="0"/>
                  </a:moveTo>
                  <a:lnTo>
                    <a:pt x="19205" y="166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67010" y="5400398"/>
              <a:ext cx="19205" cy="166060"/>
            </a:xfrm>
            <a:custGeom>
              <a:avLst/>
              <a:pathLst>
                <a:path w="19205" h="166060">
                  <a:moveTo>
                    <a:pt x="0" y="0"/>
                  </a:moveTo>
                  <a:lnTo>
                    <a:pt x="19205" y="1660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67010" y="5400398"/>
              <a:ext cx="19205" cy="166060"/>
            </a:xfrm>
            <a:custGeom>
              <a:avLst/>
              <a:pathLst>
                <a:path w="19205" h="166060">
                  <a:moveTo>
                    <a:pt x="0" y="0"/>
                  </a:moveTo>
                  <a:lnTo>
                    <a:pt x="19205" y="1660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319048" y="5400398"/>
              <a:ext cx="334320" cy="333221"/>
            </a:xfrm>
            <a:custGeom>
              <a:avLst/>
              <a:pathLst>
                <a:path w="334320" h="333221">
                  <a:moveTo>
                    <a:pt x="147962" y="0"/>
                  </a:moveTo>
                  <a:lnTo>
                    <a:pt x="142722" y="690"/>
                  </a:lnTo>
                  <a:lnTo>
                    <a:pt x="137507" y="1545"/>
                  </a:lnTo>
                  <a:lnTo>
                    <a:pt x="132321" y="2565"/>
                  </a:lnTo>
                  <a:lnTo>
                    <a:pt x="127170" y="3748"/>
                  </a:lnTo>
                  <a:lnTo>
                    <a:pt x="122059" y="5093"/>
                  </a:lnTo>
                  <a:lnTo>
                    <a:pt x="116994" y="6600"/>
                  </a:lnTo>
                  <a:lnTo>
                    <a:pt x="111978" y="8265"/>
                  </a:lnTo>
                  <a:lnTo>
                    <a:pt x="107018" y="10089"/>
                  </a:lnTo>
                  <a:lnTo>
                    <a:pt x="102117" y="12068"/>
                  </a:lnTo>
                  <a:lnTo>
                    <a:pt x="97282" y="14201"/>
                  </a:lnTo>
                  <a:lnTo>
                    <a:pt x="92517" y="16486"/>
                  </a:lnTo>
                  <a:lnTo>
                    <a:pt x="87826" y="18921"/>
                  </a:lnTo>
                  <a:lnTo>
                    <a:pt x="83214" y="21502"/>
                  </a:lnTo>
                  <a:lnTo>
                    <a:pt x="78687" y="24228"/>
                  </a:lnTo>
                  <a:lnTo>
                    <a:pt x="74247" y="27096"/>
                  </a:lnTo>
                  <a:lnTo>
                    <a:pt x="69901" y="30103"/>
                  </a:lnTo>
                  <a:lnTo>
                    <a:pt x="65652" y="33246"/>
                  </a:lnTo>
                  <a:lnTo>
                    <a:pt x="61504" y="36521"/>
                  </a:lnTo>
                  <a:lnTo>
                    <a:pt x="57462" y="39926"/>
                  </a:lnTo>
                  <a:lnTo>
                    <a:pt x="53530" y="43457"/>
                  </a:lnTo>
                  <a:lnTo>
                    <a:pt x="49711" y="47110"/>
                  </a:lnTo>
                  <a:lnTo>
                    <a:pt x="46010" y="50882"/>
                  </a:lnTo>
                  <a:lnTo>
                    <a:pt x="42429" y="54770"/>
                  </a:lnTo>
                  <a:lnTo>
                    <a:pt x="38974" y="58768"/>
                  </a:lnTo>
                  <a:lnTo>
                    <a:pt x="35646" y="62874"/>
                  </a:lnTo>
                  <a:lnTo>
                    <a:pt x="32450" y="67083"/>
                  </a:lnTo>
                  <a:lnTo>
                    <a:pt x="29389" y="71391"/>
                  </a:lnTo>
                  <a:lnTo>
                    <a:pt x="26465" y="75794"/>
                  </a:lnTo>
                  <a:lnTo>
                    <a:pt x="23682" y="80287"/>
                  </a:lnTo>
                  <a:lnTo>
                    <a:pt x="21042" y="84865"/>
                  </a:lnTo>
                  <a:lnTo>
                    <a:pt x="18549" y="89525"/>
                  </a:lnTo>
                  <a:lnTo>
                    <a:pt x="16204" y="94261"/>
                  </a:lnTo>
                  <a:lnTo>
                    <a:pt x="14009" y="99069"/>
                  </a:lnTo>
                  <a:lnTo>
                    <a:pt x="11968" y="103944"/>
                  </a:lnTo>
                  <a:lnTo>
                    <a:pt x="10082" y="108881"/>
                  </a:lnTo>
                  <a:lnTo>
                    <a:pt x="8353" y="113875"/>
                  </a:lnTo>
                  <a:lnTo>
                    <a:pt x="6783" y="118921"/>
                  </a:lnTo>
                  <a:lnTo>
                    <a:pt x="5373" y="124015"/>
                  </a:lnTo>
                  <a:lnTo>
                    <a:pt x="4125" y="129150"/>
                  </a:lnTo>
                  <a:lnTo>
                    <a:pt x="3040" y="134323"/>
                  </a:lnTo>
                  <a:lnTo>
                    <a:pt x="2119" y="139527"/>
                  </a:lnTo>
                  <a:lnTo>
                    <a:pt x="1362" y="144757"/>
                  </a:lnTo>
                  <a:lnTo>
                    <a:pt x="772" y="150009"/>
                  </a:lnTo>
                  <a:lnTo>
                    <a:pt x="347" y="155277"/>
                  </a:lnTo>
                  <a:lnTo>
                    <a:pt x="90" y="160556"/>
                  </a:lnTo>
                  <a:lnTo>
                    <a:pt x="0" y="165840"/>
                  </a:lnTo>
                  <a:lnTo>
                    <a:pt x="76" y="171124"/>
                  </a:lnTo>
                  <a:lnTo>
                    <a:pt x="320" y="176404"/>
                  </a:lnTo>
                  <a:lnTo>
                    <a:pt x="730" y="181673"/>
                  </a:lnTo>
                  <a:lnTo>
                    <a:pt x="1307" y="186926"/>
                  </a:lnTo>
                  <a:lnTo>
                    <a:pt x="2049" y="192159"/>
                  </a:lnTo>
                  <a:lnTo>
                    <a:pt x="2957" y="197365"/>
                  </a:lnTo>
                  <a:lnTo>
                    <a:pt x="4028" y="202540"/>
                  </a:lnTo>
                  <a:lnTo>
                    <a:pt x="5263" y="207679"/>
                  </a:lnTo>
                  <a:lnTo>
                    <a:pt x="6660" y="212776"/>
                  </a:lnTo>
                  <a:lnTo>
                    <a:pt x="8216" y="217826"/>
                  </a:lnTo>
                  <a:lnTo>
                    <a:pt x="9932" y="222825"/>
                  </a:lnTo>
                  <a:lnTo>
                    <a:pt x="11805" y="227767"/>
                  </a:lnTo>
                  <a:lnTo>
                    <a:pt x="13833" y="232647"/>
                  </a:lnTo>
                  <a:lnTo>
                    <a:pt x="16015" y="237461"/>
                  </a:lnTo>
                  <a:lnTo>
                    <a:pt x="18348" y="242203"/>
                  </a:lnTo>
                  <a:lnTo>
                    <a:pt x="20829" y="246870"/>
                  </a:lnTo>
                  <a:lnTo>
                    <a:pt x="23456" y="251455"/>
                  </a:lnTo>
                  <a:lnTo>
                    <a:pt x="26228" y="255955"/>
                  </a:lnTo>
                  <a:lnTo>
                    <a:pt x="29140" y="260365"/>
                  </a:lnTo>
                  <a:lnTo>
                    <a:pt x="32190" y="264681"/>
                  </a:lnTo>
                  <a:lnTo>
                    <a:pt x="35375" y="268899"/>
                  </a:lnTo>
                  <a:lnTo>
                    <a:pt x="38691" y="273014"/>
                  </a:lnTo>
                  <a:lnTo>
                    <a:pt x="42137" y="277021"/>
                  </a:lnTo>
                  <a:lnTo>
                    <a:pt x="45707" y="280918"/>
                  </a:lnTo>
                  <a:lnTo>
                    <a:pt x="49398" y="284700"/>
                  </a:lnTo>
                  <a:lnTo>
                    <a:pt x="53207" y="288364"/>
                  </a:lnTo>
                  <a:lnTo>
                    <a:pt x="57130" y="291905"/>
                  </a:lnTo>
                  <a:lnTo>
                    <a:pt x="61163" y="295320"/>
                  </a:lnTo>
                  <a:lnTo>
                    <a:pt x="65302" y="298607"/>
                  </a:lnTo>
                  <a:lnTo>
                    <a:pt x="69543" y="301760"/>
                  </a:lnTo>
                  <a:lnTo>
                    <a:pt x="73882" y="304779"/>
                  </a:lnTo>
                  <a:lnTo>
                    <a:pt x="78313" y="307658"/>
                  </a:lnTo>
                  <a:lnTo>
                    <a:pt x="82834" y="310396"/>
                  </a:lnTo>
                  <a:lnTo>
                    <a:pt x="87438" y="312990"/>
                  </a:lnTo>
                  <a:lnTo>
                    <a:pt x="92123" y="315437"/>
                  </a:lnTo>
                  <a:lnTo>
                    <a:pt x="96882" y="317734"/>
                  </a:lnTo>
                  <a:lnTo>
                    <a:pt x="101712" y="319880"/>
                  </a:lnTo>
                  <a:lnTo>
                    <a:pt x="106607" y="321872"/>
                  </a:lnTo>
                  <a:lnTo>
                    <a:pt x="111562" y="323709"/>
                  </a:lnTo>
                  <a:lnTo>
                    <a:pt x="116574" y="325388"/>
                  </a:lnTo>
                  <a:lnTo>
                    <a:pt x="121635" y="326907"/>
                  </a:lnTo>
                  <a:lnTo>
                    <a:pt x="126743" y="328266"/>
                  </a:lnTo>
                  <a:lnTo>
                    <a:pt x="131890" y="329463"/>
                  </a:lnTo>
                  <a:lnTo>
                    <a:pt x="137073" y="330496"/>
                  </a:lnTo>
                  <a:lnTo>
                    <a:pt x="142286" y="331366"/>
                  </a:lnTo>
                  <a:lnTo>
                    <a:pt x="147524" y="332069"/>
                  </a:lnTo>
                  <a:lnTo>
                    <a:pt x="152782" y="332607"/>
                  </a:lnTo>
                  <a:lnTo>
                    <a:pt x="158054" y="332979"/>
                  </a:lnTo>
                  <a:lnTo>
                    <a:pt x="163334" y="333184"/>
                  </a:lnTo>
                  <a:lnTo>
                    <a:pt x="168619" y="333221"/>
                  </a:lnTo>
                  <a:lnTo>
                    <a:pt x="173903" y="333092"/>
                  </a:lnTo>
                  <a:lnTo>
                    <a:pt x="179179" y="332795"/>
                  </a:lnTo>
                  <a:lnTo>
                    <a:pt x="184444" y="332332"/>
                  </a:lnTo>
                  <a:lnTo>
                    <a:pt x="189691" y="331703"/>
                  </a:lnTo>
                  <a:lnTo>
                    <a:pt x="194916" y="330908"/>
                  </a:lnTo>
                  <a:lnTo>
                    <a:pt x="200113" y="329949"/>
                  </a:lnTo>
                  <a:lnTo>
                    <a:pt x="205277" y="328825"/>
                  </a:lnTo>
                  <a:lnTo>
                    <a:pt x="210404" y="327539"/>
                  </a:lnTo>
                  <a:lnTo>
                    <a:pt x="215486" y="326092"/>
                  </a:lnTo>
                  <a:lnTo>
                    <a:pt x="220521" y="324484"/>
                  </a:lnTo>
                  <a:lnTo>
                    <a:pt x="225502" y="322719"/>
                  </a:lnTo>
                  <a:lnTo>
                    <a:pt x="230425" y="320796"/>
                  </a:lnTo>
                  <a:lnTo>
                    <a:pt x="235285" y="318719"/>
                  </a:lnTo>
                  <a:lnTo>
                    <a:pt x="240077" y="316490"/>
                  </a:lnTo>
                  <a:lnTo>
                    <a:pt x="244795" y="314110"/>
                  </a:lnTo>
                  <a:lnTo>
                    <a:pt x="249437" y="311582"/>
                  </a:lnTo>
                  <a:lnTo>
                    <a:pt x="253995" y="308909"/>
                  </a:lnTo>
                  <a:lnTo>
                    <a:pt x="258468" y="306093"/>
                  </a:lnTo>
                  <a:lnTo>
                    <a:pt x="262849" y="303137"/>
                  </a:lnTo>
                  <a:lnTo>
                    <a:pt x="267134" y="300043"/>
                  </a:lnTo>
                  <a:lnTo>
                    <a:pt x="271319" y="296816"/>
                  </a:lnTo>
                  <a:lnTo>
                    <a:pt x="275400" y="293459"/>
                  </a:lnTo>
                  <a:lnTo>
                    <a:pt x="279374" y="289974"/>
                  </a:lnTo>
                  <a:lnTo>
                    <a:pt x="283234" y="286365"/>
                  </a:lnTo>
                  <a:lnTo>
                    <a:pt x="286979" y="282636"/>
                  </a:lnTo>
                  <a:lnTo>
                    <a:pt x="290605" y="278790"/>
                  </a:lnTo>
                  <a:lnTo>
                    <a:pt x="294106" y="274832"/>
                  </a:lnTo>
                  <a:lnTo>
                    <a:pt x="297481" y="270765"/>
                  </a:lnTo>
                  <a:lnTo>
                    <a:pt x="300726" y="266593"/>
                  </a:lnTo>
                  <a:lnTo>
                    <a:pt x="303837" y="262321"/>
                  </a:lnTo>
                  <a:lnTo>
                    <a:pt x="306812" y="257953"/>
                  </a:lnTo>
                  <a:lnTo>
                    <a:pt x="309647" y="253492"/>
                  </a:lnTo>
                  <a:lnTo>
                    <a:pt x="312339" y="248945"/>
                  </a:lnTo>
                  <a:lnTo>
                    <a:pt x="314887" y="244314"/>
                  </a:lnTo>
                  <a:lnTo>
                    <a:pt x="317287" y="239606"/>
                  </a:lnTo>
                  <a:lnTo>
                    <a:pt x="319537" y="234824"/>
                  </a:lnTo>
                  <a:lnTo>
                    <a:pt x="321634" y="229973"/>
                  </a:lnTo>
                  <a:lnTo>
                    <a:pt x="323577" y="225058"/>
                  </a:lnTo>
                  <a:lnTo>
                    <a:pt x="325364" y="220084"/>
                  </a:lnTo>
                  <a:lnTo>
                    <a:pt x="326993" y="215056"/>
                  </a:lnTo>
                  <a:lnTo>
                    <a:pt x="328462" y="209980"/>
                  </a:lnTo>
                  <a:lnTo>
                    <a:pt x="329769" y="204859"/>
                  </a:lnTo>
                  <a:lnTo>
                    <a:pt x="330915" y="199700"/>
                  </a:lnTo>
                  <a:lnTo>
                    <a:pt x="331896" y="194507"/>
                  </a:lnTo>
                  <a:lnTo>
                    <a:pt x="332713" y="189285"/>
                  </a:lnTo>
                  <a:lnTo>
                    <a:pt x="333364" y="184041"/>
                  </a:lnTo>
                  <a:lnTo>
                    <a:pt x="333850" y="178778"/>
                  </a:lnTo>
                  <a:lnTo>
                    <a:pt x="334168" y="173503"/>
                  </a:lnTo>
                  <a:lnTo>
                    <a:pt x="334320" y="168220"/>
                  </a:lnTo>
                  <a:lnTo>
                    <a:pt x="334305" y="162935"/>
                  </a:lnTo>
                  <a:lnTo>
                    <a:pt x="334123" y="157653"/>
                  </a:lnTo>
                  <a:lnTo>
                    <a:pt x="333774" y="152380"/>
                  </a:lnTo>
                  <a:lnTo>
                    <a:pt x="333258" y="147120"/>
                  </a:lnTo>
                  <a:lnTo>
                    <a:pt x="332576" y="141879"/>
                  </a:lnTo>
                  <a:lnTo>
                    <a:pt x="331729" y="136663"/>
                  </a:lnTo>
                  <a:lnTo>
                    <a:pt x="330718" y="131475"/>
                  </a:lnTo>
                  <a:lnTo>
                    <a:pt x="329543" y="126323"/>
                  </a:lnTo>
                  <a:lnTo>
                    <a:pt x="328205" y="121210"/>
                  </a:lnTo>
                  <a:lnTo>
                    <a:pt x="326707" y="116141"/>
                  </a:lnTo>
                  <a:lnTo>
                    <a:pt x="325049" y="111123"/>
                  </a:lnTo>
                  <a:lnTo>
                    <a:pt x="323234" y="106160"/>
                  </a:lnTo>
                  <a:lnTo>
                    <a:pt x="321262" y="101256"/>
                  </a:lnTo>
                  <a:lnTo>
                    <a:pt x="319137" y="96418"/>
                  </a:lnTo>
                  <a:lnTo>
                    <a:pt x="316859" y="91649"/>
                  </a:lnTo>
                  <a:lnTo>
                    <a:pt x="314432" y="86954"/>
                  </a:lnTo>
                  <a:lnTo>
                    <a:pt x="311858" y="82338"/>
                  </a:lnTo>
                  <a:lnTo>
                    <a:pt x="309139" y="77806"/>
                  </a:lnTo>
                  <a:lnTo>
                    <a:pt x="306279" y="73363"/>
                  </a:lnTo>
                  <a:lnTo>
                    <a:pt x="303279" y="69011"/>
                  </a:lnTo>
                  <a:lnTo>
                    <a:pt x="300143" y="64757"/>
                  </a:lnTo>
                  <a:lnTo>
                    <a:pt x="296874" y="60604"/>
                  </a:lnTo>
                  <a:lnTo>
                    <a:pt x="293476" y="56557"/>
                  </a:lnTo>
                  <a:lnTo>
                    <a:pt x="289951" y="52619"/>
                  </a:lnTo>
                  <a:lnTo>
                    <a:pt x="286304" y="48794"/>
                  </a:lnTo>
                  <a:lnTo>
                    <a:pt x="282538" y="45087"/>
                  </a:lnTo>
                  <a:lnTo>
                    <a:pt x="278656" y="41500"/>
                  </a:lnTo>
                  <a:lnTo>
                    <a:pt x="274663" y="38038"/>
                  </a:lnTo>
                  <a:lnTo>
                    <a:pt x="270562" y="34704"/>
                  </a:lnTo>
                  <a:lnTo>
                    <a:pt x="266358" y="31502"/>
                  </a:lnTo>
                  <a:lnTo>
                    <a:pt x="262055" y="28433"/>
                  </a:lnTo>
                  <a:lnTo>
                    <a:pt x="257657" y="25503"/>
                  </a:lnTo>
                  <a:lnTo>
                    <a:pt x="253169" y="22712"/>
                  </a:lnTo>
                  <a:lnTo>
                    <a:pt x="248595" y="20065"/>
                  </a:lnTo>
                  <a:lnTo>
                    <a:pt x="243939" y="17564"/>
                  </a:lnTo>
                  <a:lnTo>
                    <a:pt x="239207" y="15212"/>
                  </a:lnTo>
                  <a:lnTo>
                    <a:pt x="234402" y="13010"/>
                  </a:lnTo>
                  <a:lnTo>
                    <a:pt x="229531" y="10961"/>
                  </a:lnTo>
                  <a:lnTo>
                    <a:pt x="224597" y="9067"/>
                  </a:lnTo>
                  <a:lnTo>
                    <a:pt x="219605" y="7330"/>
                  </a:lnTo>
                  <a:lnTo>
                    <a:pt x="214561" y="5752"/>
                  </a:lnTo>
                  <a:lnTo>
                    <a:pt x="209470" y="4334"/>
                  </a:lnTo>
                  <a:lnTo>
                    <a:pt x="204337" y="3077"/>
                  </a:lnTo>
                  <a:lnTo>
                    <a:pt x="199166" y="1984"/>
                  </a:lnTo>
                  <a:lnTo>
                    <a:pt x="193964" y="1054"/>
                  </a:lnTo>
                  <a:lnTo>
                    <a:pt x="188734" y="290"/>
                  </a:lnTo>
                  <a:lnTo>
                    <a:pt x="167167" y="1660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486215" y="5399291"/>
              <a:ext cx="21567" cy="167167"/>
            </a:xfrm>
            <a:custGeom>
              <a:avLst/>
              <a:pathLst>
                <a:path w="21567" h="167167">
                  <a:moveTo>
                    <a:pt x="21567" y="1397"/>
                  </a:moveTo>
                  <a:lnTo>
                    <a:pt x="14400" y="621"/>
                  </a:lnTo>
                  <a:lnTo>
                    <a:pt x="7207" y="15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856397" y="5399291"/>
              <a:ext cx="167146" cy="217839"/>
            </a:xfrm>
            <a:custGeom>
              <a:avLst/>
              <a:pathLst>
                <a:path w="167146" h="217839">
                  <a:moveTo>
                    <a:pt x="167146" y="0"/>
                  </a:moveTo>
                  <a:lnTo>
                    <a:pt x="161732" y="87"/>
                  </a:lnTo>
                  <a:lnTo>
                    <a:pt x="156323" y="350"/>
                  </a:lnTo>
                  <a:lnTo>
                    <a:pt x="150926" y="788"/>
                  </a:lnTo>
                  <a:lnTo>
                    <a:pt x="145546" y="1401"/>
                  </a:lnTo>
                  <a:lnTo>
                    <a:pt x="140189" y="2187"/>
                  </a:lnTo>
                  <a:lnTo>
                    <a:pt x="134860" y="3147"/>
                  </a:lnTo>
                  <a:lnTo>
                    <a:pt x="129565" y="4279"/>
                  </a:lnTo>
                  <a:lnTo>
                    <a:pt x="124309" y="5581"/>
                  </a:lnTo>
                  <a:lnTo>
                    <a:pt x="119098" y="7053"/>
                  </a:lnTo>
                  <a:lnTo>
                    <a:pt x="113938" y="8693"/>
                  </a:lnTo>
                  <a:lnTo>
                    <a:pt x="108833" y="10500"/>
                  </a:lnTo>
                  <a:lnTo>
                    <a:pt x="103790" y="12470"/>
                  </a:lnTo>
                  <a:lnTo>
                    <a:pt x="98813" y="14603"/>
                  </a:lnTo>
                  <a:lnTo>
                    <a:pt x="93908" y="16897"/>
                  </a:lnTo>
                  <a:lnTo>
                    <a:pt x="89080" y="19347"/>
                  </a:lnTo>
                  <a:lnTo>
                    <a:pt x="84333" y="21953"/>
                  </a:lnTo>
                  <a:lnTo>
                    <a:pt x="79674" y="24711"/>
                  </a:lnTo>
                  <a:lnTo>
                    <a:pt x="75106" y="27619"/>
                  </a:lnTo>
                  <a:lnTo>
                    <a:pt x="70635" y="30673"/>
                  </a:lnTo>
                  <a:lnTo>
                    <a:pt x="66265" y="33870"/>
                  </a:lnTo>
                  <a:lnTo>
                    <a:pt x="62000" y="37208"/>
                  </a:lnTo>
                  <a:lnTo>
                    <a:pt x="57847" y="40681"/>
                  </a:lnTo>
                  <a:lnTo>
                    <a:pt x="53807" y="44287"/>
                  </a:lnTo>
                  <a:lnTo>
                    <a:pt x="49887" y="48022"/>
                  </a:lnTo>
                  <a:lnTo>
                    <a:pt x="46090" y="51883"/>
                  </a:lnTo>
                  <a:lnTo>
                    <a:pt x="42420" y="55864"/>
                  </a:lnTo>
                  <a:lnTo>
                    <a:pt x="38881" y="59962"/>
                  </a:lnTo>
                  <a:lnTo>
                    <a:pt x="35476" y="64172"/>
                  </a:lnTo>
                  <a:lnTo>
                    <a:pt x="32209" y="68490"/>
                  </a:lnTo>
                  <a:lnTo>
                    <a:pt x="29084" y="72912"/>
                  </a:lnTo>
                  <a:lnTo>
                    <a:pt x="26104" y="77433"/>
                  </a:lnTo>
                  <a:lnTo>
                    <a:pt x="23272" y="82048"/>
                  </a:lnTo>
                  <a:lnTo>
                    <a:pt x="20590" y="86752"/>
                  </a:lnTo>
                  <a:lnTo>
                    <a:pt x="18063" y="91541"/>
                  </a:lnTo>
                  <a:lnTo>
                    <a:pt x="15692" y="96409"/>
                  </a:lnTo>
                  <a:lnTo>
                    <a:pt x="13480" y="101351"/>
                  </a:lnTo>
                  <a:lnTo>
                    <a:pt x="11429" y="106362"/>
                  </a:lnTo>
                  <a:lnTo>
                    <a:pt x="9541" y="111437"/>
                  </a:lnTo>
                  <a:lnTo>
                    <a:pt x="7819" y="116571"/>
                  </a:lnTo>
                  <a:lnTo>
                    <a:pt x="6264" y="121758"/>
                  </a:lnTo>
                  <a:lnTo>
                    <a:pt x="4878" y="126992"/>
                  </a:lnTo>
                  <a:lnTo>
                    <a:pt x="3662" y="132268"/>
                  </a:lnTo>
                  <a:lnTo>
                    <a:pt x="2617" y="137581"/>
                  </a:lnTo>
                  <a:lnTo>
                    <a:pt x="1745" y="142925"/>
                  </a:lnTo>
                  <a:lnTo>
                    <a:pt x="1047" y="148295"/>
                  </a:lnTo>
                  <a:lnTo>
                    <a:pt x="523" y="153684"/>
                  </a:lnTo>
                  <a:lnTo>
                    <a:pt x="174" y="159088"/>
                  </a:lnTo>
                  <a:lnTo>
                    <a:pt x="0" y="164500"/>
                  </a:lnTo>
                  <a:lnTo>
                    <a:pt x="1" y="169914"/>
                  </a:lnTo>
                  <a:lnTo>
                    <a:pt x="177" y="175326"/>
                  </a:lnTo>
                  <a:lnTo>
                    <a:pt x="529" y="180730"/>
                  </a:lnTo>
                  <a:lnTo>
                    <a:pt x="1056" y="186119"/>
                  </a:lnTo>
                  <a:lnTo>
                    <a:pt x="1757" y="191488"/>
                  </a:lnTo>
                  <a:lnTo>
                    <a:pt x="2631" y="196831"/>
                  </a:lnTo>
                  <a:lnTo>
                    <a:pt x="3678" y="202144"/>
                  </a:lnTo>
                  <a:lnTo>
                    <a:pt x="4897" y="207420"/>
                  </a:lnTo>
                  <a:lnTo>
                    <a:pt x="6286" y="212653"/>
                  </a:lnTo>
                  <a:lnTo>
                    <a:pt x="7843" y="217839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864241" y="5566459"/>
              <a:ext cx="159302" cy="50672"/>
            </a:xfrm>
            <a:custGeom>
              <a:avLst/>
              <a:pathLst>
                <a:path w="159302" h="50672">
                  <a:moveTo>
                    <a:pt x="0" y="50672"/>
                  </a:moveTo>
                  <a:lnTo>
                    <a:pt x="159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864241" y="5566459"/>
              <a:ext cx="159302" cy="50672"/>
            </a:xfrm>
            <a:custGeom>
              <a:avLst/>
              <a:pathLst>
                <a:path w="159302" h="50672">
                  <a:moveTo>
                    <a:pt x="0" y="50672"/>
                  </a:moveTo>
                  <a:lnTo>
                    <a:pt x="159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864241" y="5566459"/>
              <a:ext cx="159302" cy="50672"/>
            </a:xfrm>
            <a:custGeom>
              <a:avLst/>
              <a:pathLst>
                <a:path w="159302" h="50672">
                  <a:moveTo>
                    <a:pt x="0" y="50672"/>
                  </a:moveTo>
                  <a:lnTo>
                    <a:pt x="159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864241" y="5566459"/>
              <a:ext cx="159302" cy="50672"/>
            </a:xfrm>
            <a:custGeom>
              <a:avLst/>
              <a:pathLst>
                <a:path w="159302" h="50672">
                  <a:moveTo>
                    <a:pt x="0" y="50672"/>
                  </a:moveTo>
                  <a:lnTo>
                    <a:pt x="15930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864241" y="5566459"/>
              <a:ext cx="159302" cy="50672"/>
            </a:xfrm>
            <a:custGeom>
              <a:avLst/>
              <a:pathLst>
                <a:path w="159302" h="50672">
                  <a:moveTo>
                    <a:pt x="0" y="50672"/>
                  </a:moveTo>
                  <a:lnTo>
                    <a:pt x="15930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864241" y="5566459"/>
              <a:ext cx="159302" cy="134875"/>
            </a:xfrm>
            <a:custGeom>
              <a:avLst/>
              <a:pathLst>
                <a:path w="159302" h="134875">
                  <a:moveTo>
                    <a:pt x="0" y="50672"/>
                  </a:moveTo>
                  <a:lnTo>
                    <a:pt x="1769" y="55932"/>
                  </a:lnTo>
                  <a:lnTo>
                    <a:pt x="3713" y="61130"/>
                  </a:lnTo>
                  <a:lnTo>
                    <a:pt x="5828" y="66261"/>
                  </a:lnTo>
                  <a:lnTo>
                    <a:pt x="8112" y="71319"/>
                  </a:lnTo>
                  <a:lnTo>
                    <a:pt x="10562" y="76298"/>
                  </a:lnTo>
                  <a:lnTo>
                    <a:pt x="13177" y="81193"/>
                  </a:lnTo>
                  <a:lnTo>
                    <a:pt x="15952" y="85999"/>
                  </a:lnTo>
                  <a:lnTo>
                    <a:pt x="18886" y="90710"/>
                  </a:lnTo>
                  <a:lnTo>
                    <a:pt x="21975" y="95321"/>
                  </a:lnTo>
                  <a:lnTo>
                    <a:pt x="25214" y="99827"/>
                  </a:lnTo>
                  <a:lnTo>
                    <a:pt x="28602" y="104222"/>
                  </a:lnTo>
                  <a:lnTo>
                    <a:pt x="32133" y="108503"/>
                  </a:lnTo>
                  <a:lnTo>
                    <a:pt x="35805" y="112665"/>
                  </a:lnTo>
                  <a:lnTo>
                    <a:pt x="39613" y="116702"/>
                  </a:lnTo>
                  <a:lnTo>
                    <a:pt x="43553" y="120611"/>
                  </a:lnTo>
                  <a:lnTo>
                    <a:pt x="47620" y="124386"/>
                  </a:lnTo>
                  <a:lnTo>
                    <a:pt x="51810" y="128025"/>
                  </a:lnTo>
                  <a:lnTo>
                    <a:pt x="56119" y="131522"/>
                  </a:lnTo>
                  <a:lnTo>
                    <a:pt x="60542" y="134875"/>
                  </a:lnTo>
                  <a:lnTo>
                    <a:pt x="15930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924783" y="5399291"/>
              <a:ext cx="265909" cy="334334"/>
            </a:xfrm>
            <a:custGeom>
              <a:avLst/>
              <a:pathLst>
                <a:path w="265909" h="334334">
                  <a:moveTo>
                    <a:pt x="0" y="302042"/>
                  </a:moveTo>
                  <a:lnTo>
                    <a:pt x="4325" y="305106"/>
                  </a:lnTo>
                  <a:lnTo>
                    <a:pt x="8746" y="308031"/>
                  </a:lnTo>
                  <a:lnTo>
                    <a:pt x="13258" y="310814"/>
                  </a:lnTo>
                  <a:lnTo>
                    <a:pt x="17855" y="313452"/>
                  </a:lnTo>
                  <a:lnTo>
                    <a:pt x="22534" y="315944"/>
                  </a:lnTo>
                  <a:lnTo>
                    <a:pt x="27290" y="318286"/>
                  </a:lnTo>
                  <a:lnTo>
                    <a:pt x="32117" y="320476"/>
                  </a:lnTo>
                  <a:lnTo>
                    <a:pt x="37011" y="322512"/>
                  </a:lnTo>
                  <a:lnTo>
                    <a:pt x="41967" y="324392"/>
                  </a:lnTo>
                  <a:lnTo>
                    <a:pt x="46981" y="326113"/>
                  </a:lnTo>
                  <a:lnTo>
                    <a:pt x="52047" y="327675"/>
                  </a:lnTo>
                  <a:lnTo>
                    <a:pt x="57159" y="329075"/>
                  </a:lnTo>
                  <a:lnTo>
                    <a:pt x="62313" y="330313"/>
                  </a:lnTo>
                  <a:lnTo>
                    <a:pt x="67504" y="331386"/>
                  </a:lnTo>
                  <a:lnTo>
                    <a:pt x="72727" y="332295"/>
                  </a:lnTo>
                  <a:lnTo>
                    <a:pt x="77975" y="333037"/>
                  </a:lnTo>
                  <a:lnTo>
                    <a:pt x="83245" y="333613"/>
                  </a:lnTo>
                  <a:lnTo>
                    <a:pt x="88530" y="334021"/>
                  </a:lnTo>
                  <a:lnTo>
                    <a:pt x="93825" y="334262"/>
                  </a:lnTo>
                  <a:lnTo>
                    <a:pt x="99126" y="334334"/>
                  </a:lnTo>
                  <a:lnTo>
                    <a:pt x="104426" y="334238"/>
                  </a:lnTo>
                  <a:lnTo>
                    <a:pt x="109720" y="333975"/>
                  </a:lnTo>
                  <a:lnTo>
                    <a:pt x="115003" y="333543"/>
                  </a:lnTo>
                  <a:lnTo>
                    <a:pt x="120270" y="332945"/>
                  </a:lnTo>
                  <a:lnTo>
                    <a:pt x="125516" y="332179"/>
                  </a:lnTo>
                  <a:lnTo>
                    <a:pt x="130734" y="331248"/>
                  </a:lnTo>
                  <a:lnTo>
                    <a:pt x="135920" y="330152"/>
                  </a:lnTo>
                  <a:lnTo>
                    <a:pt x="141069" y="328892"/>
                  </a:lnTo>
                  <a:lnTo>
                    <a:pt x="146175" y="327469"/>
                  </a:lnTo>
                  <a:lnTo>
                    <a:pt x="151234" y="325885"/>
                  </a:lnTo>
                  <a:lnTo>
                    <a:pt x="156240" y="324141"/>
                  </a:lnTo>
                  <a:lnTo>
                    <a:pt x="161188" y="322240"/>
                  </a:lnTo>
                  <a:lnTo>
                    <a:pt x="166073" y="320183"/>
                  </a:lnTo>
                  <a:lnTo>
                    <a:pt x="170891" y="317971"/>
                  </a:lnTo>
                  <a:lnTo>
                    <a:pt x="175636" y="315609"/>
                  </a:lnTo>
                  <a:lnTo>
                    <a:pt x="180304" y="313097"/>
                  </a:lnTo>
                  <a:lnTo>
                    <a:pt x="184890" y="310438"/>
                  </a:lnTo>
                  <a:lnTo>
                    <a:pt x="189389" y="307635"/>
                  </a:lnTo>
                  <a:lnTo>
                    <a:pt x="193797" y="304691"/>
                  </a:lnTo>
                  <a:lnTo>
                    <a:pt x="198110" y="301608"/>
                  </a:lnTo>
                  <a:lnTo>
                    <a:pt x="202322" y="298391"/>
                  </a:lnTo>
                  <a:lnTo>
                    <a:pt x="206431" y="295041"/>
                  </a:lnTo>
                  <a:lnTo>
                    <a:pt x="210431" y="291563"/>
                  </a:lnTo>
                  <a:lnTo>
                    <a:pt x="214319" y="287960"/>
                  </a:lnTo>
                  <a:lnTo>
                    <a:pt x="218091" y="284236"/>
                  </a:lnTo>
                  <a:lnTo>
                    <a:pt x="221743" y="280393"/>
                  </a:lnTo>
                  <a:lnTo>
                    <a:pt x="225271" y="276437"/>
                  </a:lnTo>
                  <a:lnTo>
                    <a:pt x="228672" y="272371"/>
                  </a:lnTo>
                  <a:lnTo>
                    <a:pt x="231942" y="268199"/>
                  </a:lnTo>
                  <a:lnTo>
                    <a:pt x="235078" y="263926"/>
                  </a:lnTo>
                  <a:lnTo>
                    <a:pt x="238077" y="259555"/>
                  </a:lnTo>
                  <a:lnTo>
                    <a:pt x="240937" y="255091"/>
                  </a:lnTo>
                  <a:lnTo>
                    <a:pt x="243653" y="250539"/>
                  </a:lnTo>
                  <a:lnTo>
                    <a:pt x="246223" y="245903"/>
                  </a:lnTo>
                  <a:lnTo>
                    <a:pt x="248646" y="241188"/>
                  </a:lnTo>
                  <a:lnTo>
                    <a:pt x="250917" y="236399"/>
                  </a:lnTo>
                  <a:lnTo>
                    <a:pt x="253036" y="231540"/>
                  </a:lnTo>
                  <a:lnTo>
                    <a:pt x="254999" y="226616"/>
                  </a:lnTo>
                  <a:lnTo>
                    <a:pt x="256805" y="221632"/>
                  </a:lnTo>
                  <a:lnTo>
                    <a:pt x="258453" y="216594"/>
                  </a:lnTo>
                  <a:lnTo>
                    <a:pt x="259940" y="211506"/>
                  </a:lnTo>
                  <a:lnTo>
                    <a:pt x="261265" y="206373"/>
                  </a:lnTo>
                  <a:lnTo>
                    <a:pt x="262426" y="201201"/>
                  </a:lnTo>
                  <a:lnTo>
                    <a:pt x="263423" y="195995"/>
                  </a:lnTo>
                  <a:lnTo>
                    <a:pt x="264254" y="190760"/>
                  </a:lnTo>
                  <a:lnTo>
                    <a:pt x="264919" y="185501"/>
                  </a:lnTo>
                  <a:lnTo>
                    <a:pt x="265416" y="180223"/>
                  </a:lnTo>
                  <a:lnTo>
                    <a:pt x="265747" y="174933"/>
                  </a:lnTo>
                  <a:lnTo>
                    <a:pt x="265909" y="169634"/>
                  </a:lnTo>
                  <a:lnTo>
                    <a:pt x="265903" y="164333"/>
                  </a:lnTo>
                  <a:lnTo>
                    <a:pt x="265729" y="159035"/>
                  </a:lnTo>
                  <a:lnTo>
                    <a:pt x="265387" y="153746"/>
                  </a:lnTo>
                  <a:lnTo>
                    <a:pt x="264878" y="148469"/>
                  </a:lnTo>
                  <a:lnTo>
                    <a:pt x="264202" y="143212"/>
                  </a:lnTo>
                  <a:lnTo>
                    <a:pt x="263359" y="137978"/>
                  </a:lnTo>
                  <a:lnTo>
                    <a:pt x="262351" y="132774"/>
                  </a:lnTo>
                  <a:lnTo>
                    <a:pt x="261178" y="127605"/>
                  </a:lnTo>
                  <a:lnTo>
                    <a:pt x="259842" y="122475"/>
                  </a:lnTo>
                  <a:lnTo>
                    <a:pt x="258344" y="117390"/>
                  </a:lnTo>
                  <a:lnTo>
                    <a:pt x="256686" y="112356"/>
                  </a:lnTo>
                  <a:lnTo>
                    <a:pt x="254869" y="107376"/>
                  </a:lnTo>
                  <a:lnTo>
                    <a:pt x="252894" y="102456"/>
                  </a:lnTo>
                  <a:lnTo>
                    <a:pt x="250765" y="97602"/>
                  </a:lnTo>
                  <a:lnTo>
                    <a:pt x="248483" y="92818"/>
                  </a:lnTo>
                  <a:lnTo>
                    <a:pt x="246051" y="88108"/>
                  </a:lnTo>
                  <a:lnTo>
                    <a:pt x="243470" y="83478"/>
                  </a:lnTo>
                  <a:lnTo>
                    <a:pt x="240744" y="78931"/>
                  </a:lnTo>
                  <a:lnTo>
                    <a:pt x="237875" y="74474"/>
                  </a:lnTo>
                  <a:lnTo>
                    <a:pt x="234866" y="70110"/>
                  </a:lnTo>
                  <a:lnTo>
                    <a:pt x="231720" y="65843"/>
                  </a:lnTo>
                  <a:lnTo>
                    <a:pt x="228441" y="61679"/>
                  </a:lnTo>
                  <a:lnTo>
                    <a:pt x="225031" y="57620"/>
                  </a:lnTo>
                  <a:lnTo>
                    <a:pt x="221494" y="53672"/>
                  </a:lnTo>
                  <a:lnTo>
                    <a:pt x="217834" y="49837"/>
                  </a:lnTo>
                  <a:lnTo>
                    <a:pt x="214054" y="46121"/>
                  </a:lnTo>
                  <a:lnTo>
                    <a:pt x="210158" y="42526"/>
                  </a:lnTo>
                  <a:lnTo>
                    <a:pt x="206151" y="39057"/>
                  </a:lnTo>
                  <a:lnTo>
                    <a:pt x="202035" y="35716"/>
                  </a:lnTo>
                  <a:lnTo>
                    <a:pt x="197815" y="32508"/>
                  </a:lnTo>
                  <a:lnTo>
                    <a:pt x="193496" y="29435"/>
                  </a:lnTo>
                  <a:lnTo>
                    <a:pt x="189081" y="26501"/>
                  </a:lnTo>
                  <a:lnTo>
                    <a:pt x="184576" y="23708"/>
                  </a:lnTo>
                  <a:lnTo>
                    <a:pt x="179984" y="21059"/>
                  </a:lnTo>
                  <a:lnTo>
                    <a:pt x="175311" y="18557"/>
                  </a:lnTo>
                  <a:lnTo>
                    <a:pt x="170561" y="16205"/>
                  </a:lnTo>
                  <a:lnTo>
                    <a:pt x="165738" y="14004"/>
                  </a:lnTo>
                  <a:lnTo>
                    <a:pt x="160848" y="11958"/>
                  </a:lnTo>
                  <a:lnTo>
                    <a:pt x="155896" y="10067"/>
                  </a:lnTo>
                  <a:lnTo>
                    <a:pt x="150886" y="8334"/>
                  </a:lnTo>
                  <a:lnTo>
                    <a:pt x="145824" y="6762"/>
                  </a:lnTo>
                  <a:lnTo>
                    <a:pt x="140715" y="5350"/>
                  </a:lnTo>
                  <a:lnTo>
                    <a:pt x="135563" y="4101"/>
                  </a:lnTo>
                  <a:lnTo>
                    <a:pt x="130375" y="3016"/>
                  </a:lnTo>
                  <a:lnTo>
                    <a:pt x="125154" y="2096"/>
                  </a:lnTo>
                  <a:lnTo>
                    <a:pt x="119907" y="1343"/>
                  </a:lnTo>
                  <a:lnTo>
                    <a:pt x="114639" y="755"/>
                  </a:lnTo>
                  <a:lnTo>
                    <a:pt x="109355" y="336"/>
                  </a:lnTo>
                  <a:lnTo>
                    <a:pt x="104060" y="84"/>
                  </a:lnTo>
                  <a:lnTo>
                    <a:pt x="98760" y="0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391543" y="5269756"/>
              <a:ext cx="153715" cy="167167"/>
            </a:xfrm>
            <a:custGeom>
              <a:avLst/>
              <a:pathLst>
                <a:path w="153715" h="167167">
                  <a:moveTo>
                    <a:pt x="153715" y="0"/>
                  </a:moveTo>
                  <a:lnTo>
                    <a:pt x="148297" y="87"/>
                  </a:lnTo>
                  <a:lnTo>
                    <a:pt x="142885" y="351"/>
                  </a:lnTo>
                  <a:lnTo>
                    <a:pt x="137485" y="789"/>
                  </a:lnTo>
                  <a:lnTo>
                    <a:pt x="132102" y="1403"/>
                  </a:lnTo>
                  <a:lnTo>
                    <a:pt x="126741" y="2190"/>
                  </a:lnTo>
                  <a:lnTo>
                    <a:pt x="121409" y="3151"/>
                  </a:lnTo>
                  <a:lnTo>
                    <a:pt x="116110" y="4284"/>
                  </a:lnTo>
                  <a:lnTo>
                    <a:pt x="110851" y="5588"/>
                  </a:lnTo>
                  <a:lnTo>
                    <a:pt x="105637" y="7062"/>
                  </a:lnTo>
                  <a:lnTo>
                    <a:pt x="100474" y="8704"/>
                  </a:lnTo>
                  <a:lnTo>
                    <a:pt x="95367" y="10513"/>
                  </a:lnTo>
                  <a:lnTo>
                    <a:pt x="90320" y="12486"/>
                  </a:lnTo>
                  <a:lnTo>
                    <a:pt x="85341" y="14622"/>
                  </a:lnTo>
                  <a:lnTo>
                    <a:pt x="80433" y="16918"/>
                  </a:lnTo>
                  <a:lnTo>
                    <a:pt x="75603" y="19372"/>
                  </a:lnTo>
                  <a:lnTo>
                    <a:pt x="70854" y="21981"/>
                  </a:lnTo>
                  <a:lnTo>
                    <a:pt x="66192" y="24742"/>
                  </a:lnTo>
                  <a:lnTo>
                    <a:pt x="61623" y="27653"/>
                  </a:lnTo>
                  <a:lnTo>
                    <a:pt x="57150" y="30711"/>
                  </a:lnTo>
                  <a:lnTo>
                    <a:pt x="52778" y="33912"/>
                  </a:lnTo>
                  <a:lnTo>
                    <a:pt x="48513" y="37253"/>
                  </a:lnTo>
                  <a:lnTo>
                    <a:pt x="44358" y="40731"/>
                  </a:lnTo>
                  <a:lnTo>
                    <a:pt x="40318" y="44341"/>
                  </a:lnTo>
                  <a:lnTo>
                    <a:pt x="36397" y="48081"/>
                  </a:lnTo>
                  <a:lnTo>
                    <a:pt x="32599" y="51945"/>
                  </a:lnTo>
                  <a:lnTo>
                    <a:pt x="28929" y="55931"/>
                  </a:lnTo>
                  <a:lnTo>
                    <a:pt x="25389" y="60033"/>
                  </a:lnTo>
                  <a:lnTo>
                    <a:pt x="21985" y="64248"/>
                  </a:lnTo>
                  <a:lnTo>
                    <a:pt x="18719" y="68571"/>
                  </a:lnTo>
                  <a:lnTo>
                    <a:pt x="15594" y="72998"/>
                  </a:lnTo>
                  <a:lnTo>
                    <a:pt x="12615" y="77524"/>
                  </a:lnTo>
                  <a:lnTo>
                    <a:pt x="9784" y="82144"/>
                  </a:lnTo>
                  <a:lnTo>
                    <a:pt x="7104" y="86853"/>
                  </a:lnTo>
                  <a:lnTo>
                    <a:pt x="4579" y="91646"/>
                  </a:lnTo>
                  <a:lnTo>
                    <a:pt x="2209" y="96519"/>
                  </a:lnTo>
                  <a:lnTo>
                    <a:pt x="0" y="101466"/>
                  </a:lnTo>
                  <a:lnTo>
                    <a:pt x="1537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391543" y="5371222"/>
              <a:ext cx="153715" cy="65700"/>
            </a:xfrm>
            <a:custGeom>
              <a:avLst/>
              <a:pathLst>
                <a:path w="153715" h="65700">
                  <a:moveTo>
                    <a:pt x="0" y="0"/>
                  </a:moveTo>
                  <a:lnTo>
                    <a:pt x="153715" y="657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391543" y="5371222"/>
              <a:ext cx="153715" cy="65700"/>
            </a:xfrm>
            <a:custGeom>
              <a:avLst/>
              <a:pathLst>
                <a:path w="153715" h="65700">
                  <a:moveTo>
                    <a:pt x="0" y="0"/>
                  </a:moveTo>
                  <a:lnTo>
                    <a:pt x="153715" y="657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391543" y="5371222"/>
              <a:ext cx="153715" cy="65700"/>
            </a:xfrm>
            <a:custGeom>
              <a:avLst/>
              <a:pathLst>
                <a:path w="153715" h="65700">
                  <a:moveTo>
                    <a:pt x="0" y="0"/>
                  </a:moveTo>
                  <a:lnTo>
                    <a:pt x="153715" y="657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91543" y="5371222"/>
              <a:ext cx="153715" cy="65700"/>
            </a:xfrm>
            <a:custGeom>
              <a:avLst/>
              <a:pathLst>
                <a:path w="153715" h="65700">
                  <a:moveTo>
                    <a:pt x="0" y="0"/>
                  </a:moveTo>
                  <a:lnTo>
                    <a:pt x="153715" y="657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378109" y="5371222"/>
              <a:ext cx="167149" cy="75061"/>
            </a:xfrm>
            <a:custGeom>
              <a:avLst/>
              <a:pathLst>
                <a:path w="167149" h="75061">
                  <a:moveTo>
                    <a:pt x="13434" y="0"/>
                  </a:moveTo>
                  <a:lnTo>
                    <a:pt x="11206" y="5478"/>
                  </a:lnTo>
                  <a:lnTo>
                    <a:pt x="9173" y="11032"/>
                  </a:lnTo>
                  <a:lnTo>
                    <a:pt x="7338" y="16654"/>
                  </a:lnTo>
                  <a:lnTo>
                    <a:pt x="5703" y="22338"/>
                  </a:lnTo>
                  <a:lnTo>
                    <a:pt x="4271" y="28076"/>
                  </a:lnTo>
                  <a:lnTo>
                    <a:pt x="3042" y="33861"/>
                  </a:lnTo>
                  <a:lnTo>
                    <a:pt x="2018" y="39685"/>
                  </a:lnTo>
                  <a:lnTo>
                    <a:pt x="1201" y="45543"/>
                  </a:lnTo>
                  <a:lnTo>
                    <a:pt x="592" y="51425"/>
                  </a:lnTo>
                  <a:lnTo>
                    <a:pt x="191" y="57326"/>
                  </a:lnTo>
                  <a:lnTo>
                    <a:pt x="0" y="63237"/>
                  </a:lnTo>
                  <a:lnTo>
                    <a:pt x="17" y="69151"/>
                  </a:lnTo>
                  <a:lnTo>
                    <a:pt x="244" y="75061"/>
                  </a:lnTo>
                  <a:lnTo>
                    <a:pt x="167149" y="657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378353" y="5269756"/>
              <a:ext cx="334058" cy="334332"/>
            </a:xfrm>
            <a:custGeom>
              <a:avLst/>
              <a:pathLst>
                <a:path w="334058" h="334332">
                  <a:moveTo>
                    <a:pt x="0" y="176527"/>
                  </a:moveTo>
                  <a:lnTo>
                    <a:pt x="380" y="181808"/>
                  </a:lnTo>
                  <a:lnTo>
                    <a:pt x="927" y="187075"/>
                  </a:lnTo>
                  <a:lnTo>
                    <a:pt x="1641" y="192322"/>
                  </a:lnTo>
                  <a:lnTo>
                    <a:pt x="2520" y="197543"/>
                  </a:lnTo>
                  <a:lnTo>
                    <a:pt x="3565" y="202734"/>
                  </a:lnTo>
                  <a:lnTo>
                    <a:pt x="4773" y="207889"/>
                  </a:lnTo>
                  <a:lnTo>
                    <a:pt x="6144" y="213004"/>
                  </a:lnTo>
                  <a:lnTo>
                    <a:pt x="7676" y="218072"/>
                  </a:lnTo>
                  <a:lnTo>
                    <a:pt x="9369" y="223089"/>
                  </a:lnTo>
                  <a:lnTo>
                    <a:pt x="11219" y="228051"/>
                  </a:lnTo>
                  <a:lnTo>
                    <a:pt x="13225" y="232951"/>
                  </a:lnTo>
                  <a:lnTo>
                    <a:pt x="15386" y="237785"/>
                  </a:lnTo>
                  <a:lnTo>
                    <a:pt x="17698" y="242548"/>
                  </a:lnTo>
                  <a:lnTo>
                    <a:pt x="20160" y="247236"/>
                  </a:lnTo>
                  <a:lnTo>
                    <a:pt x="22770" y="251843"/>
                  </a:lnTo>
                  <a:lnTo>
                    <a:pt x="25524" y="256366"/>
                  </a:lnTo>
                  <a:lnTo>
                    <a:pt x="28420" y="260798"/>
                  </a:lnTo>
                  <a:lnTo>
                    <a:pt x="31455" y="265137"/>
                  </a:lnTo>
                  <a:lnTo>
                    <a:pt x="34625" y="269378"/>
                  </a:lnTo>
                  <a:lnTo>
                    <a:pt x="37929" y="273516"/>
                  </a:lnTo>
                  <a:lnTo>
                    <a:pt x="41362" y="277548"/>
                  </a:lnTo>
                  <a:lnTo>
                    <a:pt x="44920" y="281468"/>
                  </a:lnTo>
                  <a:lnTo>
                    <a:pt x="48602" y="285274"/>
                  </a:lnTo>
                  <a:lnTo>
                    <a:pt x="52401" y="288962"/>
                  </a:lnTo>
                  <a:lnTo>
                    <a:pt x="56316" y="292527"/>
                  </a:lnTo>
                  <a:lnTo>
                    <a:pt x="60342" y="295967"/>
                  </a:lnTo>
                  <a:lnTo>
                    <a:pt x="64475" y="299277"/>
                  </a:lnTo>
                  <a:lnTo>
                    <a:pt x="68710" y="302455"/>
                  </a:lnTo>
                  <a:lnTo>
                    <a:pt x="73044" y="305497"/>
                  </a:lnTo>
                  <a:lnTo>
                    <a:pt x="77472" y="308400"/>
                  </a:lnTo>
                  <a:lnTo>
                    <a:pt x="81990" y="311161"/>
                  </a:lnTo>
                  <a:lnTo>
                    <a:pt x="86593" y="313778"/>
                  </a:lnTo>
                  <a:lnTo>
                    <a:pt x="91276" y="316248"/>
                  </a:lnTo>
                  <a:lnTo>
                    <a:pt x="96036" y="318569"/>
                  </a:lnTo>
                  <a:lnTo>
                    <a:pt x="100866" y="320737"/>
                  </a:lnTo>
                  <a:lnTo>
                    <a:pt x="105763" y="322752"/>
                  </a:lnTo>
                  <a:lnTo>
                    <a:pt x="110721" y="324610"/>
                  </a:lnTo>
                  <a:lnTo>
                    <a:pt x="115736" y="326311"/>
                  </a:lnTo>
                  <a:lnTo>
                    <a:pt x="120802" y="327851"/>
                  </a:lnTo>
                  <a:lnTo>
                    <a:pt x="125914" y="329231"/>
                  </a:lnTo>
                  <a:lnTo>
                    <a:pt x="131067" y="330448"/>
                  </a:lnTo>
                  <a:lnTo>
                    <a:pt x="136256" y="331501"/>
                  </a:lnTo>
                  <a:lnTo>
                    <a:pt x="141476" y="332389"/>
                  </a:lnTo>
                  <a:lnTo>
                    <a:pt x="146722" y="333111"/>
                  </a:lnTo>
                  <a:lnTo>
                    <a:pt x="151987" y="333667"/>
                  </a:lnTo>
                  <a:lnTo>
                    <a:pt x="157268" y="334056"/>
                  </a:lnTo>
                  <a:lnTo>
                    <a:pt x="162558" y="334278"/>
                  </a:lnTo>
                  <a:lnTo>
                    <a:pt x="167853" y="334332"/>
                  </a:lnTo>
                  <a:lnTo>
                    <a:pt x="173147" y="334218"/>
                  </a:lnTo>
                  <a:lnTo>
                    <a:pt x="178434" y="333936"/>
                  </a:lnTo>
                  <a:lnTo>
                    <a:pt x="183710" y="333488"/>
                  </a:lnTo>
                  <a:lnTo>
                    <a:pt x="188969" y="332872"/>
                  </a:lnTo>
                  <a:lnTo>
                    <a:pt x="194206" y="332090"/>
                  </a:lnTo>
                  <a:lnTo>
                    <a:pt x="199416" y="331143"/>
                  </a:lnTo>
                  <a:lnTo>
                    <a:pt x="204592" y="330031"/>
                  </a:lnTo>
                  <a:lnTo>
                    <a:pt x="209732" y="328755"/>
                  </a:lnTo>
                  <a:lnTo>
                    <a:pt x="214828" y="327318"/>
                  </a:lnTo>
                  <a:lnTo>
                    <a:pt x="219876" y="325720"/>
                  </a:lnTo>
                  <a:lnTo>
                    <a:pt x="224871" y="323963"/>
                  </a:lnTo>
                  <a:lnTo>
                    <a:pt x="229807" y="322048"/>
                  </a:lnTo>
                  <a:lnTo>
                    <a:pt x="234681" y="319978"/>
                  </a:lnTo>
                  <a:lnTo>
                    <a:pt x="239487" y="317755"/>
                  </a:lnTo>
                  <a:lnTo>
                    <a:pt x="244219" y="315381"/>
                  </a:lnTo>
                  <a:lnTo>
                    <a:pt x="248875" y="312858"/>
                  </a:lnTo>
                  <a:lnTo>
                    <a:pt x="253448" y="310189"/>
                  </a:lnTo>
                  <a:lnTo>
                    <a:pt x="257934" y="307376"/>
                  </a:lnTo>
                  <a:lnTo>
                    <a:pt x="262329" y="304423"/>
                  </a:lnTo>
                  <a:lnTo>
                    <a:pt x="266628" y="301332"/>
                  </a:lnTo>
                  <a:lnTo>
                    <a:pt x="270827" y="298106"/>
                  </a:lnTo>
                  <a:lnTo>
                    <a:pt x="274922" y="294749"/>
                  </a:lnTo>
                  <a:lnTo>
                    <a:pt x="278908" y="291264"/>
                  </a:lnTo>
                  <a:lnTo>
                    <a:pt x="282782" y="287655"/>
                  </a:lnTo>
                  <a:lnTo>
                    <a:pt x="286540" y="283925"/>
                  </a:lnTo>
                  <a:lnTo>
                    <a:pt x="290178" y="280077"/>
                  </a:lnTo>
                  <a:lnTo>
                    <a:pt x="293692" y="276116"/>
                  </a:lnTo>
                  <a:lnTo>
                    <a:pt x="297079" y="272046"/>
                  </a:lnTo>
                  <a:lnTo>
                    <a:pt x="300335" y="267871"/>
                  </a:lnTo>
                  <a:lnTo>
                    <a:pt x="303458" y="263594"/>
                  </a:lnTo>
                  <a:lnTo>
                    <a:pt x="306443" y="259221"/>
                  </a:lnTo>
                  <a:lnTo>
                    <a:pt x="309288" y="254756"/>
                  </a:lnTo>
                  <a:lnTo>
                    <a:pt x="311991" y="250203"/>
                  </a:lnTo>
                  <a:lnTo>
                    <a:pt x="314548" y="245566"/>
                  </a:lnTo>
                  <a:lnTo>
                    <a:pt x="316957" y="240851"/>
                  </a:lnTo>
                  <a:lnTo>
                    <a:pt x="319215" y="236061"/>
                  </a:lnTo>
                  <a:lnTo>
                    <a:pt x="321321" y="231203"/>
                  </a:lnTo>
                  <a:lnTo>
                    <a:pt x="323271" y="226281"/>
                  </a:lnTo>
                  <a:lnTo>
                    <a:pt x="325065" y="221299"/>
                  </a:lnTo>
                  <a:lnTo>
                    <a:pt x="326700" y="216262"/>
                  </a:lnTo>
                  <a:lnTo>
                    <a:pt x="328175" y="211177"/>
                  </a:lnTo>
                  <a:lnTo>
                    <a:pt x="329488" y="206047"/>
                  </a:lnTo>
                  <a:lnTo>
                    <a:pt x="330638" y="200879"/>
                  </a:lnTo>
                  <a:lnTo>
                    <a:pt x="331623" y="195676"/>
                  </a:lnTo>
                  <a:lnTo>
                    <a:pt x="332443" y="190445"/>
                  </a:lnTo>
                  <a:lnTo>
                    <a:pt x="333098" y="185191"/>
                  </a:lnTo>
                  <a:lnTo>
                    <a:pt x="333585" y="179918"/>
                  </a:lnTo>
                  <a:lnTo>
                    <a:pt x="333905" y="174633"/>
                  </a:lnTo>
                  <a:lnTo>
                    <a:pt x="334058" y="169340"/>
                  </a:lnTo>
                  <a:lnTo>
                    <a:pt x="334043" y="164045"/>
                  </a:lnTo>
                  <a:lnTo>
                    <a:pt x="333860" y="158754"/>
                  </a:lnTo>
                  <a:lnTo>
                    <a:pt x="333510" y="153470"/>
                  </a:lnTo>
                  <a:lnTo>
                    <a:pt x="332993" y="148201"/>
                  </a:lnTo>
                  <a:lnTo>
                    <a:pt x="332309" y="142950"/>
                  </a:lnTo>
                  <a:lnTo>
                    <a:pt x="331459" y="137724"/>
                  </a:lnTo>
                  <a:lnTo>
                    <a:pt x="330444" y="132527"/>
                  </a:lnTo>
                  <a:lnTo>
                    <a:pt x="329265" y="127365"/>
                  </a:lnTo>
                  <a:lnTo>
                    <a:pt x="327923" y="122243"/>
                  </a:lnTo>
                  <a:lnTo>
                    <a:pt x="326419" y="117166"/>
                  </a:lnTo>
                  <a:lnTo>
                    <a:pt x="324755" y="112139"/>
                  </a:lnTo>
                  <a:lnTo>
                    <a:pt x="322934" y="107167"/>
                  </a:lnTo>
                  <a:lnTo>
                    <a:pt x="320955" y="102256"/>
                  </a:lnTo>
                  <a:lnTo>
                    <a:pt x="318822" y="97410"/>
                  </a:lnTo>
                  <a:lnTo>
                    <a:pt x="316537" y="92633"/>
                  </a:lnTo>
                  <a:lnTo>
                    <a:pt x="314101" y="87932"/>
                  </a:lnTo>
                  <a:lnTo>
                    <a:pt x="311518" y="83310"/>
                  </a:lnTo>
                  <a:lnTo>
                    <a:pt x="308789" y="78772"/>
                  </a:lnTo>
                  <a:lnTo>
                    <a:pt x="305919" y="74322"/>
                  </a:lnTo>
                  <a:lnTo>
                    <a:pt x="302908" y="69966"/>
                  </a:lnTo>
                  <a:lnTo>
                    <a:pt x="299762" y="65708"/>
                  </a:lnTo>
                  <a:lnTo>
                    <a:pt x="296482" y="61551"/>
                  </a:lnTo>
                  <a:lnTo>
                    <a:pt x="293072" y="57500"/>
                  </a:lnTo>
                  <a:lnTo>
                    <a:pt x="289535" y="53559"/>
                  </a:lnTo>
                  <a:lnTo>
                    <a:pt x="285876" y="49733"/>
                  </a:lnTo>
                  <a:lnTo>
                    <a:pt x="282097" y="46024"/>
                  </a:lnTo>
                  <a:lnTo>
                    <a:pt x="278202" y="42436"/>
                  </a:lnTo>
                  <a:lnTo>
                    <a:pt x="274196" y="38974"/>
                  </a:lnTo>
                  <a:lnTo>
                    <a:pt x="270083" y="35640"/>
                  </a:lnTo>
                  <a:lnTo>
                    <a:pt x="265865" y="32438"/>
                  </a:lnTo>
                  <a:lnTo>
                    <a:pt x="261549" y="29372"/>
                  </a:lnTo>
                  <a:lnTo>
                    <a:pt x="257137" y="26444"/>
                  </a:lnTo>
                  <a:lnTo>
                    <a:pt x="252635" y="23656"/>
                  </a:lnTo>
                  <a:lnTo>
                    <a:pt x="248047" y="21013"/>
                  </a:lnTo>
                  <a:lnTo>
                    <a:pt x="243378" y="18517"/>
                  </a:lnTo>
                  <a:lnTo>
                    <a:pt x="238631" y="16169"/>
                  </a:lnTo>
                  <a:lnTo>
                    <a:pt x="233813" y="13974"/>
                  </a:lnTo>
                  <a:lnTo>
                    <a:pt x="228928" y="11931"/>
                  </a:lnTo>
                  <a:lnTo>
                    <a:pt x="223980" y="10045"/>
                  </a:lnTo>
                  <a:lnTo>
                    <a:pt x="218976" y="8316"/>
                  </a:lnTo>
                  <a:lnTo>
                    <a:pt x="213918" y="6747"/>
                  </a:lnTo>
                  <a:lnTo>
                    <a:pt x="208814" y="5338"/>
                  </a:lnTo>
                  <a:lnTo>
                    <a:pt x="203668" y="4092"/>
                  </a:lnTo>
                  <a:lnTo>
                    <a:pt x="198485" y="3010"/>
                  </a:lnTo>
                  <a:lnTo>
                    <a:pt x="193270" y="2092"/>
                  </a:lnTo>
                  <a:lnTo>
                    <a:pt x="188029" y="1340"/>
                  </a:lnTo>
                  <a:lnTo>
                    <a:pt x="182766" y="754"/>
                  </a:lnTo>
                  <a:lnTo>
                    <a:pt x="177488" y="335"/>
                  </a:lnTo>
                  <a:lnTo>
                    <a:pt x="172199" y="83"/>
                  </a:lnTo>
                  <a:lnTo>
                    <a:pt x="166905" y="0"/>
                  </a:lnTo>
                  <a:lnTo>
                    <a:pt x="16690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903623" y="5018213"/>
              <a:ext cx="117416" cy="167167"/>
            </a:xfrm>
            <a:custGeom>
              <a:avLst/>
              <a:pathLst>
                <a:path w="117416" h="167167">
                  <a:moveTo>
                    <a:pt x="117416" y="0"/>
                  </a:moveTo>
                  <a:lnTo>
                    <a:pt x="111757" y="95"/>
                  </a:lnTo>
                  <a:lnTo>
                    <a:pt x="106104" y="383"/>
                  </a:lnTo>
                  <a:lnTo>
                    <a:pt x="100465" y="861"/>
                  </a:lnTo>
                  <a:lnTo>
                    <a:pt x="94845" y="1530"/>
                  </a:lnTo>
                  <a:lnTo>
                    <a:pt x="89250" y="2389"/>
                  </a:lnTo>
                  <a:lnTo>
                    <a:pt x="83688" y="3437"/>
                  </a:lnTo>
                  <a:lnTo>
                    <a:pt x="78165" y="4673"/>
                  </a:lnTo>
                  <a:lnTo>
                    <a:pt x="72687" y="6095"/>
                  </a:lnTo>
                  <a:lnTo>
                    <a:pt x="67260" y="7701"/>
                  </a:lnTo>
                  <a:lnTo>
                    <a:pt x="61891" y="9490"/>
                  </a:lnTo>
                  <a:lnTo>
                    <a:pt x="56585" y="11460"/>
                  </a:lnTo>
                  <a:lnTo>
                    <a:pt x="51349" y="13609"/>
                  </a:lnTo>
                  <a:lnTo>
                    <a:pt x="46188" y="15933"/>
                  </a:lnTo>
                  <a:lnTo>
                    <a:pt x="41109" y="18431"/>
                  </a:lnTo>
                  <a:lnTo>
                    <a:pt x="36118" y="21099"/>
                  </a:lnTo>
                  <a:lnTo>
                    <a:pt x="31220" y="23935"/>
                  </a:lnTo>
                  <a:lnTo>
                    <a:pt x="26421" y="26935"/>
                  </a:lnTo>
                  <a:lnTo>
                    <a:pt x="21726" y="30096"/>
                  </a:lnTo>
                  <a:lnTo>
                    <a:pt x="17141" y="33414"/>
                  </a:lnTo>
                  <a:lnTo>
                    <a:pt x="12670" y="36885"/>
                  </a:lnTo>
                  <a:lnTo>
                    <a:pt x="8320" y="40505"/>
                  </a:lnTo>
                  <a:lnTo>
                    <a:pt x="4095" y="44271"/>
                  </a:lnTo>
                  <a:lnTo>
                    <a:pt x="0" y="48178"/>
                  </a:lnTo>
                  <a:lnTo>
                    <a:pt x="11741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903623" y="5066391"/>
              <a:ext cx="117416" cy="118989"/>
            </a:xfrm>
            <a:custGeom>
              <a:avLst/>
              <a:pathLst>
                <a:path w="117416" h="118989">
                  <a:moveTo>
                    <a:pt x="0" y="0"/>
                  </a:moveTo>
                  <a:lnTo>
                    <a:pt x="117416" y="1189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903623" y="5066391"/>
              <a:ext cx="117416" cy="118989"/>
            </a:xfrm>
            <a:custGeom>
              <a:avLst/>
              <a:pathLst>
                <a:path w="117416" h="118989">
                  <a:moveTo>
                    <a:pt x="0" y="0"/>
                  </a:moveTo>
                  <a:lnTo>
                    <a:pt x="117416" y="1189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903623" y="5066391"/>
              <a:ext cx="117416" cy="118989"/>
            </a:xfrm>
            <a:custGeom>
              <a:avLst/>
              <a:pathLst>
                <a:path w="117416" h="118989">
                  <a:moveTo>
                    <a:pt x="0" y="0"/>
                  </a:moveTo>
                  <a:lnTo>
                    <a:pt x="117416" y="1189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882734" y="5066391"/>
              <a:ext cx="138304" cy="118989"/>
            </a:xfrm>
            <a:custGeom>
              <a:avLst/>
              <a:pathLst>
                <a:path w="138304" h="118989">
                  <a:moveTo>
                    <a:pt x="20888" y="0"/>
                  </a:moveTo>
                  <a:lnTo>
                    <a:pt x="16324" y="4683"/>
                  </a:lnTo>
                  <a:lnTo>
                    <a:pt x="11946" y="9541"/>
                  </a:lnTo>
                  <a:lnTo>
                    <a:pt x="7762" y="14567"/>
                  </a:lnTo>
                  <a:lnTo>
                    <a:pt x="3778" y="19753"/>
                  </a:lnTo>
                  <a:lnTo>
                    <a:pt x="0" y="25091"/>
                  </a:lnTo>
                  <a:lnTo>
                    <a:pt x="138304" y="1189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853876" y="5018213"/>
              <a:ext cx="334315" cy="334332"/>
            </a:xfrm>
            <a:custGeom>
              <a:avLst/>
              <a:pathLst>
                <a:path w="334315" h="334332">
                  <a:moveTo>
                    <a:pt x="28858" y="73269"/>
                  </a:moveTo>
                  <a:lnTo>
                    <a:pt x="25943" y="77712"/>
                  </a:lnTo>
                  <a:lnTo>
                    <a:pt x="23171" y="82246"/>
                  </a:lnTo>
                  <a:lnTo>
                    <a:pt x="20545" y="86866"/>
                  </a:lnTo>
                  <a:lnTo>
                    <a:pt x="18067" y="91566"/>
                  </a:lnTo>
                  <a:lnTo>
                    <a:pt x="15739" y="96343"/>
                  </a:lnTo>
                  <a:lnTo>
                    <a:pt x="13564" y="101192"/>
                  </a:lnTo>
                  <a:lnTo>
                    <a:pt x="11545" y="106107"/>
                  </a:lnTo>
                  <a:lnTo>
                    <a:pt x="9683" y="111084"/>
                  </a:lnTo>
                  <a:lnTo>
                    <a:pt x="7980" y="116118"/>
                  </a:lnTo>
                  <a:lnTo>
                    <a:pt x="6438" y="121203"/>
                  </a:lnTo>
                  <a:lnTo>
                    <a:pt x="5058" y="126335"/>
                  </a:lnTo>
                  <a:lnTo>
                    <a:pt x="3842" y="131508"/>
                  </a:lnTo>
                  <a:lnTo>
                    <a:pt x="2791" y="136717"/>
                  </a:lnTo>
                  <a:lnTo>
                    <a:pt x="1907" y="141957"/>
                  </a:lnTo>
                  <a:lnTo>
                    <a:pt x="1189" y="147222"/>
                  </a:lnTo>
                  <a:lnTo>
                    <a:pt x="639" y="152507"/>
                  </a:lnTo>
                  <a:lnTo>
                    <a:pt x="257" y="157807"/>
                  </a:lnTo>
                  <a:lnTo>
                    <a:pt x="44" y="163117"/>
                  </a:lnTo>
                  <a:lnTo>
                    <a:pt x="0" y="168431"/>
                  </a:lnTo>
                  <a:lnTo>
                    <a:pt x="124" y="173743"/>
                  </a:lnTo>
                  <a:lnTo>
                    <a:pt x="418" y="179049"/>
                  </a:lnTo>
                  <a:lnTo>
                    <a:pt x="879" y="184343"/>
                  </a:lnTo>
                  <a:lnTo>
                    <a:pt x="1509" y="189619"/>
                  </a:lnTo>
                  <a:lnTo>
                    <a:pt x="2307" y="194873"/>
                  </a:lnTo>
                  <a:lnTo>
                    <a:pt x="3271" y="200099"/>
                  </a:lnTo>
                  <a:lnTo>
                    <a:pt x="4400" y="205291"/>
                  </a:lnTo>
                  <a:lnTo>
                    <a:pt x="5694" y="210445"/>
                  </a:lnTo>
                  <a:lnTo>
                    <a:pt x="7151" y="215556"/>
                  </a:lnTo>
                  <a:lnTo>
                    <a:pt x="8770" y="220617"/>
                  </a:lnTo>
                  <a:lnTo>
                    <a:pt x="10549" y="225624"/>
                  </a:lnTo>
                  <a:lnTo>
                    <a:pt x="12486" y="230572"/>
                  </a:lnTo>
                  <a:lnTo>
                    <a:pt x="14580" y="235457"/>
                  </a:lnTo>
                  <a:lnTo>
                    <a:pt x="16827" y="240272"/>
                  </a:lnTo>
                  <a:lnTo>
                    <a:pt x="19227" y="245013"/>
                  </a:lnTo>
                  <a:lnTo>
                    <a:pt x="21776" y="249676"/>
                  </a:lnTo>
                  <a:lnTo>
                    <a:pt x="24472" y="254255"/>
                  </a:lnTo>
                  <a:lnTo>
                    <a:pt x="27312" y="258746"/>
                  </a:lnTo>
                  <a:lnTo>
                    <a:pt x="30293" y="263145"/>
                  </a:lnTo>
                  <a:lnTo>
                    <a:pt x="33413" y="267447"/>
                  </a:lnTo>
                  <a:lnTo>
                    <a:pt x="36668" y="271647"/>
                  </a:lnTo>
                  <a:lnTo>
                    <a:pt x="40054" y="275742"/>
                  </a:lnTo>
                  <a:lnTo>
                    <a:pt x="43570" y="279727"/>
                  </a:lnTo>
                  <a:lnTo>
                    <a:pt x="47210" y="283599"/>
                  </a:lnTo>
                  <a:lnTo>
                    <a:pt x="50971" y="287352"/>
                  </a:lnTo>
                  <a:lnTo>
                    <a:pt x="54850" y="290985"/>
                  </a:lnTo>
                  <a:lnTo>
                    <a:pt x="58842" y="294492"/>
                  </a:lnTo>
                  <a:lnTo>
                    <a:pt x="62943" y="297870"/>
                  </a:lnTo>
                  <a:lnTo>
                    <a:pt x="67150" y="301117"/>
                  </a:lnTo>
                  <a:lnTo>
                    <a:pt x="71458" y="304228"/>
                  </a:lnTo>
                  <a:lnTo>
                    <a:pt x="75863" y="307201"/>
                  </a:lnTo>
                  <a:lnTo>
                    <a:pt x="80360" y="310032"/>
                  </a:lnTo>
                  <a:lnTo>
                    <a:pt x="84945" y="312718"/>
                  </a:lnTo>
                  <a:lnTo>
                    <a:pt x="89612" y="315258"/>
                  </a:lnTo>
                  <a:lnTo>
                    <a:pt x="94359" y="317648"/>
                  </a:lnTo>
                  <a:lnTo>
                    <a:pt x="99178" y="319886"/>
                  </a:lnTo>
                  <a:lnTo>
                    <a:pt x="104067" y="321970"/>
                  </a:lnTo>
                  <a:lnTo>
                    <a:pt x="109019" y="323897"/>
                  </a:lnTo>
                  <a:lnTo>
                    <a:pt x="114030" y="325666"/>
                  </a:lnTo>
                  <a:lnTo>
                    <a:pt x="119094" y="327275"/>
                  </a:lnTo>
                  <a:lnTo>
                    <a:pt x="124207" y="328721"/>
                  </a:lnTo>
                  <a:lnTo>
                    <a:pt x="129364" y="330005"/>
                  </a:lnTo>
                  <a:lnTo>
                    <a:pt x="134559" y="331124"/>
                  </a:lnTo>
                  <a:lnTo>
                    <a:pt x="139786" y="332078"/>
                  </a:lnTo>
                  <a:lnTo>
                    <a:pt x="145042" y="332864"/>
                  </a:lnTo>
                  <a:lnTo>
                    <a:pt x="150319" y="333484"/>
                  </a:lnTo>
                  <a:lnTo>
                    <a:pt x="155614" y="333935"/>
                  </a:lnTo>
                  <a:lnTo>
                    <a:pt x="160921" y="334218"/>
                  </a:lnTo>
                  <a:lnTo>
                    <a:pt x="166233" y="334332"/>
                  </a:lnTo>
                  <a:lnTo>
                    <a:pt x="171547" y="334277"/>
                  </a:lnTo>
                  <a:lnTo>
                    <a:pt x="176856" y="334053"/>
                  </a:lnTo>
                  <a:lnTo>
                    <a:pt x="182156" y="333661"/>
                  </a:lnTo>
                  <a:lnTo>
                    <a:pt x="187440" y="333100"/>
                  </a:lnTo>
                  <a:lnTo>
                    <a:pt x="192704" y="332372"/>
                  </a:lnTo>
                  <a:lnTo>
                    <a:pt x="197942" y="331476"/>
                  </a:lnTo>
                  <a:lnTo>
                    <a:pt x="203148" y="330415"/>
                  </a:lnTo>
                  <a:lnTo>
                    <a:pt x="208319" y="329189"/>
                  </a:lnTo>
                  <a:lnTo>
                    <a:pt x="213448" y="327799"/>
                  </a:lnTo>
                  <a:lnTo>
                    <a:pt x="218530" y="326246"/>
                  </a:lnTo>
                  <a:lnTo>
                    <a:pt x="223560" y="324533"/>
                  </a:lnTo>
                  <a:lnTo>
                    <a:pt x="228533" y="322661"/>
                  </a:lnTo>
                  <a:lnTo>
                    <a:pt x="233445" y="320632"/>
                  </a:lnTo>
                  <a:lnTo>
                    <a:pt x="238289" y="318448"/>
                  </a:lnTo>
                  <a:lnTo>
                    <a:pt x="243061" y="316111"/>
                  </a:lnTo>
                  <a:lnTo>
                    <a:pt x="247757" y="313623"/>
                  </a:lnTo>
                  <a:lnTo>
                    <a:pt x="252371" y="310988"/>
                  </a:lnTo>
                  <a:lnTo>
                    <a:pt x="256899" y="308207"/>
                  </a:lnTo>
                  <a:lnTo>
                    <a:pt x="261337" y="305283"/>
                  </a:lnTo>
                  <a:lnTo>
                    <a:pt x="265679" y="302220"/>
                  </a:lnTo>
                  <a:lnTo>
                    <a:pt x="269922" y="299021"/>
                  </a:lnTo>
                  <a:lnTo>
                    <a:pt x="274061" y="295688"/>
                  </a:lnTo>
                  <a:lnTo>
                    <a:pt x="278092" y="292225"/>
                  </a:lnTo>
                  <a:lnTo>
                    <a:pt x="282011" y="288636"/>
                  </a:lnTo>
                  <a:lnTo>
                    <a:pt x="285813" y="284925"/>
                  </a:lnTo>
                  <a:lnTo>
                    <a:pt x="289496" y="281094"/>
                  </a:lnTo>
                  <a:lnTo>
                    <a:pt x="293055" y="277148"/>
                  </a:lnTo>
                  <a:lnTo>
                    <a:pt x="296488" y="273091"/>
                  </a:lnTo>
                  <a:lnTo>
                    <a:pt x="299789" y="268927"/>
                  </a:lnTo>
                  <a:lnTo>
                    <a:pt x="302956" y="264660"/>
                  </a:lnTo>
                  <a:lnTo>
                    <a:pt x="305986" y="260295"/>
                  </a:lnTo>
                  <a:lnTo>
                    <a:pt x="308876" y="255835"/>
                  </a:lnTo>
                  <a:lnTo>
                    <a:pt x="311623" y="251286"/>
                  </a:lnTo>
                  <a:lnTo>
                    <a:pt x="314223" y="246652"/>
                  </a:lnTo>
                  <a:lnTo>
                    <a:pt x="316676" y="241938"/>
                  </a:lnTo>
                  <a:lnTo>
                    <a:pt x="318977" y="237148"/>
                  </a:lnTo>
                  <a:lnTo>
                    <a:pt x="321124" y="232287"/>
                  </a:lnTo>
                  <a:lnTo>
                    <a:pt x="323116" y="227361"/>
                  </a:lnTo>
                  <a:lnTo>
                    <a:pt x="324951" y="222374"/>
                  </a:lnTo>
                  <a:lnTo>
                    <a:pt x="326625" y="217331"/>
                  </a:lnTo>
                  <a:lnTo>
                    <a:pt x="328139" y="212237"/>
                  </a:lnTo>
                  <a:lnTo>
                    <a:pt x="329491" y="207098"/>
                  </a:lnTo>
                  <a:lnTo>
                    <a:pt x="330678" y="201918"/>
                  </a:lnTo>
                  <a:lnTo>
                    <a:pt x="331700" y="196703"/>
                  </a:lnTo>
                  <a:lnTo>
                    <a:pt x="332555" y="191459"/>
                  </a:lnTo>
                  <a:lnTo>
                    <a:pt x="333244" y="186190"/>
                  </a:lnTo>
                  <a:lnTo>
                    <a:pt x="333764" y="180901"/>
                  </a:lnTo>
                  <a:lnTo>
                    <a:pt x="334117" y="175599"/>
                  </a:lnTo>
                  <a:lnTo>
                    <a:pt x="334300" y="170288"/>
                  </a:lnTo>
                  <a:lnTo>
                    <a:pt x="334315" y="164974"/>
                  </a:lnTo>
                  <a:lnTo>
                    <a:pt x="334161" y="159663"/>
                  </a:lnTo>
                  <a:lnTo>
                    <a:pt x="333838" y="154359"/>
                  </a:lnTo>
                  <a:lnTo>
                    <a:pt x="333347" y="149067"/>
                  </a:lnTo>
                  <a:lnTo>
                    <a:pt x="332688" y="143795"/>
                  </a:lnTo>
                  <a:lnTo>
                    <a:pt x="331861" y="138545"/>
                  </a:lnTo>
                  <a:lnTo>
                    <a:pt x="330868" y="133325"/>
                  </a:lnTo>
                  <a:lnTo>
                    <a:pt x="329710" y="128139"/>
                  </a:lnTo>
                  <a:lnTo>
                    <a:pt x="328387" y="122992"/>
                  </a:lnTo>
                  <a:lnTo>
                    <a:pt x="326902" y="117890"/>
                  </a:lnTo>
                  <a:lnTo>
                    <a:pt x="325255" y="112838"/>
                  </a:lnTo>
                  <a:lnTo>
                    <a:pt x="323448" y="107840"/>
                  </a:lnTo>
                  <a:lnTo>
                    <a:pt x="321484" y="102903"/>
                  </a:lnTo>
                  <a:lnTo>
                    <a:pt x="319363" y="98030"/>
                  </a:lnTo>
                  <a:lnTo>
                    <a:pt x="317089" y="93228"/>
                  </a:lnTo>
                  <a:lnTo>
                    <a:pt x="314663" y="88500"/>
                  </a:lnTo>
                  <a:lnTo>
                    <a:pt x="312088" y="83852"/>
                  </a:lnTo>
                  <a:lnTo>
                    <a:pt x="309367" y="79287"/>
                  </a:lnTo>
                  <a:lnTo>
                    <a:pt x="306502" y="74812"/>
                  </a:lnTo>
                  <a:lnTo>
                    <a:pt x="303496" y="70430"/>
                  </a:lnTo>
                  <a:lnTo>
                    <a:pt x="300352" y="66145"/>
                  </a:lnTo>
                  <a:lnTo>
                    <a:pt x="297074" y="61963"/>
                  </a:lnTo>
                  <a:lnTo>
                    <a:pt x="293665" y="57887"/>
                  </a:lnTo>
                  <a:lnTo>
                    <a:pt x="290127" y="53922"/>
                  </a:lnTo>
                  <a:lnTo>
                    <a:pt x="286466" y="50070"/>
                  </a:lnTo>
                  <a:lnTo>
                    <a:pt x="282684" y="46338"/>
                  </a:lnTo>
                  <a:lnTo>
                    <a:pt x="278785" y="42727"/>
                  </a:lnTo>
                  <a:lnTo>
                    <a:pt x="274773" y="39242"/>
                  </a:lnTo>
                  <a:lnTo>
                    <a:pt x="270653" y="35886"/>
                  </a:lnTo>
                  <a:lnTo>
                    <a:pt x="266428" y="32663"/>
                  </a:lnTo>
                  <a:lnTo>
                    <a:pt x="262103" y="29576"/>
                  </a:lnTo>
                  <a:lnTo>
                    <a:pt x="257682" y="26628"/>
                  </a:lnTo>
                  <a:lnTo>
                    <a:pt x="253169" y="23822"/>
                  </a:lnTo>
                  <a:lnTo>
                    <a:pt x="248570" y="21161"/>
                  </a:lnTo>
                  <a:lnTo>
                    <a:pt x="243888" y="18647"/>
                  </a:lnTo>
                  <a:lnTo>
                    <a:pt x="239128" y="16284"/>
                  </a:lnTo>
                  <a:lnTo>
                    <a:pt x="234296" y="14072"/>
                  </a:lnTo>
                  <a:lnTo>
                    <a:pt x="229397" y="12016"/>
                  </a:lnTo>
                  <a:lnTo>
                    <a:pt x="224434" y="10116"/>
                  </a:lnTo>
                  <a:lnTo>
                    <a:pt x="219413" y="8375"/>
                  </a:lnTo>
                  <a:lnTo>
                    <a:pt x="214340" y="6795"/>
                  </a:lnTo>
                  <a:lnTo>
                    <a:pt x="209219" y="5376"/>
                  </a:lnTo>
                  <a:lnTo>
                    <a:pt x="204055" y="4121"/>
                  </a:lnTo>
                  <a:lnTo>
                    <a:pt x="198854" y="3031"/>
                  </a:lnTo>
                  <a:lnTo>
                    <a:pt x="193621" y="2107"/>
                  </a:lnTo>
                  <a:lnTo>
                    <a:pt x="188362" y="1349"/>
                  </a:lnTo>
                  <a:lnTo>
                    <a:pt x="183080" y="759"/>
                  </a:lnTo>
                  <a:lnTo>
                    <a:pt x="177783" y="337"/>
                  </a:lnTo>
                  <a:lnTo>
                    <a:pt x="172475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256082" y="4659281"/>
              <a:ext cx="325486" cy="334332"/>
            </a:xfrm>
            <a:custGeom>
              <a:avLst/>
              <a:pathLst>
                <a:path w="325486" h="334332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7" y="759"/>
                  </a:lnTo>
                  <a:lnTo>
                    <a:pt x="145958" y="1348"/>
                  </a:lnTo>
                  <a:lnTo>
                    <a:pt x="140699" y="2106"/>
                  </a:lnTo>
                  <a:lnTo>
                    <a:pt x="135468" y="3030"/>
                  </a:lnTo>
                  <a:lnTo>
                    <a:pt x="130268" y="4119"/>
                  </a:lnTo>
                  <a:lnTo>
                    <a:pt x="125105" y="5374"/>
                  </a:lnTo>
                  <a:lnTo>
                    <a:pt x="119986" y="6791"/>
                  </a:lnTo>
                  <a:lnTo>
                    <a:pt x="114913" y="8371"/>
                  </a:lnTo>
                  <a:lnTo>
                    <a:pt x="109894" y="10111"/>
                  </a:lnTo>
                  <a:lnTo>
                    <a:pt x="104932" y="12010"/>
                  </a:lnTo>
                  <a:lnTo>
                    <a:pt x="100033" y="14066"/>
                  </a:lnTo>
                  <a:lnTo>
                    <a:pt x="95202" y="16276"/>
                  </a:lnTo>
                  <a:lnTo>
                    <a:pt x="90444" y="18638"/>
                  </a:lnTo>
                  <a:lnTo>
                    <a:pt x="85763" y="21151"/>
                  </a:lnTo>
                  <a:lnTo>
                    <a:pt x="81164" y="23811"/>
                  </a:lnTo>
                  <a:lnTo>
                    <a:pt x="76652" y="26615"/>
                  </a:lnTo>
                  <a:lnTo>
                    <a:pt x="72232" y="29562"/>
                  </a:lnTo>
                  <a:lnTo>
                    <a:pt x="67907" y="32648"/>
                  </a:lnTo>
                  <a:lnTo>
                    <a:pt x="63683" y="35869"/>
                  </a:lnTo>
                  <a:lnTo>
                    <a:pt x="59563" y="39223"/>
                  </a:lnTo>
                  <a:lnTo>
                    <a:pt x="55551" y="42707"/>
                  </a:lnTo>
                  <a:lnTo>
                    <a:pt x="51653" y="46316"/>
                  </a:lnTo>
                  <a:lnTo>
                    <a:pt x="47871" y="50047"/>
                  </a:lnTo>
                  <a:lnTo>
                    <a:pt x="44210" y="53896"/>
                  </a:lnTo>
                  <a:lnTo>
                    <a:pt x="40672" y="57860"/>
                  </a:lnTo>
                  <a:lnTo>
                    <a:pt x="37263" y="61934"/>
                  </a:lnTo>
                  <a:lnTo>
                    <a:pt x="33985" y="66115"/>
                  </a:lnTo>
                  <a:lnTo>
                    <a:pt x="30841" y="70398"/>
                  </a:lnTo>
                  <a:lnTo>
                    <a:pt x="27835" y="74778"/>
                  </a:lnTo>
                  <a:lnTo>
                    <a:pt x="24969" y="79251"/>
                  </a:lnTo>
                  <a:lnTo>
                    <a:pt x="22248" y="83814"/>
                  </a:lnTo>
                  <a:lnTo>
                    <a:pt x="19672" y="88460"/>
                  </a:lnTo>
                  <a:lnTo>
                    <a:pt x="17246" y="93187"/>
                  </a:lnTo>
                  <a:lnTo>
                    <a:pt x="14970" y="97987"/>
                  </a:lnTo>
                  <a:lnTo>
                    <a:pt x="12849" y="102858"/>
                  </a:lnTo>
                  <a:lnTo>
                    <a:pt x="10883" y="107794"/>
                  </a:lnTo>
                  <a:lnTo>
                    <a:pt x="9076" y="112789"/>
                  </a:lnTo>
                  <a:lnTo>
                    <a:pt x="7428" y="117840"/>
                  </a:lnTo>
                  <a:lnTo>
                    <a:pt x="5941" y="122940"/>
                  </a:lnTo>
                  <a:lnTo>
                    <a:pt x="4617" y="128085"/>
                  </a:lnTo>
                  <a:lnTo>
                    <a:pt x="3457" y="133270"/>
                  </a:lnTo>
                  <a:lnTo>
                    <a:pt x="2463" y="138488"/>
                  </a:lnTo>
                  <a:lnTo>
                    <a:pt x="1635" y="143736"/>
                  </a:lnTo>
                  <a:lnTo>
                    <a:pt x="974" y="149007"/>
                  </a:lnTo>
                  <a:lnTo>
                    <a:pt x="480" y="154297"/>
                  </a:lnTo>
                  <a:lnTo>
                    <a:pt x="156" y="159600"/>
                  </a:lnTo>
                  <a:lnTo>
                    <a:pt x="0" y="164910"/>
                  </a:lnTo>
                  <a:lnTo>
                    <a:pt x="12" y="170222"/>
                  </a:lnTo>
                  <a:lnTo>
                    <a:pt x="194" y="175532"/>
                  </a:lnTo>
                  <a:lnTo>
                    <a:pt x="544" y="180833"/>
                  </a:lnTo>
                  <a:lnTo>
                    <a:pt x="1062" y="186120"/>
                  </a:lnTo>
                  <a:lnTo>
                    <a:pt x="1748" y="191388"/>
                  </a:lnTo>
                  <a:lnTo>
                    <a:pt x="2602" y="196632"/>
                  </a:lnTo>
                  <a:lnTo>
                    <a:pt x="3621" y="201846"/>
                  </a:lnTo>
                  <a:lnTo>
                    <a:pt x="4805" y="207025"/>
                  </a:lnTo>
                  <a:lnTo>
                    <a:pt x="6154" y="212163"/>
                  </a:lnTo>
                  <a:lnTo>
                    <a:pt x="7665" y="217257"/>
                  </a:lnTo>
                  <a:lnTo>
                    <a:pt x="9337" y="222299"/>
                  </a:lnTo>
                  <a:lnTo>
                    <a:pt x="11169" y="227286"/>
                  </a:lnTo>
                  <a:lnTo>
                    <a:pt x="13158" y="232212"/>
                  </a:lnTo>
                  <a:lnTo>
                    <a:pt x="15303" y="237073"/>
                  </a:lnTo>
                  <a:lnTo>
                    <a:pt x="17601" y="241863"/>
                  </a:lnTo>
                  <a:lnTo>
                    <a:pt x="20050" y="246577"/>
                  </a:lnTo>
                  <a:lnTo>
                    <a:pt x="22647" y="251211"/>
                  </a:lnTo>
                  <a:lnTo>
                    <a:pt x="25391" y="255761"/>
                  </a:lnTo>
                  <a:lnTo>
                    <a:pt x="28278" y="260221"/>
                  </a:lnTo>
                  <a:lnTo>
                    <a:pt x="31305" y="264586"/>
                  </a:lnTo>
                  <a:lnTo>
                    <a:pt x="34469" y="268854"/>
                  </a:lnTo>
                  <a:lnTo>
                    <a:pt x="37767" y="273019"/>
                  </a:lnTo>
                  <a:lnTo>
                    <a:pt x="41196" y="277077"/>
                  </a:lnTo>
                  <a:lnTo>
                    <a:pt x="44752" y="281024"/>
                  </a:lnTo>
                  <a:lnTo>
                    <a:pt x="48432" y="284855"/>
                  </a:lnTo>
                  <a:lnTo>
                    <a:pt x="52232" y="288568"/>
                  </a:lnTo>
                  <a:lnTo>
                    <a:pt x="56147" y="292159"/>
                  </a:lnTo>
                  <a:lnTo>
                    <a:pt x="60175" y="295623"/>
                  </a:lnTo>
                  <a:lnTo>
                    <a:pt x="64311" y="298957"/>
                  </a:lnTo>
                  <a:lnTo>
                    <a:pt x="68551" y="302159"/>
                  </a:lnTo>
                  <a:lnTo>
                    <a:pt x="72890" y="305224"/>
                  </a:lnTo>
                  <a:lnTo>
                    <a:pt x="77325" y="308149"/>
                  </a:lnTo>
                  <a:lnTo>
                    <a:pt x="81850" y="310932"/>
                  </a:lnTo>
                  <a:lnTo>
                    <a:pt x="86461" y="313570"/>
                  </a:lnTo>
                  <a:lnTo>
                    <a:pt x="91154" y="316061"/>
                  </a:lnTo>
                  <a:lnTo>
                    <a:pt x="95924" y="318400"/>
                  </a:lnTo>
                  <a:lnTo>
                    <a:pt x="100765" y="320587"/>
                  </a:lnTo>
                  <a:lnTo>
                    <a:pt x="105674" y="322619"/>
                  </a:lnTo>
                  <a:lnTo>
                    <a:pt x="110645" y="324494"/>
                  </a:lnTo>
                  <a:lnTo>
                    <a:pt x="115672" y="326210"/>
                  </a:lnTo>
                  <a:lnTo>
                    <a:pt x="120752" y="327766"/>
                  </a:lnTo>
                  <a:lnTo>
                    <a:pt x="125879" y="329159"/>
                  </a:lnTo>
                  <a:lnTo>
                    <a:pt x="131047" y="330389"/>
                  </a:lnTo>
                  <a:lnTo>
                    <a:pt x="136252" y="331454"/>
                  </a:lnTo>
                  <a:lnTo>
                    <a:pt x="141488" y="332353"/>
                  </a:lnTo>
                  <a:lnTo>
                    <a:pt x="146750" y="333085"/>
                  </a:lnTo>
                  <a:lnTo>
                    <a:pt x="152033" y="333649"/>
                  </a:lnTo>
                  <a:lnTo>
                    <a:pt x="157330" y="334046"/>
                  </a:lnTo>
                  <a:lnTo>
                    <a:pt x="162638" y="334273"/>
                  </a:lnTo>
                  <a:lnTo>
                    <a:pt x="167950" y="334332"/>
                  </a:lnTo>
                  <a:lnTo>
                    <a:pt x="173262" y="334223"/>
                  </a:lnTo>
                  <a:lnTo>
                    <a:pt x="178567" y="333944"/>
                  </a:lnTo>
                  <a:lnTo>
                    <a:pt x="183861" y="333497"/>
                  </a:lnTo>
                  <a:lnTo>
                    <a:pt x="189138" y="332882"/>
                  </a:lnTo>
                  <a:lnTo>
                    <a:pt x="194392" y="332100"/>
                  </a:lnTo>
                  <a:lnTo>
                    <a:pt x="199620" y="331151"/>
                  </a:lnTo>
                  <a:lnTo>
                    <a:pt x="204814" y="330037"/>
                  </a:lnTo>
                  <a:lnTo>
                    <a:pt x="209970" y="328758"/>
                  </a:lnTo>
                  <a:lnTo>
                    <a:pt x="215083" y="327315"/>
                  </a:lnTo>
                  <a:lnTo>
                    <a:pt x="220148" y="325711"/>
                  </a:lnTo>
                  <a:lnTo>
                    <a:pt x="225159" y="323947"/>
                  </a:lnTo>
                  <a:lnTo>
                    <a:pt x="230112" y="322025"/>
                  </a:lnTo>
                  <a:lnTo>
                    <a:pt x="235001" y="319946"/>
                  </a:lnTo>
                  <a:lnTo>
                    <a:pt x="239821" y="317713"/>
                  </a:lnTo>
                  <a:lnTo>
                    <a:pt x="244568" y="315328"/>
                  </a:lnTo>
                  <a:lnTo>
                    <a:pt x="249237" y="312793"/>
                  </a:lnTo>
                  <a:lnTo>
                    <a:pt x="253823" y="310111"/>
                  </a:lnTo>
                  <a:lnTo>
                    <a:pt x="258322" y="307285"/>
                  </a:lnTo>
                  <a:lnTo>
                    <a:pt x="262728" y="304317"/>
                  </a:lnTo>
                  <a:lnTo>
                    <a:pt x="267038" y="301211"/>
                  </a:lnTo>
                  <a:lnTo>
                    <a:pt x="271247" y="297969"/>
                  </a:lnTo>
                  <a:lnTo>
                    <a:pt x="275351" y="294595"/>
                  </a:lnTo>
                  <a:lnTo>
                    <a:pt x="279345" y="291093"/>
                  </a:lnTo>
                  <a:lnTo>
                    <a:pt x="283227" y="287465"/>
                  </a:lnTo>
                  <a:lnTo>
                    <a:pt x="286991" y="283716"/>
                  </a:lnTo>
                  <a:lnTo>
                    <a:pt x="290633" y="279849"/>
                  </a:lnTo>
                  <a:lnTo>
                    <a:pt x="294152" y="275868"/>
                  </a:lnTo>
                  <a:lnTo>
                    <a:pt x="297542" y="271778"/>
                  </a:lnTo>
                  <a:lnTo>
                    <a:pt x="300800" y="267582"/>
                  </a:lnTo>
                  <a:lnTo>
                    <a:pt x="303923" y="263284"/>
                  </a:lnTo>
                  <a:lnTo>
                    <a:pt x="306908" y="258889"/>
                  </a:lnTo>
                  <a:lnTo>
                    <a:pt x="309752" y="254402"/>
                  </a:lnTo>
                  <a:lnTo>
                    <a:pt x="312452" y="249827"/>
                  </a:lnTo>
                  <a:lnTo>
                    <a:pt x="315006" y="245168"/>
                  </a:lnTo>
                  <a:lnTo>
                    <a:pt x="317410" y="240430"/>
                  </a:lnTo>
                  <a:lnTo>
                    <a:pt x="319662" y="235619"/>
                  </a:lnTo>
                  <a:lnTo>
                    <a:pt x="321760" y="230738"/>
                  </a:lnTo>
                  <a:lnTo>
                    <a:pt x="323702" y="225793"/>
                  </a:lnTo>
                  <a:lnTo>
                    <a:pt x="325486" y="22078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423235" y="4826449"/>
              <a:ext cx="158333" cy="53621"/>
            </a:xfrm>
            <a:custGeom>
              <a:avLst/>
              <a:pathLst>
                <a:path w="158333" h="53621">
                  <a:moveTo>
                    <a:pt x="158333" y="536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423235" y="4826449"/>
              <a:ext cx="158333" cy="53621"/>
            </a:xfrm>
            <a:custGeom>
              <a:avLst/>
              <a:pathLst>
                <a:path w="158333" h="53621">
                  <a:moveTo>
                    <a:pt x="158333" y="536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423235" y="4746051"/>
              <a:ext cx="167165" cy="134019"/>
            </a:xfrm>
            <a:custGeom>
              <a:avLst/>
              <a:pathLst>
                <a:path w="167165" h="134019">
                  <a:moveTo>
                    <a:pt x="158333" y="134019"/>
                  </a:moveTo>
                  <a:lnTo>
                    <a:pt x="160023" y="128745"/>
                  </a:lnTo>
                  <a:lnTo>
                    <a:pt x="161536" y="123417"/>
                  </a:lnTo>
                  <a:lnTo>
                    <a:pt x="162873" y="118043"/>
                  </a:lnTo>
                  <a:lnTo>
                    <a:pt x="164030" y="112627"/>
                  </a:lnTo>
                  <a:lnTo>
                    <a:pt x="165008" y="107176"/>
                  </a:lnTo>
                  <a:lnTo>
                    <a:pt x="165805" y="101696"/>
                  </a:lnTo>
                  <a:lnTo>
                    <a:pt x="166419" y="96192"/>
                  </a:lnTo>
                  <a:lnTo>
                    <a:pt x="166851" y="90670"/>
                  </a:lnTo>
                  <a:lnTo>
                    <a:pt x="167100" y="85138"/>
                  </a:lnTo>
                  <a:lnTo>
                    <a:pt x="167165" y="79600"/>
                  </a:lnTo>
                  <a:lnTo>
                    <a:pt x="167047" y="74063"/>
                  </a:lnTo>
                  <a:lnTo>
                    <a:pt x="166745" y="68533"/>
                  </a:lnTo>
                  <a:lnTo>
                    <a:pt x="166261" y="63017"/>
                  </a:lnTo>
                  <a:lnTo>
                    <a:pt x="165594" y="57519"/>
                  </a:lnTo>
                  <a:lnTo>
                    <a:pt x="164745" y="52046"/>
                  </a:lnTo>
                  <a:lnTo>
                    <a:pt x="163716" y="46604"/>
                  </a:lnTo>
                  <a:lnTo>
                    <a:pt x="162507" y="41200"/>
                  </a:lnTo>
                  <a:lnTo>
                    <a:pt x="161119" y="35838"/>
                  </a:lnTo>
                  <a:lnTo>
                    <a:pt x="159555" y="30526"/>
                  </a:lnTo>
                  <a:lnTo>
                    <a:pt x="157815" y="25268"/>
                  </a:lnTo>
                  <a:lnTo>
                    <a:pt x="155902" y="20071"/>
                  </a:lnTo>
                  <a:lnTo>
                    <a:pt x="153819" y="14940"/>
                  </a:lnTo>
                  <a:lnTo>
                    <a:pt x="151566" y="9880"/>
                  </a:lnTo>
                  <a:lnTo>
                    <a:pt x="149147" y="4899"/>
                  </a:lnTo>
                  <a:lnTo>
                    <a:pt x="146564" y="0"/>
                  </a:lnTo>
                  <a:lnTo>
                    <a:pt x="0" y="803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423235" y="4659281"/>
              <a:ext cx="146564" cy="167167"/>
            </a:xfrm>
            <a:custGeom>
              <a:avLst/>
              <a:pathLst>
                <a:path w="146564" h="167167">
                  <a:moveTo>
                    <a:pt x="146564" y="86769"/>
                  </a:moveTo>
                  <a:lnTo>
                    <a:pt x="143883" y="82064"/>
                  </a:lnTo>
                  <a:lnTo>
                    <a:pt x="141051" y="77449"/>
                  </a:lnTo>
                  <a:lnTo>
                    <a:pt x="138071" y="72927"/>
                  </a:lnTo>
                  <a:lnTo>
                    <a:pt x="134946" y="68504"/>
                  </a:lnTo>
                  <a:lnTo>
                    <a:pt x="131680" y="64185"/>
                  </a:lnTo>
                  <a:lnTo>
                    <a:pt x="128275" y="59974"/>
                  </a:lnTo>
                  <a:lnTo>
                    <a:pt x="124736" y="55875"/>
                  </a:lnTo>
                  <a:lnTo>
                    <a:pt x="121065" y="51893"/>
                  </a:lnTo>
                  <a:lnTo>
                    <a:pt x="117268" y="48032"/>
                  </a:lnTo>
                  <a:lnTo>
                    <a:pt x="113348" y="44297"/>
                  </a:lnTo>
                  <a:lnTo>
                    <a:pt x="109308" y="40690"/>
                  </a:lnTo>
                  <a:lnTo>
                    <a:pt x="105154" y="37215"/>
                  </a:lnTo>
                  <a:lnTo>
                    <a:pt x="100890" y="33878"/>
                  </a:lnTo>
                  <a:lnTo>
                    <a:pt x="96520" y="30680"/>
                  </a:lnTo>
                  <a:lnTo>
                    <a:pt x="92048" y="27625"/>
                  </a:lnTo>
                  <a:lnTo>
                    <a:pt x="87480" y="24717"/>
                  </a:lnTo>
                  <a:lnTo>
                    <a:pt x="82820" y="21958"/>
                  </a:lnTo>
                  <a:lnTo>
                    <a:pt x="78073" y="19351"/>
                  </a:lnTo>
                  <a:lnTo>
                    <a:pt x="73245" y="16900"/>
                  </a:lnTo>
                  <a:lnTo>
                    <a:pt x="68339" y="14607"/>
                  </a:lnTo>
                  <a:lnTo>
                    <a:pt x="63362" y="12473"/>
                  </a:lnTo>
                  <a:lnTo>
                    <a:pt x="58318" y="10502"/>
                  </a:lnTo>
                  <a:lnTo>
                    <a:pt x="53213" y="8695"/>
                  </a:lnTo>
                  <a:lnTo>
                    <a:pt x="48052" y="7055"/>
                  </a:lnTo>
                  <a:lnTo>
                    <a:pt x="42841" y="5582"/>
                  </a:lnTo>
                  <a:lnTo>
                    <a:pt x="37584" y="4279"/>
                  </a:lnTo>
                  <a:lnTo>
                    <a:pt x="32289" y="3148"/>
                  </a:lnTo>
                  <a:lnTo>
                    <a:pt x="26959" y="2188"/>
                  </a:lnTo>
                  <a:lnTo>
                    <a:pt x="21601" y="1401"/>
                  </a:lnTo>
                  <a:lnTo>
                    <a:pt x="16221" y="788"/>
                  </a:lnTo>
                  <a:lnTo>
                    <a:pt x="10823" y="350"/>
                  </a:lnTo>
                  <a:lnTo>
                    <a:pt x="541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561305" y="4213821"/>
              <a:ext cx="167167" cy="279203"/>
            </a:xfrm>
            <a:custGeom>
              <a:avLst/>
              <a:pathLst>
                <a:path w="167167" h="279203">
                  <a:moveTo>
                    <a:pt x="167167" y="0"/>
                  </a:moveTo>
                  <a:lnTo>
                    <a:pt x="161815" y="85"/>
                  </a:lnTo>
                  <a:lnTo>
                    <a:pt x="156469" y="342"/>
                  </a:lnTo>
                  <a:lnTo>
                    <a:pt x="151134" y="770"/>
                  </a:lnTo>
                  <a:lnTo>
                    <a:pt x="145816" y="1369"/>
                  </a:lnTo>
                  <a:lnTo>
                    <a:pt x="140519" y="2137"/>
                  </a:lnTo>
                  <a:lnTo>
                    <a:pt x="135250" y="3075"/>
                  </a:lnTo>
                  <a:lnTo>
                    <a:pt x="130013" y="4181"/>
                  </a:lnTo>
                  <a:lnTo>
                    <a:pt x="124815" y="5453"/>
                  </a:lnTo>
                  <a:lnTo>
                    <a:pt x="119660" y="6892"/>
                  </a:lnTo>
                  <a:lnTo>
                    <a:pt x="114553" y="8495"/>
                  </a:lnTo>
                  <a:lnTo>
                    <a:pt x="109501" y="10261"/>
                  </a:lnTo>
                  <a:lnTo>
                    <a:pt x="104507" y="12187"/>
                  </a:lnTo>
                  <a:lnTo>
                    <a:pt x="99578" y="14272"/>
                  </a:lnTo>
                  <a:lnTo>
                    <a:pt x="94718" y="16514"/>
                  </a:lnTo>
                  <a:lnTo>
                    <a:pt x="89933" y="18911"/>
                  </a:lnTo>
                  <a:lnTo>
                    <a:pt x="85226" y="21459"/>
                  </a:lnTo>
                  <a:lnTo>
                    <a:pt x="80604" y="24157"/>
                  </a:lnTo>
                  <a:lnTo>
                    <a:pt x="76070" y="27001"/>
                  </a:lnTo>
                  <a:lnTo>
                    <a:pt x="71630" y="29989"/>
                  </a:lnTo>
                  <a:lnTo>
                    <a:pt x="67287" y="33118"/>
                  </a:lnTo>
                  <a:lnTo>
                    <a:pt x="63047" y="36384"/>
                  </a:lnTo>
                  <a:lnTo>
                    <a:pt x="58914" y="39784"/>
                  </a:lnTo>
                  <a:lnTo>
                    <a:pt x="54892" y="43315"/>
                  </a:lnTo>
                  <a:lnTo>
                    <a:pt x="50984" y="46973"/>
                  </a:lnTo>
                  <a:lnTo>
                    <a:pt x="47196" y="50754"/>
                  </a:lnTo>
                  <a:lnTo>
                    <a:pt x="43531" y="54654"/>
                  </a:lnTo>
                  <a:lnTo>
                    <a:pt x="39993" y="58669"/>
                  </a:lnTo>
                  <a:lnTo>
                    <a:pt x="36585" y="62796"/>
                  </a:lnTo>
                  <a:lnTo>
                    <a:pt x="33310" y="67030"/>
                  </a:lnTo>
                  <a:lnTo>
                    <a:pt x="30173" y="71366"/>
                  </a:lnTo>
                  <a:lnTo>
                    <a:pt x="27177" y="75801"/>
                  </a:lnTo>
                  <a:lnTo>
                    <a:pt x="24324" y="80329"/>
                  </a:lnTo>
                  <a:lnTo>
                    <a:pt x="21617" y="84946"/>
                  </a:lnTo>
                  <a:lnTo>
                    <a:pt x="19060" y="89648"/>
                  </a:lnTo>
                  <a:lnTo>
                    <a:pt x="16654" y="94429"/>
                  </a:lnTo>
                  <a:lnTo>
                    <a:pt x="14403" y="99284"/>
                  </a:lnTo>
                  <a:lnTo>
                    <a:pt x="12308" y="104209"/>
                  </a:lnTo>
                  <a:lnTo>
                    <a:pt x="10372" y="109199"/>
                  </a:lnTo>
                  <a:lnTo>
                    <a:pt x="8596" y="114248"/>
                  </a:lnTo>
                  <a:lnTo>
                    <a:pt x="6984" y="119351"/>
                  </a:lnTo>
                  <a:lnTo>
                    <a:pt x="5535" y="124504"/>
                  </a:lnTo>
                  <a:lnTo>
                    <a:pt x="4252" y="129700"/>
                  </a:lnTo>
                  <a:lnTo>
                    <a:pt x="3136" y="134934"/>
                  </a:lnTo>
                  <a:lnTo>
                    <a:pt x="2188" y="140202"/>
                  </a:lnTo>
                  <a:lnTo>
                    <a:pt x="1410" y="145497"/>
                  </a:lnTo>
                  <a:lnTo>
                    <a:pt x="801" y="150814"/>
                  </a:lnTo>
                  <a:lnTo>
                    <a:pt x="363" y="156148"/>
                  </a:lnTo>
                  <a:lnTo>
                    <a:pt x="95" y="161494"/>
                  </a:lnTo>
                  <a:lnTo>
                    <a:pt x="0" y="166845"/>
                  </a:lnTo>
                  <a:lnTo>
                    <a:pt x="75" y="172197"/>
                  </a:lnTo>
                  <a:lnTo>
                    <a:pt x="322" y="177543"/>
                  </a:lnTo>
                  <a:lnTo>
                    <a:pt x="739" y="182879"/>
                  </a:lnTo>
                  <a:lnTo>
                    <a:pt x="1327" y="188198"/>
                  </a:lnTo>
                  <a:lnTo>
                    <a:pt x="2086" y="193497"/>
                  </a:lnTo>
                  <a:lnTo>
                    <a:pt x="3013" y="198768"/>
                  </a:lnTo>
                  <a:lnTo>
                    <a:pt x="4109" y="204006"/>
                  </a:lnTo>
                  <a:lnTo>
                    <a:pt x="5372" y="209207"/>
                  </a:lnTo>
                  <a:lnTo>
                    <a:pt x="6801" y="214365"/>
                  </a:lnTo>
                  <a:lnTo>
                    <a:pt x="8394" y="219475"/>
                  </a:lnTo>
                  <a:lnTo>
                    <a:pt x="10150" y="224531"/>
                  </a:lnTo>
                  <a:lnTo>
                    <a:pt x="12066" y="229528"/>
                  </a:lnTo>
                  <a:lnTo>
                    <a:pt x="14142" y="234461"/>
                  </a:lnTo>
                  <a:lnTo>
                    <a:pt x="16375" y="239325"/>
                  </a:lnTo>
                  <a:lnTo>
                    <a:pt x="18762" y="244115"/>
                  </a:lnTo>
                  <a:lnTo>
                    <a:pt x="21301" y="248827"/>
                  </a:lnTo>
                  <a:lnTo>
                    <a:pt x="23990" y="253454"/>
                  </a:lnTo>
                  <a:lnTo>
                    <a:pt x="26826" y="257993"/>
                  </a:lnTo>
                  <a:lnTo>
                    <a:pt x="29805" y="262439"/>
                  </a:lnTo>
                  <a:lnTo>
                    <a:pt x="32926" y="266788"/>
                  </a:lnTo>
                  <a:lnTo>
                    <a:pt x="36184" y="271034"/>
                  </a:lnTo>
                  <a:lnTo>
                    <a:pt x="39576" y="275174"/>
                  </a:lnTo>
                  <a:lnTo>
                    <a:pt x="43099" y="27920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604404" y="4380988"/>
              <a:ext cx="124067" cy="112036"/>
            </a:xfrm>
            <a:custGeom>
              <a:avLst/>
              <a:pathLst>
                <a:path w="124067" h="112036">
                  <a:moveTo>
                    <a:pt x="0" y="112036"/>
                  </a:moveTo>
                  <a:lnTo>
                    <a:pt x="12406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604404" y="4380988"/>
              <a:ext cx="124067" cy="154496"/>
            </a:xfrm>
            <a:custGeom>
              <a:avLst/>
              <a:pathLst>
                <a:path w="124067" h="154496">
                  <a:moveTo>
                    <a:pt x="0" y="112036"/>
                  </a:moveTo>
                  <a:lnTo>
                    <a:pt x="3902" y="116211"/>
                  </a:lnTo>
                  <a:lnTo>
                    <a:pt x="7944" y="120251"/>
                  </a:lnTo>
                  <a:lnTo>
                    <a:pt x="12123" y="124150"/>
                  </a:lnTo>
                  <a:lnTo>
                    <a:pt x="16432" y="127904"/>
                  </a:lnTo>
                  <a:lnTo>
                    <a:pt x="20867" y="131509"/>
                  </a:lnTo>
                  <a:lnTo>
                    <a:pt x="25423" y="134960"/>
                  </a:lnTo>
                  <a:lnTo>
                    <a:pt x="30094" y="138253"/>
                  </a:lnTo>
                  <a:lnTo>
                    <a:pt x="34875" y="141384"/>
                  </a:lnTo>
                  <a:lnTo>
                    <a:pt x="39760" y="144350"/>
                  </a:lnTo>
                  <a:lnTo>
                    <a:pt x="44743" y="147148"/>
                  </a:lnTo>
                  <a:lnTo>
                    <a:pt x="49820" y="149773"/>
                  </a:lnTo>
                  <a:lnTo>
                    <a:pt x="54983" y="152224"/>
                  </a:lnTo>
                  <a:lnTo>
                    <a:pt x="60227" y="154496"/>
                  </a:lnTo>
                  <a:lnTo>
                    <a:pt x="12406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664631" y="4213821"/>
              <a:ext cx="230998" cy="334326"/>
            </a:xfrm>
            <a:custGeom>
              <a:avLst/>
              <a:pathLst>
                <a:path w="230998" h="334326">
                  <a:moveTo>
                    <a:pt x="0" y="321664"/>
                  </a:moveTo>
                  <a:lnTo>
                    <a:pt x="4949" y="323618"/>
                  </a:lnTo>
                  <a:lnTo>
                    <a:pt x="9958" y="325413"/>
                  </a:lnTo>
                  <a:lnTo>
                    <a:pt x="15022" y="327047"/>
                  </a:lnTo>
                  <a:lnTo>
                    <a:pt x="20136" y="328520"/>
                  </a:lnTo>
                  <a:lnTo>
                    <a:pt x="25293" y="329829"/>
                  </a:lnTo>
                  <a:lnTo>
                    <a:pt x="30490" y="330974"/>
                  </a:lnTo>
                  <a:lnTo>
                    <a:pt x="35720" y="331952"/>
                  </a:lnTo>
                  <a:lnTo>
                    <a:pt x="40979" y="332764"/>
                  </a:lnTo>
                  <a:lnTo>
                    <a:pt x="46261" y="333408"/>
                  </a:lnTo>
                  <a:lnTo>
                    <a:pt x="51561" y="333883"/>
                  </a:lnTo>
                  <a:lnTo>
                    <a:pt x="56874" y="334189"/>
                  </a:lnTo>
                  <a:lnTo>
                    <a:pt x="62193" y="334326"/>
                  </a:lnTo>
                  <a:lnTo>
                    <a:pt x="67514" y="334294"/>
                  </a:lnTo>
                  <a:lnTo>
                    <a:pt x="72831" y="334092"/>
                  </a:lnTo>
                  <a:lnTo>
                    <a:pt x="78140" y="333722"/>
                  </a:lnTo>
                  <a:lnTo>
                    <a:pt x="83433" y="333182"/>
                  </a:lnTo>
                  <a:lnTo>
                    <a:pt x="88707" y="332474"/>
                  </a:lnTo>
                  <a:lnTo>
                    <a:pt x="93956" y="331599"/>
                  </a:lnTo>
                  <a:lnTo>
                    <a:pt x="99174" y="330557"/>
                  </a:lnTo>
                  <a:lnTo>
                    <a:pt x="104357" y="329350"/>
                  </a:lnTo>
                  <a:lnTo>
                    <a:pt x="109498" y="327978"/>
                  </a:lnTo>
                  <a:lnTo>
                    <a:pt x="114593" y="326444"/>
                  </a:lnTo>
                  <a:lnTo>
                    <a:pt x="119637" y="324748"/>
                  </a:lnTo>
                  <a:lnTo>
                    <a:pt x="124624" y="322892"/>
                  </a:lnTo>
                  <a:lnTo>
                    <a:pt x="129549" y="320879"/>
                  </a:lnTo>
                  <a:lnTo>
                    <a:pt x="134408" y="318709"/>
                  </a:lnTo>
                  <a:lnTo>
                    <a:pt x="139196" y="316387"/>
                  </a:lnTo>
                  <a:lnTo>
                    <a:pt x="143907" y="313913"/>
                  </a:lnTo>
                  <a:lnTo>
                    <a:pt x="148537" y="311290"/>
                  </a:lnTo>
                  <a:lnTo>
                    <a:pt x="153081" y="308521"/>
                  </a:lnTo>
                  <a:lnTo>
                    <a:pt x="157535" y="305609"/>
                  </a:lnTo>
                  <a:lnTo>
                    <a:pt x="161894" y="302557"/>
                  </a:lnTo>
                  <a:lnTo>
                    <a:pt x="166153" y="299368"/>
                  </a:lnTo>
                  <a:lnTo>
                    <a:pt x="170309" y="296044"/>
                  </a:lnTo>
                  <a:lnTo>
                    <a:pt x="174357" y="292591"/>
                  </a:lnTo>
                  <a:lnTo>
                    <a:pt x="178293" y="289010"/>
                  </a:lnTo>
                  <a:lnTo>
                    <a:pt x="182113" y="285305"/>
                  </a:lnTo>
                  <a:lnTo>
                    <a:pt x="185813" y="281481"/>
                  </a:lnTo>
                  <a:lnTo>
                    <a:pt x="189389" y="277541"/>
                  </a:lnTo>
                  <a:lnTo>
                    <a:pt x="192838" y="273489"/>
                  </a:lnTo>
                  <a:lnTo>
                    <a:pt x="196157" y="269330"/>
                  </a:lnTo>
                  <a:lnTo>
                    <a:pt x="199342" y="265067"/>
                  </a:lnTo>
                  <a:lnTo>
                    <a:pt x="202389" y="260704"/>
                  </a:lnTo>
                  <a:lnTo>
                    <a:pt x="205296" y="256247"/>
                  </a:lnTo>
                  <a:lnTo>
                    <a:pt x="208059" y="251700"/>
                  </a:lnTo>
                  <a:lnTo>
                    <a:pt x="210677" y="247067"/>
                  </a:lnTo>
                  <a:lnTo>
                    <a:pt x="213145" y="242353"/>
                  </a:lnTo>
                  <a:lnTo>
                    <a:pt x="215463" y="237563"/>
                  </a:lnTo>
                  <a:lnTo>
                    <a:pt x="217626" y="232702"/>
                  </a:lnTo>
                  <a:lnTo>
                    <a:pt x="219634" y="227774"/>
                  </a:lnTo>
                  <a:lnTo>
                    <a:pt x="221484" y="222785"/>
                  </a:lnTo>
                  <a:lnTo>
                    <a:pt x="223175" y="217739"/>
                  </a:lnTo>
                  <a:lnTo>
                    <a:pt x="224703" y="212642"/>
                  </a:lnTo>
                  <a:lnTo>
                    <a:pt x="226069" y="207499"/>
                  </a:lnTo>
                  <a:lnTo>
                    <a:pt x="227271" y="202315"/>
                  </a:lnTo>
                  <a:lnTo>
                    <a:pt x="228307" y="197096"/>
                  </a:lnTo>
                  <a:lnTo>
                    <a:pt x="229176" y="191846"/>
                  </a:lnTo>
                  <a:lnTo>
                    <a:pt x="229878" y="186572"/>
                  </a:lnTo>
                  <a:lnTo>
                    <a:pt x="230411" y="181277"/>
                  </a:lnTo>
                  <a:lnTo>
                    <a:pt x="230776" y="175969"/>
                  </a:lnTo>
                  <a:lnTo>
                    <a:pt x="230971" y="170651"/>
                  </a:lnTo>
                  <a:lnTo>
                    <a:pt x="230998" y="165330"/>
                  </a:lnTo>
                  <a:lnTo>
                    <a:pt x="230854" y="160011"/>
                  </a:lnTo>
                  <a:lnTo>
                    <a:pt x="230542" y="154699"/>
                  </a:lnTo>
                  <a:lnTo>
                    <a:pt x="230061" y="149399"/>
                  </a:lnTo>
                  <a:lnTo>
                    <a:pt x="229411" y="144118"/>
                  </a:lnTo>
                  <a:lnTo>
                    <a:pt x="228594" y="138860"/>
                  </a:lnTo>
                  <a:lnTo>
                    <a:pt x="227609" y="133631"/>
                  </a:lnTo>
                  <a:lnTo>
                    <a:pt x="226459" y="128435"/>
                  </a:lnTo>
                  <a:lnTo>
                    <a:pt x="225144" y="123279"/>
                  </a:lnTo>
                  <a:lnTo>
                    <a:pt x="223665" y="118167"/>
                  </a:lnTo>
                  <a:lnTo>
                    <a:pt x="222025" y="113105"/>
                  </a:lnTo>
                  <a:lnTo>
                    <a:pt x="220224" y="108098"/>
                  </a:lnTo>
                  <a:lnTo>
                    <a:pt x="218265" y="103151"/>
                  </a:lnTo>
                  <a:lnTo>
                    <a:pt x="216149" y="98268"/>
                  </a:lnTo>
                  <a:lnTo>
                    <a:pt x="213879" y="93456"/>
                  </a:lnTo>
                  <a:lnTo>
                    <a:pt x="211457" y="88718"/>
                  </a:lnTo>
                  <a:lnTo>
                    <a:pt x="208885" y="84059"/>
                  </a:lnTo>
                  <a:lnTo>
                    <a:pt x="206167" y="79485"/>
                  </a:lnTo>
                  <a:lnTo>
                    <a:pt x="203304" y="74999"/>
                  </a:lnTo>
                  <a:lnTo>
                    <a:pt x="200300" y="70607"/>
                  </a:lnTo>
                  <a:lnTo>
                    <a:pt x="197157" y="66313"/>
                  </a:lnTo>
                  <a:lnTo>
                    <a:pt x="193880" y="62121"/>
                  </a:lnTo>
                  <a:lnTo>
                    <a:pt x="190471" y="58035"/>
                  </a:lnTo>
                  <a:lnTo>
                    <a:pt x="186933" y="54060"/>
                  </a:lnTo>
                  <a:lnTo>
                    <a:pt x="183271" y="50200"/>
                  </a:lnTo>
                  <a:lnTo>
                    <a:pt x="179488" y="46458"/>
                  </a:lnTo>
                  <a:lnTo>
                    <a:pt x="175587" y="42838"/>
                  </a:lnTo>
                  <a:lnTo>
                    <a:pt x="171574" y="39345"/>
                  </a:lnTo>
                  <a:lnTo>
                    <a:pt x="167451" y="35981"/>
                  </a:lnTo>
                  <a:lnTo>
                    <a:pt x="163223" y="32750"/>
                  </a:lnTo>
                  <a:lnTo>
                    <a:pt x="158894" y="29655"/>
                  </a:lnTo>
                  <a:lnTo>
                    <a:pt x="154470" y="26699"/>
                  </a:lnTo>
                  <a:lnTo>
                    <a:pt x="149953" y="23886"/>
                  </a:lnTo>
                  <a:lnTo>
                    <a:pt x="145349" y="21217"/>
                  </a:lnTo>
                  <a:lnTo>
                    <a:pt x="140663" y="18697"/>
                  </a:lnTo>
                  <a:lnTo>
                    <a:pt x="135898" y="16327"/>
                  </a:lnTo>
                  <a:lnTo>
                    <a:pt x="131061" y="14110"/>
                  </a:lnTo>
                  <a:lnTo>
                    <a:pt x="126155" y="12048"/>
                  </a:lnTo>
                  <a:lnTo>
                    <a:pt x="121187" y="10144"/>
                  </a:lnTo>
                  <a:lnTo>
                    <a:pt x="116160" y="8398"/>
                  </a:lnTo>
                  <a:lnTo>
                    <a:pt x="111080" y="6813"/>
                  </a:lnTo>
                  <a:lnTo>
                    <a:pt x="105953" y="5391"/>
                  </a:lnTo>
                  <a:lnTo>
                    <a:pt x="100783" y="4133"/>
                  </a:lnTo>
                  <a:lnTo>
                    <a:pt x="95575" y="3039"/>
                  </a:lnTo>
                  <a:lnTo>
                    <a:pt x="90335" y="2112"/>
                  </a:lnTo>
                  <a:lnTo>
                    <a:pt x="85068" y="1353"/>
                  </a:lnTo>
                  <a:lnTo>
                    <a:pt x="79780" y="761"/>
                  </a:lnTo>
                  <a:lnTo>
                    <a:pt x="74476" y="338"/>
                  </a:lnTo>
                  <a:lnTo>
                    <a:pt x="69161" y="84"/>
                  </a:lnTo>
                  <a:lnTo>
                    <a:pt x="63840" y="0"/>
                  </a:lnTo>
                  <a:lnTo>
                    <a:pt x="6384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751851" y="3707720"/>
              <a:ext cx="190470" cy="334321"/>
            </a:xfrm>
            <a:custGeom>
              <a:avLst/>
              <a:pathLst>
                <a:path w="190470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6" y="32802"/>
                  </a:lnTo>
                  <a:lnTo>
                    <a:pt x="63476" y="36038"/>
                  </a:lnTo>
                  <a:lnTo>
                    <a:pt x="59352" y="39407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9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5"/>
                  </a:lnTo>
                  <a:lnTo>
                    <a:pt x="27620" y="75113"/>
                  </a:lnTo>
                  <a:lnTo>
                    <a:pt x="24759" y="79605"/>
                  </a:lnTo>
                  <a:lnTo>
                    <a:pt x="22042" y="84185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8"/>
                  </a:lnTo>
                  <a:lnTo>
                    <a:pt x="7283" y="118336"/>
                  </a:lnTo>
                  <a:lnTo>
                    <a:pt x="5808" y="123454"/>
                  </a:lnTo>
                  <a:lnTo>
                    <a:pt x="4498" y="128615"/>
                  </a:lnTo>
                  <a:lnTo>
                    <a:pt x="3352" y="133816"/>
                  </a:lnTo>
                  <a:lnTo>
                    <a:pt x="2373" y="139051"/>
                  </a:lnTo>
                  <a:lnTo>
                    <a:pt x="1561" y="144314"/>
                  </a:lnTo>
                  <a:lnTo>
                    <a:pt x="917" y="149601"/>
                  </a:lnTo>
                  <a:lnTo>
                    <a:pt x="442" y="154905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1"/>
                  </a:lnTo>
                  <a:lnTo>
                    <a:pt x="236" y="176193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8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4"/>
                  </a:lnTo>
                  <a:lnTo>
                    <a:pt x="13480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7" y="251951"/>
                  </a:lnTo>
                  <a:lnTo>
                    <a:pt x="25861" y="256497"/>
                  </a:lnTo>
                  <a:lnTo>
                    <a:pt x="28778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0" y="273730"/>
                  </a:lnTo>
                  <a:lnTo>
                    <a:pt x="41820" y="277779"/>
                  </a:lnTo>
                  <a:lnTo>
                    <a:pt x="45407" y="281715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4" y="292812"/>
                  </a:lnTo>
                  <a:lnTo>
                    <a:pt x="60952" y="296260"/>
                  </a:lnTo>
                  <a:lnTo>
                    <a:pt x="65118" y="299578"/>
                  </a:lnTo>
                  <a:lnTo>
                    <a:pt x="69388" y="302761"/>
                  </a:lnTo>
                  <a:lnTo>
                    <a:pt x="73757" y="305807"/>
                  </a:lnTo>
                  <a:lnTo>
                    <a:pt x="78220" y="308712"/>
                  </a:lnTo>
                  <a:lnTo>
                    <a:pt x="82774" y="311473"/>
                  </a:lnTo>
                  <a:lnTo>
                    <a:pt x="87414" y="314087"/>
                  </a:lnTo>
                  <a:lnTo>
                    <a:pt x="92134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3" y="323031"/>
                  </a:lnTo>
                  <a:lnTo>
                    <a:pt x="111728" y="324877"/>
                  </a:lnTo>
                  <a:lnTo>
                    <a:pt x="116780" y="326562"/>
                  </a:lnTo>
                  <a:lnTo>
                    <a:pt x="121883" y="328086"/>
                  </a:lnTo>
                  <a:lnTo>
                    <a:pt x="127032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2" y="332536"/>
                  </a:lnTo>
                  <a:lnTo>
                    <a:pt x="147982" y="333231"/>
                  </a:lnTo>
                  <a:lnTo>
                    <a:pt x="153281" y="333757"/>
                  </a:lnTo>
                  <a:lnTo>
                    <a:pt x="158595" y="334115"/>
                  </a:lnTo>
                  <a:lnTo>
                    <a:pt x="163917" y="334303"/>
                  </a:lnTo>
                  <a:lnTo>
                    <a:pt x="169243" y="334321"/>
                  </a:lnTo>
                  <a:lnTo>
                    <a:pt x="174566" y="334170"/>
                  </a:lnTo>
                  <a:lnTo>
                    <a:pt x="179882" y="333850"/>
                  </a:lnTo>
                  <a:lnTo>
                    <a:pt x="185185" y="333360"/>
                  </a:lnTo>
                  <a:lnTo>
                    <a:pt x="190470" y="332701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919011" y="3707733"/>
              <a:ext cx="167167" cy="332688"/>
            </a:xfrm>
            <a:custGeom>
              <a:avLst/>
              <a:pathLst>
                <a:path w="167167" h="332688">
                  <a:moveTo>
                    <a:pt x="23310" y="332688"/>
                  </a:moveTo>
                  <a:lnTo>
                    <a:pt x="28562" y="331863"/>
                  </a:lnTo>
                  <a:lnTo>
                    <a:pt x="33784" y="330872"/>
                  </a:lnTo>
                  <a:lnTo>
                    <a:pt x="38973" y="329715"/>
                  </a:lnTo>
                  <a:lnTo>
                    <a:pt x="44122" y="328394"/>
                  </a:lnTo>
                  <a:lnTo>
                    <a:pt x="49226" y="326909"/>
                  </a:lnTo>
                  <a:lnTo>
                    <a:pt x="54281" y="325263"/>
                  </a:lnTo>
                  <a:lnTo>
                    <a:pt x="59281" y="323457"/>
                  </a:lnTo>
                  <a:lnTo>
                    <a:pt x="64221" y="321493"/>
                  </a:lnTo>
                  <a:lnTo>
                    <a:pt x="69095" y="319373"/>
                  </a:lnTo>
                  <a:lnTo>
                    <a:pt x="73900" y="317099"/>
                  </a:lnTo>
                  <a:lnTo>
                    <a:pt x="78631" y="314674"/>
                  </a:lnTo>
                  <a:lnTo>
                    <a:pt x="83281" y="312099"/>
                  </a:lnTo>
                  <a:lnTo>
                    <a:pt x="87848" y="309378"/>
                  </a:lnTo>
                  <a:lnTo>
                    <a:pt x="92326" y="306513"/>
                  </a:lnTo>
                  <a:lnTo>
                    <a:pt x="96710" y="303507"/>
                  </a:lnTo>
                  <a:lnTo>
                    <a:pt x="100997" y="300363"/>
                  </a:lnTo>
                  <a:lnTo>
                    <a:pt x="105181" y="297084"/>
                  </a:lnTo>
                  <a:lnTo>
                    <a:pt x="109259" y="293674"/>
                  </a:lnTo>
                  <a:lnTo>
                    <a:pt x="113227" y="290136"/>
                  </a:lnTo>
                  <a:lnTo>
                    <a:pt x="117080" y="286474"/>
                  </a:lnTo>
                  <a:lnTo>
                    <a:pt x="120814" y="282691"/>
                  </a:lnTo>
                  <a:lnTo>
                    <a:pt x="124427" y="278791"/>
                  </a:lnTo>
                  <a:lnTo>
                    <a:pt x="127914" y="274778"/>
                  </a:lnTo>
                  <a:lnTo>
                    <a:pt x="131271" y="270657"/>
                  </a:lnTo>
                  <a:lnTo>
                    <a:pt x="134495" y="266431"/>
                  </a:lnTo>
                  <a:lnTo>
                    <a:pt x="137584" y="262104"/>
                  </a:lnTo>
                  <a:lnTo>
                    <a:pt x="140533" y="257681"/>
                  </a:lnTo>
                  <a:lnTo>
                    <a:pt x="143341" y="253167"/>
                  </a:lnTo>
                  <a:lnTo>
                    <a:pt x="146003" y="248566"/>
                  </a:lnTo>
                  <a:lnTo>
                    <a:pt x="148518" y="243883"/>
                  </a:lnTo>
                  <a:lnTo>
                    <a:pt x="150882" y="239121"/>
                  </a:lnTo>
                  <a:lnTo>
                    <a:pt x="153094" y="234288"/>
                  </a:lnTo>
                  <a:lnTo>
                    <a:pt x="155152" y="229386"/>
                  </a:lnTo>
                  <a:lnTo>
                    <a:pt x="157052" y="224421"/>
                  </a:lnTo>
                  <a:lnTo>
                    <a:pt x="158793" y="219399"/>
                  </a:lnTo>
                  <a:lnTo>
                    <a:pt x="160374" y="214323"/>
                  </a:lnTo>
                  <a:lnTo>
                    <a:pt x="161793" y="209200"/>
                  </a:lnTo>
                  <a:lnTo>
                    <a:pt x="163048" y="204035"/>
                  </a:lnTo>
                  <a:lnTo>
                    <a:pt x="164138" y="198832"/>
                  </a:lnTo>
                  <a:lnTo>
                    <a:pt x="165062" y="193597"/>
                  </a:lnTo>
                  <a:lnTo>
                    <a:pt x="165820" y="188335"/>
                  </a:lnTo>
                  <a:lnTo>
                    <a:pt x="166409" y="183052"/>
                  </a:lnTo>
                  <a:lnTo>
                    <a:pt x="166831" y="177753"/>
                  </a:lnTo>
                  <a:lnTo>
                    <a:pt x="167083" y="172443"/>
                  </a:lnTo>
                  <a:lnTo>
                    <a:pt x="167167" y="167128"/>
                  </a:lnTo>
                  <a:lnTo>
                    <a:pt x="167082" y="161812"/>
                  </a:lnTo>
                  <a:lnTo>
                    <a:pt x="166827" y="156503"/>
                  </a:lnTo>
                  <a:lnTo>
                    <a:pt x="166404" y="151204"/>
                  </a:lnTo>
                  <a:lnTo>
                    <a:pt x="165813" y="145921"/>
                  </a:lnTo>
                  <a:lnTo>
                    <a:pt x="165054" y="140659"/>
                  </a:lnTo>
                  <a:lnTo>
                    <a:pt x="164128" y="135425"/>
                  </a:lnTo>
                  <a:lnTo>
                    <a:pt x="163036" y="130222"/>
                  </a:lnTo>
                  <a:lnTo>
                    <a:pt x="161780" y="125057"/>
                  </a:lnTo>
                  <a:lnTo>
                    <a:pt x="160359" y="119934"/>
                  </a:lnTo>
                  <a:lnTo>
                    <a:pt x="158777" y="114859"/>
                  </a:lnTo>
                  <a:lnTo>
                    <a:pt x="157034" y="109837"/>
                  </a:lnTo>
                  <a:lnTo>
                    <a:pt x="155132" y="104873"/>
                  </a:lnTo>
                  <a:lnTo>
                    <a:pt x="153073" y="99972"/>
                  </a:lnTo>
                  <a:lnTo>
                    <a:pt x="150860" y="95139"/>
                  </a:lnTo>
                  <a:lnTo>
                    <a:pt x="148494" y="90379"/>
                  </a:lnTo>
                  <a:lnTo>
                    <a:pt x="145977" y="85696"/>
                  </a:lnTo>
                  <a:lnTo>
                    <a:pt x="143314" y="81096"/>
                  </a:lnTo>
                  <a:lnTo>
                    <a:pt x="140505" y="76583"/>
                  </a:lnTo>
                  <a:lnTo>
                    <a:pt x="137554" y="72161"/>
                  </a:lnTo>
                  <a:lnTo>
                    <a:pt x="134464" y="67835"/>
                  </a:lnTo>
                  <a:lnTo>
                    <a:pt x="131238" y="63610"/>
                  </a:lnTo>
                  <a:lnTo>
                    <a:pt x="127879" y="59490"/>
                  </a:lnTo>
                  <a:lnTo>
                    <a:pt x="124392" y="55478"/>
                  </a:lnTo>
                  <a:lnTo>
                    <a:pt x="120778" y="51579"/>
                  </a:lnTo>
                  <a:lnTo>
                    <a:pt x="117042" y="47797"/>
                  </a:lnTo>
                  <a:lnTo>
                    <a:pt x="113188" y="44136"/>
                  </a:lnTo>
                  <a:lnTo>
                    <a:pt x="109219" y="40600"/>
                  </a:lnTo>
                  <a:lnTo>
                    <a:pt x="105140" y="37191"/>
                  </a:lnTo>
                  <a:lnTo>
                    <a:pt x="100954" y="33914"/>
                  </a:lnTo>
                  <a:lnTo>
                    <a:pt x="96667" y="30771"/>
                  </a:lnTo>
                  <a:lnTo>
                    <a:pt x="92282" y="27766"/>
                  </a:lnTo>
                  <a:lnTo>
                    <a:pt x="87803" y="24903"/>
                  </a:lnTo>
                  <a:lnTo>
                    <a:pt x="83236" y="22183"/>
                  </a:lnTo>
                  <a:lnTo>
                    <a:pt x="78584" y="19609"/>
                  </a:lnTo>
                  <a:lnTo>
                    <a:pt x="73853" y="17185"/>
                  </a:lnTo>
                  <a:lnTo>
                    <a:pt x="69047" y="14913"/>
                  </a:lnTo>
                  <a:lnTo>
                    <a:pt x="64172" y="12795"/>
                  </a:lnTo>
                  <a:lnTo>
                    <a:pt x="59231" y="10832"/>
                  </a:lnTo>
                  <a:lnTo>
                    <a:pt x="54231" y="9028"/>
                  </a:lnTo>
                  <a:lnTo>
                    <a:pt x="49176" y="7384"/>
                  </a:lnTo>
                  <a:lnTo>
                    <a:pt x="44071" y="5901"/>
                  </a:lnTo>
                  <a:lnTo>
                    <a:pt x="38921" y="4581"/>
                  </a:lnTo>
                  <a:lnTo>
                    <a:pt x="33733" y="3426"/>
                  </a:lnTo>
                  <a:lnTo>
                    <a:pt x="28510" y="2436"/>
                  </a:lnTo>
                  <a:lnTo>
                    <a:pt x="23258" y="1613"/>
                  </a:lnTo>
                  <a:lnTo>
                    <a:pt x="17983" y="957"/>
                  </a:lnTo>
                  <a:lnTo>
                    <a:pt x="12689" y="469"/>
                  </a:lnTo>
                  <a:lnTo>
                    <a:pt x="7383" y="150"/>
                  </a:lnTo>
                  <a:lnTo>
                    <a:pt x="2069" y="0"/>
                  </a:lnTo>
                  <a:lnTo>
                    <a:pt x="0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919011" y="3707720"/>
              <a:ext cx="2069" cy="167167"/>
            </a:xfrm>
            <a:custGeom>
              <a:avLst/>
              <a:pathLst>
                <a:path w="2069" h="167167">
                  <a:moveTo>
                    <a:pt x="2069" y="1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tx90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2025-06-17T12:45:57Z</dcterms:modified>
  <cp:category/>
</cp:coreProperties>
</file>