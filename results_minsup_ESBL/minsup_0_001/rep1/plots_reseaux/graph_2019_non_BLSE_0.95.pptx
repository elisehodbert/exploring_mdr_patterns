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2019_non_BLSE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3750778" y="1518619"/>
              <a:ext cx="2873423" cy="2706349"/>
            </a:xfrm>
            <a:custGeom>
              <a:avLst/>
              <a:pathLst>
                <a:path w="2873423" h="2706349">
                  <a:moveTo>
                    <a:pt x="0" y="0"/>
                  </a:moveTo>
                  <a:lnTo>
                    <a:pt x="2873423" y="2706349"/>
                  </a:lnTo>
                </a:path>
              </a:pathLst>
            </a:custGeom>
            <a:ln w="1453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736648" y="1531973"/>
              <a:ext cx="2616338" cy="3112755"/>
            </a:xfrm>
            <a:custGeom>
              <a:avLst/>
              <a:pathLst>
                <a:path w="2616338" h="3112755">
                  <a:moveTo>
                    <a:pt x="0" y="0"/>
                  </a:moveTo>
                  <a:lnTo>
                    <a:pt x="2616338" y="3112755"/>
                  </a:lnTo>
                </a:path>
              </a:pathLst>
            </a:custGeom>
            <a:ln w="1263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763258" y="1503722"/>
              <a:ext cx="3026066" cy="2249011"/>
            </a:xfrm>
            <a:custGeom>
              <a:avLst/>
              <a:pathLst>
                <a:path w="3026066" h="2249011">
                  <a:moveTo>
                    <a:pt x="0" y="0"/>
                  </a:moveTo>
                  <a:lnTo>
                    <a:pt x="3026066" y="2249011"/>
                  </a:lnTo>
                </a:path>
              </a:pathLst>
            </a:custGeom>
            <a:ln w="985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346736" y="1503722"/>
              <a:ext cx="148182" cy="110131"/>
            </a:xfrm>
            <a:custGeom>
              <a:avLst/>
              <a:pathLst>
                <a:path w="148182" h="110131">
                  <a:moveTo>
                    <a:pt x="148182" y="0"/>
                  </a:moveTo>
                  <a:lnTo>
                    <a:pt x="0" y="110131"/>
                  </a:lnTo>
                </a:path>
              </a:pathLst>
            </a:custGeom>
            <a:ln w="1330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795974" y="1413708"/>
              <a:ext cx="2119980" cy="123265"/>
            </a:xfrm>
            <a:custGeom>
              <a:avLst/>
              <a:pathLst>
                <a:path w="2119980" h="123265">
                  <a:moveTo>
                    <a:pt x="2119980" y="123265"/>
                  </a:moveTo>
                  <a:lnTo>
                    <a:pt x="0" y="0"/>
                  </a:lnTo>
                </a:path>
              </a:pathLst>
            </a:custGeom>
            <a:ln w="1304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777968" y="1370958"/>
              <a:ext cx="160039" cy="92242"/>
            </a:xfrm>
            <a:custGeom>
              <a:avLst/>
              <a:pathLst>
                <a:path w="160039" h="92242">
                  <a:moveTo>
                    <a:pt x="160039" y="92242"/>
                  </a:moveTo>
                  <a:lnTo>
                    <a:pt x="0" y="0"/>
                  </a:lnTo>
                </a:path>
              </a:pathLst>
            </a:custGeom>
            <a:ln w="1324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174289" y="1709325"/>
              <a:ext cx="869937" cy="3664345"/>
            </a:xfrm>
            <a:custGeom>
              <a:avLst/>
              <a:pathLst>
                <a:path w="869937" h="3664345">
                  <a:moveTo>
                    <a:pt x="869937" y="0"/>
                  </a:moveTo>
                  <a:lnTo>
                    <a:pt x="0" y="3664345"/>
                  </a:lnTo>
                </a:path>
              </a:pathLst>
            </a:custGeom>
            <a:ln w="13487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77447" y="1156530"/>
              <a:ext cx="1145226" cy="342278"/>
            </a:xfrm>
            <a:custGeom>
              <a:avLst/>
              <a:pathLst>
                <a:path w="1145226" h="342278">
                  <a:moveTo>
                    <a:pt x="1145226" y="342278"/>
                  </a:moveTo>
                  <a:lnTo>
                    <a:pt x="0" y="0"/>
                  </a:lnTo>
                </a:path>
              </a:pathLst>
            </a:custGeom>
            <a:ln w="1387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121453" y="1709325"/>
              <a:ext cx="585825" cy="2467611"/>
            </a:xfrm>
            <a:custGeom>
              <a:avLst/>
              <a:pathLst>
                <a:path w="585825" h="2467611">
                  <a:moveTo>
                    <a:pt x="0" y="0"/>
                  </a:moveTo>
                  <a:lnTo>
                    <a:pt x="585825" y="2467611"/>
                  </a:lnTo>
                </a:path>
              </a:pathLst>
            </a:custGeom>
            <a:ln w="11619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102279" y="1712711"/>
              <a:ext cx="338827" cy="2893951"/>
            </a:xfrm>
            <a:custGeom>
              <a:avLst/>
              <a:pathLst>
                <a:path w="338827" h="2893951">
                  <a:moveTo>
                    <a:pt x="0" y="0"/>
                  </a:moveTo>
                  <a:lnTo>
                    <a:pt x="338827" y="2893951"/>
                  </a:lnTo>
                </a:path>
              </a:pathLst>
            </a:custGeom>
            <a:ln w="16188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289212" y="1204919"/>
              <a:ext cx="640091" cy="275641"/>
            </a:xfrm>
            <a:custGeom>
              <a:avLst/>
              <a:pathLst>
                <a:path w="640091" h="275641">
                  <a:moveTo>
                    <a:pt x="640091" y="275641"/>
                  </a:moveTo>
                  <a:lnTo>
                    <a:pt x="0" y="0"/>
                  </a:lnTo>
                </a:path>
              </a:pathLst>
            </a:custGeom>
            <a:ln w="1867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140100" y="1703733"/>
              <a:ext cx="726134" cy="1991662"/>
            </a:xfrm>
            <a:custGeom>
              <a:avLst/>
              <a:pathLst>
                <a:path w="726134" h="1991662">
                  <a:moveTo>
                    <a:pt x="0" y="0"/>
                  </a:moveTo>
                  <a:lnTo>
                    <a:pt x="726134" y="1991662"/>
                  </a:lnTo>
                </a:path>
              </a:pathLst>
            </a:custGeom>
            <a:ln w="2959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795974" y="1297183"/>
              <a:ext cx="1670275" cy="97117"/>
            </a:xfrm>
            <a:custGeom>
              <a:avLst/>
              <a:pathLst>
                <a:path w="1670275" h="97117">
                  <a:moveTo>
                    <a:pt x="1670275" y="0"/>
                  </a:moveTo>
                  <a:lnTo>
                    <a:pt x="0" y="97117"/>
                  </a:lnTo>
                </a:path>
              </a:pathLst>
            </a:custGeom>
            <a:ln w="1096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55115" y="1453513"/>
              <a:ext cx="458580" cy="3916770"/>
            </a:xfrm>
            <a:custGeom>
              <a:avLst/>
              <a:pathLst>
                <a:path w="458580" h="3916770">
                  <a:moveTo>
                    <a:pt x="458580" y="0"/>
                  </a:moveTo>
                  <a:lnTo>
                    <a:pt x="0" y="3916770"/>
                  </a:lnTo>
                </a:path>
              </a:pathLst>
            </a:custGeom>
            <a:ln w="11136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781916" y="1137641"/>
              <a:ext cx="686582" cy="120858"/>
            </a:xfrm>
            <a:custGeom>
              <a:avLst/>
              <a:pathLst>
                <a:path w="686582" h="120858">
                  <a:moveTo>
                    <a:pt x="686582" y="120858"/>
                  </a:moveTo>
                  <a:lnTo>
                    <a:pt x="0" y="0"/>
                  </a:lnTo>
                </a:path>
              </a:pathLst>
            </a:custGeom>
            <a:ln w="1081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690395" y="1444535"/>
              <a:ext cx="998236" cy="2737993"/>
            </a:xfrm>
            <a:custGeom>
              <a:avLst/>
              <a:pathLst>
                <a:path w="998236" h="2737993">
                  <a:moveTo>
                    <a:pt x="0" y="0"/>
                  </a:moveTo>
                  <a:lnTo>
                    <a:pt x="998236" y="2737993"/>
                  </a:lnTo>
                </a:path>
              </a:pathLst>
            </a:custGeom>
            <a:ln w="2189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671748" y="1450127"/>
              <a:ext cx="750184" cy="3159922"/>
            </a:xfrm>
            <a:custGeom>
              <a:avLst/>
              <a:pathLst>
                <a:path w="750184" h="3159922">
                  <a:moveTo>
                    <a:pt x="0" y="0"/>
                  </a:moveTo>
                  <a:lnTo>
                    <a:pt x="750184" y="3159922"/>
                  </a:lnTo>
                </a:path>
              </a:pathLst>
            </a:custGeom>
            <a:ln w="1897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295843" y="1186672"/>
              <a:ext cx="177125" cy="52938"/>
            </a:xfrm>
            <a:custGeom>
              <a:avLst/>
              <a:pathLst>
                <a:path w="177125" h="52938">
                  <a:moveTo>
                    <a:pt x="177125" y="52938"/>
                  </a:moveTo>
                  <a:lnTo>
                    <a:pt x="0" y="0"/>
                  </a:lnTo>
                </a:path>
              </a:pathLst>
            </a:custGeom>
            <a:ln w="1337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708261" y="1436815"/>
              <a:ext cx="1140107" cy="2266299"/>
            </a:xfrm>
            <a:custGeom>
              <a:avLst/>
              <a:pathLst>
                <a:path w="1140107" h="2266299">
                  <a:moveTo>
                    <a:pt x="0" y="0"/>
                  </a:moveTo>
                  <a:lnTo>
                    <a:pt x="1140107" y="2266299"/>
                  </a:lnTo>
                </a:path>
              </a:pathLst>
            </a:custGeom>
            <a:ln w="1300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377202" y="1316461"/>
              <a:ext cx="2091296" cy="368128"/>
            </a:xfrm>
            <a:custGeom>
              <a:avLst/>
              <a:pathLst>
                <a:path w="2091296" h="368128">
                  <a:moveTo>
                    <a:pt x="2091296" y="0"/>
                  </a:moveTo>
                  <a:lnTo>
                    <a:pt x="0" y="368128"/>
                  </a:lnTo>
                </a:path>
              </a:pathLst>
            </a:custGeom>
            <a:ln w="1287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289212" y="5194558"/>
              <a:ext cx="640091" cy="275641"/>
            </a:xfrm>
            <a:custGeom>
              <a:avLst/>
              <a:pathLst>
                <a:path w="640091" h="275641">
                  <a:moveTo>
                    <a:pt x="0" y="275641"/>
                  </a:moveTo>
                  <a:lnTo>
                    <a:pt x="640091" y="0"/>
                  </a:lnTo>
                </a:path>
              </a:pathLst>
            </a:custGeom>
            <a:ln w="2189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89255" y="1156530"/>
              <a:ext cx="667857" cy="199605"/>
            </a:xfrm>
            <a:custGeom>
              <a:avLst/>
              <a:pathLst>
                <a:path w="667857" h="199605">
                  <a:moveTo>
                    <a:pt x="667857" y="0"/>
                  </a:moveTo>
                  <a:lnTo>
                    <a:pt x="0" y="199605"/>
                  </a:lnTo>
                </a:path>
              </a:pathLst>
            </a:custGeom>
            <a:ln w="2248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803153" y="4009505"/>
              <a:ext cx="63081" cy="173023"/>
            </a:xfrm>
            <a:custGeom>
              <a:avLst/>
              <a:pathLst>
                <a:path w="63081" h="173023">
                  <a:moveTo>
                    <a:pt x="0" y="173023"/>
                  </a:moveTo>
                  <a:lnTo>
                    <a:pt x="63081" y="0"/>
                  </a:lnTo>
                </a:path>
              </a:pathLst>
            </a:custGeom>
            <a:ln w="2985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552515" y="4479178"/>
              <a:ext cx="101408" cy="153923"/>
            </a:xfrm>
            <a:custGeom>
              <a:avLst/>
              <a:pathLst>
                <a:path w="101408" h="153923">
                  <a:moveTo>
                    <a:pt x="0" y="153923"/>
                  </a:moveTo>
                  <a:lnTo>
                    <a:pt x="101408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535673" y="4001785"/>
              <a:ext cx="312696" cy="621575"/>
            </a:xfrm>
            <a:custGeom>
              <a:avLst/>
              <a:pathLst>
                <a:path w="312696" h="621575">
                  <a:moveTo>
                    <a:pt x="0" y="621575"/>
                  </a:moveTo>
                  <a:lnTo>
                    <a:pt x="312696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793724" y="1167783"/>
              <a:ext cx="1177315" cy="207241"/>
            </a:xfrm>
            <a:custGeom>
              <a:avLst/>
              <a:pathLst>
                <a:path w="1177315" h="207241">
                  <a:moveTo>
                    <a:pt x="1177315" y="0"/>
                  </a:moveTo>
                  <a:lnTo>
                    <a:pt x="0" y="20724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135676" y="1305970"/>
              <a:ext cx="0" cy="4063179"/>
            </a:xfrm>
            <a:custGeom>
              <a:avLst/>
              <a:pathLst>
                <a:path w="0" h="4063179">
                  <a:moveTo>
                    <a:pt x="0" y="0"/>
                  </a:moveTo>
                  <a:lnTo>
                    <a:pt x="0" y="4063179"/>
                  </a:lnTo>
                </a:path>
              </a:pathLst>
            </a:custGeom>
            <a:ln w="38100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84165" y="1118364"/>
              <a:ext cx="184624" cy="10734"/>
            </a:xfrm>
            <a:custGeom>
              <a:avLst/>
              <a:pathLst>
                <a:path w="184624" h="10734">
                  <a:moveTo>
                    <a:pt x="184624" y="10734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210802" y="1288138"/>
              <a:ext cx="1459964" cy="2902110"/>
            </a:xfrm>
            <a:custGeom>
              <a:avLst/>
              <a:pathLst>
                <a:path w="1459964" h="2902110">
                  <a:moveTo>
                    <a:pt x="0" y="0"/>
                  </a:moveTo>
                  <a:lnTo>
                    <a:pt x="1459964" y="290211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192936" y="1295857"/>
              <a:ext cx="1210350" cy="3319784"/>
            </a:xfrm>
            <a:custGeom>
              <a:avLst/>
              <a:pathLst>
                <a:path w="1210350" h="3319784">
                  <a:moveTo>
                    <a:pt x="0" y="0"/>
                  </a:moveTo>
                  <a:lnTo>
                    <a:pt x="1210350" y="3319784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227644" y="1278397"/>
              <a:ext cx="1603881" cy="2434458"/>
            </a:xfrm>
            <a:custGeom>
              <a:avLst/>
              <a:pathLst>
                <a:path w="1603881" h="2434458">
                  <a:moveTo>
                    <a:pt x="0" y="0"/>
                  </a:moveTo>
                  <a:lnTo>
                    <a:pt x="1603881" y="2434458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372733" y="1186672"/>
              <a:ext cx="1602775" cy="479027"/>
            </a:xfrm>
            <a:custGeom>
              <a:avLst/>
              <a:pathLst>
                <a:path w="1602775" h="479027">
                  <a:moveTo>
                    <a:pt x="1602775" y="0"/>
                  </a:moveTo>
                  <a:lnTo>
                    <a:pt x="0" y="47902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2246" y="3170392"/>
              <a:ext cx="1532" cy="167167"/>
            </a:xfrm>
            <a:custGeom>
              <a:avLst/>
              <a:pathLst>
                <a:path w="1532" h="167167">
                  <a:moveTo>
                    <a:pt x="1532" y="0"/>
                  </a:moveTo>
                  <a:lnTo>
                    <a:pt x="0" y="7"/>
                  </a:lnTo>
                  <a:lnTo>
                    <a:pt x="153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2246" y="3170399"/>
              <a:ext cx="1532" cy="167160"/>
            </a:xfrm>
            <a:custGeom>
              <a:avLst/>
              <a:pathLst>
                <a:path w="1532" h="167160">
                  <a:moveTo>
                    <a:pt x="0" y="0"/>
                  </a:moveTo>
                  <a:lnTo>
                    <a:pt x="1532" y="16716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2246" y="3170399"/>
              <a:ext cx="1532" cy="167160"/>
            </a:xfrm>
            <a:custGeom>
              <a:avLst/>
              <a:pathLst>
                <a:path w="1532" h="167160">
                  <a:moveTo>
                    <a:pt x="0" y="0"/>
                  </a:moveTo>
                  <a:lnTo>
                    <a:pt x="1532" y="16716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2246" y="3170399"/>
              <a:ext cx="1532" cy="167160"/>
            </a:xfrm>
            <a:custGeom>
              <a:avLst/>
              <a:pathLst>
                <a:path w="1532" h="167160">
                  <a:moveTo>
                    <a:pt x="0" y="0"/>
                  </a:moveTo>
                  <a:lnTo>
                    <a:pt x="1532" y="16716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2246" y="3170399"/>
              <a:ext cx="1532" cy="167160"/>
            </a:xfrm>
            <a:custGeom>
              <a:avLst/>
              <a:pathLst>
                <a:path w="1532" h="167160">
                  <a:moveTo>
                    <a:pt x="0" y="0"/>
                  </a:moveTo>
                  <a:lnTo>
                    <a:pt x="1532" y="167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2246" y="3170399"/>
              <a:ext cx="1532" cy="167160"/>
            </a:xfrm>
            <a:custGeom>
              <a:avLst/>
              <a:pathLst>
                <a:path w="1532" h="167160">
                  <a:moveTo>
                    <a:pt x="0" y="0"/>
                  </a:moveTo>
                  <a:lnTo>
                    <a:pt x="1532" y="167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2246" y="3170399"/>
              <a:ext cx="1532" cy="167160"/>
            </a:xfrm>
            <a:custGeom>
              <a:avLst/>
              <a:pathLst>
                <a:path w="1532" h="167160">
                  <a:moveTo>
                    <a:pt x="0" y="0"/>
                  </a:moveTo>
                  <a:lnTo>
                    <a:pt x="1532" y="167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2246" y="3170399"/>
              <a:ext cx="1532" cy="167160"/>
            </a:xfrm>
            <a:custGeom>
              <a:avLst/>
              <a:pathLst>
                <a:path w="1532" h="167160">
                  <a:moveTo>
                    <a:pt x="0" y="0"/>
                  </a:moveTo>
                  <a:lnTo>
                    <a:pt x="1532" y="167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2246" y="3170399"/>
              <a:ext cx="1532" cy="167160"/>
            </a:xfrm>
            <a:custGeom>
              <a:avLst/>
              <a:pathLst>
                <a:path w="1532" h="167160">
                  <a:moveTo>
                    <a:pt x="0" y="0"/>
                  </a:moveTo>
                  <a:lnTo>
                    <a:pt x="1532" y="167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2246" y="3170399"/>
              <a:ext cx="1532" cy="167160"/>
            </a:xfrm>
            <a:custGeom>
              <a:avLst/>
              <a:pathLst>
                <a:path w="1532" h="167160">
                  <a:moveTo>
                    <a:pt x="0" y="0"/>
                  </a:moveTo>
                  <a:lnTo>
                    <a:pt x="1532" y="1671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2246" y="3170399"/>
              <a:ext cx="1532" cy="167160"/>
            </a:xfrm>
            <a:custGeom>
              <a:avLst/>
              <a:pathLst>
                <a:path w="1532" h="167160">
                  <a:moveTo>
                    <a:pt x="0" y="0"/>
                  </a:moveTo>
                  <a:lnTo>
                    <a:pt x="1532" y="1671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2246" y="3170399"/>
              <a:ext cx="1532" cy="167160"/>
            </a:xfrm>
            <a:custGeom>
              <a:avLst/>
              <a:pathLst>
                <a:path w="1532" h="167160">
                  <a:moveTo>
                    <a:pt x="0" y="0"/>
                  </a:moveTo>
                  <a:lnTo>
                    <a:pt x="1532" y="1671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2246" y="3170399"/>
              <a:ext cx="1532" cy="167160"/>
            </a:xfrm>
            <a:custGeom>
              <a:avLst/>
              <a:pathLst>
                <a:path w="1532" h="167160">
                  <a:moveTo>
                    <a:pt x="0" y="0"/>
                  </a:moveTo>
                  <a:lnTo>
                    <a:pt x="1532" y="1671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2246" y="3170399"/>
              <a:ext cx="1532" cy="167160"/>
            </a:xfrm>
            <a:custGeom>
              <a:avLst/>
              <a:pathLst>
                <a:path w="1532" h="167160">
                  <a:moveTo>
                    <a:pt x="0" y="0"/>
                  </a:moveTo>
                  <a:lnTo>
                    <a:pt x="1532" y="167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2246" y="3170399"/>
              <a:ext cx="1532" cy="167160"/>
            </a:xfrm>
            <a:custGeom>
              <a:avLst/>
              <a:pathLst>
                <a:path w="1532" h="167160">
                  <a:moveTo>
                    <a:pt x="0" y="0"/>
                  </a:moveTo>
                  <a:lnTo>
                    <a:pt x="1532" y="167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2246" y="3170399"/>
              <a:ext cx="1532" cy="167160"/>
            </a:xfrm>
            <a:custGeom>
              <a:avLst/>
              <a:pathLst>
                <a:path w="1532" h="167160">
                  <a:moveTo>
                    <a:pt x="0" y="0"/>
                  </a:moveTo>
                  <a:lnTo>
                    <a:pt x="1532" y="167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2246" y="3170399"/>
              <a:ext cx="1532" cy="167160"/>
            </a:xfrm>
            <a:custGeom>
              <a:avLst/>
              <a:pathLst>
                <a:path w="1532" h="167160">
                  <a:moveTo>
                    <a:pt x="0" y="0"/>
                  </a:moveTo>
                  <a:lnTo>
                    <a:pt x="1532" y="167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2246" y="3170399"/>
              <a:ext cx="1532" cy="167160"/>
            </a:xfrm>
            <a:custGeom>
              <a:avLst/>
              <a:pathLst>
                <a:path w="1532" h="167160">
                  <a:moveTo>
                    <a:pt x="0" y="0"/>
                  </a:moveTo>
                  <a:lnTo>
                    <a:pt x="1532" y="16716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2246" y="3170399"/>
              <a:ext cx="1532" cy="167160"/>
            </a:xfrm>
            <a:custGeom>
              <a:avLst/>
              <a:pathLst>
                <a:path w="1532" h="167160">
                  <a:moveTo>
                    <a:pt x="0" y="0"/>
                  </a:moveTo>
                  <a:lnTo>
                    <a:pt x="1532" y="1671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2246" y="3170399"/>
              <a:ext cx="1532" cy="167160"/>
            </a:xfrm>
            <a:custGeom>
              <a:avLst/>
              <a:pathLst>
                <a:path w="1532" h="167160">
                  <a:moveTo>
                    <a:pt x="0" y="0"/>
                  </a:moveTo>
                  <a:lnTo>
                    <a:pt x="1532" y="1671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2246" y="3170399"/>
              <a:ext cx="1532" cy="167160"/>
            </a:xfrm>
            <a:custGeom>
              <a:avLst/>
              <a:pathLst>
                <a:path w="1532" h="167160">
                  <a:moveTo>
                    <a:pt x="0" y="0"/>
                  </a:moveTo>
                  <a:lnTo>
                    <a:pt x="1532" y="16716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2246" y="3170399"/>
              <a:ext cx="1532" cy="167160"/>
            </a:xfrm>
            <a:custGeom>
              <a:avLst/>
              <a:pathLst>
                <a:path w="1532" h="167160">
                  <a:moveTo>
                    <a:pt x="0" y="0"/>
                  </a:moveTo>
                  <a:lnTo>
                    <a:pt x="1532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2246" y="3170399"/>
              <a:ext cx="1532" cy="167160"/>
            </a:xfrm>
            <a:custGeom>
              <a:avLst/>
              <a:pathLst>
                <a:path w="1532" h="167160">
                  <a:moveTo>
                    <a:pt x="0" y="0"/>
                  </a:moveTo>
                  <a:lnTo>
                    <a:pt x="1532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2246" y="3170399"/>
              <a:ext cx="1532" cy="167160"/>
            </a:xfrm>
            <a:custGeom>
              <a:avLst/>
              <a:pathLst>
                <a:path w="1532" h="167160">
                  <a:moveTo>
                    <a:pt x="0" y="0"/>
                  </a:moveTo>
                  <a:lnTo>
                    <a:pt x="1532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2246" y="3170399"/>
              <a:ext cx="1532" cy="167160"/>
            </a:xfrm>
            <a:custGeom>
              <a:avLst/>
              <a:pathLst>
                <a:path w="1532" h="167160">
                  <a:moveTo>
                    <a:pt x="0" y="0"/>
                  </a:moveTo>
                  <a:lnTo>
                    <a:pt x="1532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2246" y="3170399"/>
              <a:ext cx="1532" cy="167160"/>
            </a:xfrm>
            <a:custGeom>
              <a:avLst/>
              <a:pathLst>
                <a:path w="1532" h="167160">
                  <a:moveTo>
                    <a:pt x="0" y="0"/>
                  </a:moveTo>
                  <a:lnTo>
                    <a:pt x="1532" y="16716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2246" y="3170399"/>
              <a:ext cx="1532" cy="167160"/>
            </a:xfrm>
            <a:custGeom>
              <a:avLst/>
              <a:pathLst>
                <a:path w="1532" h="167160">
                  <a:moveTo>
                    <a:pt x="0" y="0"/>
                  </a:moveTo>
                  <a:lnTo>
                    <a:pt x="1532" y="16716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16628" y="3170399"/>
              <a:ext cx="334317" cy="334325"/>
            </a:xfrm>
            <a:custGeom>
              <a:avLst/>
              <a:pathLst>
                <a:path w="334317" h="334325">
                  <a:moveTo>
                    <a:pt x="165617" y="0"/>
                  </a:moveTo>
                  <a:lnTo>
                    <a:pt x="160340" y="131"/>
                  </a:lnTo>
                  <a:lnTo>
                    <a:pt x="155069" y="430"/>
                  </a:lnTo>
                  <a:lnTo>
                    <a:pt x="149810" y="894"/>
                  </a:lnTo>
                  <a:lnTo>
                    <a:pt x="144569" y="1525"/>
                  </a:lnTo>
                  <a:lnTo>
                    <a:pt x="139350" y="2320"/>
                  </a:lnTo>
                  <a:lnTo>
                    <a:pt x="134159" y="3280"/>
                  </a:lnTo>
                  <a:lnTo>
                    <a:pt x="129000" y="4404"/>
                  </a:lnTo>
                  <a:lnTo>
                    <a:pt x="123880" y="5690"/>
                  </a:lnTo>
                  <a:lnTo>
                    <a:pt x="118803" y="7136"/>
                  </a:lnTo>
                  <a:lnTo>
                    <a:pt x="113774" y="8743"/>
                  </a:lnTo>
                  <a:lnTo>
                    <a:pt x="108799" y="10507"/>
                  </a:lnTo>
                  <a:lnTo>
                    <a:pt x="103881" y="12428"/>
                  </a:lnTo>
                  <a:lnTo>
                    <a:pt x="99027" y="14503"/>
                  </a:lnTo>
                  <a:lnTo>
                    <a:pt x="94240" y="16730"/>
                  </a:lnTo>
                  <a:lnTo>
                    <a:pt x="89527" y="19107"/>
                  </a:lnTo>
                  <a:lnTo>
                    <a:pt x="84891" y="21632"/>
                  </a:lnTo>
                  <a:lnTo>
                    <a:pt x="80336" y="24302"/>
                  </a:lnTo>
                  <a:lnTo>
                    <a:pt x="75869" y="27115"/>
                  </a:lnTo>
                  <a:lnTo>
                    <a:pt x="71492" y="30067"/>
                  </a:lnTo>
                  <a:lnTo>
                    <a:pt x="67211" y="33156"/>
                  </a:lnTo>
                  <a:lnTo>
                    <a:pt x="63029" y="36378"/>
                  </a:lnTo>
                  <a:lnTo>
                    <a:pt x="58952" y="39731"/>
                  </a:lnTo>
                  <a:lnTo>
                    <a:pt x="54982" y="43212"/>
                  </a:lnTo>
                  <a:lnTo>
                    <a:pt x="51124" y="46815"/>
                  </a:lnTo>
                  <a:lnTo>
                    <a:pt x="47382" y="50539"/>
                  </a:lnTo>
                  <a:lnTo>
                    <a:pt x="43759" y="54379"/>
                  </a:lnTo>
                  <a:lnTo>
                    <a:pt x="40259" y="58331"/>
                  </a:lnTo>
                  <a:lnTo>
                    <a:pt x="36886" y="62393"/>
                  </a:lnTo>
                  <a:lnTo>
                    <a:pt x="33643" y="66558"/>
                  </a:lnTo>
                  <a:lnTo>
                    <a:pt x="30533" y="70824"/>
                  </a:lnTo>
                  <a:lnTo>
                    <a:pt x="27559" y="75186"/>
                  </a:lnTo>
                  <a:lnTo>
                    <a:pt x="24724" y="79639"/>
                  </a:lnTo>
                  <a:lnTo>
                    <a:pt x="22032" y="84180"/>
                  </a:lnTo>
                  <a:lnTo>
                    <a:pt x="19484" y="88804"/>
                  </a:lnTo>
                  <a:lnTo>
                    <a:pt x="17083" y="93506"/>
                  </a:lnTo>
                  <a:lnTo>
                    <a:pt x="14833" y="98281"/>
                  </a:lnTo>
                  <a:lnTo>
                    <a:pt x="12734" y="103125"/>
                  </a:lnTo>
                  <a:lnTo>
                    <a:pt x="10789" y="108033"/>
                  </a:lnTo>
                  <a:lnTo>
                    <a:pt x="9000" y="113000"/>
                  </a:lnTo>
                  <a:lnTo>
                    <a:pt x="7368" y="118021"/>
                  </a:lnTo>
                  <a:lnTo>
                    <a:pt x="5896" y="123091"/>
                  </a:lnTo>
                  <a:lnTo>
                    <a:pt x="4585" y="128205"/>
                  </a:lnTo>
                  <a:lnTo>
                    <a:pt x="3436" y="133357"/>
                  </a:lnTo>
                  <a:lnTo>
                    <a:pt x="2450" y="138544"/>
                  </a:lnTo>
                  <a:lnTo>
                    <a:pt x="1629" y="143758"/>
                  </a:lnTo>
                  <a:lnTo>
                    <a:pt x="973" y="148997"/>
                  </a:lnTo>
                  <a:lnTo>
                    <a:pt x="482" y="154253"/>
                  </a:lnTo>
                  <a:lnTo>
                    <a:pt x="157" y="159522"/>
                  </a:lnTo>
                  <a:lnTo>
                    <a:pt x="0" y="164799"/>
                  </a:lnTo>
                  <a:lnTo>
                    <a:pt x="8" y="170078"/>
                  </a:lnTo>
                  <a:lnTo>
                    <a:pt x="184" y="175355"/>
                  </a:lnTo>
                  <a:lnTo>
                    <a:pt x="526" y="180623"/>
                  </a:lnTo>
                  <a:lnTo>
                    <a:pt x="1034" y="185877"/>
                  </a:lnTo>
                  <a:lnTo>
                    <a:pt x="1708" y="191113"/>
                  </a:lnTo>
                  <a:lnTo>
                    <a:pt x="2547" y="196326"/>
                  </a:lnTo>
                  <a:lnTo>
                    <a:pt x="3550" y="201509"/>
                  </a:lnTo>
                  <a:lnTo>
                    <a:pt x="4716" y="206657"/>
                  </a:lnTo>
                  <a:lnTo>
                    <a:pt x="6044" y="211767"/>
                  </a:lnTo>
                  <a:lnTo>
                    <a:pt x="7533" y="216832"/>
                  </a:lnTo>
                  <a:lnTo>
                    <a:pt x="9181" y="221847"/>
                  </a:lnTo>
                  <a:lnTo>
                    <a:pt x="10987" y="226808"/>
                  </a:lnTo>
                  <a:lnTo>
                    <a:pt x="12948" y="231709"/>
                  </a:lnTo>
                  <a:lnTo>
                    <a:pt x="15063" y="236546"/>
                  </a:lnTo>
                  <a:lnTo>
                    <a:pt x="17330" y="241314"/>
                  </a:lnTo>
                  <a:lnTo>
                    <a:pt x="19746" y="246008"/>
                  </a:lnTo>
                  <a:lnTo>
                    <a:pt x="22309" y="250623"/>
                  </a:lnTo>
                  <a:lnTo>
                    <a:pt x="25017" y="255155"/>
                  </a:lnTo>
                  <a:lnTo>
                    <a:pt x="27867" y="259599"/>
                  </a:lnTo>
                  <a:lnTo>
                    <a:pt x="30855" y="263951"/>
                  </a:lnTo>
                  <a:lnTo>
                    <a:pt x="33979" y="268207"/>
                  </a:lnTo>
                  <a:lnTo>
                    <a:pt x="37236" y="272361"/>
                  </a:lnTo>
                  <a:lnTo>
                    <a:pt x="40623" y="276411"/>
                  </a:lnTo>
                  <a:lnTo>
                    <a:pt x="44136" y="280352"/>
                  </a:lnTo>
                  <a:lnTo>
                    <a:pt x="47771" y="284180"/>
                  </a:lnTo>
                  <a:lnTo>
                    <a:pt x="51526" y="287891"/>
                  </a:lnTo>
                  <a:lnTo>
                    <a:pt x="55396" y="291482"/>
                  </a:lnTo>
                  <a:lnTo>
                    <a:pt x="59377" y="294949"/>
                  </a:lnTo>
                  <a:lnTo>
                    <a:pt x="63466" y="298288"/>
                  </a:lnTo>
                  <a:lnTo>
                    <a:pt x="67659" y="301497"/>
                  </a:lnTo>
                  <a:lnTo>
                    <a:pt x="71950" y="304571"/>
                  </a:lnTo>
                  <a:lnTo>
                    <a:pt x="76336" y="307509"/>
                  </a:lnTo>
                  <a:lnTo>
                    <a:pt x="80813" y="310306"/>
                  </a:lnTo>
                  <a:lnTo>
                    <a:pt x="85377" y="312961"/>
                  </a:lnTo>
                  <a:lnTo>
                    <a:pt x="90021" y="315471"/>
                  </a:lnTo>
                  <a:lnTo>
                    <a:pt x="94743" y="317832"/>
                  </a:lnTo>
                  <a:lnTo>
                    <a:pt x="99537" y="320043"/>
                  </a:lnTo>
                  <a:lnTo>
                    <a:pt x="104398" y="322102"/>
                  </a:lnTo>
                  <a:lnTo>
                    <a:pt x="109322" y="324006"/>
                  </a:lnTo>
                  <a:lnTo>
                    <a:pt x="114303" y="325754"/>
                  </a:lnTo>
                  <a:lnTo>
                    <a:pt x="119337" y="327344"/>
                  </a:lnTo>
                  <a:lnTo>
                    <a:pt x="124419" y="328774"/>
                  </a:lnTo>
                  <a:lnTo>
                    <a:pt x="129544" y="330042"/>
                  </a:lnTo>
                  <a:lnTo>
                    <a:pt x="134706" y="331149"/>
                  </a:lnTo>
                  <a:lnTo>
                    <a:pt x="139900" y="332091"/>
                  </a:lnTo>
                  <a:lnTo>
                    <a:pt x="145122" y="332870"/>
                  </a:lnTo>
                  <a:lnTo>
                    <a:pt x="150365" y="333483"/>
                  </a:lnTo>
                  <a:lnTo>
                    <a:pt x="155625" y="333930"/>
                  </a:lnTo>
                  <a:lnTo>
                    <a:pt x="160897" y="334210"/>
                  </a:lnTo>
                  <a:lnTo>
                    <a:pt x="166175" y="334325"/>
                  </a:lnTo>
                  <a:lnTo>
                    <a:pt x="171454" y="334272"/>
                  </a:lnTo>
                  <a:lnTo>
                    <a:pt x="176729" y="334053"/>
                  </a:lnTo>
                  <a:lnTo>
                    <a:pt x="181994" y="333667"/>
                  </a:lnTo>
                  <a:lnTo>
                    <a:pt x="187244" y="333115"/>
                  </a:lnTo>
                  <a:lnTo>
                    <a:pt x="192474" y="332398"/>
                  </a:lnTo>
                  <a:lnTo>
                    <a:pt x="197679" y="331516"/>
                  </a:lnTo>
                  <a:lnTo>
                    <a:pt x="202854" y="330470"/>
                  </a:lnTo>
                  <a:lnTo>
                    <a:pt x="207993" y="329261"/>
                  </a:lnTo>
                  <a:lnTo>
                    <a:pt x="213091" y="327891"/>
                  </a:lnTo>
                  <a:lnTo>
                    <a:pt x="218144" y="326360"/>
                  </a:lnTo>
                  <a:lnTo>
                    <a:pt x="223145" y="324670"/>
                  </a:lnTo>
                  <a:lnTo>
                    <a:pt x="228091" y="322824"/>
                  </a:lnTo>
                  <a:lnTo>
                    <a:pt x="232976" y="320822"/>
                  </a:lnTo>
                  <a:lnTo>
                    <a:pt x="237795" y="318667"/>
                  </a:lnTo>
                  <a:lnTo>
                    <a:pt x="242544" y="316360"/>
                  </a:lnTo>
                  <a:lnTo>
                    <a:pt x="247217" y="313905"/>
                  </a:lnTo>
                  <a:lnTo>
                    <a:pt x="251811" y="311304"/>
                  </a:lnTo>
                  <a:lnTo>
                    <a:pt x="256321" y="308559"/>
                  </a:lnTo>
                  <a:lnTo>
                    <a:pt x="260741" y="305673"/>
                  </a:lnTo>
                  <a:lnTo>
                    <a:pt x="265068" y="302648"/>
                  </a:lnTo>
                  <a:lnTo>
                    <a:pt x="269297" y="299489"/>
                  </a:lnTo>
                  <a:lnTo>
                    <a:pt x="273425" y="296197"/>
                  </a:lnTo>
                  <a:lnTo>
                    <a:pt x="277447" y="292777"/>
                  </a:lnTo>
                  <a:lnTo>
                    <a:pt x="281358" y="289232"/>
                  </a:lnTo>
                  <a:lnTo>
                    <a:pt x="285156" y="285565"/>
                  </a:lnTo>
                  <a:lnTo>
                    <a:pt x="288836" y="281779"/>
                  </a:lnTo>
                  <a:lnTo>
                    <a:pt x="292394" y="277880"/>
                  </a:lnTo>
                  <a:lnTo>
                    <a:pt x="295828" y="273870"/>
                  </a:lnTo>
                  <a:lnTo>
                    <a:pt x="299133" y="269753"/>
                  </a:lnTo>
                  <a:lnTo>
                    <a:pt x="302307" y="265535"/>
                  </a:lnTo>
                  <a:lnTo>
                    <a:pt x="305346" y="261218"/>
                  </a:lnTo>
                  <a:lnTo>
                    <a:pt x="308247" y="256807"/>
                  </a:lnTo>
                  <a:lnTo>
                    <a:pt x="311007" y="252307"/>
                  </a:lnTo>
                  <a:lnTo>
                    <a:pt x="313624" y="247722"/>
                  </a:lnTo>
                  <a:lnTo>
                    <a:pt x="316095" y="243057"/>
                  </a:lnTo>
                  <a:lnTo>
                    <a:pt x="318417" y="238316"/>
                  </a:lnTo>
                  <a:lnTo>
                    <a:pt x="320589" y="233504"/>
                  </a:lnTo>
                  <a:lnTo>
                    <a:pt x="322607" y="228626"/>
                  </a:lnTo>
                  <a:lnTo>
                    <a:pt x="324471" y="223686"/>
                  </a:lnTo>
                  <a:lnTo>
                    <a:pt x="326177" y="218691"/>
                  </a:lnTo>
                  <a:lnTo>
                    <a:pt x="327725" y="213643"/>
                  </a:lnTo>
                  <a:lnTo>
                    <a:pt x="329113" y="208550"/>
                  </a:lnTo>
                  <a:lnTo>
                    <a:pt x="330339" y="203415"/>
                  </a:lnTo>
                  <a:lnTo>
                    <a:pt x="331402" y="198244"/>
                  </a:lnTo>
                  <a:lnTo>
                    <a:pt x="332302" y="193042"/>
                  </a:lnTo>
                  <a:lnTo>
                    <a:pt x="333037" y="187814"/>
                  </a:lnTo>
                  <a:lnTo>
                    <a:pt x="333606" y="182566"/>
                  </a:lnTo>
                  <a:lnTo>
                    <a:pt x="334010" y="177302"/>
                  </a:lnTo>
                  <a:lnTo>
                    <a:pt x="334247" y="172028"/>
                  </a:lnTo>
                  <a:lnTo>
                    <a:pt x="334317" y="166749"/>
                  </a:lnTo>
                  <a:lnTo>
                    <a:pt x="334221" y="161471"/>
                  </a:lnTo>
                  <a:lnTo>
                    <a:pt x="333958" y="156198"/>
                  </a:lnTo>
                  <a:lnTo>
                    <a:pt x="333529" y="150937"/>
                  </a:lnTo>
                  <a:lnTo>
                    <a:pt x="332933" y="145691"/>
                  </a:lnTo>
                  <a:lnTo>
                    <a:pt x="332173" y="140467"/>
                  </a:lnTo>
                  <a:lnTo>
                    <a:pt x="331248" y="135269"/>
                  </a:lnTo>
                  <a:lnTo>
                    <a:pt x="330159" y="130104"/>
                  </a:lnTo>
                  <a:lnTo>
                    <a:pt x="328907" y="124975"/>
                  </a:lnTo>
                  <a:lnTo>
                    <a:pt x="327495" y="119888"/>
                  </a:lnTo>
                  <a:lnTo>
                    <a:pt x="325922" y="114849"/>
                  </a:lnTo>
                  <a:lnTo>
                    <a:pt x="324191" y="109861"/>
                  </a:lnTo>
                  <a:lnTo>
                    <a:pt x="322304" y="104931"/>
                  </a:lnTo>
                  <a:lnTo>
                    <a:pt x="320261" y="100063"/>
                  </a:lnTo>
                  <a:lnTo>
                    <a:pt x="318066" y="95262"/>
                  </a:lnTo>
                  <a:lnTo>
                    <a:pt x="315721" y="90532"/>
                  </a:lnTo>
                  <a:lnTo>
                    <a:pt x="313227" y="85879"/>
                  </a:lnTo>
                  <a:lnTo>
                    <a:pt x="310588" y="81307"/>
                  </a:lnTo>
                  <a:lnTo>
                    <a:pt x="307805" y="76821"/>
                  </a:lnTo>
                  <a:lnTo>
                    <a:pt x="304882" y="72424"/>
                  </a:lnTo>
                  <a:lnTo>
                    <a:pt x="301822" y="68122"/>
                  </a:lnTo>
                  <a:lnTo>
                    <a:pt x="298628" y="63919"/>
                  </a:lnTo>
                  <a:lnTo>
                    <a:pt x="295302" y="59819"/>
                  </a:lnTo>
                  <a:lnTo>
                    <a:pt x="291849" y="55826"/>
                  </a:lnTo>
                  <a:lnTo>
                    <a:pt x="288271" y="51944"/>
                  </a:lnTo>
                  <a:lnTo>
                    <a:pt x="284573" y="48177"/>
                  </a:lnTo>
                  <a:lnTo>
                    <a:pt x="280757" y="44529"/>
                  </a:lnTo>
                  <a:lnTo>
                    <a:pt x="276828" y="41002"/>
                  </a:lnTo>
                  <a:lnTo>
                    <a:pt x="272790" y="37602"/>
                  </a:lnTo>
                  <a:lnTo>
                    <a:pt x="268646" y="34331"/>
                  </a:lnTo>
                  <a:lnTo>
                    <a:pt x="264401" y="31192"/>
                  </a:lnTo>
                  <a:lnTo>
                    <a:pt x="260060" y="28189"/>
                  </a:lnTo>
                  <a:lnTo>
                    <a:pt x="255625" y="25325"/>
                  </a:lnTo>
                  <a:lnTo>
                    <a:pt x="251102" y="22602"/>
                  </a:lnTo>
                  <a:lnTo>
                    <a:pt x="246496" y="20023"/>
                  </a:lnTo>
                  <a:lnTo>
                    <a:pt x="241810" y="17591"/>
                  </a:lnTo>
                  <a:lnTo>
                    <a:pt x="237050" y="15308"/>
                  </a:lnTo>
                  <a:lnTo>
                    <a:pt x="232220" y="13177"/>
                  </a:lnTo>
                  <a:lnTo>
                    <a:pt x="227326" y="11199"/>
                  </a:lnTo>
                  <a:lnTo>
                    <a:pt x="222371" y="9376"/>
                  </a:lnTo>
                  <a:lnTo>
                    <a:pt x="217361" y="7711"/>
                  </a:lnTo>
                  <a:lnTo>
                    <a:pt x="212301" y="6205"/>
                  </a:lnTo>
                  <a:lnTo>
                    <a:pt x="207196" y="4860"/>
                  </a:lnTo>
                  <a:lnTo>
                    <a:pt x="202051" y="3676"/>
                  </a:lnTo>
                  <a:lnTo>
                    <a:pt x="196872" y="2656"/>
                  </a:lnTo>
                  <a:lnTo>
                    <a:pt x="191663" y="1799"/>
                  </a:lnTo>
                  <a:lnTo>
                    <a:pt x="186429" y="1108"/>
                  </a:lnTo>
                  <a:lnTo>
                    <a:pt x="181176" y="582"/>
                  </a:lnTo>
                  <a:lnTo>
                    <a:pt x="167150" y="1671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83779" y="3170392"/>
              <a:ext cx="14025" cy="167167"/>
            </a:xfrm>
            <a:custGeom>
              <a:avLst/>
              <a:pathLst>
                <a:path w="14025" h="167167">
                  <a:moveTo>
                    <a:pt x="14025" y="58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923495" y="265550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96830" y="2655501"/>
              <a:ext cx="26664" cy="167167"/>
            </a:xfrm>
            <a:custGeom>
              <a:avLst/>
              <a:pathLst>
                <a:path w="26664" h="167167">
                  <a:moveTo>
                    <a:pt x="26664" y="0"/>
                  </a:moveTo>
                  <a:lnTo>
                    <a:pt x="19971" y="134"/>
                  </a:lnTo>
                  <a:lnTo>
                    <a:pt x="13289" y="535"/>
                  </a:lnTo>
                  <a:lnTo>
                    <a:pt x="6628" y="1205"/>
                  </a:lnTo>
                  <a:lnTo>
                    <a:pt x="0" y="2140"/>
                  </a:lnTo>
                  <a:lnTo>
                    <a:pt x="2666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96830" y="2657642"/>
              <a:ext cx="26664" cy="165027"/>
            </a:xfrm>
            <a:custGeom>
              <a:avLst/>
              <a:pathLst>
                <a:path w="26664" h="165027">
                  <a:moveTo>
                    <a:pt x="0" y="0"/>
                  </a:moveTo>
                  <a:lnTo>
                    <a:pt x="26664" y="16502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96830" y="2657642"/>
              <a:ext cx="26664" cy="165027"/>
            </a:xfrm>
            <a:custGeom>
              <a:avLst/>
              <a:pathLst>
                <a:path w="26664" h="165027">
                  <a:moveTo>
                    <a:pt x="0" y="0"/>
                  </a:moveTo>
                  <a:lnTo>
                    <a:pt x="26664" y="16502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96830" y="2657642"/>
              <a:ext cx="26664" cy="165027"/>
            </a:xfrm>
            <a:custGeom>
              <a:avLst/>
              <a:pathLst>
                <a:path w="26664" h="165027">
                  <a:moveTo>
                    <a:pt x="0" y="0"/>
                  </a:moveTo>
                  <a:lnTo>
                    <a:pt x="26664" y="16502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96830" y="2657642"/>
              <a:ext cx="26664" cy="165027"/>
            </a:xfrm>
            <a:custGeom>
              <a:avLst/>
              <a:pathLst>
                <a:path w="26664" h="165027">
                  <a:moveTo>
                    <a:pt x="0" y="0"/>
                  </a:moveTo>
                  <a:lnTo>
                    <a:pt x="26664" y="16502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96830" y="2657642"/>
              <a:ext cx="26664" cy="165027"/>
            </a:xfrm>
            <a:custGeom>
              <a:avLst/>
              <a:pathLst>
                <a:path w="26664" h="165027">
                  <a:moveTo>
                    <a:pt x="0" y="0"/>
                  </a:moveTo>
                  <a:lnTo>
                    <a:pt x="26664" y="16502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96830" y="2657642"/>
              <a:ext cx="26664" cy="165027"/>
            </a:xfrm>
            <a:custGeom>
              <a:avLst/>
              <a:pathLst>
                <a:path w="26664" h="165027">
                  <a:moveTo>
                    <a:pt x="0" y="0"/>
                  </a:moveTo>
                  <a:lnTo>
                    <a:pt x="26664" y="16502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96830" y="2657642"/>
              <a:ext cx="26664" cy="165027"/>
            </a:xfrm>
            <a:custGeom>
              <a:avLst/>
              <a:pathLst>
                <a:path w="26664" h="165027">
                  <a:moveTo>
                    <a:pt x="0" y="0"/>
                  </a:moveTo>
                  <a:lnTo>
                    <a:pt x="26664" y="16502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96830" y="2657642"/>
              <a:ext cx="26664" cy="165027"/>
            </a:xfrm>
            <a:custGeom>
              <a:avLst/>
              <a:pathLst>
                <a:path w="26664" h="165027">
                  <a:moveTo>
                    <a:pt x="0" y="0"/>
                  </a:moveTo>
                  <a:lnTo>
                    <a:pt x="26664" y="16502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96830" y="2657642"/>
              <a:ext cx="26664" cy="165027"/>
            </a:xfrm>
            <a:custGeom>
              <a:avLst/>
              <a:pathLst>
                <a:path w="26664" h="165027">
                  <a:moveTo>
                    <a:pt x="0" y="0"/>
                  </a:moveTo>
                  <a:lnTo>
                    <a:pt x="26664" y="16502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96830" y="2657642"/>
              <a:ext cx="26664" cy="165027"/>
            </a:xfrm>
            <a:custGeom>
              <a:avLst/>
              <a:pathLst>
                <a:path w="26664" h="165027">
                  <a:moveTo>
                    <a:pt x="0" y="0"/>
                  </a:moveTo>
                  <a:lnTo>
                    <a:pt x="26664" y="1650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96830" y="2657642"/>
              <a:ext cx="26664" cy="165027"/>
            </a:xfrm>
            <a:custGeom>
              <a:avLst/>
              <a:pathLst>
                <a:path w="26664" h="165027">
                  <a:moveTo>
                    <a:pt x="0" y="0"/>
                  </a:moveTo>
                  <a:lnTo>
                    <a:pt x="26664" y="1650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96830" y="2657642"/>
              <a:ext cx="26664" cy="165027"/>
            </a:xfrm>
            <a:custGeom>
              <a:avLst/>
              <a:pathLst>
                <a:path w="26664" h="165027">
                  <a:moveTo>
                    <a:pt x="0" y="0"/>
                  </a:moveTo>
                  <a:lnTo>
                    <a:pt x="26664" y="1650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96830" y="2657642"/>
              <a:ext cx="26664" cy="165027"/>
            </a:xfrm>
            <a:custGeom>
              <a:avLst/>
              <a:pathLst>
                <a:path w="26664" h="165027">
                  <a:moveTo>
                    <a:pt x="0" y="0"/>
                  </a:moveTo>
                  <a:lnTo>
                    <a:pt x="26664" y="1650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96830" y="2657642"/>
              <a:ext cx="26664" cy="165027"/>
            </a:xfrm>
            <a:custGeom>
              <a:avLst/>
              <a:pathLst>
                <a:path w="26664" h="165027">
                  <a:moveTo>
                    <a:pt x="0" y="0"/>
                  </a:moveTo>
                  <a:lnTo>
                    <a:pt x="26664" y="1650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96830" y="2657642"/>
              <a:ext cx="26664" cy="165027"/>
            </a:xfrm>
            <a:custGeom>
              <a:avLst/>
              <a:pathLst>
                <a:path w="26664" h="165027">
                  <a:moveTo>
                    <a:pt x="0" y="0"/>
                  </a:moveTo>
                  <a:lnTo>
                    <a:pt x="26664" y="1650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96830" y="2657642"/>
              <a:ext cx="26664" cy="165027"/>
            </a:xfrm>
            <a:custGeom>
              <a:avLst/>
              <a:pathLst>
                <a:path w="26664" h="165027">
                  <a:moveTo>
                    <a:pt x="0" y="0"/>
                  </a:moveTo>
                  <a:lnTo>
                    <a:pt x="26664" y="1650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96830" y="2657642"/>
              <a:ext cx="26664" cy="165027"/>
            </a:xfrm>
            <a:custGeom>
              <a:avLst/>
              <a:pathLst>
                <a:path w="26664" h="165027">
                  <a:moveTo>
                    <a:pt x="0" y="0"/>
                  </a:moveTo>
                  <a:lnTo>
                    <a:pt x="26664" y="1650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96830" y="2657642"/>
              <a:ext cx="26664" cy="165027"/>
            </a:xfrm>
            <a:custGeom>
              <a:avLst/>
              <a:pathLst>
                <a:path w="26664" h="165027">
                  <a:moveTo>
                    <a:pt x="0" y="0"/>
                  </a:moveTo>
                  <a:lnTo>
                    <a:pt x="26664" y="1650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96830" y="2657642"/>
              <a:ext cx="26664" cy="165027"/>
            </a:xfrm>
            <a:custGeom>
              <a:avLst/>
              <a:pathLst>
                <a:path w="26664" h="165027">
                  <a:moveTo>
                    <a:pt x="0" y="0"/>
                  </a:moveTo>
                  <a:lnTo>
                    <a:pt x="26664" y="1650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96830" y="2657642"/>
              <a:ext cx="26664" cy="165027"/>
            </a:xfrm>
            <a:custGeom>
              <a:avLst/>
              <a:pathLst>
                <a:path w="26664" h="165027">
                  <a:moveTo>
                    <a:pt x="0" y="0"/>
                  </a:moveTo>
                  <a:lnTo>
                    <a:pt x="26664" y="1650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96830" y="2657642"/>
              <a:ext cx="26664" cy="165027"/>
            </a:xfrm>
            <a:custGeom>
              <a:avLst/>
              <a:pathLst>
                <a:path w="26664" h="165027">
                  <a:moveTo>
                    <a:pt x="0" y="0"/>
                  </a:moveTo>
                  <a:lnTo>
                    <a:pt x="26664" y="1650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96830" y="2657642"/>
              <a:ext cx="26664" cy="165027"/>
            </a:xfrm>
            <a:custGeom>
              <a:avLst/>
              <a:pathLst>
                <a:path w="26664" h="165027">
                  <a:moveTo>
                    <a:pt x="0" y="0"/>
                  </a:moveTo>
                  <a:lnTo>
                    <a:pt x="26664" y="1650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96830" y="2657642"/>
              <a:ext cx="26664" cy="165027"/>
            </a:xfrm>
            <a:custGeom>
              <a:avLst/>
              <a:pathLst>
                <a:path w="26664" h="165027">
                  <a:moveTo>
                    <a:pt x="0" y="0"/>
                  </a:moveTo>
                  <a:lnTo>
                    <a:pt x="26664" y="1650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96830" y="2657642"/>
              <a:ext cx="26664" cy="165027"/>
            </a:xfrm>
            <a:custGeom>
              <a:avLst/>
              <a:pathLst>
                <a:path w="26664" h="165027">
                  <a:moveTo>
                    <a:pt x="0" y="0"/>
                  </a:moveTo>
                  <a:lnTo>
                    <a:pt x="26664" y="1650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96830" y="2657642"/>
              <a:ext cx="26664" cy="165027"/>
            </a:xfrm>
            <a:custGeom>
              <a:avLst/>
              <a:pathLst>
                <a:path w="26664" h="165027">
                  <a:moveTo>
                    <a:pt x="0" y="0"/>
                  </a:moveTo>
                  <a:lnTo>
                    <a:pt x="26664" y="1650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56339" y="2657642"/>
              <a:ext cx="334323" cy="332185"/>
            </a:xfrm>
            <a:custGeom>
              <a:avLst/>
              <a:pathLst>
                <a:path w="334323" h="332185">
                  <a:moveTo>
                    <a:pt x="140490" y="0"/>
                  </a:moveTo>
                  <a:lnTo>
                    <a:pt x="135288" y="925"/>
                  </a:lnTo>
                  <a:lnTo>
                    <a:pt x="130118" y="2014"/>
                  </a:lnTo>
                  <a:lnTo>
                    <a:pt x="124985" y="3266"/>
                  </a:lnTo>
                  <a:lnTo>
                    <a:pt x="119893" y="4679"/>
                  </a:lnTo>
                  <a:lnTo>
                    <a:pt x="114850" y="6253"/>
                  </a:lnTo>
                  <a:lnTo>
                    <a:pt x="109858" y="7985"/>
                  </a:lnTo>
                  <a:lnTo>
                    <a:pt x="104923" y="9875"/>
                  </a:lnTo>
                  <a:lnTo>
                    <a:pt x="100051" y="11919"/>
                  </a:lnTo>
                  <a:lnTo>
                    <a:pt x="95246" y="14116"/>
                  </a:lnTo>
                  <a:lnTo>
                    <a:pt x="90512" y="16464"/>
                  </a:lnTo>
                  <a:lnTo>
                    <a:pt x="85856" y="18960"/>
                  </a:lnTo>
                  <a:lnTo>
                    <a:pt x="81280" y="21603"/>
                  </a:lnTo>
                  <a:lnTo>
                    <a:pt x="76790" y="24388"/>
                  </a:lnTo>
                  <a:lnTo>
                    <a:pt x="72391" y="27315"/>
                  </a:lnTo>
                  <a:lnTo>
                    <a:pt x="68086" y="30378"/>
                  </a:lnTo>
                  <a:lnTo>
                    <a:pt x="63880" y="33576"/>
                  </a:lnTo>
                  <a:lnTo>
                    <a:pt x="59777" y="36906"/>
                  </a:lnTo>
                  <a:lnTo>
                    <a:pt x="55782" y="40364"/>
                  </a:lnTo>
                  <a:lnTo>
                    <a:pt x="51898" y="43946"/>
                  </a:lnTo>
                  <a:lnTo>
                    <a:pt x="48129" y="47649"/>
                  </a:lnTo>
                  <a:lnTo>
                    <a:pt x="44478" y="51469"/>
                  </a:lnTo>
                  <a:lnTo>
                    <a:pt x="40951" y="55403"/>
                  </a:lnTo>
                  <a:lnTo>
                    <a:pt x="37549" y="59446"/>
                  </a:lnTo>
                  <a:lnTo>
                    <a:pt x="34277" y="63595"/>
                  </a:lnTo>
                  <a:lnTo>
                    <a:pt x="31138" y="67845"/>
                  </a:lnTo>
                  <a:lnTo>
                    <a:pt x="28135" y="72192"/>
                  </a:lnTo>
                  <a:lnTo>
                    <a:pt x="25270" y="76632"/>
                  </a:lnTo>
                  <a:lnTo>
                    <a:pt x="22548" y="81160"/>
                  </a:lnTo>
                  <a:lnTo>
                    <a:pt x="19969" y="85772"/>
                  </a:lnTo>
                  <a:lnTo>
                    <a:pt x="17538" y="90463"/>
                  </a:lnTo>
                  <a:lnTo>
                    <a:pt x="15256" y="95229"/>
                  </a:lnTo>
                  <a:lnTo>
                    <a:pt x="13126" y="100065"/>
                  </a:lnTo>
                  <a:lnTo>
                    <a:pt x="11150" y="104965"/>
                  </a:lnTo>
                  <a:lnTo>
                    <a:pt x="9330" y="109925"/>
                  </a:lnTo>
                  <a:lnTo>
                    <a:pt x="7668" y="114941"/>
                  </a:lnTo>
                  <a:lnTo>
                    <a:pt x="6164" y="120006"/>
                  </a:lnTo>
                  <a:lnTo>
                    <a:pt x="4822" y="125116"/>
                  </a:lnTo>
                  <a:lnTo>
                    <a:pt x="3642" y="130267"/>
                  </a:lnTo>
                  <a:lnTo>
                    <a:pt x="2625" y="135452"/>
                  </a:lnTo>
                  <a:lnTo>
                    <a:pt x="1772" y="140666"/>
                  </a:lnTo>
                  <a:lnTo>
                    <a:pt x="1085" y="145905"/>
                  </a:lnTo>
                  <a:lnTo>
                    <a:pt x="564" y="151163"/>
                  </a:lnTo>
                  <a:lnTo>
                    <a:pt x="209" y="156435"/>
                  </a:lnTo>
                  <a:lnTo>
                    <a:pt x="21" y="161715"/>
                  </a:lnTo>
                  <a:lnTo>
                    <a:pt x="0" y="166999"/>
                  </a:lnTo>
                  <a:lnTo>
                    <a:pt x="145" y="172281"/>
                  </a:lnTo>
                  <a:lnTo>
                    <a:pt x="458" y="177555"/>
                  </a:lnTo>
                  <a:lnTo>
                    <a:pt x="937" y="182817"/>
                  </a:lnTo>
                  <a:lnTo>
                    <a:pt x="1583" y="188061"/>
                  </a:lnTo>
                  <a:lnTo>
                    <a:pt x="2393" y="193283"/>
                  </a:lnTo>
                  <a:lnTo>
                    <a:pt x="3368" y="198476"/>
                  </a:lnTo>
                  <a:lnTo>
                    <a:pt x="4507" y="203635"/>
                  </a:lnTo>
                  <a:lnTo>
                    <a:pt x="5809" y="208756"/>
                  </a:lnTo>
                  <a:lnTo>
                    <a:pt x="7271" y="213833"/>
                  </a:lnTo>
                  <a:lnTo>
                    <a:pt x="8894" y="218862"/>
                  </a:lnTo>
                  <a:lnTo>
                    <a:pt x="10674" y="223837"/>
                  </a:lnTo>
                  <a:lnTo>
                    <a:pt x="12611" y="228753"/>
                  </a:lnTo>
                  <a:lnTo>
                    <a:pt x="14702" y="233605"/>
                  </a:lnTo>
                  <a:lnTo>
                    <a:pt x="16946" y="238389"/>
                  </a:lnTo>
                  <a:lnTo>
                    <a:pt x="19339" y="243099"/>
                  </a:lnTo>
                  <a:lnTo>
                    <a:pt x="21880" y="247732"/>
                  </a:lnTo>
                  <a:lnTo>
                    <a:pt x="24567" y="252282"/>
                  </a:lnTo>
                  <a:lnTo>
                    <a:pt x="27396" y="256745"/>
                  </a:lnTo>
                  <a:lnTo>
                    <a:pt x="30364" y="261116"/>
                  </a:lnTo>
                  <a:lnTo>
                    <a:pt x="33469" y="265391"/>
                  </a:lnTo>
                  <a:lnTo>
                    <a:pt x="36708" y="269566"/>
                  </a:lnTo>
                  <a:lnTo>
                    <a:pt x="40077" y="273636"/>
                  </a:lnTo>
                  <a:lnTo>
                    <a:pt x="43573" y="277598"/>
                  </a:lnTo>
                  <a:lnTo>
                    <a:pt x="47192" y="281447"/>
                  </a:lnTo>
                  <a:lnTo>
                    <a:pt x="50931" y="285180"/>
                  </a:lnTo>
                  <a:lnTo>
                    <a:pt x="54787" y="288793"/>
                  </a:lnTo>
                  <a:lnTo>
                    <a:pt x="58754" y="292283"/>
                  </a:lnTo>
                  <a:lnTo>
                    <a:pt x="62830" y="295645"/>
                  </a:lnTo>
                  <a:lnTo>
                    <a:pt x="67010" y="298877"/>
                  </a:lnTo>
                  <a:lnTo>
                    <a:pt x="71291" y="301975"/>
                  </a:lnTo>
                  <a:lnTo>
                    <a:pt x="75667" y="304936"/>
                  </a:lnTo>
                  <a:lnTo>
                    <a:pt x="80134" y="307758"/>
                  </a:lnTo>
                  <a:lnTo>
                    <a:pt x="84688" y="310437"/>
                  </a:lnTo>
                  <a:lnTo>
                    <a:pt x="89325" y="312970"/>
                  </a:lnTo>
                  <a:lnTo>
                    <a:pt x="94039" y="315356"/>
                  </a:lnTo>
                  <a:lnTo>
                    <a:pt x="98827" y="317592"/>
                  </a:lnTo>
                  <a:lnTo>
                    <a:pt x="103683" y="319675"/>
                  </a:lnTo>
                  <a:lnTo>
                    <a:pt x="108602" y="321604"/>
                  </a:lnTo>
                  <a:lnTo>
                    <a:pt x="113579" y="323376"/>
                  </a:lnTo>
                  <a:lnTo>
                    <a:pt x="118611" y="324990"/>
                  </a:lnTo>
                  <a:lnTo>
                    <a:pt x="123690" y="326444"/>
                  </a:lnTo>
                  <a:lnTo>
                    <a:pt x="128813" y="327738"/>
                  </a:lnTo>
                  <a:lnTo>
                    <a:pt x="133975" y="328868"/>
                  </a:lnTo>
                  <a:lnTo>
                    <a:pt x="139169" y="329835"/>
                  </a:lnTo>
                  <a:lnTo>
                    <a:pt x="144392" y="330637"/>
                  </a:lnTo>
                  <a:lnTo>
                    <a:pt x="149637" y="331274"/>
                  </a:lnTo>
                  <a:lnTo>
                    <a:pt x="154900" y="331744"/>
                  </a:lnTo>
                  <a:lnTo>
                    <a:pt x="160175" y="332048"/>
                  </a:lnTo>
                  <a:lnTo>
                    <a:pt x="165457" y="332185"/>
                  </a:lnTo>
                  <a:lnTo>
                    <a:pt x="170741" y="332156"/>
                  </a:lnTo>
                  <a:lnTo>
                    <a:pt x="176021" y="331959"/>
                  </a:lnTo>
                  <a:lnTo>
                    <a:pt x="181292" y="331595"/>
                  </a:lnTo>
                  <a:lnTo>
                    <a:pt x="186549" y="331065"/>
                  </a:lnTo>
                  <a:lnTo>
                    <a:pt x="191787" y="330369"/>
                  </a:lnTo>
                  <a:lnTo>
                    <a:pt x="197000" y="329508"/>
                  </a:lnTo>
                  <a:lnTo>
                    <a:pt x="202183" y="328483"/>
                  </a:lnTo>
                  <a:lnTo>
                    <a:pt x="207331" y="327294"/>
                  </a:lnTo>
                  <a:lnTo>
                    <a:pt x="212440" y="325944"/>
                  </a:lnTo>
                  <a:lnTo>
                    <a:pt x="217503" y="324432"/>
                  </a:lnTo>
                  <a:lnTo>
                    <a:pt x="222515" y="322761"/>
                  </a:lnTo>
                  <a:lnTo>
                    <a:pt x="227473" y="320933"/>
                  </a:lnTo>
                  <a:lnTo>
                    <a:pt x="232370" y="318949"/>
                  </a:lnTo>
                  <a:lnTo>
                    <a:pt x="237202" y="316811"/>
                  </a:lnTo>
                  <a:lnTo>
                    <a:pt x="241964" y="314521"/>
                  </a:lnTo>
                  <a:lnTo>
                    <a:pt x="246651" y="312082"/>
                  </a:lnTo>
                  <a:lnTo>
                    <a:pt x="251259" y="309497"/>
                  </a:lnTo>
                  <a:lnTo>
                    <a:pt x="255782" y="306767"/>
                  </a:lnTo>
                  <a:lnTo>
                    <a:pt x="260218" y="303895"/>
                  </a:lnTo>
                  <a:lnTo>
                    <a:pt x="264560" y="300884"/>
                  </a:lnTo>
                  <a:lnTo>
                    <a:pt x="268805" y="297738"/>
                  </a:lnTo>
                  <a:lnTo>
                    <a:pt x="272948" y="294459"/>
                  </a:lnTo>
                  <a:lnTo>
                    <a:pt x="276986" y="291051"/>
                  </a:lnTo>
                  <a:lnTo>
                    <a:pt x="280914" y="287517"/>
                  </a:lnTo>
                  <a:lnTo>
                    <a:pt x="284728" y="283861"/>
                  </a:lnTo>
                  <a:lnTo>
                    <a:pt x="288425" y="280086"/>
                  </a:lnTo>
                  <a:lnTo>
                    <a:pt x="292001" y="276196"/>
                  </a:lnTo>
                  <a:lnTo>
                    <a:pt x="295452" y="272195"/>
                  </a:lnTo>
                  <a:lnTo>
                    <a:pt x="298775" y="268086"/>
                  </a:lnTo>
                  <a:lnTo>
                    <a:pt x="301966" y="263875"/>
                  </a:lnTo>
                  <a:lnTo>
                    <a:pt x="305022" y="259565"/>
                  </a:lnTo>
                  <a:lnTo>
                    <a:pt x="307941" y="255161"/>
                  </a:lnTo>
                  <a:lnTo>
                    <a:pt x="310720" y="250667"/>
                  </a:lnTo>
                  <a:lnTo>
                    <a:pt x="313354" y="246087"/>
                  </a:lnTo>
                  <a:lnTo>
                    <a:pt x="315843" y="241426"/>
                  </a:lnTo>
                  <a:lnTo>
                    <a:pt x="318183" y="236689"/>
                  </a:lnTo>
                  <a:lnTo>
                    <a:pt x="320373" y="231880"/>
                  </a:lnTo>
                  <a:lnTo>
                    <a:pt x="322409" y="227004"/>
                  </a:lnTo>
                  <a:lnTo>
                    <a:pt x="324290" y="222067"/>
                  </a:lnTo>
                  <a:lnTo>
                    <a:pt x="326014" y="217072"/>
                  </a:lnTo>
                  <a:lnTo>
                    <a:pt x="327580" y="212026"/>
                  </a:lnTo>
                  <a:lnTo>
                    <a:pt x="328985" y="206932"/>
                  </a:lnTo>
                  <a:lnTo>
                    <a:pt x="330229" y="201797"/>
                  </a:lnTo>
                  <a:lnTo>
                    <a:pt x="331309" y="196625"/>
                  </a:lnTo>
                  <a:lnTo>
                    <a:pt x="332226" y="191421"/>
                  </a:lnTo>
                  <a:lnTo>
                    <a:pt x="332978" y="186191"/>
                  </a:lnTo>
                  <a:lnTo>
                    <a:pt x="333564" y="180940"/>
                  </a:lnTo>
                  <a:lnTo>
                    <a:pt x="333983" y="175673"/>
                  </a:lnTo>
                  <a:lnTo>
                    <a:pt x="334237" y="170395"/>
                  </a:lnTo>
                  <a:lnTo>
                    <a:pt x="334323" y="165112"/>
                  </a:lnTo>
                  <a:lnTo>
                    <a:pt x="334242" y="159829"/>
                  </a:lnTo>
                  <a:lnTo>
                    <a:pt x="333994" y="154551"/>
                  </a:lnTo>
                  <a:lnTo>
                    <a:pt x="333580" y="149283"/>
                  </a:lnTo>
                  <a:lnTo>
                    <a:pt x="332999" y="144032"/>
                  </a:lnTo>
                  <a:lnTo>
                    <a:pt x="332253" y="138801"/>
                  </a:lnTo>
                  <a:lnTo>
                    <a:pt x="331341" y="133596"/>
                  </a:lnTo>
                  <a:lnTo>
                    <a:pt x="330266" y="128423"/>
                  </a:lnTo>
                  <a:lnTo>
                    <a:pt x="329028" y="123287"/>
                  </a:lnTo>
                  <a:lnTo>
                    <a:pt x="327628" y="118192"/>
                  </a:lnTo>
                  <a:lnTo>
                    <a:pt x="326068" y="113144"/>
                  </a:lnTo>
                  <a:lnTo>
                    <a:pt x="324348" y="108147"/>
                  </a:lnTo>
                  <a:lnTo>
                    <a:pt x="322472" y="103208"/>
                  </a:lnTo>
                  <a:lnTo>
                    <a:pt x="320441" y="98330"/>
                  </a:lnTo>
                  <a:lnTo>
                    <a:pt x="318257" y="93519"/>
                  </a:lnTo>
                  <a:lnTo>
                    <a:pt x="315921" y="88779"/>
                  </a:lnTo>
                  <a:lnTo>
                    <a:pt x="313437" y="84116"/>
                  </a:lnTo>
                  <a:lnTo>
                    <a:pt x="310807" y="79533"/>
                  </a:lnTo>
                  <a:lnTo>
                    <a:pt x="308033" y="75036"/>
                  </a:lnTo>
                  <a:lnTo>
                    <a:pt x="305119" y="70629"/>
                  </a:lnTo>
                  <a:lnTo>
                    <a:pt x="302067" y="66316"/>
                  </a:lnTo>
                  <a:lnTo>
                    <a:pt x="298880" y="62101"/>
                  </a:lnTo>
                  <a:lnTo>
                    <a:pt x="295561" y="57990"/>
                  </a:lnTo>
                  <a:lnTo>
                    <a:pt x="292114" y="53985"/>
                  </a:lnTo>
                  <a:lnTo>
                    <a:pt x="288543" y="50091"/>
                  </a:lnTo>
                  <a:lnTo>
                    <a:pt x="284850" y="46313"/>
                  </a:lnTo>
                  <a:lnTo>
                    <a:pt x="281039" y="42652"/>
                  </a:lnTo>
                  <a:lnTo>
                    <a:pt x="277115" y="39114"/>
                  </a:lnTo>
                  <a:lnTo>
                    <a:pt x="273080" y="35702"/>
                  </a:lnTo>
                  <a:lnTo>
                    <a:pt x="268940" y="32419"/>
                  </a:lnTo>
                  <a:lnTo>
                    <a:pt x="167155" y="1650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23495" y="2655501"/>
              <a:ext cx="101785" cy="167167"/>
            </a:xfrm>
            <a:custGeom>
              <a:avLst/>
              <a:pathLst>
                <a:path w="101785" h="167167">
                  <a:moveTo>
                    <a:pt x="101785" y="34559"/>
                  </a:moveTo>
                  <a:lnTo>
                    <a:pt x="97156" y="31132"/>
                  </a:lnTo>
                  <a:lnTo>
                    <a:pt x="92412" y="27866"/>
                  </a:lnTo>
                  <a:lnTo>
                    <a:pt x="87559" y="24765"/>
                  </a:lnTo>
                  <a:lnTo>
                    <a:pt x="82601" y="21833"/>
                  </a:lnTo>
                  <a:lnTo>
                    <a:pt x="77546" y="19074"/>
                  </a:lnTo>
                  <a:lnTo>
                    <a:pt x="72398" y="16490"/>
                  </a:lnTo>
                  <a:lnTo>
                    <a:pt x="67164" y="14086"/>
                  </a:lnTo>
                  <a:lnTo>
                    <a:pt x="61851" y="11863"/>
                  </a:lnTo>
                  <a:lnTo>
                    <a:pt x="56465" y="9824"/>
                  </a:lnTo>
                  <a:lnTo>
                    <a:pt x="51011" y="7973"/>
                  </a:lnTo>
                  <a:lnTo>
                    <a:pt x="45497" y="6310"/>
                  </a:lnTo>
                  <a:lnTo>
                    <a:pt x="39928" y="4838"/>
                  </a:lnTo>
                  <a:lnTo>
                    <a:pt x="34313" y="3559"/>
                  </a:lnTo>
                  <a:lnTo>
                    <a:pt x="28656" y="2474"/>
                  </a:lnTo>
                  <a:lnTo>
                    <a:pt x="22966" y="1585"/>
                  </a:lnTo>
                  <a:lnTo>
                    <a:pt x="17248" y="892"/>
                  </a:lnTo>
                  <a:lnTo>
                    <a:pt x="11510" y="396"/>
                  </a:lnTo>
                  <a:lnTo>
                    <a:pt x="5758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40730" y="2168369"/>
              <a:ext cx="5161" cy="167167"/>
            </a:xfrm>
            <a:custGeom>
              <a:avLst/>
              <a:pathLst>
                <a:path w="5161" h="167167">
                  <a:moveTo>
                    <a:pt x="5161" y="0"/>
                  </a:moveTo>
                  <a:lnTo>
                    <a:pt x="0" y="79"/>
                  </a:lnTo>
                  <a:lnTo>
                    <a:pt x="516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40730" y="2168448"/>
              <a:ext cx="5161" cy="167087"/>
            </a:xfrm>
            <a:custGeom>
              <a:avLst/>
              <a:pathLst>
                <a:path w="5161" h="167087">
                  <a:moveTo>
                    <a:pt x="0" y="0"/>
                  </a:moveTo>
                  <a:lnTo>
                    <a:pt x="5161" y="16708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40730" y="2168448"/>
              <a:ext cx="5161" cy="167087"/>
            </a:xfrm>
            <a:custGeom>
              <a:avLst/>
              <a:pathLst>
                <a:path w="5161" h="167087">
                  <a:moveTo>
                    <a:pt x="0" y="0"/>
                  </a:moveTo>
                  <a:lnTo>
                    <a:pt x="5161" y="1670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40730" y="2168448"/>
              <a:ext cx="5161" cy="167087"/>
            </a:xfrm>
            <a:custGeom>
              <a:avLst/>
              <a:pathLst>
                <a:path w="5161" h="167087">
                  <a:moveTo>
                    <a:pt x="0" y="0"/>
                  </a:moveTo>
                  <a:lnTo>
                    <a:pt x="5161" y="1670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40730" y="2168448"/>
              <a:ext cx="5161" cy="167087"/>
            </a:xfrm>
            <a:custGeom>
              <a:avLst/>
              <a:pathLst>
                <a:path w="5161" h="167087">
                  <a:moveTo>
                    <a:pt x="0" y="0"/>
                  </a:moveTo>
                  <a:lnTo>
                    <a:pt x="5161" y="1670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40730" y="2168448"/>
              <a:ext cx="5161" cy="167087"/>
            </a:xfrm>
            <a:custGeom>
              <a:avLst/>
              <a:pathLst>
                <a:path w="5161" h="167087">
                  <a:moveTo>
                    <a:pt x="0" y="0"/>
                  </a:moveTo>
                  <a:lnTo>
                    <a:pt x="5161" y="1670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40730" y="2168448"/>
              <a:ext cx="5161" cy="167087"/>
            </a:xfrm>
            <a:custGeom>
              <a:avLst/>
              <a:pathLst>
                <a:path w="5161" h="167087">
                  <a:moveTo>
                    <a:pt x="0" y="0"/>
                  </a:moveTo>
                  <a:lnTo>
                    <a:pt x="5161" y="1670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40730" y="2168448"/>
              <a:ext cx="5161" cy="167087"/>
            </a:xfrm>
            <a:custGeom>
              <a:avLst/>
              <a:pathLst>
                <a:path w="5161" h="167087">
                  <a:moveTo>
                    <a:pt x="0" y="0"/>
                  </a:moveTo>
                  <a:lnTo>
                    <a:pt x="5161" y="16708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40730" y="2168448"/>
              <a:ext cx="5161" cy="167087"/>
            </a:xfrm>
            <a:custGeom>
              <a:avLst/>
              <a:pathLst>
                <a:path w="5161" h="167087">
                  <a:moveTo>
                    <a:pt x="0" y="0"/>
                  </a:moveTo>
                  <a:lnTo>
                    <a:pt x="5161" y="16708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40730" y="2168448"/>
              <a:ext cx="5161" cy="167087"/>
            </a:xfrm>
            <a:custGeom>
              <a:avLst/>
              <a:pathLst>
                <a:path w="5161" h="167087">
                  <a:moveTo>
                    <a:pt x="0" y="0"/>
                  </a:moveTo>
                  <a:lnTo>
                    <a:pt x="5161" y="16708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40730" y="2168448"/>
              <a:ext cx="5161" cy="167087"/>
            </a:xfrm>
            <a:custGeom>
              <a:avLst/>
              <a:pathLst>
                <a:path w="5161" h="167087">
                  <a:moveTo>
                    <a:pt x="0" y="0"/>
                  </a:moveTo>
                  <a:lnTo>
                    <a:pt x="5161" y="16708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40730" y="2168448"/>
              <a:ext cx="5161" cy="167087"/>
            </a:xfrm>
            <a:custGeom>
              <a:avLst/>
              <a:pathLst>
                <a:path w="5161" h="167087">
                  <a:moveTo>
                    <a:pt x="0" y="0"/>
                  </a:moveTo>
                  <a:lnTo>
                    <a:pt x="5161" y="1670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40730" y="2168448"/>
              <a:ext cx="5161" cy="167087"/>
            </a:xfrm>
            <a:custGeom>
              <a:avLst/>
              <a:pathLst>
                <a:path w="5161" h="167087">
                  <a:moveTo>
                    <a:pt x="0" y="0"/>
                  </a:moveTo>
                  <a:lnTo>
                    <a:pt x="5161" y="1670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40730" y="2168448"/>
              <a:ext cx="5161" cy="167087"/>
            </a:xfrm>
            <a:custGeom>
              <a:avLst/>
              <a:pathLst>
                <a:path w="5161" h="167087">
                  <a:moveTo>
                    <a:pt x="0" y="0"/>
                  </a:moveTo>
                  <a:lnTo>
                    <a:pt x="5161" y="1670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40730" y="2168448"/>
              <a:ext cx="5161" cy="167087"/>
            </a:xfrm>
            <a:custGeom>
              <a:avLst/>
              <a:pathLst>
                <a:path w="5161" h="167087">
                  <a:moveTo>
                    <a:pt x="0" y="0"/>
                  </a:moveTo>
                  <a:lnTo>
                    <a:pt x="5161" y="1670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40730" y="2168448"/>
              <a:ext cx="5161" cy="167087"/>
            </a:xfrm>
            <a:custGeom>
              <a:avLst/>
              <a:pathLst>
                <a:path w="5161" h="167087">
                  <a:moveTo>
                    <a:pt x="0" y="0"/>
                  </a:moveTo>
                  <a:lnTo>
                    <a:pt x="5161" y="16708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40730" y="2168448"/>
              <a:ext cx="5161" cy="167087"/>
            </a:xfrm>
            <a:custGeom>
              <a:avLst/>
              <a:pathLst>
                <a:path w="5161" h="167087">
                  <a:moveTo>
                    <a:pt x="0" y="0"/>
                  </a:moveTo>
                  <a:lnTo>
                    <a:pt x="5161" y="1670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40730" y="2168448"/>
              <a:ext cx="5161" cy="167087"/>
            </a:xfrm>
            <a:custGeom>
              <a:avLst/>
              <a:pathLst>
                <a:path w="5161" h="167087">
                  <a:moveTo>
                    <a:pt x="0" y="0"/>
                  </a:moveTo>
                  <a:lnTo>
                    <a:pt x="5161" y="1670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40730" y="2168448"/>
              <a:ext cx="5161" cy="167087"/>
            </a:xfrm>
            <a:custGeom>
              <a:avLst/>
              <a:pathLst>
                <a:path w="5161" h="167087">
                  <a:moveTo>
                    <a:pt x="0" y="0"/>
                  </a:moveTo>
                  <a:lnTo>
                    <a:pt x="5161" y="16708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40730" y="2168448"/>
              <a:ext cx="5161" cy="167087"/>
            </a:xfrm>
            <a:custGeom>
              <a:avLst/>
              <a:pathLst>
                <a:path w="5161" h="167087">
                  <a:moveTo>
                    <a:pt x="0" y="0"/>
                  </a:moveTo>
                  <a:lnTo>
                    <a:pt x="5161" y="1670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40730" y="2168448"/>
              <a:ext cx="5161" cy="167087"/>
            </a:xfrm>
            <a:custGeom>
              <a:avLst/>
              <a:pathLst>
                <a:path w="5161" h="167087">
                  <a:moveTo>
                    <a:pt x="0" y="0"/>
                  </a:moveTo>
                  <a:lnTo>
                    <a:pt x="5161" y="1670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40730" y="2168448"/>
              <a:ext cx="5161" cy="167087"/>
            </a:xfrm>
            <a:custGeom>
              <a:avLst/>
              <a:pathLst>
                <a:path w="5161" h="167087">
                  <a:moveTo>
                    <a:pt x="0" y="0"/>
                  </a:moveTo>
                  <a:lnTo>
                    <a:pt x="5161" y="1670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40730" y="2168448"/>
              <a:ext cx="5161" cy="167087"/>
            </a:xfrm>
            <a:custGeom>
              <a:avLst/>
              <a:pathLst>
                <a:path w="5161" h="167087">
                  <a:moveTo>
                    <a:pt x="0" y="0"/>
                  </a:moveTo>
                  <a:lnTo>
                    <a:pt x="5161" y="1670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40730" y="2168448"/>
              <a:ext cx="5161" cy="167087"/>
            </a:xfrm>
            <a:custGeom>
              <a:avLst/>
              <a:pathLst>
                <a:path w="5161" h="167087">
                  <a:moveTo>
                    <a:pt x="0" y="0"/>
                  </a:moveTo>
                  <a:lnTo>
                    <a:pt x="5161" y="16708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40730" y="2168448"/>
              <a:ext cx="5161" cy="167087"/>
            </a:xfrm>
            <a:custGeom>
              <a:avLst/>
              <a:pathLst>
                <a:path w="5161" h="167087">
                  <a:moveTo>
                    <a:pt x="0" y="0"/>
                  </a:moveTo>
                  <a:lnTo>
                    <a:pt x="5161" y="16708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578743" y="2168448"/>
              <a:ext cx="329549" cy="334255"/>
            </a:xfrm>
            <a:custGeom>
              <a:avLst/>
              <a:pathLst>
                <a:path w="329549" h="334255">
                  <a:moveTo>
                    <a:pt x="161987" y="0"/>
                  </a:moveTo>
                  <a:lnTo>
                    <a:pt x="156689" y="247"/>
                  </a:lnTo>
                  <a:lnTo>
                    <a:pt x="151401" y="663"/>
                  </a:lnTo>
                  <a:lnTo>
                    <a:pt x="146129" y="1247"/>
                  </a:lnTo>
                  <a:lnTo>
                    <a:pt x="140879" y="1997"/>
                  </a:lnTo>
                  <a:lnTo>
                    <a:pt x="135655" y="2913"/>
                  </a:lnTo>
                  <a:lnTo>
                    <a:pt x="130462" y="3995"/>
                  </a:lnTo>
                  <a:lnTo>
                    <a:pt x="125307" y="5241"/>
                  </a:lnTo>
                  <a:lnTo>
                    <a:pt x="120193" y="6650"/>
                  </a:lnTo>
                  <a:lnTo>
                    <a:pt x="115127" y="8220"/>
                  </a:lnTo>
                  <a:lnTo>
                    <a:pt x="110114" y="9950"/>
                  </a:lnTo>
                  <a:lnTo>
                    <a:pt x="105157" y="11839"/>
                  </a:lnTo>
                  <a:lnTo>
                    <a:pt x="100263" y="13884"/>
                  </a:lnTo>
                  <a:lnTo>
                    <a:pt x="95437" y="16083"/>
                  </a:lnTo>
                  <a:lnTo>
                    <a:pt x="90683" y="18434"/>
                  </a:lnTo>
                  <a:lnTo>
                    <a:pt x="86005" y="20934"/>
                  </a:lnTo>
                  <a:lnTo>
                    <a:pt x="81409" y="23582"/>
                  </a:lnTo>
                  <a:lnTo>
                    <a:pt x="76900" y="26374"/>
                  </a:lnTo>
                  <a:lnTo>
                    <a:pt x="72481" y="29308"/>
                  </a:lnTo>
                  <a:lnTo>
                    <a:pt x="68158" y="32381"/>
                  </a:lnTo>
                  <a:lnTo>
                    <a:pt x="63935" y="35589"/>
                  </a:lnTo>
                  <a:lnTo>
                    <a:pt x="59815" y="38929"/>
                  </a:lnTo>
                  <a:lnTo>
                    <a:pt x="55803" y="42399"/>
                  </a:lnTo>
                  <a:lnTo>
                    <a:pt x="51904" y="45994"/>
                  </a:lnTo>
                  <a:lnTo>
                    <a:pt x="48120" y="49711"/>
                  </a:lnTo>
                  <a:lnTo>
                    <a:pt x="44456" y="53546"/>
                  </a:lnTo>
                  <a:lnTo>
                    <a:pt x="40916" y="57496"/>
                  </a:lnTo>
                  <a:lnTo>
                    <a:pt x="37503" y="61555"/>
                  </a:lnTo>
                  <a:lnTo>
                    <a:pt x="34220" y="65721"/>
                  </a:lnTo>
                  <a:lnTo>
                    <a:pt x="31072" y="69989"/>
                  </a:lnTo>
                  <a:lnTo>
                    <a:pt x="28060" y="74355"/>
                  </a:lnTo>
                  <a:lnTo>
                    <a:pt x="25188" y="78814"/>
                  </a:lnTo>
                  <a:lnTo>
                    <a:pt x="22459" y="83362"/>
                  </a:lnTo>
                  <a:lnTo>
                    <a:pt x="19876" y="87995"/>
                  </a:lnTo>
                  <a:lnTo>
                    <a:pt x="17441" y="92706"/>
                  </a:lnTo>
                  <a:lnTo>
                    <a:pt x="15156" y="97493"/>
                  </a:lnTo>
                  <a:lnTo>
                    <a:pt x="13025" y="102350"/>
                  </a:lnTo>
                  <a:lnTo>
                    <a:pt x="11049" y="107272"/>
                  </a:lnTo>
                  <a:lnTo>
                    <a:pt x="9230" y="112254"/>
                  </a:lnTo>
                  <a:lnTo>
                    <a:pt x="7570" y="117292"/>
                  </a:lnTo>
                  <a:lnTo>
                    <a:pt x="6070" y="122379"/>
                  </a:lnTo>
                  <a:lnTo>
                    <a:pt x="4733" y="127512"/>
                  </a:lnTo>
                  <a:lnTo>
                    <a:pt x="3560" y="132684"/>
                  </a:lnTo>
                  <a:lnTo>
                    <a:pt x="2550" y="137891"/>
                  </a:lnTo>
                  <a:lnTo>
                    <a:pt x="1707" y="143128"/>
                  </a:lnTo>
                  <a:lnTo>
                    <a:pt x="1030" y="148388"/>
                  </a:lnTo>
                  <a:lnTo>
                    <a:pt x="521" y="153667"/>
                  </a:lnTo>
                  <a:lnTo>
                    <a:pt x="179" y="158960"/>
                  </a:lnTo>
                  <a:lnTo>
                    <a:pt x="5" y="164261"/>
                  </a:lnTo>
                  <a:lnTo>
                    <a:pt x="0" y="169565"/>
                  </a:lnTo>
                  <a:lnTo>
                    <a:pt x="162" y="174867"/>
                  </a:lnTo>
                  <a:lnTo>
                    <a:pt x="493" y="180160"/>
                  </a:lnTo>
                  <a:lnTo>
                    <a:pt x="992" y="185441"/>
                  </a:lnTo>
                  <a:lnTo>
                    <a:pt x="1658" y="190703"/>
                  </a:lnTo>
                  <a:lnTo>
                    <a:pt x="2490" y="195941"/>
                  </a:lnTo>
                  <a:lnTo>
                    <a:pt x="3488" y="201150"/>
                  </a:lnTo>
                  <a:lnTo>
                    <a:pt x="4651" y="206325"/>
                  </a:lnTo>
                  <a:lnTo>
                    <a:pt x="5978" y="211460"/>
                  </a:lnTo>
                  <a:lnTo>
                    <a:pt x="7467" y="216551"/>
                  </a:lnTo>
                  <a:lnTo>
                    <a:pt x="9116" y="221591"/>
                  </a:lnTo>
                  <a:lnTo>
                    <a:pt x="10925" y="226577"/>
                  </a:lnTo>
                  <a:lnTo>
                    <a:pt x="12891" y="231504"/>
                  </a:lnTo>
                  <a:lnTo>
                    <a:pt x="15012" y="236365"/>
                  </a:lnTo>
                  <a:lnTo>
                    <a:pt x="17286" y="241156"/>
                  </a:lnTo>
                  <a:lnTo>
                    <a:pt x="19711" y="245873"/>
                  </a:lnTo>
                  <a:lnTo>
                    <a:pt x="22285" y="250511"/>
                  </a:lnTo>
                  <a:lnTo>
                    <a:pt x="25004" y="255065"/>
                  </a:lnTo>
                  <a:lnTo>
                    <a:pt x="27867" y="259530"/>
                  </a:lnTo>
                  <a:lnTo>
                    <a:pt x="30870" y="263902"/>
                  </a:lnTo>
                  <a:lnTo>
                    <a:pt x="34010" y="268176"/>
                  </a:lnTo>
                  <a:lnTo>
                    <a:pt x="37284" y="272349"/>
                  </a:lnTo>
                  <a:lnTo>
                    <a:pt x="40688" y="276416"/>
                  </a:lnTo>
                  <a:lnTo>
                    <a:pt x="44220" y="280373"/>
                  </a:lnTo>
                  <a:lnTo>
                    <a:pt x="47876" y="284216"/>
                  </a:lnTo>
                  <a:lnTo>
                    <a:pt x="51652" y="287940"/>
                  </a:lnTo>
                  <a:lnTo>
                    <a:pt x="55544" y="291544"/>
                  </a:lnTo>
                  <a:lnTo>
                    <a:pt x="59548" y="295021"/>
                  </a:lnTo>
                  <a:lnTo>
                    <a:pt x="63661" y="298371"/>
                  </a:lnTo>
                  <a:lnTo>
                    <a:pt x="67878" y="301588"/>
                  </a:lnTo>
                  <a:lnTo>
                    <a:pt x="72195" y="304669"/>
                  </a:lnTo>
                  <a:lnTo>
                    <a:pt x="76607" y="307612"/>
                  </a:lnTo>
                  <a:lnTo>
                    <a:pt x="81111" y="310414"/>
                  </a:lnTo>
                  <a:lnTo>
                    <a:pt x="85701" y="313071"/>
                  </a:lnTo>
                  <a:lnTo>
                    <a:pt x="90373" y="315581"/>
                  </a:lnTo>
                  <a:lnTo>
                    <a:pt x="95123" y="317942"/>
                  </a:lnTo>
                  <a:lnTo>
                    <a:pt x="99945" y="320151"/>
                  </a:lnTo>
                  <a:lnTo>
                    <a:pt x="104834" y="322206"/>
                  </a:lnTo>
                  <a:lnTo>
                    <a:pt x="109787" y="324105"/>
                  </a:lnTo>
                  <a:lnTo>
                    <a:pt x="114797" y="325846"/>
                  </a:lnTo>
                  <a:lnTo>
                    <a:pt x="119860" y="327427"/>
                  </a:lnTo>
                  <a:lnTo>
                    <a:pt x="124970" y="328846"/>
                  </a:lnTo>
                  <a:lnTo>
                    <a:pt x="130123" y="330103"/>
                  </a:lnTo>
                  <a:lnTo>
                    <a:pt x="135313" y="331195"/>
                  </a:lnTo>
                  <a:lnTo>
                    <a:pt x="140535" y="332123"/>
                  </a:lnTo>
                  <a:lnTo>
                    <a:pt x="145784" y="332884"/>
                  </a:lnTo>
                  <a:lnTo>
                    <a:pt x="151055" y="333478"/>
                  </a:lnTo>
                  <a:lnTo>
                    <a:pt x="156342" y="333905"/>
                  </a:lnTo>
                  <a:lnTo>
                    <a:pt x="161639" y="334164"/>
                  </a:lnTo>
                  <a:lnTo>
                    <a:pt x="166942" y="334255"/>
                  </a:lnTo>
                  <a:lnTo>
                    <a:pt x="172246" y="334177"/>
                  </a:lnTo>
                  <a:lnTo>
                    <a:pt x="177544" y="333931"/>
                  </a:lnTo>
                  <a:lnTo>
                    <a:pt x="182831" y="333517"/>
                  </a:lnTo>
                  <a:lnTo>
                    <a:pt x="188103" y="332936"/>
                  </a:lnTo>
                  <a:lnTo>
                    <a:pt x="193354" y="332188"/>
                  </a:lnTo>
                  <a:lnTo>
                    <a:pt x="198579" y="331273"/>
                  </a:lnTo>
                  <a:lnTo>
                    <a:pt x="203771" y="330194"/>
                  </a:lnTo>
                  <a:lnTo>
                    <a:pt x="208927" y="328950"/>
                  </a:lnTo>
                  <a:lnTo>
                    <a:pt x="214041" y="327543"/>
                  </a:lnTo>
                  <a:lnTo>
                    <a:pt x="219108" y="325975"/>
                  </a:lnTo>
                  <a:lnTo>
                    <a:pt x="224122" y="324246"/>
                  </a:lnTo>
                  <a:lnTo>
                    <a:pt x="229079" y="322360"/>
                  </a:lnTo>
                  <a:lnTo>
                    <a:pt x="233974" y="320317"/>
                  </a:lnTo>
                  <a:lnTo>
                    <a:pt x="238802" y="318120"/>
                  </a:lnTo>
                  <a:lnTo>
                    <a:pt x="243557" y="315771"/>
                  </a:lnTo>
                  <a:lnTo>
                    <a:pt x="248235" y="313272"/>
                  </a:lnTo>
                  <a:lnTo>
                    <a:pt x="252832" y="310626"/>
                  </a:lnTo>
                  <a:lnTo>
                    <a:pt x="257342" y="307835"/>
                  </a:lnTo>
                  <a:lnTo>
                    <a:pt x="261762" y="304903"/>
                  </a:lnTo>
                  <a:lnTo>
                    <a:pt x="266087" y="301832"/>
                  </a:lnTo>
                  <a:lnTo>
                    <a:pt x="270311" y="298626"/>
                  </a:lnTo>
                  <a:lnTo>
                    <a:pt x="274432" y="295287"/>
                  </a:lnTo>
                  <a:lnTo>
                    <a:pt x="278445" y="291819"/>
                  </a:lnTo>
                  <a:lnTo>
                    <a:pt x="282346" y="288225"/>
                  </a:lnTo>
                  <a:lnTo>
                    <a:pt x="286131" y="284510"/>
                  </a:lnTo>
                  <a:lnTo>
                    <a:pt x="289797" y="280676"/>
                  </a:lnTo>
                  <a:lnTo>
                    <a:pt x="293338" y="276728"/>
                  </a:lnTo>
                  <a:lnTo>
                    <a:pt x="296753" y="272669"/>
                  </a:lnTo>
                  <a:lnTo>
                    <a:pt x="300037" y="268505"/>
                  </a:lnTo>
                  <a:lnTo>
                    <a:pt x="303188" y="264238"/>
                  </a:lnTo>
                  <a:lnTo>
                    <a:pt x="306201" y="259873"/>
                  </a:lnTo>
                  <a:lnTo>
                    <a:pt x="309075" y="255415"/>
                  </a:lnTo>
                  <a:lnTo>
                    <a:pt x="311806" y="250868"/>
                  </a:lnTo>
                  <a:lnTo>
                    <a:pt x="314391" y="246237"/>
                  </a:lnTo>
                  <a:lnTo>
                    <a:pt x="316828" y="241526"/>
                  </a:lnTo>
                  <a:lnTo>
                    <a:pt x="319114" y="236740"/>
                  </a:lnTo>
                  <a:lnTo>
                    <a:pt x="321247" y="231884"/>
                  </a:lnTo>
                  <a:lnTo>
                    <a:pt x="323225" y="226963"/>
                  </a:lnTo>
                  <a:lnTo>
                    <a:pt x="325046" y="221982"/>
                  </a:lnTo>
                  <a:lnTo>
                    <a:pt x="326708" y="216945"/>
                  </a:lnTo>
                  <a:lnTo>
                    <a:pt x="328209" y="211858"/>
                  </a:lnTo>
                  <a:lnTo>
                    <a:pt x="329549" y="206726"/>
                  </a:lnTo>
                  <a:lnTo>
                    <a:pt x="167149" y="1670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45892" y="2168369"/>
              <a:ext cx="167153" cy="206805"/>
            </a:xfrm>
            <a:custGeom>
              <a:avLst/>
              <a:pathLst>
                <a:path w="167153" h="206805">
                  <a:moveTo>
                    <a:pt x="162399" y="206805"/>
                  </a:moveTo>
                  <a:lnTo>
                    <a:pt x="163596" y="201536"/>
                  </a:lnTo>
                  <a:lnTo>
                    <a:pt x="164621" y="196231"/>
                  </a:lnTo>
                  <a:lnTo>
                    <a:pt x="165474" y="190895"/>
                  </a:lnTo>
                  <a:lnTo>
                    <a:pt x="166155" y="185535"/>
                  </a:lnTo>
                  <a:lnTo>
                    <a:pt x="166662" y="180155"/>
                  </a:lnTo>
                  <a:lnTo>
                    <a:pt x="166994" y="174762"/>
                  </a:lnTo>
                  <a:lnTo>
                    <a:pt x="167153" y="169361"/>
                  </a:lnTo>
                  <a:lnTo>
                    <a:pt x="167136" y="163957"/>
                  </a:lnTo>
                  <a:lnTo>
                    <a:pt x="166945" y="158557"/>
                  </a:lnTo>
                  <a:lnTo>
                    <a:pt x="166580" y="153166"/>
                  </a:lnTo>
                  <a:lnTo>
                    <a:pt x="166040" y="147790"/>
                  </a:lnTo>
                  <a:lnTo>
                    <a:pt x="165327" y="142434"/>
                  </a:lnTo>
                  <a:lnTo>
                    <a:pt x="164441" y="137103"/>
                  </a:lnTo>
                  <a:lnTo>
                    <a:pt x="163384" y="131804"/>
                  </a:lnTo>
                  <a:lnTo>
                    <a:pt x="162156" y="126542"/>
                  </a:lnTo>
                  <a:lnTo>
                    <a:pt x="160758" y="121323"/>
                  </a:lnTo>
                  <a:lnTo>
                    <a:pt x="159192" y="116151"/>
                  </a:lnTo>
                  <a:lnTo>
                    <a:pt x="157460" y="111033"/>
                  </a:lnTo>
                  <a:lnTo>
                    <a:pt x="155564" y="105973"/>
                  </a:lnTo>
                  <a:lnTo>
                    <a:pt x="153505" y="100977"/>
                  </a:lnTo>
                  <a:lnTo>
                    <a:pt x="151285" y="96051"/>
                  </a:lnTo>
                  <a:lnTo>
                    <a:pt x="148908" y="91199"/>
                  </a:lnTo>
                  <a:lnTo>
                    <a:pt x="146375" y="86426"/>
                  </a:lnTo>
                  <a:lnTo>
                    <a:pt x="143689" y="81737"/>
                  </a:lnTo>
                  <a:lnTo>
                    <a:pt x="140853" y="77138"/>
                  </a:lnTo>
                  <a:lnTo>
                    <a:pt x="137870" y="72632"/>
                  </a:lnTo>
                  <a:lnTo>
                    <a:pt x="134742" y="68226"/>
                  </a:lnTo>
                  <a:lnTo>
                    <a:pt x="131474" y="63923"/>
                  </a:lnTo>
                  <a:lnTo>
                    <a:pt x="128069" y="59728"/>
                  </a:lnTo>
                  <a:lnTo>
                    <a:pt x="124530" y="55645"/>
                  </a:lnTo>
                  <a:lnTo>
                    <a:pt x="120860" y="51678"/>
                  </a:lnTo>
                  <a:lnTo>
                    <a:pt x="117065" y="47832"/>
                  </a:lnTo>
                  <a:lnTo>
                    <a:pt x="113147" y="44111"/>
                  </a:lnTo>
                  <a:lnTo>
                    <a:pt x="109110" y="40519"/>
                  </a:lnTo>
                  <a:lnTo>
                    <a:pt x="104960" y="37058"/>
                  </a:lnTo>
                  <a:lnTo>
                    <a:pt x="100700" y="33734"/>
                  </a:lnTo>
                  <a:lnTo>
                    <a:pt x="96335" y="30549"/>
                  </a:lnTo>
                  <a:lnTo>
                    <a:pt x="91870" y="27507"/>
                  </a:lnTo>
                  <a:lnTo>
                    <a:pt x="87308" y="24611"/>
                  </a:lnTo>
                  <a:lnTo>
                    <a:pt x="82655" y="21864"/>
                  </a:lnTo>
                  <a:lnTo>
                    <a:pt x="77916" y="19268"/>
                  </a:lnTo>
                  <a:lnTo>
                    <a:pt x="73095" y="16827"/>
                  </a:lnTo>
                  <a:lnTo>
                    <a:pt x="68198" y="14543"/>
                  </a:lnTo>
                  <a:lnTo>
                    <a:pt x="63230" y="12419"/>
                  </a:lnTo>
                  <a:lnTo>
                    <a:pt x="58195" y="10456"/>
                  </a:lnTo>
                  <a:lnTo>
                    <a:pt x="53100" y="8657"/>
                  </a:lnTo>
                  <a:lnTo>
                    <a:pt x="47949" y="7024"/>
                  </a:lnTo>
                  <a:lnTo>
                    <a:pt x="42749" y="5558"/>
                  </a:lnTo>
                  <a:lnTo>
                    <a:pt x="37503" y="4261"/>
                  </a:lnTo>
                  <a:lnTo>
                    <a:pt x="32219" y="3134"/>
                  </a:lnTo>
                  <a:lnTo>
                    <a:pt x="26900" y="2178"/>
                  </a:lnTo>
                  <a:lnTo>
                    <a:pt x="21554" y="1395"/>
                  </a:lnTo>
                  <a:lnTo>
                    <a:pt x="16185" y="785"/>
                  </a:lnTo>
                  <a:lnTo>
                    <a:pt x="10799" y="349"/>
                  </a:lnTo>
                  <a:lnTo>
                    <a:pt x="5402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46957" y="1735255"/>
              <a:ext cx="13589" cy="167167"/>
            </a:xfrm>
            <a:custGeom>
              <a:avLst/>
              <a:pathLst>
                <a:path w="13589" h="167167">
                  <a:moveTo>
                    <a:pt x="13589" y="0"/>
                  </a:moveTo>
                  <a:lnTo>
                    <a:pt x="0" y="553"/>
                  </a:lnTo>
                  <a:lnTo>
                    <a:pt x="13589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46957" y="1735808"/>
              <a:ext cx="13589" cy="166614"/>
            </a:xfrm>
            <a:custGeom>
              <a:avLst/>
              <a:pathLst>
                <a:path w="13589" h="166614">
                  <a:moveTo>
                    <a:pt x="0" y="0"/>
                  </a:moveTo>
                  <a:lnTo>
                    <a:pt x="13589" y="1666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46957" y="1735808"/>
              <a:ext cx="13589" cy="166614"/>
            </a:xfrm>
            <a:custGeom>
              <a:avLst/>
              <a:pathLst>
                <a:path w="13589" h="166614">
                  <a:moveTo>
                    <a:pt x="0" y="0"/>
                  </a:moveTo>
                  <a:lnTo>
                    <a:pt x="13589" y="1666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46957" y="1735808"/>
              <a:ext cx="13589" cy="166614"/>
            </a:xfrm>
            <a:custGeom>
              <a:avLst/>
              <a:pathLst>
                <a:path w="13589" h="166614">
                  <a:moveTo>
                    <a:pt x="0" y="0"/>
                  </a:moveTo>
                  <a:lnTo>
                    <a:pt x="13589" y="1666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46957" y="1735808"/>
              <a:ext cx="13589" cy="166614"/>
            </a:xfrm>
            <a:custGeom>
              <a:avLst/>
              <a:pathLst>
                <a:path w="13589" h="166614">
                  <a:moveTo>
                    <a:pt x="0" y="0"/>
                  </a:moveTo>
                  <a:lnTo>
                    <a:pt x="13589" y="1666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46957" y="1735808"/>
              <a:ext cx="13589" cy="166614"/>
            </a:xfrm>
            <a:custGeom>
              <a:avLst/>
              <a:pathLst>
                <a:path w="13589" h="166614">
                  <a:moveTo>
                    <a:pt x="0" y="0"/>
                  </a:moveTo>
                  <a:lnTo>
                    <a:pt x="13589" y="1666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46957" y="1735808"/>
              <a:ext cx="13589" cy="166614"/>
            </a:xfrm>
            <a:custGeom>
              <a:avLst/>
              <a:pathLst>
                <a:path w="13589" h="166614">
                  <a:moveTo>
                    <a:pt x="0" y="0"/>
                  </a:moveTo>
                  <a:lnTo>
                    <a:pt x="13589" y="16661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46957" y="1735808"/>
              <a:ext cx="13589" cy="166614"/>
            </a:xfrm>
            <a:custGeom>
              <a:avLst/>
              <a:pathLst>
                <a:path w="13589" h="166614">
                  <a:moveTo>
                    <a:pt x="0" y="0"/>
                  </a:moveTo>
                  <a:lnTo>
                    <a:pt x="13589" y="16661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46957" y="1735808"/>
              <a:ext cx="13589" cy="166614"/>
            </a:xfrm>
            <a:custGeom>
              <a:avLst/>
              <a:pathLst>
                <a:path w="13589" h="166614">
                  <a:moveTo>
                    <a:pt x="0" y="0"/>
                  </a:moveTo>
                  <a:lnTo>
                    <a:pt x="13589" y="16661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46957" y="1735808"/>
              <a:ext cx="13589" cy="166614"/>
            </a:xfrm>
            <a:custGeom>
              <a:avLst/>
              <a:pathLst>
                <a:path w="13589" h="166614">
                  <a:moveTo>
                    <a:pt x="0" y="0"/>
                  </a:moveTo>
                  <a:lnTo>
                    <a:pt x="13589" y="16661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46957" y="1735808"/>
              <a:ext cx="13589" cy="166614"/>
            </a:xfrm>
            <a:custGeom>
              <a:avLst/>
              <a:pathLst>
                <a:path w="13589" h="166614">
                  <a:moveTo>
                    <a:pt x="0" y="0"/>
                  </a:moveTo>
                  <a:lnTo>
                    <a:pt x="13589" y="1666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46957" y="1735808"/>
              <a:ext cx="13589" cy="166614"/>
            </a:xfrm>
            <a:custGeom>
              <a:avLst/>
              <a:pathLst>
                <a:path w="13589" h="166614">
                  <a:moveTo>
                    <a:pt x="0" y="0"/>
                  </a:moveTo>
                  <a:lnTo>
                    <a:pt x="13589" y="1666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46957" y="1735808"/>
              <a:ext cx="13589" cy="166614"/>
            </a:xfrm>
            <a:custGeom>
              <a:avLst/>
              <a:pathLst>
                <a:path w="13589" h="166614">
                  <a:moveTo>
                    <a:pt x="0" y="0"/>
                  </a:moveTo>
                  <a:lnTo>
                    <a:pt x="13589" y="1666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46957" y="1735808"/>
              <a:ext cx="13589" cy="166614"/>
            </a:xfrm>
            <a:custGeom>
              <a:avLst/>
              <a:pathLst>
                <a:path w="13589" h="166614">
                  <a:moveTo>
                    <a:pt x="0" y="0"/>
                  </a:moveTo>
                  <a:lnTo>
                    <a:pt x="13589" y="1666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46957" y="1735808"/>
              <a:ext cx="13589" cy="166614"/>
            </a:xfrm>
            <a:custGeom>
              <a:avLst/>
              <a:pathLst>
                <a:path w="13589" h="166614">
                  <a:moveTo>
                    <a:pt x="0" y="0"/>
                  </a:moveTo>
                  <a:lnTo>
                    <a:pt x="13589" y="16661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46957" y="1735808"/>
              <a:ext cx="13589" cy="166614"/>
            </a:xfrm>
            <a:custGeom>
              <a:avLst/>
              <a:pathLst>
                <a:path w="13589" h="166614">
                  <a:moveTo>
                    <a:pt x="0" y="0"/>
                  </a:moveTo>
                  <a:lnTo>
                    <a:pt x="13589" y="1666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46957" y="1735808"/>
              <a:ext cx="13589" cy="166614"/>
            </a:xfrm>
            <a:custGeom>
              <a:avLst/>
              <a:pathLst>
                <a:path w="13589" h="166614">
                  <a:moveTo>
                    <a:pt x="0" y="0"/>
                  </a:moveTo>
                  <a:lnTo>
                    <a:pt x="13589" y="1666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46957" y="1735808"/>
              <a:ext cx="13589" cy="166614"/>
            </a:xfrm>
            <a:custGeom>
              <a:avLst/>
              <a:pathLst>
                <a:path w="13589" h="166614">
                  <a:moveTo>
                    <a:pt x="0" y="0"/>
                  </a:moveTo>
                  <a:lnTo>
                    <a:pt x="13589" y="16661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46957" y="1735808"/>
              <a:ext cx="13589" cy="166614"/>
            </a:xfrm>
            <a:custGeom>
              <a:avLst/>
              <a:pathLst>
                <a:path w="13589" h="166614">
                  <a:moveTo>
                    <a:pt x="0" y="0"/>
                  </a:moveTo>
                  <a:lnTo>
                    <a:pt x="13589" y="1666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46957" y="1735808"/>
              <a:ext cx="13589" cy="166614"/>
            </a:xfrm>
            <a:custGeom>
              <a:avLst/>
              <a:pathLst>
                <a:path w="13589" h="166614">
                  <a:moveTo>
                    <a:pt x="0" y="0"/>
                  </a:moveTo>
                  <a:lnTo>
                    <a:pt x="13589" y="1666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46957" y="1735808"/>
              <a:ext cx="13589" cy="166614"/>
            </a:xfrm>
            <a:custGeom>
              <a:avLst/>
              <a:pathLst>
                <a:path w="13589" h="166614">
                  <a:moveTo>
                    <a:pt x="0" y="0"/>
                  </a:moveTo>
                  <a:lnTo>
                    <a:pt x="13589" y="1666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46957" y="1735808"/>
              <a:ext cx="13589" cy="166614"/>
            </a:xfrm>
            <a:custGeom>
              <a:avLst/>
              <a:pathLst>
                <a:path w="13589" h="166614">
                  <a:moveTo>
                    <a:pt x="0" y="0"/>
                  </a:moveTo>
                  <a:lnTo>
                    <a:pt x="13589" y="1666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46957" y="1735808"/>
              <a:ext cx="13589" cy="166614"/>
            </a:xfrm>
            <a:custGeom>
              <a:avLst/>
              <a:pathLst>
                <a:path w="13589" h="166614">
                  <a:moveTo>
                    <a:pt x="0" y="0"/>
                  </a:moveTo>
                  <a:lnTo>
                    <a:pt x="13589" y="16661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446957" y="1735808"/>
              <a:ext cx="13589" cy="166614"/>
            </a:xfrm>
            <a:custGeom>
              <a:avLst/>
              <a:pathLst>
                <a:path w="13589" h="166614">
                  <a:moveTo>
                    <a:pt x="0" y="0"/>
                  </a:moveTo>
                  <a:lnTo>
                    <a:pt x="13589" y="16661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293379" y="1735808"/>
              <a:ext cx="334330" cy="333769"/>
            </a:xfrm>
            <a:custGeom>
              <a:avLst/>
              <a:pathLst>
                <a:path w="334330" h="333769">
                  <a:moveTo>
                    <a:pt x="153578" y="0"/>
                  </a:moveTo>
                  <a:lnTo>
                    <a:pt x="148309" y="513"/>
                  </a:lnTo>
                  <a:lnTo>
                    <a:pt x="143058" y="1194"/>
                  </a:lnTo>
                  <a:lnTo>
                    <a:pt x="137832" y="2040"/>
                  </a:lnTo>
                  <a:lnTo>
                    <a:pt x="132635" y="3052"/>
                  </a:lnTo>
                  <a:lnTo>
                    <a:pt x="127473" y="4227"/>
                  </a:lnTo>
                  <a:lnTo>
                    <a:pt x="122351" y="5566"/>
                  </a:lnTo>
                  <a:lnTo>
                    <a:pt x="117274" y="7066"/>
                  </a:lnTo>
                  <a:lnTo>
                    <a:pt x="112246" y="8725"/>
                  </a:lnTo>
                  <a:lnTo>
                    <a:pt x="107274" y="10544"/>
                  </a:lnTo>
                  <a:lnTo>
                    <a:pt x="102362" y="12519"/>
                  </a:lnTo>
                  <a:lnTo>
                    <a:pt x="97515" y="14648"/>
                  </a:lnTo>
                  <a:lnTo>
                    <a:pt x="92738" y="16930"/>
                  </a:lnTo>
                  <a:lnTo>
                    <a:pt x="88035" y="19362"/>
                  </a:lnTo>
                  <a:lnTo>
                    <a:pt x="83412" y="21941"/>
                  </a:lnTo>
                  <a:lnTo>
                    <a:pt x="78873" y="24666"/>
                  </a:lnTo>
                  <a:lnTo>
                    <a:pt x="74422" y="27533"/>
                  </a:lnTo>
                  <a:lnTo>
                    <a:pt x="70064" y="30540"/>
                  </a:lnTo>
                  <a:lnTo>
                    <a:pt x="65804" y="33683"/>
                  </a:lnTo>
                  <a:lnTo>
                    <a:pt x="61645" y="36960"/>
                  </a:lnTo>
                  <a:lnTo>
                    <a:pt x="57593" y="40366"/>
                  </a:lnTo>
                  <a:lnTo>
                    <a:pt x="53650" y="43899"/>
                  </a:lnTo>
                  <a:lnTo>
                    <a:pt x="49821" y="47555"/>
                  </a:lnTo>
                  <a:lnTo>
                    <a:pt x="46110" y="51331"/>
                  </a:lnTo>
                  <a:lnTo>
                    <a:pt x="42520" y="55222"/>
                  </a:lnTo>
                  <a:lnTo>
                    <a:pt x="39055" y="59225"/>
                  </a:lnTo>
                  <a:lnTo>
                    <a:pt x="35719" y="63336"/>
                  </a:lnTo>
                  <a:lnTo>
                    <a:pt x="32514" y="67550"/>
                  </a:lnTo>
                  <a:lnTo>
                    <a:pt x="29445" y="71864"/>
                  </a:lnTo>
                  <a:lnTo>
                    <a:pt x="26513" y="76273"/>
                  </a:lnTo>
                  <a:lnTo>
                    <a:pt x="23723" y="80772"/>
                  </a:lnTo>
                  <a:lnTo>
                    <a:pt x="21077" y="85357"/>
                  </a:lnTo>
                  <a:lnTo>
                    <a:pt x="18577" y="90024"/>
                  </a:lnTo>
                  <a:lnTo>
                    <a:pt x="16226" y="94768"/>
                  </a:lnTo>
                  <a:lnTo>
                    <a:pt x="14027" y="99584"/>
                  </a:lnTo>
                  <a:lnTo>
                    <a:pt x="11981" y="104467"/>
                  </a:lnTo>
                  <a:lnTo>
                    <a:pt x="10091" y="109412"/>
                  </a:lnTo>
                  <a:lnTo>
                    <a:pt x="8358" y="114415"/>
                  </a:lnTo>
                  <a:lnTo>
                    <a:pt x="6785" y="119470"/>
                  </a:lnTo>
                  <a:lnTo>
                    <a:pt x="5372" y="124572"/>
                  </a:lnTo>
                  <a:lnTo>
                    <a:pt x="4122" y="129717"/>
                  </a:lnTo>
                  <a:lnTo>
                    <a:pt x="3036" y="134898"/>
                  </a:lnTo>
                  <a:lnTo>
                    <a:pt x="2114" y="140111"/>
                  </a:lnTo>
                  <a:lnTo>
                    <a:pt x="1357" y="145351"/>
                  </a:lnTo>
                  <a:lnTo>
                    <a:pt x="767" y="150613"/>
                  </a:lnTo>
                  <a:lnTo>
                    <a:pt x="344" y="155890"/>
                  </a:lnTo>
                  <a:lnTo>
                    <a:pt x="88" y="161178"/>
                  </a:lnTo>
                  <a:lnTo>
                    <a:pt x="0" y="166471"/>
                  </a:lnTo>
                  <a:lnTo>
                    <a:pt x="79" y="171765"/>
                  </a:lnTo>
                  <a:lnTo>
                    <a:pt x="326" y="177053"/>
                  </a:lnTo>
                  <a:lnTo>
                    <a:pt x="740" y="182331"/>
                  </a:lnTo>
                  <a:lnTo>
                    <a:pt x="1321" y="187594"/>
                  </a:lnTo>
                  <a:lnTo>
                    <a:pt x="2069" y="192835"/>
                  </a:lnTo>
                  <a:lnTo>
                    <a:pt x="2982" y="198050"/>
                  </a:lnTo>
                  <a:lnTo>
                    <a:pt x="4060" y="203233"/>
                  </a:lnTo>
                  <a:lnTo>
                    <a:pt x="5301" y="208380"/>
                  </a:lnTo>
                  <a:lnTo>
                    <a:pt x="6705" y="213485"/>
                  </a:lnTo>
                  <a:lnTo>
                    <a:pt x="8270" y="218542"/>
                  </a:lnTo>
                  <a:lnTo>
                    <a:pt x="9994" y="223548"/>
                  </a:lnTo>
                  <a:lnTo>
                    <a:pt x="11875" y="228496"/>
                  </a:lnTo>
                  <a:lnTo>
                    <a:pt x="13913" y="233383"/>
                  </a:lnTo>
                  <a:lnTo>
                    <a:pt x="16104" y="238202"/>
                  </a:lnTo>
                  <a:lnTo>
                    <a:pt x="18447" y="242950"/>
                  </a:lnTo>
                  <a:lnTo>
                    <a:pt x="20939" y="247621"/>
                  </a:lnTo>
                  <a:lnTo>
                    <a:pt x="23577" y="252211"/>
                  </a:lnTo>
                  <a:lnTo>
                    <a:pt x="26360" y="256715"/>
                  </a:lnTo>
                  <a:lnTo>
                    <a:pt x="29283" y="261129"/>
                  </a:lnTo>
                  <a:lnTo>
                    <a:pt x="32346" y="265448"/>
                  </a:lnTo>
                  <a:lnTo>
                    <a:pt x="35543" y="269667"/>
                  </a:lnTo>
                  <a:lnTo>
                    <a:pt x="38872" y="273784"/>
                  </a:lnTo>
                  <a:lnTo>
                    <a:pt x="42330" y="277793"/>
                  </a:lnTo>
                  <a:lnTo>
                    <a:pt x="45913" y="281690"/>
                  </a:lnTo>
                  <a:lnTo>
                    <a:pt x="49618" y="285472"/>
                  </a:lnTo>
                  <a:lnTo>
                    <a:pt x="53441" y="289135"/>
                  </a:lnTo>
                  <a:lnTo>
                    <a:pt x="57378" y="292675"/>
                  </a:lnTo>
                  <a:lnTo>
                    <a:pt x="61425" y="296088"/>
                  </a:lnTo>
                  <a:lnTo>
                    <a:pt x="65578" y="299371"/>
                  </a:lnTo>
                  <a:lnTo>
                    <a:pt x="69833" y="302522"/>
                  </a:lnTo>
                  <a:lnTo>
                    <a:pt x="74185" y="305536"/>
                  </a:lnTo>
                  <a:lnTo>
                    <a:pt x="78631" y="308411"/>
                  </a:lnTo>
                  <a:lnTo>
                    <a:pt x="83166" y="311143"/>
                  </a:lnTo>
                  <a:lnTo>
                    <a:pt x="87784" y="313731"/>
                  </a:lnTo>
                  <a:lnTo>
                    <a:pt x="92483" y="316171"/>
                  </a:lnTo>
                  <a:lnTo>
                    <a:pt x="97256" y="318461"/>
                  </a:lnTo>
                  <a:lnTo>
                    <a:pt x="102100" y="320598"/>
                  </a:lnTo>
                  <a:lnTo>
                    <a:pt x="107008" y="322581"/>
                  </a:lnTo>
                  <a:lnTo>
                    <a:pt x="111978" y="324408"/>
                  </a:lnTo>
                  <a:lnTo>
                    <a:pt x="117002" y="326077"/>
                  </a:lnTo>
                  <a:lnTo>
                    <a:pt x="122077" y="327585"/>
                  </a:lnTo>
                  <a:lnTo>
                    <a:pt x="127197" y="328932"/>
                  </a:lnTo>
                  <a:lnTo>
                    <a:pt x="132357" y="330117"/>
                  </a:lnTo>
                  <a:lnTo>
                    <a:pt x="137552" y="331137"/>
                  </a:lnTo>
                  <a:lnTo>
                    <a:pt x="142777" y="331992"/>
                  </a:lnTo>
                  <a:lnTo>
                    <a:pt x="148026" y="332682"/>
                  </a:lnTo>
                  <a:lnTo>
                    <a:pt x="153294" y="333205"/>
                  </a:lnTo>
                  <a:lnTo>
                    <a:pt x="158576" y="333560"/>
                  </a:lnTo>
                  <a:lnTo>
                    <a:pt x="163867" y="333749"/>
                  </a:lnTo>
                  <a:lnTo>
                    <a:pt x="169161" y="333769"/>
                  </a:lnTo>
                  <a:lnTo>
                    <a:pt x="174454" y="333622"/>
                  </a:lnTo>
                  <a:lnTo>
                    <a:pt x="179738" y="333308"/>
                  </a:lnTo>
                  <a:lnTo>
                    <a:pt x="185011" y="332826"/>
                  </a:lnTo>
                  <a:lnTo>
                    <a:pt x="190265" y="332178"/>
                  </a:lnTo>
                  <a:lnTo>
                    <a:pt x="195496" y="331363"/>
                  </a:lnTo>
                  <a:lnTo>
                    <a:pt x="200699" y="330383"/>
                  </a:lnTo>
                  <a:lnTo>
                    <a:pt x="205868" y="329239"/>
                  </a:lnTo>
                  <a:lnTo>
                    <a:pt x="210999" y="327932"/>
                  </a:lnTo>
                  <a:lnTo>
                    <a:pt x="216085" y="326464"/>
                  </a:lnTo>
                  <a:lnTo>
                    <a:pt x="221122" y="324834"/>
                  </a:lnTo>
                  <a:lnTo>
                    <a:pt x="226106" y="323046"/>
                  </a:lnTo>
                  <a:lnTo>
                    <a:pt x="231030" y="321102"/>
                  </a:lnTo>
                  <a:lnTo>
                    <a:pt x="235890" y="319002"/>
                  </a:lnTo>
                  <a:lnTo>
                    <a:pt x="240681" y="316749"/>
                  </a:lnTo>
                  <a:lnTo>
                    <a:pt x="245398" y="314346"/>
                  </a:lnTo>
                  <a:lnTo>
                    <a:pt x="250037" y="311795"/>
                  </a:lnTo>
                  <a:lnTo>
                    <a:pt x="254593" y="309098"/>
                  </a:lnTo>
                  <a:lnTo>
                    <a:pt x="259061" y="306258"/>
                  </a:lnTo>
                  <a:lnTo>
                    <a:pt x="263437" y="303278"/>
                  </a:lnTo>
                  <a:lnTo>
                    <a:pt x="267716" y="300161"/>
                  </a:lnTo>
                  <a:lnTo>
                    <a:pt x="271895" y="296910"/>
                  </a:lnTo>
                  <a:lnTo>
                    <a:pt x="275968" y="293528"/>
                  </a:lnTo>
                  <a:lnTo>
                    <a:pt x="279933" y="290019"/>
                  </a:lnTo>
                  <a:lnTo>
                    <a:pt x="283784" y="286386"/>
                  </a:lnTo>
                  <a:lnTo>
                    <a:pt x="287518" y="282633"/>
                  </a:lnTo>
                  <a:lnTo>
                    <a:pt x="291132" y="278764"/>
                  </a:lnTo>
                  <a:lnTo>
                    <a:pt x="294621" y="274782"/>
                  </a:lnTo>
                  <a:lnTo>
                    <a:pt x="297982" y="270692"/>
                  </a:lnTo>
                  <a:lnTo>
                    <a:pt x="301212" y="266497"/>
                  </a:lnTo>
                  <a:lnTo>
                    <a:pt x="304308" y="262203"/>
                  </a:lnTo>
                  <a:lnTo>
                    <a:pt x="307266" y="257812"/>
                  </a:lnTo>
                  <a:lnTo>
                    <a:pt x="310084" y="253330"/>
                  </a:lnTo>
                  <a:lnTo>
                    <a:pt x="312758" y="248761"/>
                  </a:lnTo>
                  <a:lnTo>
                    <a:pt x="315286" y="244109"/>
                  </a:lnTo>
                  <a:lnTo>
                    <a:pt x="317666" y="239380"/>
                  </a:lnTo>
                  <a:lnTo>
                    <a:pt x="319895" y="234578"/>
                  </a:lnTo>
                  <a:lnTo>
                    <a:pt x="321971" y="229707"/>
                  </a:lnTo>
                  <a:lnTo>
                    <a:pt x="323891" y="224773"/>
                  </a:lnTo>
                  <a:lnTo>
                    <a:pt x="325654" y="219781"/>
                  </a:lnTo>
                  <a:lnTo>
                    <a:pt x="327258" y="214736"/>
                  </a:lnTo>
                  <a:lnTo>
                    <a:pt x="328702" y="209642"/>
                  </a:lnTo>
                  <a:lnTo>
                    <a:pt x="329983" y="204506"/>
                  </a:lnTo>
                  <a:lnTo>
                    <a:pt x="331101" y="199331"/>
                  </a:lnTo>
                  <a:lnTo>
                    <a:pt x="332055" y="194123"/>
                  </a:lnTo>
                  <a:lnTo>
                    <a:pt x="332844" y="188888"/>
                  </a:lnTo>
                  <a:lnTo>
                    <a:pt x="333466" y="183631"/>
                  </a:lnTo>
                  <a:lnTo>
                    <a:pt x="333921" y="178356"/>
                  </a:lnTo>
                  <a:lnTo>
                    <a:pt x="334210" y="173070"/>
                  </a:lnTo>
                  <a:lnTo>
                    <a:pt x="334330" y="167777"/>
                  </a:lnTo>
                  <a:lnTo>
                    <a:pt x="334283" y="162483"/>
                  </a:lnTo>
                  <a:lnTo>
                    <a:pt x="334069" y="157193"/>
                  </a:lnTo>
                  <a:lnTo>
                    <a:pt x="333687" y="151912"/>
                  </a:lnTo>
                  <a:lnTo>
                    <a:pt x="333138" y="146647"/>
                  </a:lnTo>
                  <a:lnTo>
                    <a:pt x="332422" y="141401"/>
                  </a:lnTo>
                  <a:lnTo>
                    <a:pt x="331541" y="136181"/>
                  </a:lnTo>
                  <a:lnTo>
                    <a:pt x="330495" y="130991"/>
                  </a:lnTo>
                  <a:lnTo>
                    <a:pt x="329285" y="125837"/>
                  </a:lnTo>
                  <a:lnTo>
                    <a:pt x="327912" y="120723"/>
                  </a:lnTo>
                  <a:lnTo>
                    <a:pt x="326378" y="115656"/>
                  </a:lnTo>
                  <a:lnTo>
                    <a:pt x="324685" y="110640"/>
                  </a:lnTo>
                  <a:lnTo>
                    <a:pt x="322833" y="105680"/>
                  </a:lnTo>
                  <a:lnTo>
                    <a:pt x="320826" y="100781"/>
                  </a:lnTo>
                  <a:lnTo>
                    <a:pt x="318664" y="95949"/>
                  </a:lnTo>
                  <a:lnTo>
                    <a:pt x="316350" y="91187"/>
                  </a:lnTo>
                  <a:lnTo>
                    <a:pt x="313887" y="86500"/>
                  </a:lnTo>
                  <a:lnTo>
                    <a:pt x="311277" y="81894"/>
                  </a:lnTo>
                  <a:lnTo>
                    <a:pt x="308522" y="77374"/>
                  </a:lnTo>
                  <a:lnTo>
                    <a:pt x="305625" y="72942"/>
                  </a:lnTo>
                  <a:lnTo>
                    <a:pt x="302589" y="68605"/>
                  </a:lnTo>
                  <a:lnTo>
                    <a:pt x="299418" y="64365"/>
                  </a:lnTo>
                  <a:lnTo>
                    <a:pt x="296113" y="60229"/>
                  </a:lnTo>
                  <a:lnTo>
                    <a:pt x="292680" y="56199"/>
                  </a:lnTo>
                  <a:lnTo>
                    <a:pt x="289121" y="52280"/>
                  </a:lnTo>
                  <a:lnTo>
                    <a:pt x="285439" y="48475"/>
                  </a:lnTo>
                  <a:lnTo>
                    <a:pt x="281639" y="44789"/>
                  </a:lnTo>
                  <a:lnTo>
                    <a:pt x="277723" y="41226"/>
                  </a:lnTo>
                  <a:lnTo>
                    <a:pt x="273697" y="37788"/>
                  </a:lnTo>
                  <a:lnTo>
                    <a:pt x="269565" y="34479"/>
                  </a:lnTo>
                  <a:lnTo>
                    <a:pt x="265329" y="31302"/>
                  </a:lnTo>
                  <a:lnTo>
                    <a:pt x="260995" y="28262"/>
                  </a:lnTo>
                  <a:lnTo>
                    <a:pt x="256567" y="25360"/>
                  </a:lnTo>
                  <a:lnTo>
                    <a:pt x="252049" y="22600"/>
                  </a:lnTo>
                  <a:lnTo>
                    <a:pt x="247446" y="19984"/>
                  </a:lnTo>
                  <a:lnTo>
                    <a:pt x="242763" y="17516"/>
                  </a:lnTo>
                  <a:lnTo>
                    <a:pt x="238003" y="15197"/>
                  </a:lnTo>
                  <a:lnTo>
                    <a:pt x="233173" y="13029"/>
                  </a:lnTo>
                  <a:lnTo>
                    <a:pt x="228276" y="11016"/>
                  </a:lnTo>
                  <a:lnTo>
                    <a:pt x="223319" y="9159"/>
                  </a:lnTo>
                  <a:lnTo>
                    <a:pt x="218304" y="7460"/>
                  </a:lnTo>
                  <a:lnTo>
                    <a:pt x="213239" y="5920"/>
                  </a:lnTo>
                  <a:lnTo>
                    <a:pt x="208127" y="4542"/>
                  </a:lnTo>
                  <a:lnTo>
                    <a:pt x="202975" y="3326"/>
                  </a:lnTo>
                  <a:lnTo>
                    <a:pt x="197786" y="2274"/>
                  </a:lnTo>
                  <a:lnTo>
                    <a:pt x="192566" y="1387"/>
                  </a:lnTo>
                  <a:lnTo>
                    <a:pt x="167167" y="16661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460546" y="1735255"/>
              <a:ext cx="25399" cy="167167"/>
            </a:xfrm>
            <a:custGeom>
              <a:avLst/>
              <a:pathLst>
                <a:path w="25399" h="167167">
                  <a:moveTo>
                    <a:pt x="25399" y="1940"/>
                  </a:moveTo>
                  <a:lnTo>
                    <a:pt x="16969" y="863"/>
                  </a:lnTo>
                  <a:lnTo>
                    <a:pt x="8495" y="21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15680" y="1379510"/>
              <a:ext cx="167159" cy="181882"/>
            </a:xfrm>
            <a:custGeom>
              <a:avLst/>
              <a:pathLst>
                <a:path w="167159" h="181882">
                  <a:moveTo>
                    <a:pt x="167159" y="0"/>
                  </a:moveTo>
                  <a:lnTo>
                    <a:pt x="161723" y="88"/>
                  </a:lnTo>
                  <a:lnTo>
                    <a:pt x="156292" y="353"/>
                  </a:lnTo>
                  <a:lnTo>
                    <a:pt x="150872" y="795"/>
                  </a:lnTo>
                  <a:lnTo>
                    <a:pt x="145470" y="1413"/>
                  </a:lnTo>
                  <a:lnTo>
                    <a:pt x="140091" y="2206"/>
                  </a:lnTo>
                  <a:lnTo>
                    <a:pt x="134740" y="3173"/>
                  </a:lnTo>
                  <a:lnTo>
                    <a:pt x="129424" y="4314"/>
                  </a:lnTo>
                  <a:lnTo>
                    <a:pt x="124148" y="5628"/>
                  </a:lnTo>
                  <a:lnTo>
                    <a:pt x="118917" y="7112"/>
                  </a:lnTo>
                  <a:lnTo>
                    <a:pt x="113737" y="8766"/>
                  </a:lnTo>
                  <a:lnTo>
                    <a:pt x="108613" y="10587"/>
                  </a:lnTo>
                  <a:lnTo>
                    <a:pt x="103552" y="12574"/>
                  </a:lnTo>
                  <a:lnTo>
                    <a:pt x="98558" y="14724"/>
                  </a:lnTo>
                  <a:lnTo>
                    <a:pt x="93636" y="17036"/>
                  </a:lnTo>
                  <a:lnTo>
                    <a:pt x="88793" y="19507"/>
                  </a:lnTo>
                  <a:lnTo>
                    <a:pt x="84032" y="22133"/>
                  </a:lnTo>
                  <a:lnTo>
                    <a:pt x="79359" y="24914"/>
                  </a:lnTo>
                  <a:lnTo>
                    <a:pt x="74779" y="27844"/>
                  </a:lnTo>
                  <a:lnTo>
                    <a:pt x="70297" y="30922"/>
                  </a:lnTo>
                  <a:lnTo>
                    <a:pt x="65917" y="34145"/>
                  </a:lnTo>
                  <a:lnTo>
                    <a:pt x="61644" y="37508"/>
                  </a:lnTo>
                  <a:lnTo>
                    <a:pt x="57483" y="41008"/>
                  </a:lnTo>
                  <a:lnTo>
                    <a:pt x="53438" y="44642"/>
                  </a:lnTo>
                  <a:lnTo>
                    <a:pt x="49514" y="48405"/>
                  </a:lnTo>
                  <a:lnTo>
                    <a:pt x="45714" y="52294"/>
                  </a:lnTo>
                  <a:lnTo>
                    <a:pt x="42042" y="56304"/>
                  </a:lnTo>
                  <a:lnTo>
                    <a:pt x="38502" y="60432"/>
                  </a:lnTo>
                  <a:lnTo>
                    <a:pt x="35099" y="64673"/>
                  </a:lnTo>
                  <a:lnTo>
                    <a:pt x="31836" y="69022"/>
                  </a:lnTo>
                  <a:lnTo>
                    <a:pt x="28715" y="73475"/>
                  </a:lnTo>
                  <a:lnTo>
                    <a:pt x="25742" y="78027"/>
                  </a:lnTo>
                  <a:lnTo>
                    <a:pt x="22917" y="82673"/>
                  </a:lnTo>
                  <a:lnTo>
                    <a:pt x="20246" y="87409"/>
                  </a:lnTo>
                  <a:lnTo>
                    <a:pt x="17729" y="92229"/>
                  </a:lnTo>
                  <a:lnTo>
                    <a:pt x="15371" y="97129"/>
                  </a:lnTo>
                  <a:lnTo>
                    <a:pt x="13174" y="102102"/>
                  </a:lnTo>
                  <a:lnTo>
                    <a:pt x="11139" y="107145"/>
                  </a:lnTo>
                  <a:lnTo>
                    <a:pt x="9270" y="112251"/>
                  </a:lnTo>
                  <a:lnTo>
                    <a:pt x="7567" y="117415"/>
                  </a:lnTo>
                  <a:lnTo>
                    <a:pt x="6034" y="122631"/>
                  </a:lnTo>
                  <a:lnTo>
                    <a:pt x="4670" y="127895"/>
                  </a:lnTo>
                  <a:lnTo>
                    <a:pt x="3479" y="133201"/>
                  </a:lnTo>
                  <a:lnTo>
                    <a:pt x="2461" y="138542"/>
                  </a:lnTo>
                  <a:lnTo>
                    <a:pt x="1617" y="143913"/>
                  </a:lnTo>
                  <a:lnTo>
                    <a:pt x="949" y="149309"/>
                  </a:lnTo>
                  <a:lnTo>
                    <a:pt x="456" y="154725"/>
                  </a:lnTo>
                  <a:lnTo>
                    <a:pt x="139" y="160153"/>
                  </a:lnTo>
                  <a:lnTo>
                    <a:pt x="0" y="165588"/>
                  </a:lnTo>
                  <a:lnTo>
                    <a:pt x="37" y="171026"/>
                  </a:lnTo>
                  <a:lnTo>
                    <a:pt x="250" y="176459"/>
                  </a:lnTo>
                  <a:lnTo>
                    <a:pt x="641" y="181882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16321" y="1546678"/>
              <a:ext cx="166518" cy="14715"/>
            </a:xfrm>
            <a:custGeom>
              <a:avLst/>
              <a:pathLst>
                <a:path w="166518" h="14715">
                  <a:moveTo>
                    <a:pt x="0" y="14715"/>
                  </a:moveTo>
                  <a:lnTo>
                    <a:pt x="16651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16321" y="1546678"/>
              <a:ext cx="166518" cy="14715"/>
            </a:xfrm>
            <a:custGeom>
              <a:avLst/>
              <a:pathLst>
                <a:path w="166518" h="14715">
                  <a:moveTo>
                    <a:pt x="0" y="14715"/>
                  </a:moveTo>
                  <a:lnTo>
                    <a:pt x="16651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16321" y="1546678"/>
              <a:ext cx="166518" cy="14715"/>
            </a:xfrm>
            <a:custGeom>
              <a:avLst/>
              <a:pathLst>
                <a:path w="166518" h="14715">
                  <a:moveTo>
                    <a:pt x="0" y="14715"/>
                  </a:moveTo>
                  <a:lnTo>
                    <a:pt x="16651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16321" y="1546678"/>
              <a:ext cx="166518" cy="14715"/>
            </a:xfrm>
            <a:custGeom>
              <a:avLst/>
              <a:pathLst>
                <a:path w="166518" h="14715">
                  <a:moveTo>
                    <a:pt x="0" y="14715"/>
                  </a:moveTo>
                  <a:lnTo>
                    <a:pt x="16651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16321" y="1546678"/>
              <a:ext cx="166518" cy="14715"/>
            </a:xfrm>
            <a:custGeom>
              <a:avLst/>
              <a:pathLst>
                <a:path w="166518" h="14715">
                  <a:moveTo>
                    <a:pt x="0" y="14715"/>
                  </a:moveTo>
                  <a:lnTo>
                    <a:pt x="16651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16321" y="1546678"/>
              <a:ext cx="166518" cy="14715"/>
            </a:xfrm>
            <a:custGeom>
              <a:avLst/>
              <a:pathLst>
                <a:path w="166518" h="14715">
                  <a:moveTo>
                    <a:pt x="0" y="14715"/>
                  </a:moveTo>
                  <a:lnTo>
                    <a:pt x="16651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16321" y="1546678"/>
              <a:ext cx="166518" cy="14715"/>
            </a:xfrm>
            <a:custGeom>
              <a:avLst/>
              <a:pathLst>
                <a:path w="166518" h="14715">
                  <a:moveTo>
                    <a:pt x="0" y="14715"/>
                  </a:moveTo>
                  <a:lnTo>
                    <a:pt x="16651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16321" y="1546678"/>
              <a:ext cx="166518" cy="14715"/>
            </a:xfrm>
            <a:custGeom>
              <a:avLst/>
              <a:pathLst>
                <a:path w="166518" h="14715">
                  <a:moveTo>
                    <a:pt x="0" y="14715"/>
                  </a:moveTo>
                  <a:lnTo>
                    <a:pt x="16651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16321" y="1546678"/>
              <a:ext cx="166518" cy="14715"/>
            </a:xfrm>
            <a:custGeom>
              <a:avLst/>
              <a:pathLst>
                <a:path w="166518" h="14715">
                  <a:moveTo>
                    <a:pt x="0" y="14715"/>
                  </a:moveTo>
                  <a:lnTo>
                    <a:pt x="16651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16321" y="1546678"/>
              <a:ext cx="166518" cy="14715"/>
            </a:xfrm>
            <a:custGeom>
              <a:avLst/>
              <a:pathLst>
                <a:path w="166518" h="14715">
                  <a:moveTo>
                    <a:pt x="0" y="14715"/>
                  </a:moveTo>
                  <a:lnTo>
                    <a:pt x="16651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16321" y="1546678"/>
              <a:ext cx="166518" cy="14715"/>
            </a:xfrm>
            <a:custGeom>
              <a:avLst/>
              <a:pathLst>
                <a:path w="166518" h="14715">
                  <a:moveTo>
                    <a:pt x="0" y="14715"/>
                  </a:moveTo>
                  <a:lnTo>
                    <a:pt x="16651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16321" y="1546678"/>
              <a:ext cx="166518" cy="14715"/>
            </a:xfrm>
            <a:custGeom>
              <a:avLst/>
              <a:pathLst>
                <a:path w="166518" h="14715">
                  <a:moveTo>
                    <a:pt x="0" y="14715"/>
                  </a:moveTo>
                  <a:lnTo>
                    <a:pt x="16651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16321" y="1546678"/>
              <a:ext cx="166518" cy="14715"/>
            </a:xfrm>
            <a:custGeom>
              <a:avLst/>
              <a:pathLst>
                <a:path w="166518" h="14715">
                  <a:moveTo>
                    <a:pt x="0" y="14715"/>
                  </a:moveTo>
                  <a:lnTo>
                    <a:pt x="16651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16321" y="1546678"/>
              <a:ext cx="166518" cy="14715"/>
            </a:xfrm>
            <a:custGeom>
              <a:avLst/>
              <a:pathLst>
                <a:path w="166518" h="14715">
                  <a:moveTo>
                    <a:pt x="0" y="14715"/>
                  </a:moveTo>
                  <a:lnTo>
                    <a:pt x="16651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16321" y="1546678"/>
              <a:ext cx="166518" cy="14715"/>
            </a:xfrm>
            <a:custGeom>
              <a:avLst/>
              <a:pathLst>
                <a:path w="166518" h="14715">
                  <a:moveTo>
                    <a:pt x="0" y="14715"/>
                  </a:moveTo>
                  <a:lnTo>
                    <a:pt x="16651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16321" y="1546678"/>
              <a:ext cx="166518" cy="14715"/>
            </a:xfrm>
            <a:custGeom>
              <a:avLst/>
              <a:pathLst>
                <a:path w="166518" h="14715">
                  <a:moveTo>
                    <a:pt x="0" y="14715"/>
                  </a:moveTo>
                  <a:lnTo>
                    <a:pt x="16651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16321" y="1546678"/>
              <a:ext cx="166518" cy="14715"/>
            </a:xfrm>
            <a:custGeom>
              <a:avLst/>
              <a:pathLst>
                <a:path w="166518" h="14715">
                  <a:moveTo>
                    <a:pt x="0" y="14715"/>
                  </a:moveTo>
                  <a:lnTo>
                    <a:pt x="16651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16321" y="1546678"/>
              <a:ext cx="166518" cy="14715"/>
            </a:xfrm>
            <a:custGeom>
              <a:avLst/>
              <a:pathLst>
                <a:path w="166518" h="14715">
                  <a:moveTo>
                    <a:pt x="0" y="14715"/>
                  </a:moveTo>
                  <a:lnTo>
                    <a:pt x="16651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16321" y="1546678"/>
              <a:ext cx="166518" cy="14715"/>
            </a:xfrm>
            <a:custGeom>
              <a:avLst/>
              <a:pathLst>
                <a:path w="166518" h="14715">
                  <a:moveTo>
                    <a:pt x="0" y="14715"/>
                  </a:moveTo>
                  <a:lnTo>
                    <a:pt x="16651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16321" y="1546678"/>
              <a:ext cx="166518" cy="14715"/>
            </a:xfrm>
            <a:custGeom>
              <a:avLst/>
              <a:pathLst>
                <a:path w="166518" h="14715">
                  <a:moveTo>
                    <a:pt x="0" y="14715"/>
                  </a:moveTo>
                  <a:lnTo>
                    <a:pt x="16651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16321" y="1546678"/>
              <a:ext cx="166518" cy="14715"/>
            </a:xfrm>
            <a:custGeom>
              <a:avLst/>
              <a:pathLst>
                <a:path w="166518" h="14715">
                  <a:moveTo>
                    <a:pt x="0" y="14715"/>
                  </a:moveTo>
                  <a:lnTo>
                    <a:pt x="16651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916321" y="1546678"/>
              <a:ext cx="166518" cy="14715"/>
            </a:xfrm>
            <a:custGeom>
              <a:avLst/>
              <a:pathLst>
                <a:path w="166518" h="14715">
                  <a:moveTo>
                    <a:pt x="0" y="14715"/>
                  </a:moveTo>
                  <a:lnTo>
                    <a:pt x="16651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916321" y="1546678"/>
              <a:ext cx="286114" cy="167164"/>
            </a:xfrm>
            <a:custGeom>
              <a:avLst/>
              <a:pathLst>
                <a:path w="286114" h="167164">
                  <a:moveTo>
                    <a:pt x="0" y="14715"/>
                  </a:moveTo>
                  <a:lnTo>
                    <a:pt x="558" y="20053"/>
                  </a:lnTo>
                  <a:lnTo>
                    <a:pt x="1287" y="25371"/>
                  </a:lnTo>
                  <a:lnTo>
                    <a:pt x="2187" y="30663"/>
                  </a:lnTo>
                  <a:lnTo>
                    <a:pt x="3256" y="35923"/>
                  </a:lnTo>
                  <a:lnTo>
                    <a:pt x="4494" y="41146"/>
                  </a:lnTo>
                  <a:lnTo>
                    <a:pt x="5898" y="46327"/>
                  </a:lnTo>
                  <a:lnTo>
                    <a:pt x="7468" y="51460"/>
                  </a:lnTo>
                  <a:lnTo>
                    <a:pt x="9203" y="56540"/>
                  </a:lnTo>
                  <a:lnTo>
                    <a:pt x="11099" y="61561"/>
                  </a:lnTo>
                  <a:lnTo>
                    <a:pt x="13155" y="66519"/>
                  </a:lnTo>
                  <a:lnTo>
                    <a:pt x="15370" y="71409"/>
                  </a:lnTo>
                  <a:lnTo>
                    <a:pt x="17741" y="76225"/>
                  </a:lnTo>
                  <a:lnTo>
                    <a:pt x="20265" y="80962"/>
                  </a:lnTo>
                  <a:lnTo>
                    <a:pt x="22939" y="85616"/>
                  </a:lnTo>
                  <a:lnTo>
                    <a:pt x="25762" y="90181"/>
                  </a:lnTo>
                  <a:lnTo>
                    <a:pt x="28730" y="94654"/>
                  </a:lnTo>
                  <a:lnTo>
                    <a:pt x="31840" y="99029"/>
                  </a:lnTo>
                  <a:lnTo>
                    <a:pt x="35089" y="103302"/>
                  </a:lnTo>
                  <a:lnTo>
                    <a:pt x="38473" y="107468"/>
                  </a:lnTo>
                  <a:lnTo>
                    <a:pt x="41990" y="111524"/>
                  </a:lnTo>
                  <a:lnTo>
                    <a:pt x="45634" y="115464"/>
                  </a:lnTo>
                  <a:lnTo>
                    <a:pt x="49404" y="119286"/>
                  </a:lnTo>
                  <a:lnTo>
                    <a:pt x="53294" y="122984"/>
                  </a:lnTo>
                  <a:lnTo>
                    <a:pt x="57301" y="126556"/>
                  </a:lnTo>
                  <a:lnTo>
                    <a:pt x="61420" y="129997"/>
                  </a:lnTo>
                  <a:lnTo>
                    <a:pt x="65648" y="133304"/>
                  </a:lnTo>
                  <a:lnTo>
                    <a:pt x="69980" y="136474"/>
                  </a:lnTo>
                  <a:lnTo>
                    <a:pt x="74411" y="139503"/>
                  </a:lnTo>
                  <a:lnTo>
                    <a:pt x="78937" y="142388"/>
                  </a:lnTo>
                  <a:lnTo>
                    <a:pt x="83554" y="145127"/>
                  </a:lnTo>
                  <a:lnTo>
                    <a:pt x="88256" y="147716"/>
                  </a:lnTo>
                  <a:lnTo>
                    <a:pt x="93039" y="150152"/>
                  </a:lnTo>
                  <a:lnTo>
                    <a:pt x="97898" y="152434"/>
                  </a:lnTo>
                  <a:lnTo>
                    <a:pt x="102827" y="154558"/>
                  </a:lnTo>
                  <a:lnTo>
                    <a:pt x="107822" y="156523"/>
                  </a:lnTo>
                  <a:lnTo>
                    <a:pt x="112878" y="158327"/>
                  </a:lnTo>
                  <a:lnTo>
                    <a:pt x="117988" y="159968"/>
                  </a:lnTo>
                  <a:lnTo>
                    <a:pt x="123149" y="161443"/>
                  </a:lnTo>
                  <a:lnTo>
                    <a:pt x="128355" y="162752"/>
                  </a:lnTo>
                  <a:lnTo>
                    <a:pt x="133600" y="163894"/>
                  </a:lnTo>
                  <a:lnTo>
                    <a:pt x="138879" y="164866"/>
                  </a:lnTo>
                  <a:lnTo>
                    <a:pt x="144186" y="165669"/>
                  </a:lnTo>
                  <a:lnTo>
                    <a:pt x="149517" y="166300"/>
                  </a:lnTo>
                  <a:lnTo>
                    <a:pt x="154864" y="166760"/>
                  </a:lnTo>
                  <a:lnTo>
                    <a:pt x="160224" y="167048"/>
                  </a:lnTo>
                  <a:lnTo>
                    <a:pt x="165591" y="167164"/>
                  </a:lnTo>
                  <a:lnTo>
                    <a:pt x="170958" y="167108"/>
                  </a:lnTo>
                  <a:lnTo>
                    <a:pt x="176321" y="166879"/>
                  </a:lnTo>
                  <a:lnTo>
                    <a:pt x="181674" y="166478"/>
                  </a:lnTo>
                  <a:lnTo>
                    <a:pt x="187011" y="165906"/>
                  </a:lnTo>
                  <a:lnTo>
                    <a:pt x="192327" y="165163"/>
                  </a:lnTo>
                  <a:lnTo>
                    <a:pt x="197616" y="164249"/>
                  </a:lnTo>
                  <a:lnTo>
                    <a:pt x="202873" y="163166"/>
                  </a:lnTo>
                  <a:lnTo>
                    <a:pt x="208093" y="161914"/>
                  </a:lnTo>
                  <a:lnTo>
                    <a:pt x="213270" y="160496"/>
                  </a:lnTo>
                  <a:lnTo>
                    <a:pt x="218399" y="158912"/>
                  </a:lnTo>
                  <a:lnTo>
                    <a:pt x="223474" y="157165"/>
                  </a:lnTo>
                  <a:lnTo>
                    <a:pt x="228491" y="155255"/>
                  </a:lnTo>
                  <a:lnTo>
                    <a:pt x="233443" y="153186"/>
                  </a:lnTo>
                  <a:lnTo>
                    <a:pt x="238327" y="150958"/>
                  </a:lnTo>
                  <a:lnTo>
                    <a:pt x="243137" y="148575"/>
                  </a:lnTo>
                  <a:lnTo>
                    <a:pt x="247867" y="146038"/>
                  </a:lnTo>
                  <a:lnTo>
                    <a:pt x="252514" y="143351"/>
                  </a:lnTo>
                  <a:lnTo>
                    <a:pt x="257072" y="140516"/>
                  </a:lnTo>
                  <a:lnTo>
                    <a:pt x="261537" y="137536"/>
                  </a:lnTo>
                  <a:lnTo>
                    <a:pt x="265903" y="134415"/>
                  </a:lnTo>
                  <a:lnTo>
                    <a:pt x="270168" y="131155"/>
                  </a:lnTo>
                  <a:lnTo>
                    <a:pt x="274325" y="127760"/>
                  </a:lnTo>
                  <a:lnTo>
                    <a:pt x="278371" y="124232"/>
                  </a:lnTo>
                  <a:lnTo>
                    <a:pt x="282302" y="120577"/>
                  </a:lnTo>
                  <a:lnTo>
                    <a:pt x="286114" y="116798"/>
                  </a:lnTo>
                  <a:lnTo>
                    <a:pt x="16651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082840" y="1379510"/>
              <a:ext cx="167166" cy="283965"/>
            </a:xfrm>
            <a:custGeom>
              <a:avLst/>
              <a:pathLst>
                <a:path w="167166" h="283965">
                  <a:moveTo>
                    <a:pt x="119595" y="283965"/>
                  </a:moveTo>
                  <a:lnTo>
                    <a:pt x="123284" y="280065"/>
                  </a:lnTo>
                  <a:lnTo>
                    <a:pt x="126845" y="276048"/>
                  </a:lnTo>
                  <a:lnTo>
                    <a:pt x="130276" y="271919"/>
                  </a:lnTo>
                  <a:lnTo>
                    <a:pt x="133572" y="267682"/>
                  </a:lnTo>
                  <a:lnTo>
                    <a:pt x="136731" y="263341"/>
                  </a:lnTo>
                  <a:lnTo>
                    <a:pt x="139748" y="258901"/>
                  </a:lnTo>
                  <a:lnTo>
                    <a:pt x="142622" y="254367"/>
                  </a:lnTo>
                  <a:lnTo>
                    <a:pt x="145348" y="249743"/>
                  </a:lnTo>
                  <a:lnTo>
                    <a:pt x="147925" y="245033"/>
                  </a:lnTo>
                  <a:lnTo>
                    <a:pt x="150349" y="240243"/>
                  </a:lnTo>
                  <a:lnTo>
                    <a:pt x="152617" y="235378"/>
                  </a:lnTo>
                  <a:lnTo>
                    <a:pt x="154729" y="230442"/>
                  </a:lnTo>
                  <a:lnTo>
                    <a:pt x="156681" y="225441"/>
                  </a:lnTo>
                  <a:lnTo>
                    <a:pt x="158471" y="220381"/>
                  </a:lnTo>
                  <a:lnTo>
                    <a:pt x="160098" y="215265"/>
                  </a:lnTo>
                  <a:lnTo>
                    <a:pt x="161560" y="210099"/>
                  </a:lnTo>
                  <a:lnTo>
                    <a:pt x="162855" y="204890"/>
                  </a:lnTo>
                  <a:lnTo>
                    <a:pt x="163982" y="199641"/>
                  </a:lnTo>
                  <a:lnTo>
                    <a:pt x="164941" y="194359"/>
                  </a:lnTo>
                  <a:lnTo>
                    <a:pt x="165729" y="189049"/>
                  </a:lnTo>
                  <a:lnTo>
                    <a:pt x="166346" y="183716"/>
                  </a:lnTo>
                  <a:lnTo>
                    <a:pt x="166791" y="178366"/>
                  </a:lnTo>
                  <a:lnTo>
                    <a:pt x="167065" y="173005"/>
                  </a:lnTo>
                  <a:lnTo>
                    <a:pt x="167166" y="167638"/>
                  </a:lnTo>
                  <a:lnTo>
                    <a:pt x="167095" y="162270"/>
                  </a:lnTo>
                  <a:lnTo>
                    <a:pt x="166852" y="156907"/>
                  </a:lnTo>
                  <a:lnTo>
                    <a:pt x="166436" y="151555"/>
                  </a:lnTo>
                  <a:lnTo>
                    <a:pt x="165849" y="146219"/>
                  </a:lnTo>
                  <a:lnTo>
                    <a:pt x="165091" y="140904"/>
                  </a:lnTo>
                  <a:lnTo>
                    <a:pt x="164163" y="135617"/>
                  </a:lnTo>
                  <a:lnTo>
                    <a:pt x="163065" y="130362"/>
                  </a:lnTo>
                  <a:lnTo>
                    <a:pt x="161799" y="125145"/>
                  </a:lnTo>
                  <a:lnTo>
                    <a:pt x="160366" y="119972"/>
                  </a:lnTo>
                  <a:lnTo>
                    <a:pt x="158768" y="114847"/>
                  </a:lnTo>
                  <a:lnTo>
                    <a:pt x="157007" y="109776"/>
                  </a:lnTo>
                  <a:lnTo>
                    <a:pt x="155083" y="104764"/>
                  </a:lnTo>
                  <a:lnTo>
                    <a:pt x="152999" y="99817"/>
                  </a:lnTo>
                  <a:lnTo>
                    <a:pt x="150758" y="94939"/>
                  </a:lnTo>
                  <a:lnTo>
                    <a:pt x="148361" y="90135"/>
                  </a:lnTo>
                  <a:lnTo>
                    <a:pt x="145811" y="85411"/>
                  </a:lnTo>
                  <a:lnTo>
                    <a:pt x="143111" y="80772"/>
                  </a:lnTo>
                  <a:lnTo>
                    <a:pt x="140263" y="76221"/>
                  </a:lnTo>
                  <a:lnTo>
                    <a:pt x="137270" y="71764"/>
                  </a:lnTo>
                  <a:lnTo>
                    <a:pt x="134136" y="67406"/>
                  </a:lnTo>
                  <a:lnTo>
                    <a:pt x="130864" y="63150"/>
                  </a:lnTo>
                  <a:lnTo>
                    <a:pt x="127456" y="59002"/>
                  </a:lnTo>
                  <a:lnTo>
                    <a:pt x="123918" y="54965"/>
                  </a:lnTo>
                  <a:lnTo>
                    <a:pt x="120251" y="51044"/>
                  </a:lnTo>
                  <a:lnTo>
                    <a:pt x="116461" y="47243"/>
                  </a:lnTo>
                  <a:lnTo>
                    <a:pt x="112550" y="43565"/>
                  </a:lnTo>
                  <a:lnTo>
                    <a:pt x="108523" y="40015"/>
                  </a:lnTo>
                  <a:lnTo>
                    <a:pt x="104384" y="36596"/>
                  </a:lnTo>
                  <a:lnTo>
                    <a:pt x="100138" y="33312"/>
                  </a:lnTo>
                  <a:lnTo>
                    <a:pt x="95788" y="30165"/>
                  </a:lnTo>
                  <a:lnTo>
                    <a:pt x="91340" y="27160"/>
                  </a:lnTo>
                  <a:lnTo>
                    <a:pt x="86798" y="24300"/>
                  </a:lnTo>
                  <a:lnTo>
                    <a:pt x="82165" y="21586"/>
                  </a:lnTo>
                  <a:lnTo>
                    <a:pt x="77449" y="19023"/>
                  </a:lnTo>
                  <a:lnTo>
                    <a:pt x="72652" y="16613"/>
                  </a:lnTo>
                  <a:lnTo>
                    <a:pt x="67780" y="14358"/>
                  </a:lnTo>
                  <a:lnTo>
                    <a:pt x="62839" y="12260"/>
                  </a:lnTo>
                  <a:lnTo>
                    <a:pt x="57832" y="10322"/>
                  </a:lnTo>
                  <a:lnTo>
                    <a:pt x="52767" y="8546"/>
                  </a:lnTo>
                  <a:lnTo>
                    <a:pt x="47646" y="6934"/>
                  </a:lnTo>
                  <a:lnTo>
                    <a:pt x="42477" y="5486"/>
                  </a:lnTo>
                  <a:lnTo>
                    <a:pt x="37263" y="4206"/>
                  </a:lnTo>
                  <a:lnTo>
                    <a:pt x="32012" y="3093"/>
                  </a:lnTo>
                  <a:lnTo>
                    <a:pt x="26727" y="2150"/>
                  </a:lnTo>
                  <a:lnTo>
                    <a:pt x="21415" y="1377"/>
                  </a:lnTo>
                  <a:lnTo>
                    <a:pt x="16080" y="775"/>
                  </a:lnTo>
                  <a:lnTo>
                    <a:pt x="10729" y="344"/>
                  </a:lnTo>
                  <a:lnTo>
                    <a:pt x="5367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65977" y="1120312"/>
              <a:ext cx="167158" cy="296135"/>
            </a:xfrm>
            <a:custGeom>
              <a:avLst/>
              <a:pathLst>
                <a:path w="167158" h="296135">
                  <a:moveTo>
                    <a:pt x="167158" y="0"/>
                  </a:moveTo>
                  <a:lnTo>
                    <a:pt x="161835" y="84"/>
                  </a:lnTo>
                  <a:lnTo>
                    <a:pt x="156518" y="338"/>
                  </a:lnTo>
                  <a:lnTo>
                    <a:pt x="151212" y="762"/>
                  </a:lnTo>
                  <a:lnTo>
                    <a:pt x="145922" y="1354"/>
                  </a:lnTo>
                  <a:lnTo>
                    <a:pt x="140654" y="2114"/>
                  </a:lnTo>
                  <a:lnTo>
                    <a:pt x="135412" y="3041"/>
                  </a:lnTo>
                  <a:lnTo>
                    <a:pt x="130203" y="4135"/>
                  </a:lnTo>
                  <a:lnTo>
                    <a:pt x="125031" y="5395"/>
                  </a:lnTo>
                  <a:lnTo>
                    <a:pt x="119902" y="6818"/>
                  </a:lnTo>
                  <a:lnTo>
                    <a:pt x="114820" y="8404"/>
                  </a:lnTo>
                  <a:lnTo>
                    <a:pt x="109792" y="10151"/>
                  </a:lnTo>
                  <a:lnTo>
                    <a:pt x="104822" y="12057"/>
                  </a:lnTo>
                  <a:lnTo>
                    <a:pt x="99915" y="14120"/>
                  </a:lnTo>
                  <a:lnTo>
                    <a:pt x="95076" y="16338"/>
                  </a:lnTo>
                  <a:lnTo>
                    <a:pt x="90311" y="18710"/>
                  </a:lnTo>
                  <a:lnTo>
                    <a:pt x="85623" y="21232"/>
                  </a:lnTo>
                  <a:lnTo>
                    <a:pt x="81018" y="23902"/>
                  </a:lnTo>
                  <a:lnTo>
                    <a:pt x="76500" y="26717"/>
                  </a:lnTo>
                  <a:lnTo>
                    <a:pt x="72075" y="29675"/>
                  </a:lnTo>
                  <a:lnTo>
                    <a:pt x="67745" y="32772"/>
                  </a:lnTo>
                  <a:lnTo>
                    <a:pt x="63517" y="36005"/>
                  </a:lnTo>
                  <a:lnTo>
                    <a:pt x="59393" y="39371"/>
                  </a:lnTo>
                  <a:lnTo>
                    <a:pt x="55379" y="42867"/>
                  </a:lnTo>
                  <a:lnTo>
                    <a:pt x="51478" y="46489"/>
                  </a:lnTo>
                  <a:lnTo>
                    <a:pt x="47695" y="50233"/>
                  </a:lnTo>
                  <a:lnTo>
                    <a:pt x="44032" y="54096"/>
                  </a:lnTo>
                  <a:lnTo>
                    <a:pt x="40495" y="58073"/>
                  </a:lnTo>
                  <a:lnTo>
                    <a:pt x="37086" y="62161"/>
                  </a:lnTo>
                  <a:lnTo>
                    <a:pt x="33808" y="66356"/>
                  </a:lnTo>
                  <a:lnTo>
                    <a:pt x="30666" y="70653"/>
                  </a:lnTo>
                  <a:lnTo>
                    <a:pt x="27663" y="75047"/>
                  </a:lnTo>
                  <a:lnTo>
                    <a:pt x="24800" y="79535"/>
                  </a:lnTo>
                  <a:lnTo>
                    <a:pt x="22082" y="84112"/>
                  </a:lnTo>
                  <a:lnTo>
                    <a:pt x="19512" y="88773"/>
                  </a:lnTo>
                  <a:lnTo>
                    <a:pt x="17091" y="93514"/>
                  </a:lnTo>
                  <a:lnTo>
                    <a:pt x="14822" y="98329"/>
                  </a:lnTo>
                  <a:lnTo>
                    <a:pt x="12707" y="103214"/>
                  </a:lnTo>
                  <a:lnTo>
                    <a:pt x="10749" y="108164"/>
                  </a:lnTo>
                  <a:lnTo>
                    <a:pt x="8950" y="113174"/>
                  </a:lnTo>
                  <a:lnTo>
                    <a:pt x="7311" y="118238"/>
                  </a:lnTo>
                  <a:lnTo>
                    <a:pt x="5834" y="123352"/>
                  </a:lnTo>
                  <a:lnTo>
                    <a:pt x="4521" y="128511"/>
                  </a:lnTo>
                  <a:lnTo>
                    <a:pt x="3373" y="133709"/>
                  </a:lnTo>
                  <a:lnTo>
                    <a:pt x="2391" y="138940"/>
                  </a:lnTo>
                  <a:lnTo>
                    <a:pt x="1576" y="144200"/>
                  </a:lnTo>
                  <a:lnTo>
                    <a:pt x="928" y="149484"/>
                  </a:lnTo>
                  <a:lnTo>
                    <a:pt x="450" y="154785"/>
                  </a:lnTo>
                  <a:lnTo>
                    <a:pt x="140" y="160099"/>
                  </a:lnTo>
                  <a:lnTo>
                    <a:pt x="0" y="165421"/>
                  </a:lnTo>
                  <a:lnTo>
                    <a:pt x="29" y="170744"/>
                  </a:lnTo>
                  <a:lnTo>
                    <a:pt x="227" y="176063"/>
                  </a:lnTo>
                  <a:lnTo>
                    <a:pt x="595" y="181373"/>
                  </a:lnTo>
                  <a:lnTo>
                    <a:pt x="1132" y="186669"/>
                  </a:lnTo>
                  <a:lnTo>
                    <a:pt x="1837" y="191945"/>
                  </a:lnTo>
                  <a:lnTo>
                    <a:pt x="2710" y="197196"/>
                  </a:lnTo>
                  <a:lnTo>
                    <a:pt x="3749" y="202417"/>
                  </a:lnTo>
                  <a:lnTo>
                    <a:pt x="4954" y="207602"/>
                  </a:lnTo>
                  <a:lnTo>
                    <a:pt x="6324" y="212745"/>
                  </a:lnTo>
                  <a:lnTo>
                    <a:pt x="7857" y="217843"/>
                  </a:lnTo>
                  <a:lnTo>
                    <a:pt x="9551" y="222889"/>
                  </a:lnTo>
                  <a:lnTo>
                    <a:pt x="11405" y="227879"/>
                  </a:lnTo>
                  <a:lnTo>
                    <a:pt x="13417" y="232807"/>
                  </a:lnTo>
                  <a:lnTo>
                    <a:pt x="15585" y="237669"/>
                  </a:lnTo>
                  <a:lnTo>
                    <a:pt x="17906" y="242459"/>
                  </a:lnTo>
                  <a:lnTo>
                    <a:pt x="20379" y="247173"/>
                  </a:lnTo>
                  <a:lnTo>
                    <a:pt x="23001" y="251805"/>
                  </a:lnTo>
                  <a:lnTo>
                    <a:pt x="25768" y="256352"/>
                  </a:lnTo>
                  <a:lnTo>
                    <a:pt x="28680" y="260809"/>
                  </a:lnTo>
                  <a:lnTo>
                    <a:pt x="31731" y="265170"/>
                  </a:lnTo>
                  <a:lnTo>
                    <a:pt x="34920" y="269432"/>
                  </a:lnTo>
                  <a:lnTo>
                    <a:pt x="38243" y="273590"/>
                  </a:lnTo>
                  <a:lnTo>
                    <a:pt x="41697" y="277641"/>
                  </a:lnTo>
                  <a:lnTo>
                    <a:pt x="45278" y="281579"/>
                  </a:lnTo>
                  <a:lnTo>
                    <a:pt x="48982" y="285402"/>
                  </a:lnTo>
                  <a:lnTo>
                    <a:pt x="52807" y="289105"/>
                  </a:lnTo>
                  <a:lnTo>
                    <a:pt x="56747" y="292683"/>
                  </a:lnTo>
                  <a:lnTo>
                    <a:pt x="60799" y="296135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526776" y="1287480"/>
              <a:ext cx="106358" cy="128968"/>
            </a:xfrm>
            <a:custGeom>
              <a:avLst/>
              <a:pathLst>
                <a:path w="106358" h="128968">
                  <a:moveTo>
                    <a:pt x="0" y="128968"/>
                  </a:moveTo>
                  <a:lnTo>
                    <a:pt x="10635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526776" y="1287480"/>
              <a:ext cx="106358" cy="128968"/>
            </a:xfrm>
            <a:custGeom>
              <a:avLst/>
              <a:pathLst>
                <a:path w="106358" h="128968">
                  <a:moveTo>
                    <a:pt x="0" y="128968"/>
                  </a:moveTo>
                  <a:lnTo>
                    <a:pt x="10635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526776" y="1287480"/>
              <a:ext cx="106358" cy="128968"/>
            </a:xfrm>
            <a:custGeom>
              <a:avLst/>
              <a:pathLst>
                <a:path w="106358" h="128968">
                  <a:moveTo>
                    <a:pt x="0" y="128968"/>
                  </a:moveTo>
                  <a:lnTo>
                    <a:pt x="10635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526776" y="1287480"/>
              <a:ext cx="106358" cy="128968"/>
            </a:xfrm>
            <a:custGeom>
              <a:avLst/>
              <a:pathLst>
                <a:path w="106358" h="128968">
                  <a:moveTo>
                    <a:pt x="0" y="128968"/>
                  </a:moveTo>
                  <a:lnTo>
                    <a:pt x="10635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526776" y="1287480"/>
              <a:ext cx="106358" cy="128968"/>
            </a:xfrm>
            <a:custGeom>
              <a:avLst/>
              <a:pathLst>
                <a:path w="106358" h="128968">
                  <a:moveTo>
                    <a:pt x="0" y="128968"/>
                  </a:moveTo>
                  <a:lnTo>
                    <a:pt x="10635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526776" y="1287480"/>
              <a:ext cx="106358" cy="128968"/>
            </a:xfrm>
            <a:custGeom>
              <a:avLst/>
              <a:pathLst>
                <a:path w="106358" h="128968">
                  <a:moveTo>
                    <a:pt x="0" y="128968"/>
                  </a:moveTo>
                  <a:lnTo>
                    <a:pt x="10635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526776" y="1287480"/>
              <a:ext cx="106358" cy="128968"/>
            </a:xfrm>
            <a:custGeom>
              <a:avLst/>
              <a:pathLst>
                <a:path w="106358" h="128968">
                  <a:moveTo>
                    <a:pt x="0" y="128968"/>
                  </a:moveTo>
                  <a:lnTo>
                    <a:pt x="10635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526776" y="1287480"/>
              <a:ext cx="106358" cy="128968"/>
            </a:xfrm>
            <a:custGeom>
              <a:avLst/>
              <a:pathLst>
                <a:path w="106358" h="128968">
                  <a:moveTo>
                    <a:pt x="0" y="128968"/>
                  </a:moveTo>
                  <a:lnTo>
                    <a:pt x="10635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526776" y="1287480"/>
              <a:ext cx="106358" cy="128968"/>
            </a:xfrm>
            <a:custGeom>
              <a:avLst/>
              <a:pathLst>
                <a:path w="106358" h="128968">
                  <a:moveTo>
                    <a:pt x="0" y="128968"/>
                  </a:moveTo>
                  <a:lnTo>
                    <a:pt x="10635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526776" y="1287480"/>
              <a:ext cx="106358" cy="128968"/>
            </a:xfrm>
            <a:custGeom>
              <a:avLst/>
              <a:pathLst>
                <a:path w="106358" h="128968">
                  <a:moveTo>
                    <a:pt x="0" y="128968"/>
                  </a:moveTo>
                  <a:lnTo>
                    <a:pt x="10635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526776" y="1287480"/>
              <a:ext cx="106358" cy="128968"/>
            </a:xfrm>
            <a:custGeom>
              <a:avLst/>
              <a:pathLst>
                <a:path w="106358" h="128968">
                  <a:moveTo>
                    <a:pt x="0" y="128968"/>
                  </a:moveTo>
                  <a:lnTo>
                    <a:pt x="10635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526776" y="1287480"/>
              <a:ext cx="106358" cy="128968"/>
            </a:xfrm>
            <a:custGeom>
              <a:avLst/>
              <a:pathLst>
                <a:path w="106358" h="128968">
                  <a:moveTo>
                    <a:pt x="0" y="128968"/>
                  </a:moveTo>
                  <a:lnTo>
                    <a:pt x="10635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526776" y="1287480"/>
              <a:ext cx="106358" cy="128968"/>
            </a:xfrm>
            <a:custGeom>
              <a:avLst/>
              <a:pathLst>
                <a:path w="106358" h="128968">
                  <a:moveTo>
                    <a:pt x="0" y="128968"/>
                  </a:moveTo>
                  <a:lnTo>
                    <a:pt x="10635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526776" y="1287480"/>
              <a:ext cx="106358" cy="128968"/>
            </a:xfrm>
            <a:custGeom>
              <a:avLst/>
              <a:pathLst>
                <a:path w="106358" h="128968">
                  <a:moveTo>
                    <a:pt x="0" y="128968"/>
                  </a:moveTo>
                  <a:lnTo>
                    <a:pt x="10635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526776" y="1287480"/>
              <a:ext cx="106358" cy="128968"/>
            </a:xfrm>
            <a:custGeom>
              <a:avLst/>
              <a:pathLst>
                <a:path w="106358" h="128968">
                  <a:moveTo>
                    <a:pt x="0" y="128968"/>
                  </a:moveTo>
                  <a:lnTo>
                    <a:pt x="10635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526776" y="1287480"/>
              <a:ext cx="106358" cy="128968"/>
            </a:xfrm>
            <a:custGeom>
              <a:avLst/>
              <a:pathLst>
                <a:path w="106358" h="128968">
                  <a:moveTo>
                    <a:pt x="0" y="128968"/>
                  </a:moveTo>
                  <a:lnTo>
                    <a:pt x="10635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526776" y="1287480"/>
              <a:ext cx="106358" cy="128968"/>
            </a:xfrm>
            <a:custGeom>
              <a:avLst/>
              <a:pathLst>
                <a:path w="106358" h="128968">
                  <a:moveTo>
                    <a:pt x="0" y="128968"/>
                  </a:moveTo>
                  <a:lnTo>
                    <a:pt x="10635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526776" y="1287480"/>
              <a:ext cx="106358" cy="128968"/>
            </a:xfrm>
            <a:custGeom>
              <a:avLst/>
              <a:pathLst>
                <a:path w="106358" h="128968">
                  <a:moveTo>
                    <a:pt x="0" y="128968"/>
                  </a:moveTo>
                  <a:lnTo>
                    <a:pt x="10635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526776" y="1287480"/>
              <a:ext cx="106358" cy="128968"/>
            </a:xfrm>
            <a:custGeom>
              <a:avLst/>
              <a:pathLst>
                <a:path w="106358" h="128968">
                  <a:moveTo>
                    <a:pt x="0" y="128968"/>
                  </a:moveTo>
                  <a:lnTo>
                    <a:pt x="10635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526776" y="1287480"/>
              <a:ext cx="106358" cy="128968"/>
            </a:xfrm>
            <a:custGeom>
              <a:avLst/>
              <a:pathLst>
                <a:path w="106358" h="128968">
                  <a:moveTo>
                    <a:pt x="0" y="128968"/>
                  </a:moveTo>
                  <a:lnTo>
                    <a:pt x="10635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526776" y="1287480"/>
              <a:ext cx="106358" cy="128968"/>
            </a:xfrm>
            <a:custGeom>
              <a:avLst/>
              <a:pathLst>
                <a:path w="106358" h="128968">
                  <a:moveTo>
                    <a:pt x="0" y="128968"/>
                  </a:moveTo>
                  <a:lnTo>
                    <a:pt x="10635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526776" y="1140736"/>
              <a:ext cx="273521" cy="313904"/>
            </a:xfrm>
            <a:custGeom>
              <a:avLst/>
              <a:pathLst>
                <a:path w="273521" h="313904">
                  <a:moveTo>
                    <a:pt x="0" y="275711"/>
                  </a:moveTo>
                  <a:lnTo>
                    <a:pt x="4145" y="279021"/>
                  </a:lnTo>
                  <a:lnTo>
                    <a:pt x="8393" y="282197"/>
                  </a:lnTo>
                  <a:lnTo>
                    <a:pt x="12739" y="285237"/>
                  </a:lnTo>
                  <a:lnTo>
                    <a:pt x="17180" y="288137"/>
                  </a:lnTo>
                  <a:lnTo>
                    <a:pt x="21711" y="290895"/>
                  </a:lnTo>
                  <a:lnTo>
                    <a:pt x="26327" y="293508"/>
                  </a:lnTo>
                  <a:lnTo>
                    <a:pt x="31023" y="295973"/>
                  </a:lnTo>
                  <a:lnTo>
                    <a:pt x="35795" y="298288"/>
                  </a:lnTo>
                  <a:lnTo>
                    <a:pt x="40639" y="300450"/>
                  </a:lnTo>
                  <a:lnTo>
                    <a:pt x="45548" y="302458"/>
                  </a:lnTo>
                  <a:lnTo>
                    <a:pt x="50519" y="304309"/>
                  </a:lnTo>
                  <a:lnTo>
                    <a:pt x="55546" y="306001"/>
                  </a:lnTo>
                  <a:lnTo>
                    <a:pt x="60624" y="307533"/>
                  </a:lnTo>
                  <a:lnTo>
                    <a:pt x="65748" y="308903"/>
                  </a:lnTo>
                  <a:lnTo>
                    <a:pt x="70913" y="310109"/>
                  </a:lnTo>
                  <a:lnTo>
                    <a:pt x="76114" y="311152"/>
                  </a:lnTo>
                  <a:lnTo>
                    <a:pt x="81345" y="312028"/>
                  </a:lnTo>
                  <a:lnTo>
                    <a:pt x="86601" y="312739"/>
                  </a:lnTo>
                  <a:lnTo>
                    <a:pt x="91877" y="313282"/>
                  </a:lnTo>
                  <a:lnTo>
                    <a:pt x="97168" y="313658"/>
                  </a:lnTo>
                  <a:lnTo>
                    <a:pt x="102468" y="313865"/>
                  </a:lnTo>
                  <a:lnTo>
                    <a:pt x="107772" y="313904"/>
                  </a:lnTo>
                  <a:lnTo>
                    <a:pt x="113075" y="313775"/>
                  </a:lnTo>
                  <a:lnTo>
                    <a:pt x="118370" y="313478"/>
                  </a:lnTo>
                  <a:lnTo>
                    <a:pt x="123654" y="313013"/>
                  </a:lnTo>
                  <a:lnTo>
                    <a:pt x="128920" y="312381"/>
                  </a:lnTo>
                  <a:lnTo>
                    <a:pt x="134164" y="311582"/>
                  </a:lnTo>
                  <a:lnTo>
                    <a:pt x="139379" y="310617"/>
                  </a:lnTo>
                  <a:lnTo>
                    <a:pt x="144562" y="309487"/>
                  </a:lnTo>
                  <a:lnTo>
                    <a:pt x="149705" y="308193"/>
                  </a:lnTo>
                  <a:lnTo>
                    <a:pt x="154806" y="306736"/>
                  </a:lnTo>
                  <a:lnTo>
                    <a:pt x="159857" y="305119"/>
                  </a:lnTo>
                  <a:lnTo>
                    <a:pt x="164855" y="303342"/>
                  </a:lnTo>
                  <a:lnTo>
                    <a:pt x="169793" y="301407"/>
                  </a:lnTo>
                  <a:lnTo>
                    <a:pt x="174668" y="299317"/>
                  </a:lnTo>
                  <a:lnTo>
                    <a:pt x="179474" y="297073"/>
                  </a:lnTo>
                  <a:lnTo>
                    <a:pt x="184207" y="294677"/>
                  </a:lnTo>
                  <a:lnTo>
                    <a:pt x="188861" y="292133"/>
                  </a:lnTo>
                  <a:lnTo>
                    <a:pt x="193432" y="289442"/>
                  </a:lnTo>
                  <a:lnTo>
                    <a:pt x="197915" y="286608"/>
                  </a:lnTo>
                  <a:lnTo>
                    <a:pt x="202306" y="283633"/>
                  </a:lnTo>
                  <a:lnTo>
                    <a:pt x="206601" y="280520"/>
                  </a:lnTo>
                  <a:lnTo>
                    <a:pt x="210794" y="277273"/>
                  </a:lnTo>
                  <a:lnTo>
                    <a:pt x="214883" y="273894"/>
                  </a:lnTo>
                  <a:lnTo>
                    <a:pt x="218862" y="270387"/>
                  </a:lnTo>
                  <a:lnTo>
                    <a:pt x="222728" y="266755"/>
                  </a:lnTo>
                  <a:lnTo>
                    <a:pt x="226477" y="263003"/>
                  </a:lnTo>
                  <a:lnTo>
                    <a:pt x="230105" y="259134"/>
                  </a:lnTo>
                  <a:lnTo>
                    <a:pt x="233608" y="255151"/>
                  </a:lnTo>
                  <a:lnTo>
                    <a:pt x="236984" y="251060"/>
                  </a:lnTo>
                  <a:lnTo>
                    <a:pt x="240227" y="246863"/>
                  </a:lnTo>
                  <a:lnTo>
                    <a:pt x="243336" y="242566"/>
                  </a:lnTo>
                  <a:lnTo>
                    <a:pt x="246307" y="238172"/>
                  </a:lnTo>
                  <a:lnTo>
                    <a:pt x="249137" y="233686"/>
                  </a:lnTo>
                  <a:lnTo>
                    <a:pt x="251824" y="229112"/>
                  </a:lnTo>
                  <a:lnTo>
                    <a:pt x="254364" y="224456"/>
                  </a:lnTo>
                  <a:lnTo>
                    <a:pt x="256755" y="219721"/>
                  </a:lnTo>
                  <a:lnTo>
                    <a:pt x="258994" y="214913"/>
                  </a:lnTo>
                  <a:lnTo>
                    <a:pt x="261080" y="210036"/>
                  </a:lnTo>
                  <a:lnTo>
                    <a:pt x="263010" y="205096"/>
                  </a:lnTo>
                  <a:lnTo>
                    <a:pt x="264783" y="200097"/>
                  </a:lnTo>
                  <a:lnTo>
                    <a:pt x="266396" y="195044"/>
                  </a:lnTo>
                  <a:lnTo>
                    <a:pt x="267847" y="189942"/>
                  </a:lnTo>
                  <a:lnTo>
                    <a:pt x="269137" y="184797"/>
                  </a:lnTo>
                  <a:lnTo>
                    <a:pt x="270262" y="179614"/>
                  </a:lnTo>
                  <a:lnTo>
                    <a:pt x="271222" y="174397"/>
                  </a:lnTo>
                  <a:lnTo>
                    <a:pt x="272017" y="169153"/>
                  </a:lnTo>
                  <a:lnTo>
                    <a:pt x="272644" y="163886"/>
                  </a:lnTo>
                  <a:lnTo>
                    <a:pt x="273104" y="158602"/>
                  </a:lnTo>
                  <a:lnTo>
                    <a:pt x="273397" y="153306"/>
                  </a:lnTo>
                  <a:lnTo>
                    <a:pt x="273521" y="148004"/>
                  </a:lnTo>
                  <a:lnTo>
                    <a:pt x="273477" y="142700"/>
                  </a:lnTo>
                  <a:lnTo>
                    <a:pt x="273264" y="137400"/>
                  </a:lnTo>
                  <a:lnTo>
                    <a:pt x="272884" y="132109"/>
                  </a:lnTo>
                  <a:lnTo>
                    <a:pt x="272336" y="126834"/>
                  </a:lnTo>
                  <a:lnTo>
                    <a:pt x="271621" y="121578"/>
                  </a:lnTo>
                  <a:lnTo>
                    <a:pt x="270739" y="116348"/>
                  </a:lnTo>
                  <a:lnTo>
                    <a:pt x="269692" y="111148"/>
                  </a:lnTo>
                  <a:lnTo>
                    <a:pt x="268480" y="105984"/>
                  </a:lnTo>
                  <a:lnTo>
                    <a:pt x="267106" y="100861"/>
                  </a:lnTo>
                  <a:lnTo>
                    <a:pt x="265569" y="95784"/>
                  </a:lnTo>
                  <a:lnTo>
                    <a:pt x="263872" y="90759"/>
                  </a:lnTo>
                  <a:lnTo>
                    <a:pt x="262017" y="85790"/>
                  </a:lnTo>
                  <a:lnTo>
                    <a:pt x="260005" y="80882"/>
                  </a:lnTo>
                  <a:lnTo>
                    <a:pt x="257838" y="76041"/>
                  </a:lnTo>
                  <a:lnTo>
                    <a:pt x="255519" y="71271"/>
                  </a:lnTo>
                  <a:lnTo>
                    <a:pt x="253049" y="66577"/>
                  </a:lnTo>
                  <a:lnTo>
                    <a:pt x="250432" y="61963"/>
                  </a:lnTo>
                  <a:lnTo>
                    <a:pt x="247670" y="57435"/>
                  </a:lnTo>
                  <a:lnTo>
                    <a:pt x="244766" y="52997"/>
                  </a:lnTo>
                  <a:lnTo>
                    <a:pt x="241722" y="48653"/>
                  </a:lnTo>
                  <a:lnTo>
                    <a:pt x="238542" y="44408"/>
                  </a:lnTo>
                  <a:lnTo>
                    <a:pt x="235229" y="40266"/>
                  </a:lnTo>
                  <a:lnTo>
                    <a:pt x="231786" y="36231"/>
                  </a:lnTo>
                  <a:lnTo>
                    <a:pt x="228217" y="32308"/>
                  </a:lnTo>
                  <a:lnTo>
                    <a:pt x="224525" y="28499"/>
                  </a:lnTo>
                  <a:lnTo>
                    <a:pt x="220714" y="24810"/>
                  </a:lnTo>
                  <a:lnTo>
                    <a:pt x="216788" y="21243"/>
                  </a:lnTo>
                  <a:lnTo>
                    <a:pt x="212751" y="17803"/>
                  </a:lnTo>
                  <a:lnTo>
                    <a:pt x="208607" y="14493"/>
                  </a:lnTo>
                  <a:lnTo>
                    <a:pt x="204360" y="11315"/>
                  </a:lnTo>
                  <a:lnTo>
                    <a:pt x="200014" y="8274"/>
                  </a:lnTo>
                  <a:lnTo>
                    <a:pt x="195574" y="5373"/>
                  </a:lnTo>
                  <a:lnTo>
                    <a:pt x="191044" y="2614"/>
                  </a:lnTo>
                  <a:lnTo>
                    <a:pt x="186429" y="0"/>
                  </a:lnTo>
                  <a:lnTo>
                    <a:pt x="106358" y="14674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633135" y="1120312"/>
              <a:ext cx="80070" cy="167167"/>
            </a:xfrm>
            <a:custGeom>
              <a:avLst/>
              <a:pathLst>
                <a:path w="80070" h="167167">
                  <a:moveTo>
                    <a:pt x="80070" y="20423"/>
                  </a:moveTo>
                  <a:lnTo>
                    <a:pt x="74785" y="17661"/>
                  </a:lnTo>
                  <a:lnTo>
                    <a:pt x="69404" y="15088"/>
                  </a:lnTo>
                  <a:lnTo>
                    <a:pt x="63935" y="12709"/>
                  </a:lnTo>
                  <a:lnTo>
                    <a:pt x="58385" y="10527"/>
                  </a:lnTo>
                  <a:lnTo>
                    <a:pt x="52760" y="8544"/>
                  </a:lnTo>
                  <a:lnTo>
                    <a:pt x="47068" y="6763"/>
                  </a:lnTo>
                  <a:lnTo>
                    <a:pt x="41317" y="5186"/>
                  </a:lnTo>
                  <a:lnTo>
                    <a:pt x="35512" y="3815"/>
                  </a:lnTo>
                  <a:lnTo>
                    <a:pt x="29663" y="2652"/>
                  </a:lnTo>
                  <a:lnTo>
                    <a:pt x="23776" y="1699"/>
                  </a:lnTo>
                  <a:lnTo>
                    <a:pt x="17858" y="956"/>
                  </a:lnTo>
                  <a:lnTo>
                    <a:pt x="11918" y="425"/>
                  </a:lnTo>
                  <a:lnTo>
                    <a:pt x="5962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68508" y="971635"/>
              <a:ext cx="167167" cy="258672"/>
            </a:xfrm>
            <a:custGeom>
              <a:avLst/>
              <a:pathLst>
                <a:path w="167167" h="258672">
                  <a:moveTo>
                    <a:pt x="167167" y="0"/>
                  </a:moveTo>
                  <a:lnTo>
                    <a:pt x="161803" y="86"/>
                  </a:lnTo>
                  <a:lnTo>
                    <a:pt x="156445" y="344"/>
                  </a:lnTo>
                  <a:lnTo>
                    <a:pt x="151098" y="774"/>
                  </a:lnTo>
                  <a:lnTo>
                    <a:pt x="145768" y="1375"/>
                  </a:lnTo>
                  <a:lnTo>
                    <a:pt x="140460" y="2147"/>
                  </a:lnTo>
                  <a:lnTo>
                    <a:pt x="135179" y="3089"/>
                  </a:lnTo>
                  <a:lnTo>
                    <a:pt x="129931" y="4199"/>
                  </a:lnTo>
                  <a:lnTo>
                    <a:pt x="124721" y="5478"/>
                  </a:lnTo>
                  <a:lnTo>
                    <a:pt x="119555" y="6923"/>
                  </a:lnTo>
                  <a:lnTo>
                    <a:pt x="114438" y="8533"/>
                  </a:lnTo>
                  <a:lnTo>
                    <a:pt x="109376" y="10307"/>
                  </a:lnTo>
                  <a:lnTo>
                    <a:pt x="104373" y="12242"/>
                  </a:lnTo>
                  <a:lnTo>
                    <a:pt x="99435" y="14336"/>
                  </a:lnTo>
                  <a:lnTo>
                    <a:pt x="94566" y="16588"/>
                  </a:lnTo>
                  <a:lnTo>
                    <a:pt x="89772" y="18995"/>
                  </a:lnTo>
                  <a:lnTo>
                    <a:pt x="85058" y="21554"/>
                  </a:lnTo>
                  <a:lnTo>
                    <a:pt x="80428" y="24264"/>
                  </a:lnTo>
                  <a:lnTo>
                    <a:pt x="75888" y="27120"/>
                  </a:lnTo>
                  <a:lnTo>
                    <a:pt x="71441" y="30121"/>
                  </a:lnTo>
                  <a:lnTo>
                    <a:pt x="67094" y="33263"/>
                  </a:lnTo>
                  <a:lnTo>
                    <a:pt x="62849" y="36542"/>
                  </a:lnTo>
                  <a:lnTo>
                    <a:pt x="58712" y="39957"/>
                  </a:lnTo>
                  <a:lnTo>
                    <a:pt x="54686" y="43502"/>
                  </a:lnTo>
                  <a:lnTo>
                    <a:pt x="50776" y="47175"/>
                  </a:lnTo>
                  <a:lnTo>
                    <a:pt x="46986" y="50971"/>
                  </a:lnTo>
                  <a:lnTo>
                    <a:pt x="43320" y="54886"/>
                  </a:lnTo>
                  <a:lnTo>
                    <a:pt x="39781" y="58918"/>
                  </a:lnTo>
                  <a:lnTo>
                    <a:pt x="36374" y="63061"/>
                  </a:lnTo>
                  <a:lnTo>
                    <a:pt x="33101" y="67311"/>
                  </a:lnTo>
                  <a:lnTo>
                    <a:pt x="29966" y="71664"/>
                  </a:lnTo>
                  <a:lnTo>
                    <a:pt x="26972" y="76115"/>
                  </a:lnTo>
                  <a:lnTo>
                    <a:pt x="24123" y="80660"/>
                  </a:lnTo>
                  <a:lnTo>
                    <a:pt x="21421" y="85294"/>
                  </a:lnTo>
                  <a:lnTo>
                    <a:pt x="18869" y="90012"/>
                  </a:lnTo>
                  <a:lnTo>
                    <a:pt x="16470" y="94810"/>
                  </a:lnTo>
                  <a:lnTo>
                    <a:pt x="14226" y="99682"/>
                  </a:lnTo>
                  <a:lnTo>
                    <a:pt x="12140" y="104624"/>
                  </a:lnTo>
                  <a:lnTo>
                    <a:pt x="10213" y="109630"/>
                  </a:lnTo>
                  <a:lnTo>
                    <a:pt x="8448" y="114696"/>
                  </a:lnTo>
                  <a:lnTo>
                    <a:pt x="6846" y="119815"/>
                  </a:lnTo>
                  <a:lnTo>
                    <a:pt x="5409" y="124983"/>
                  </a:lnTo>
                  <a:lnTo>
                    <a:pt x="4139" y="130195"/>
                  </a:lnTo>
                  <a:lnTo>
                    <a:pt x="3037" y="135445"/>
                  </a:lnTo>
                  <a:lnTo>
                    <a:pt x="2103" y="140727"/>
                  </a:lnTo>
                  <a:lnTo>
                    <a:pt x="1340" y="146036"/>
                  </a:lnTo>
                  <a:lnTo>
                    <a:pt x="748" y="151368"/>
                  </a:lnTo>
                  <a:lnTo>
                    <a:pt x="326" y="156715"/>
                  </a:lnTo>
                  <a:lnTo>
                    <a:pt x="77" y="162074"/>
                  </a:lnTo>
                  <a:lnTo>
                    <a:pt x="0" y="167437"/>
                  </a:lnTo>
                  <a:lnTo>
                    <a:pt x="94" y="172801"/>
                  </a:lnTo>
                  <a:lnTo>
                    <a:pt x="361" y="178158"/>
                  </a:lnTo>
                  <a:lnTo>
                    <a:pt x="800" y="183505"/>
                  </a:lnTo>
                  <a:lnTo>
                    <a:pt x="1409" y="188834"/>
                  </a:lnTo>
                  <a:lnTo>
                    <a:pt x="2190" y="194141"/>
                  </a:lnTo>
                  <a:lnTo>
                    <a:pt x="3140" y="199420"/>
                  </a:lnTo>
                  <a:lnTo>
                    <a:pt x="4260" y="204667"/>
                  </a:lnTo>
                  <a:lnTo>
                    <a:pt x="5547" y="209874"/>
                  </a:lnTo>
                  <a:lnTo>
                    <a:pt x="7000" y="215038"/>
                  </a:lnTo>
                  <a:lnTo>
                    <a:pt x="8618" y="220152"/>
                  </a:lnTo>
                  <a:lnTo>
                    <a:pt x="10400" y="225212"/>
                  </a:lnTo>
                  <a:lnTo>
                    <a:pt x="12343" y="230211"/>
                  </a:lnTo>
                  <a:lnTo>
                    <a:pt x="14446" y="235146"/>
                  </a:lnTo>
                  <a:lnTo>
                    <a:pt x="16705" y="240011"/>
                  </a:lnTo>
                  <a:lnTo>
                    <a:pt x="19120" y="244801"/>
                  </a:lnTo>
                  <a:lnTo>
                    <a:pt x="21687" y="249511"/>
                  </a:lnTo>
                  <a:lnTo>
                    <a:pt x="24404" y="254137"/>
                  </a:lnTo>
                  <a:lnTo>
                    <a:pt x="27268" y="258672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95777" y="1138802"/>
              <a:ext cx="139898" cy="91505"/>
            </a:xfrm>
            <a:custGeom>
              <a:avLst/>
              <a:pathLst>
                <a:path w="139898" h="91505">
                  <a:moveTo>
                    <a:pt x="0" y="91505"/>
                  </a:moveTo>
                  <a:lnTo>
                    <a:pt x="13989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95777" y="1138802"/>
              <a:ext cx="139898" cy="91505"/>
            </a:xfrm>
            <a:custGeom>
              <a:avLst/>
              <a:pathLst>
                <a:path w="139898" h="91505">
                  <a:moveTo>
                    <a:pt x="0" y="91505"/>
                  </a:moveTo>
                  <a:lnTo>
                    <a:pt x="13989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95777" y="1138802"/>
              <a:ext cx="139898" cy="91505"/>
            </a:xfrm>
            <a:custGeom>
              <a:avLst/>
              <a:pathLst>
                <a:path w="139898" h="91505">
                  <a:moveTo>
                    <a:pt x="0" y="91505"/>
                  </a:moveTo>
                  <a:lnTo>
                    <a:pt x="13989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95777" y="1138802"/>
              <a:ext cx="139898" cy="91505"/>
            </a:xfrm>
            <a:custGeom>
              <a:avLst/>
              <a:pathLst>
                <a:path w="139898" h="91505">
                  <a:moveTo>
                    <a:pt x="0" y="91505"/>
                  </a:moveTo>
                  <a:lnTo>
                    <a:pt x="13989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95777" y="1138802"/>
              <a:ext cx="139898" cy="91505"/>
            </a:xfrm>
            <a:custGeom>
              <a:avLst/>
              <a:pathLst>
                <a:path w="139898" h="91505">
                  <a:moveTo>
                    <a:pt x="0" y="91505"/>
                  </a:moveTo>
                  <a:lnTo>
                    <a:pt x="13989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95777" y="1138802"/>
              <a:ext cx="139898" cy="91505"/>
            </a:xfrm>
            <a:custGeom>
              <a:avLst/>
              <a:pathLst>
                <a:path w="139898" h="91505">
                  <a:moveTo>
                    <a:pt x="0" y="91505"/>
                  </a:moveTo>
                  <a:lnTo>
                    <a:pt x="13989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95777" y="1138802"/>
              <a:ext cx="139898" cy="91505"/>
            </a:xfrm>
            <a:custGeom>
              <a:avLst/>
              <a:pathLst>
                <a:path w="139898" h="91505">
                  <a:moveTo>
                    <a:pt x="0" y="91505"/>
                  </a:moveTo>
                  <a:lnTo>
                    <a:pt x="13989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95777" y="1138802"/>
              <a:ext cx="139898" cy="91505"/>
            </a:xfrm>
            <a:custGeom>
              <a:avLst/>
              <a:pathLst>
                <a:path w="139898" h="91505">
                  <a:moveTo>
                    <a:pt x="0" y="91505"/>
                  </a:moveTo>
                  <a:lnTo>
                    <a:pt x="13989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95777" y="1138802"/>
              <a:ext cx="139898" cy="91505"/>
            </a:xfrm>
            <a:custGeom>
              <a:avLst/>
              <a:pathLst>
                <a:path w="139898" h="91505">
                  <a:moveTo>
                    <a:pt x="0" y="91505"/>
                  </a:moveTo>
                  <a:lnTo>
                    <a:pt x="13989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95777" y="1138802"/>
              <a:ext cx="139898" cy="91505"/>
            </a:xfrm>
            <a:custGeom>
              <a:avLst/>
              <a:pathLst>
                <a:path w="139898" h="91505">
                  <a:moveTo>
                    <a:pt x="0" y="91505"/>
                  </a:moveTo>
                  <a:lnTo>
                    <a:pt x="13989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95777" y="1138802"/>
              <a:ext cx="139898" cy="91505"/>
            </a:xfrm>
            <a:custGeom>
              <a:avLst/>
              <a:pathLst>
                <a:path w="139898" h="91505">
                  <a:moveTo>
                    <a:pt x="0" y="91505"/>
                  </a:moveTo>
                  <a:lnTo>
                    <a:pt x="13989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95777" y="1138802"/>
              <a:ext cx="139898" cy="91505"/>
            </a:xfrm>
            <a:custGeom>
              <a:avLst/>
              <a:pathLst>
                <a:path w="139898" h="91505">
                  <a:moveTo>
                    <a:pt x="0" y="91505"/>
                  </a:moveTo>
                  <a:lnTo>
                    <a:pt x="13989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95777" y="1138802"/>
              <a:ext cx="139898" cy="91505"/>
            </a:xfrm>
            <a:custGeom>
              <a:avLst/>
              <a:pathLst>
                <a:path w="139898" h="91505">
                  <a:moveTo>
                    <a:pt x="0" y="91505"/>
                  </a:moveTo>
                  <a:lnTo>
                    <a:pt x="13989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95777" y="1138802"/>
              <a:ext cx="139898" cy="91505"/>
            </a:xfrm>
            <a:custGeom>
              <a:avLst/>
              <a:pathLst>
                <a:path w="139898" h="91505">
                  <a:moveTo>
                    <a:pt x="0" y="91505"/>
                  </a:moveTo>
                  <a:lnTo>
                    <a:pt x="13989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95777" y="1138802"/>
              <a:ext cx="139898" cy="91505"/>
            </a:xfrm>
            <a:custGeom>
              <a:avLst/>
              <a:pathLst>
                <a:path w="139898" h="91505">
                  <a:moveTo>
                    <a:pt x="0" y="91505"/>
                  </a:moveTo>
                  <a:lnTo>
                    <a:pt x="13989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995777" y="1138802"/>
              <a:ext cx="139898" cy="91505"/>
            </a:xfrm>
            <a:custGeom>
              <a:avLst/>
              <a:pathLst>
                <a:path w="139898" h="91505">
                  <a:moveTo>
                    <a:pt x="0" y="91505"/>
                  </a:moveTo>
                  <a:lnTo>
                    <a:pt x="13989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995777" y="1138802"/>
              <a:ext cx="139898" cy="91505"/>
            </a:xfrm>
            <a:custGeom>
              <a:avLst/>
              <a:pathLst>
                <a:path w="139898" h="91505">
                  <a:moveTo>
                    <a:pt x="0" y="91505"/>
                  </a:moveTo>
                  <a:lnTo>
                    <a:pt x="13989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995777" y="1138802"/>
              <a:ext cx="139898" cy="91505"/>
            </a:xfrm>
            <a:custGeom>
              <a:avLst/>
              <a:pathLst>
                <a:path w="139898" h="91505">
                  <a:moveTo>
                    <a:pt x="0" y="91505"/>
                  </a:moveTo>
                  <a:lnTo>
                    <a:pt x="13989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995777" y="1138802"/>
              <a:ext cx="139898" cy="91505"/>
            </a:xfrm>
            <a:custGeom>
              <a:avLst/>
              <a:pathLst>
                <a:path w="139898" h="91505">
                  <a:moveTo>
                    <a:pt x="0" y="91505"/>
                  </a:moveTo>
                  <a:lnTo>
                    <a:pt x="13989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995777" y="1138802"/>
              <a:ext cx="139898" cy="91505"/>
            </a:xfrm>
            <a:custGeom>
              <a:avLst/>
              <a:pathLst>
                <a:path w="139898" h="91505">
                  <a:moveTo>
                    <a:pt x="0" y="91505"/>
                  </a:moveTo>
                  <a:lnTo>
                    <a:pt x="13989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995777" y="1063346"/>
              <a:ext cx="307057" cy="242623"/>
            </a:xfrm>
            <a:custGeom>
              <a:avLst/>
              <a:pathLst>
                <a:path w="307057" h="242623">
                  <a:moveTo>
                    <a:pt x="0" y="166961"/>
                  </a:moveTo>
                  <a:lnTo>
                    <a:pt x="2989" y="171377"/>
                  </a:lnTo>
                  <a:lnTo>
                    <a:pt x="6119" y="175695"/>
                  </a:lnTo>
                  <a:lnTo>
                    <a:pt x="9384" y="179911"/>
                  </a:lnTo>
                  <a:lnTo>
                    <a:pt x="12782" y="184021"/>
                  </a:lnTo>
                  <a:lnTo>
                    <a:pt x="16310" y="188020"/>
                  </a:lnTo>
                  <a:lnTo>
                    <a:pt x="19963" y="191905"/>
                  </a:lnTo>
                  <a:lnTo>
                    <a:pt x="23738" y="195671"/>
                  </a:lnTo>
                  <a:lnTo>
                    <a:pt x="27632" y="199315"/>
                  </a:lnTo>
                  <a:lnTo>
                    <a:pt x="31639" y="202833"/>
                  </a:lnTo>
                  <a:lnTo>
                    <a:pt x="35757" y="206221"/>
                  </a:lnTo>
                  <a:lnTo>
                    <a:pt x="39981" y="209477"/>
                  </a:lnTo>
                  <a:lnTo>
                    <a:pt x="44307" y="212595"/>
                  </a:lnTo>
                  <a:lnTo>
                    <a:pt x="48730" y="215575"/>
                  </a:lnTo>
                  <a:lnTo>
                    <a:pt x="53246" y="218411"/>
                  </a:lnTo>
                  <a:lnTo>
                    <a:pt x="57849" y="221102"/>
                  </a:lnTo>
                  <a:lnTo>
                    <a:pt x="62537" y="223645"/>
                  </a:lnTo>
                  <a:lnTo>
                    <a:pt x="67303" y="226037"/>
                  </a:lnTo>
                  <a:lnTo>
                    <a:pt x="72143" y="228276"/>
                  </a:lnTo>
                  <a:lnTo>
                    <a:pt x="77052" y="230360"/>
                  </a:lnTo>
                  <a:lnTo>
                    <a:pt x="82024" y="232286"/>
                  </a:lnTo>
                  <a:lnTo>
                    <a:pt x="87056" y="234052"/>
                  </a:lnTo>
                  <a:lnTo>
                    <a:pt x="92142" y="235657"/>
                  </a:lnTo>
                  <a:lnTo>
                    <a:pt x="97276" y="237098"/>
                  </a:lnTo>
                  <a:lnTo>
                    <a:pt x="102453" y="238376"/>
                  </a:lnTo>
                  <a:lnTo>
                    <a:pt x="107669" y="239487"/>
                  </a:lnTo>
                  <a:lnTo>
                    <a:pt x="112917" y="240432"/>
                  </a:lnTo>
                  <a:lnTo>
                    <a:pt x="118193" y="241208"/>
                  </a:lnTo>
                  <a:lnTo>
                    <a:pt x="123491" y="241816"/>
                  </a:lnTo>
                  <a:lnTo>
                    <a:pt x="128806" y="242255"/>
                  </a:lnTo>
                  <a:lnTo>
                    <a:pt x="134132" y="242524"/>
                  </a:lnTo>
                  <a:lnTo>
                    <a:pt x="139463" y="242623"/>
                  </a:lnTo>
                  <a:lnTo>
                    <a:pt x="144796" y="242552"/>
                  </a:lnTo>
                  <a:lnTo>
                    <a:pt x="150123" y="242310"/>
                  </a:lnTo>
                  <a:lnTo>
                    <a:pt x="155440" y="241899"/>
                  </a:lnTo>
                  <a:lnTo>
                    <a:pt x="160741" y="241319"/>
                  </a:lnTo>
                  <a:lnTo>
                    <a:pt x="166021" y="240570"/>
                  </a:lnTo>
                  <a:lnTo>
                    <a:pt x="171274" y="239653"/>
                  </a:lnTo>
                  <a:lnTo>
                    <a:pt x="176495" y="238568"/>
                  </a:lnTo>
                  <a:lnTo>
                    <a:pt x="181679" y="237318"/>
                  </a:lnTo>
                  <a:lnTo>
                    <a:pt x="186821" y="235903"/>
                  </a:lnTo>
                  <a:lnTo>
                    <a:pt x="191915" y="234325"/>
                  </a:lnTo>
                  <a:lnTo>
                    <a:pt x="196955" y="232585"/>
                  </a:lnTo>
                  <a:lnTo>
                    <a:pt x="201938" y="230685"/>
                  </a:lnTo>
                  <a:lnTo>
                    <a:pt x="206858" y="228627"/>
                  </a:lnTo>
                  <a:lnTo>
                    <a:pt x="211709" y="226413"/>
                  </a:lnTo>
                  <a:lnTo>
                    <a:pt x="216488" y="224046"/>
                  </a:lnTo>
                  <a:lnTo>
                    <a:pt x="221188" y="221527"/>
                  </a:lnTo>
                  <a:lnTo>
                    <a:pt x="225806" y="218860"/>
                  </a:lnTo>
                  <a:lnTo>
                    <a:pt x="230337" y="216047"/>
                  </a:lnTo>
                  <a:lnTo>
                    <a:pt x="234775" y="213091"/>
                  </a:lnTo>
                  <a:lnTo>
                    <a:pt x="239117" y="209995"/>
                  </a:lnTo>
                  <a:lnTo>
                    <a:pt x="243357" y="206762"/>
                  </a:lnTo>
                  <a:lnTo>
                    <a:pt x="247493" y="203395"/>
                  </a:lnTo>
                  <a:lnTo>
                    <a:pt x="251519" y="199898"/>
                  </a:lnTo>
                  <a:lnTo>
                    <a:pt x="255431" y="196274"/>
                  </a:lnTo>
                  <a:lnTo>
                    <a:pt x="259226" y="192528"/>
                  </a:lnTo>
                  <a:lnTo>
                    <a:pt x="262900" y="188662"/>
                  </a:lnTo>
                  <a:lnTo>
                    <a:pt x="266448" y="184681"/>
                  </a:lnTo>
                  <a:lnTo>
                    <a:pt x="269868" y="180589"/>
                  </a:lnTo>
                  <a:lnTo>
                    <a:pt x="273155" y="176390"/>
                  </a:lnTo>
                  <a:lnTo>
                    <a:pt x="276306" y="172088"/>
                  </a:lnTo>
                  <a:lnTo>
                    <a:pt x="279319" y="167688"/>
                  </a:lnTo>
                  <a:lnTo>
                    <a:pt x="282190" y="163194"/>
                  </a:lnTo>
                  <a:lnTo>
                    <a:pt x="284916" y="158611"/>
                  </a:lnTo>
                  <a:lnTo>
                    <a:pt x="287495" y="153943"/>
                  </a:lnTo>
                  <a:lnTo>
                    <a:pt x="289923" y="149195"/>
                  </a:lnTo>
                  <a:lnTo>
                    <a:pt x="292199" y="144373"/>
                  </a:lnTo>
                  <a:lnTo>
                    <a:pt x="294320" y="139480"/>
                  </a:lnTo>
                  <a:lnTo>
                    <a:pt x="296283" y="134522"/>
                  </a:lnTo>
                  <a:lnTo>
                    <a:pt x="298088" y="129504"/>
                  </a:lnTo>
                  <a:lnTo>
                    <a:pt x="299731" y="124430"/>
                  </a:lnTo>
                  <a:lnTo>
                    <a:pt x="301212" y="119307"/>
                  </a:lnTo>
                  <a:lnTo>
                    <a:pt x="302528" y="114140"/>
                  </a:lnTo>
                  <a:lnTo>
                    <a:pt x="303679" y="108933"/>
                  </a:lnTo>
                  <a:lnTo>
                    <a:pt x="304664" y="103692"/>
                  </a:lnTo>
                  <a:lnTo>
                    <a:pt x="305481" y="98422"/>
                  </a:lnTo>
                  <a:lnTo>
                    <a:pt x="306129" y="93129"/>
                  </a:lnTo>
                  <a:lnTo>
                    <a:pt x="306608" y="87818"/>
                  </a:lnTo>
                  <a:lnTo>
                    <a:pt x="306918" y="82494"/>
                  </a:lnTo>
                  <a:lnTo>
                    <a:pt x="307057" y="77163"/>
                  </a:lnTo>
                  <a:lnTo>
                    <a:pt x="307027" y="71830"/>
                  </a:lnTo>
                  <a:lnTo>
                    <a:pt x="306826" y="66502"/>
                  </a:lnTo>
                  <a:lnTo>
                    <a:pt x="306455" y="61182"/>
                  </a:lnTo>
                  <a:lnTo>
                    <a:pt x="305915" y="55876"/>
                  </a:lnTo>
                  <a:lnTo>
                    <a:pt x="305206" y="50591"/>
                  </a:lnTo>
                  <a:lnTo>
                    <a:pt x="304329" y="45331"/>
                  </a:lnTo>
                  <a:lnTo>
                    <a:pt x="303285" y="40102"/>
                  </a:lnTo>
                  <a:lnTo>
                    <a:pt x="302074" y="34908"/>
                  </a:lnTo>
                  <a:lnTo>
                    <a:pt x="300698" y="29756"/>
                  </a:lnTo>
                  <a:lnTo>
                    <a:pt x="299158" y="24650"/>
                  </a:lnTo>
                  <a:lnTo>
                    <a:pt x="297457" y="19596"/>
                  </a:lnTo>
                  <a:lnTo>
                    <a:pt x="295595" y="14599"/>
                  </a:lnTo>
                  <a:lnTo>
                    <a:pt x="293575" y="9664"/>
                  </a:lnTo>
                  <a:lnTo>
                    <a:pt x="291398" y="4796"/>
                  </a:lnTo>
                  <a:lnTo>
                    <a:pt x="289067" y="0"/>
                  </a:lnTo>
                  <a:lnTo>
                    <a:pt x="139898" y="754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135676" y="971635"/>
              <a:ext cx="149168" cy="167167"/>
            </a:xfrm>
            <a:custGeom>
              <a:avLst/>
              <a:pathLst>
                <a:path w="149168" h="167167">
                  <a:moveTo>
                    <a:pt x="149168" y="91711"/>
                  </a:moveTo>
                  <a:lnTo>
                    <a:pt x="146643" y="86914"/>
                  </a:lnTo>
                  <a:lnTo>
                    <a:pt x="143965" y="82202"/>
                  </a:lnTo>
                  <a:lnTo>
                    <a:pt x="141134" y="77579"/>
                  </a:lnTo>
                  <a:lnTo>
                    <a:pt x="138156" y="73051"/>
                  </a:lnTo>
                  <a:lnTo>
                    <a:pt x="135032" y="68621"/>
                  </a:lnTo>
                  <a:lnTo>
                    <a:pt x="131766" y="64295"/>
                  </a:lnTo>
                  <a:lnTo>
                    <a:pt x="128361" y="60077"/>
                  </a:lnTo>
                  <a:lnTo>
                    <a:pt x="124822" y="55972"/>
                  </a:lnTo>
                  <a:lnTo>
                    <a:pt x="121152" y="51984"/>
                  </a:lnTo>
                  <a:lnTo>
                    <a:pt x="117354" y="48117"/>
                  </a:lnTo>
                  <a:lnTo>
                    <a:pt x="113432" y="44375"/>
                  </a:lnTo>
                  <a:lnTo>
                    <a:pt x="109392" y="40762"/>
                  </a:lnTo>
                  <a:lnTo>
                    <a:pt x="105236" y="37282"/>
                  </a:lnTo>
                  <a:lnTo>
                    <a:pt x="100970" y="33938"/>
                  </a:lnTo>
                  <a:lnTo>
                    <a:pt x="96597" y="30735"/>
                  </a:lnTo>
                  <a:lnTo>
                    <a:pt x="92123" y="27675"/>
                  </a:lnTo>
                  <a:lnTo>
                    <a:pt x="87553" y="24761"/>
                  </a:lnTo>
                  <a:lnTo>
                    <a:pt x="82890" y="21998"/>
                  </a:lnTo>
                  <a:lnTo>
                    <a:pt x="78140" y="19387"/>
                  </a:lnTo>
                  <a:lnTo>
                    <a:pt x="73308" y="16931"/>
                  </a:lnTo>
                  <a:lnTo>
                    <a:pt x="68398" y="14633"/>
                  </a:lnTo>
                  <a:lnTo>
                    <a:pt x="63417" y="12496"/>
                  </a:lnTo>
                  <a:lnTo>
                    <a:pt x="58369" y="10521"/>
                  </a:lnTo>
                  <a:lnTo>
                    <a:pt x="53260" y="8711"/>
                  </a:lnTo>
                  <a:lnTo>
                    <a:pt x="48095" y="7068"/>
                  </a:lnTo>
                  <a:lnTo>
                    <a:pt x="42879" y="5593"/>
                  </a:lnTo>
                  <a:lnTo>
                    <a:pt x="37618" y="4287"/>
                  </a:lnTo>
                  <a:lnTo>
                    <a:pt x="32318" y="3153"/>
                  </a:lnTo>
                  <a:lnTo>
                    <a:pt x="26984" y="2192"/>
                  </a:lnTo>
                  <a:lnTo>
                    <a:pt x="21621" y="1404"/>
                  </a:lnTo>
                  <a:lnTo>
                    <a:pt x="16236" y="790"/>
                  </a:lnTo>
                  <a:lnTo>
                    <a:pt x="10833" y="351"/>
                  </a:lnTo>
                  <a:lnTo>
                    <a:pt x="5419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550628" y="941493"/>
              <a:ext cx="66651" cy="167167"/>
            </a:xfrm>
            <a:custGeom>
              <a:avLst/>
              <a:pathLst>
                <a:path w="66651" h="167167">
                  <a:moveTo>
                    <a:pt x="66651" y="0"/>
                  </a:moveTo>
                  <a:lnTo>
                    <a:pt x="60939" y="97"/>
                  </a:lnTo>
                  <a:lnTo>
                    <a:pt x="55234" y="390"/>
                  </a:lnTo>
                  <a:lnTo>
                    <a:pt x="49542" y="877"/>
                  </a:lnTo>
                  <a:lnTo>
                    <a:pt x="43870" y="1559"/>
                  </a:lnTo>
                  <a:lnTo>
                    <a:pt x="38225" y="2434"/>
                  </a:lnTo>
                  <a:lnTo>
                    <a:pt x="32612" y="3502"/>
                  </a:lnTo>
                  <a:lnTo>
                    <a:pt x="27040" y="4760"/>
                  </a:lnTo>
                  <a:lnTo>
                    <a:pt x="21514" y="6209"/>
                  </a:lnTo>
                  <a:lnTo>
                    <a:pt x="16040" y="7845"/>
                  </a:lnTo>
                  <a:lnTo>
                    <a:pt x="10626" y="9667"/>
                  </a:lnTo>
                  <a:lnTo>
                    <a:pt x="5277" y="11674"/>
                  </a:lnTo>
                  <a:lnTo>
                    <a:pt x="0" y="13862"/>
                  </a:lnTo>
                  <a:lnTo>
                    <a:pt x="6665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550628" y="955355"/>
              <a:ext cx="66651" cy="153305"/>
            </a:xfrm>
            <a:custGeom>
              <a:avLst/>
              <a:pathLst>
                <a:path w="66651" h="153305">
                  <a:moveTo>
                    <a:pt x="0" y="0"/>
                  </a:moveTo>
                  <a:lnTo>
                    <a:pt x="66651" y="1533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550628" y="955355"/>
              <a:ext cx="66651" cy="153305"/>
            </a:xfrm>
            <a:custGeom>
              <a:avLst/>
              <a:pathLst>
                <a:path w="66651" h="153305">
                  <a:moveTo>
                    <a:pt x="0" y="0"/>
                  </a:moveTo>
                  <a:lnTo>
                    <a:pt x="66651" y="15330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550628" y="955355"/>
              <a:ext cx="66651" cy="153305"/>
            </a:xfrm>
            <a:custGeom>
              <a:avLst/>
              <a:pathLst>
                <a:path w="66651" h="153305">
                  <a:moveTo>
                    <a:pt x="0" y="0"/>
                  </a:moveTo>
                  <a:lnTo>
                    <a:pt x="66651" y="15330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550628" y="955355"/>
              <a:ext cx="66651" cy="153305"/>
            </a:xfrm>
            <a:custGeom>
              <a:avLst/>
              <a:pathLst>
                <a:path w="66651" h="153305">
                  <a:moveTo>
                    <a:pt x="0" y="0"/>
                  </a:moveTo>
                  <a:lnTo>
                    <a:pt x="66651" y="1533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550628" y="955355"/>
              <a:ext cx="66651" cy="153305"/>
            </a:xfrm>
            <a:custGeom>
              <a:avLst/>
              <a:pathLst>
                <a:path w="66651" h="153305">
                  <a:moveTo>
                    <a:pt x="0" y="0"/>
                  </a:moveTo>
                  <a:lnTo>
                    <a:pt x="66651" y="1533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550628" y="955355"/>
              <a:ext cx="66651" cy="153305"/>
            </a:xfrm>
            <a:custGeom>
              <a:avLst/>
              <a:pathLst>
                <a:path w="66651" h="153305">
                  <a:moveTo>
                    <a:pt x="0" y="0"/>
                  </a:moveTo>
                  <a:lnTo>
                    <a:pt x="66651" y="1533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550628" y="955355"/>
              <a:ext cx="66651" cy="153305"/>
            </a:xfrm>
            <a:custGeom>
              <a:avLst/>
              <a:pathLst>
                <a:path w="66651" h="153305">
                  <a:moveTo>
                    <a:pt x="0" y="0"/>
                  </a:moveTo>
                  <a:lnTo>
                    <a:pt x="66651" y="1533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550628" y="955355"/>
              <a:ext cx="66651" cy="153305"/>
            </a:xfrm>
            <a:custGeom>
              <a:avLst/>
              <a:pathLst>
                <a:path w="66651" h="153305">
                  <a:moveTo>
                    <a:pt x="0" y="0"/>
                  </a:moveTo>
                  <a:lnTo>
                    <a:pt x="66651" y="1533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550628" y="955355"/>
              <a:ext cx="66651" cy="153305"/>
            </a:xfrm>
            <a:custGeom>
              <a:avLst/>
              <a:pathLst>
                <a:path w="66651" h="153305">
                  <a:moveTo>
                    <a:pt x="0" y="0"/>
                  </a:moveTo>
                  <a:lnTo>
                    <a:pt x="66651" y="1533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550628" y="955355"/>
              <a:ext cx="66651" cy="153305"/>
            </a:xfrm>
            <a:custGeom>
              <a:avLst/>
              <a:pathLst>
                <a:path w="66651" h="153305">
                  <a:moveTo>
                    <a:pt x="0" y="0"/>
                  </a:moveTo>
                  <a:lnTo>
                    <a:pt x="66651" y="1533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550628" y="955355"/>
              <a:ext cx="66651" cy="153305"/>
            </a:xfrm>
            <a:custGeom>
              <a:avLst/>
              <a:pathLst>
                <a:path w="66651" h="153305">
                  <a:moveTo>
                    <a:pt x="0" y="0"/>
                  </a:moveTo>
                  <a:lnTo>
                    <a:pt x="66651" y="1533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550628" y="955355"/>
              <a:ext cx="66651" cy="153305"/>
            </a:xfrm>
            <a:custGeom>
              <a:avLst/>
              <a:pathLst>
                <a:path w="66651" h="153305">
                  <a:moveTo>
                    <a:pt x="0" y="0"/>
                  </a:moveTo>
                  <a:lnTo>
                    <a:pt x="66651" y="1533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550628" y="955355"/>
              <a:ext cx="66651" cy="153305"/>
            </a:xfrm>
            <a:custGeom>
              <a:avLst/>
              <a:pathLst>
                <a:path w="66651" h="153305">
                  <a:moveTo>
                    <a:pt x="0" y="0"/>
                  </a:moveTo>
                  <a:lnTo>
                    <a:pt x="66651" y="1533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550628" y="955355"/>
              <a:ext cx="66651" cy="153305"/>
            </a:xfrm>
            <a:custGeom>
              <a:avLst/>
              <a:pathLst>
                <a:path w="66651" h="153305">
                  <a:moveTo>
                    <a:pt x="0" y="0"/>
                  </a:moveTo>
                  <a:lnTo>
                    <a:pt x="66651" y="1533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550628" y="955355"/>
              <a:ext cx="66651" cy="153305"/>
            </a:xfrm>
            <a:custGeom>
              <a:avLst/>
              <a:pathLst>
                <a:path w="66651" h="153305">
                  <a:moveTo>
                    <a:pt x="0" y="0"/>
                  </a:moveTo>
                  <a:lnTo>
                    <a:pt x="66651" y="1533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550628" y="955355"/>
              <a:ext cx="66651" cy="153305"/>
            </a:xfrm>
            <a:custGeom>
              <a:avLst/>
              <a:pathLst>
                <a:path w="66651" h="153305">
                  <a:moveTo>
                    <a:pt x="0" y="0"/>
                  </a:moveTo>
                  <a:lnTo>
                    <a:pt x="66651" y="1533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550628" y="955355"/>
              <a:ext cx="66651" cy="153305"/>
            </a:xfrm>
            <a:custGeom>
              <a:avLst/>
              <a:pathLst>
                <a:path w="66651" h="153305">
                  <a:moveTo>
                    <a:pt x="0" y="0"/>
                  </a:moveTo>
                  <a:lnTo>
                    <a:pt x="66651" y="1533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550628" y="955355"/>
              <a:ext cx="66651" cy="153305"/>
            </a:xfrm>
            <a:custGeom>
              <a:avLst/>
              <a:pathLst>
                <a:path w="66651" h="153305">
                  <a:moveTo>
                    <a:pt x="0" y="0"/>
                  </a:moveTo>
                  <a:lnTo>
                    <a:pt x="66651" y="1533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550628" y="955355"/>
              <a:ext cx="66651" cy="153305"/>
            </a:xfrm>
            <a:custGeom>
              <a:avLst/>
              <a:pathLst>
                <a:path w="66651" h="153305">
                  <a:moveTo>
                    <a:pt x="0" y="0"/>
                  </a:moveTo>
                  <a:lnTo>
                    <a:pt x="66651" y="1533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450127" y="955355"/>
              <a:ext cx="334305" cy="320472"/>
            </a:xfrm>
            <a:custGeom>
              <a:avLst/>
              <a:pathLst>
                <a:path w="334305" h="320472">
                  <a:moveTo>
                    <a:pt x="100500" y="0"/>
                  </a:moveTo>
                  <a:lnTo>
                    <a:pt x="95670" y="2191"/>
                  </a:lnTo>
                  <a:lnTo>
                    <a:pt x="90912" y="4535"/>
                  </a:lnTo>
                  <a:lnTo>
                    <a:pt x="86230" y="7029"/>
                  </a:lnTo>
                  <a:lnTo>
                    <a:pt x="81631" y="9670"/>
                  </a:lnTo>
                  <a:lnTo>
                    <a:pt x="77117" y="12455"/>
                  </a:lnTo>
                  <a:lnTo>
                    <a:pt x="72694" y="15382"/>
                  </a:lnTo>
                  <a:lnTo>
                    <a:pt x="68365" y="18449"/>
                  </a:lnTo>
                  <a:lnTo>
                    <a:pt x="64137" y="21651"/>
                  </a:lnTo>
                  <a:lnTo>
                    <a:pt x="60012" y="24985"/>
                  </a:lnTo>
                  <a:lnTo>
                    <a:pt x="55995" y="28449"/>
                  </a:lnTo>
                  <a:lnTo>
                    <a:pt x="52090" y="32038"/>
                  </a:lnTo>
                  <a:lnTo>
                    <a:pt x="48300" y="35749"/>
                  </a:lnTo>
                  <a:lnTo>
                    <a:pt x="44631" y="39579"/>
                  </a:lnTo>
                  <a:lnTo>
                    <a:pt x="41084" y="43524"/>
                  </a:lnTo>
                  <a:lnTo>
                    <a:pt x="37665" y="47578"/>
                  </a:lnTo>
                  <a:lnTo>
                    <a:pt x="34376" y="51740"/>
                  </a:lnTo>
                  <a:lnTo>
                    <a:pt x="31221" y="56003"/>
                  </a:lnTo>
                  <a:lnTo>
                    <a:pt x="28202" y="60364"/>
                  </a:lnTo>
                  <a:lnTo>
                    <a:pt x="25324" y="64820"/>
                  </a:lnTo>
                  <a:lnTo>
                    <a:pt x="22588" y="69364"/>
                  </a:lnTo>
                  <a:lnTo>
                    <a:pt x="19997" y="73992"/>
                  </a:lnTo>
                  <a:lnTo>
                    <a:pt x="17555" y="78701"/>
                  </a:lnTo>
                  <a:lnTo>
                    <a:pt x="15264" y="83484"/>
                  </a:lnTo>
                  <a:lnTo>
                    <a:pt x="13125" y="88338"/>
                  </a:lnTo>
                  <a:lnTo>
                    <a:pt x="11142" y="93257"/>
                  </a:lnTo>
                  <a:lnTo>
                    <a:pt x="9315" y="98237"/>
                  </a:lnTo>
                  <a:lnTo>
                    <a:pt x="7647" y="103272"/>
                  </a:lnTo>
                  <a:lnTo>
                    <a:pt x="6140" y="108358"/>
                  </a:lnTo>
                  <a:lnTo>
                    <a:pt x="4796" y="113489"/>
                  </a:lnTo>
                  <a:lnTo>
                    <a:pt x="3614" y="118659"/>
                  </a:lnTo>
                  <a:lnTo>
                    <a:pt x="2597" y="123865"/>
                  </a:lnTo>
                  <a:lnTo>
                    <a:pt x="1746" y="129101"/>
                  </a:lnTo>
                  <a:lnTo>
                    <a:pt x="1062" y="134360"/>
                  </a:lnTo>
                  <a:lnTo>
                    <a:pt x="544" y="139639"/>
                  </a:lnTo>
                  <a:lnTo>
                    <a:pt x="194" y="144932"/>
                  </a:lnTo>
                  <a:lnTo>
                    <a:pt x="13" y="150233"/>
                  </a:lnTo>
                  <a:lnTo>
                    <a:pt x="0" y="155537"/>
                  </a:lnTo>
                  <a:lnTo>
                    <a:pt x="154" y="160839"/>
                  </a:lnTo>
                  <a:lnTo>
                    <a:pt x="478" y="166133"/>
                  </a:lnTo>
                  <a:lnTo>
                    <a:pt x="968" y="171414"/>
                  </a:lnTo>
                  <a:lnTo>
                    <a:pt x="1627" y="176677"/>
                  </a:lnTo>
                  <a:lnTo>
                    <a:pt x="2451" y="181917"/>
                  </a:lnTo>
                  <a:lnTo>
                    <a:pt x="3442" y="187128"/>
                  </a:lnTo>
                  <a:lnTo>
                    <a:pt x="4598" y="192305"/>
                  </a:lnTo>
                  <a:lnTo>
                    <a:pt x="5917" y="197442"/>
                  </a:lnTo>
                  <a:lnTo>
                    <a:pt x="7398" y="202535"/>
                  </a:lnTo>
                  <a:lnTo>
                    <a:pt x="9040" y="207579"/>
                  </a:lnTo>
                  <a:lnTo>
                    <a:pt x="10842" y="212567"/>
                  </a:lnTo>
                  <a:lnTo>
                    <a:pt x="12801" y="217497"/>
                  </a:lnTo>
                  <a:lnTo>
                    <a:pt x="14915" y="222361"/>
                  </a:lnTo>
                  <a:lnTo>
                    <a:pt x="17182" y="227156"/>
                  </a:lnTo>
                  <a:lnTo>
                    <a:pt x="19601" y="231877"/>
                  </a:lnTo>
                  <a:lnTo>
                    <a:pt x="22168" y="236518"/>
                  </a:lnTo>
                  <a:lnTo>
                    <a:pt x="24881" y="241076"/>
                  </a:lnTo>
                  <a:lnTo>
                    <a:pt x="27737" y="245546"/>
                  </a:lnTo>
                  <a:lnTo>
                    <a:pt x="30733" y="249922"/>
                  </a:lnTo>
                  <a:lnTo>
                    <a:pt x="33867" y="254201"/>
                  </a:lnTo>
                  <a:lnTo>
                    <a:pt x="37135" y="258379"/>
                  </a:lnTo>
                  <a:lnTo>
                    <a:pt x="40534" y="262451"/>
                  </a:lnTo>
                  <a:lnTo>
                    <a:pt x="44061" y="266413"/>
                  </a:lnTo>
                  <a:lnTo>
                    <a:pt x="47711" y="270261"/>
                  </a:lnTo>
                  <a:lnTo>
                    <a:pt x="51482" y="273992"/>
                  </a:lnTo>
                  <a:lnTo>
                    <a:pt x="55369" y="277601"/>
                  </a:lnTo>
                  <a:lnTo>
                    <a:pt x="59369" y="281084"/>
                  </a:lnTo>
                  <a:lnTo>
                    <a:pt x="63477" y="284440"/>
                  </a:lnTo>
                  <a:lnTo>
                    <a:pt x="67689" y="287663"/>
                  </a:lnTo>
                  <a:lnTo>
                    <a:pt x="72002" y="290751"/>
                  </a:lnTo>
                  <a:lnTo>
                    <a:pt x="76410" y="293700"/>
                  </a:lnTo>
                  <a:lnTo>
                    <a:pt x="80910" y="296508"/>
                  </a:lnTo>
                  <a:lnTo>
                    <a:pt x="85497" y="299172"/>
                  </a:lnTo>
                  <a:lnTo>
                    <a:pt x="90165" y="301689"/>
                  </a:lnTo>
                  <a:lnTo>
                    <a:pt x="94912" y="304057"/>
                  </a:lnTo>
                  <a:lnTo>
                    <a:pt x="99731" y="306273"/>
                  </a:lnTo>
                  <a:lnTo>
                    <a:pt x="104618" y="308335"/>
                  </a:lnTo>
                  <a:lnTo>
                    <a:pt x="109568" y="310241"/>
                  </a:lnTo>
                  <a:lnTo>
                    <a:pt x="114575" y="311989"/>
                  </a:lnTo>
                  <a:lnTo>
                    <a:pt x="119636" y="313577"/>
                  </a:lnTo>
                  <a:lnTo>
                    <a:pt x="124745" y="315004"/>
                  </a:lnTo>
                  <a:lnTo>
                    <a:pt x="129896" y="316268"/>
                  </a:lnTo>
                  <a:lnTo>
                    <a:pt x="135085" y="317368"/>
                  </a:lnTo>
                  <a:lnTo>
                    <a:pt x="140306" y="318302"/>
                  </a:lnTo>
                  <a:lnTo>
                    <a:pt x="145554" y="319071"/>
                  </a:lnTo>
                  <a:lnTo>
                    <a:pt x="150824" y="319673"/>
                  </a:lnTo>
                  <a:lnTo>
                    <a:pt x="156110" y="320107"/>
                  </a:lnTo>
                  <a:lnTo>
                    <a:pt x="161408" y="320373"/>
                  </a:lnTo>
                  <a:lnTo>
                    <a:pt x="166711" y="320472"/>
                  </a:lnTo>
                  <a:lnTo>
                    <a:pt x="172015" y="320401"/>
                  </a:lnTo>
                  <a:lnTo>
                    <a:pt x="177313" y="320163"/>
                  </a:lnTo>
                  <a:lnTo>
                    <a:pt x="182602" y="319757"/>
                  </a:lnTo>
                  <a:lnTo>
                    <a:pt x="187875" y="319183"/>
                  </a:lnTo>
                  <a:lnTo>
                    <a:pt x="193127" y="318442"/>
                  </a:lnTo>
                  <a:lnTo>
                    <a:pt x="198353" y="317535"/>
                  </a:lnTo>
                  <a:lnTo>
                    <a:pt x="203547" y="316462"/>
                  </a:lnTo>
                  <a:lnTo>
                    <a:pt x="208705" y="315225"/>
                  </a:lnTo>
                  <a:lnTo>
                    <a:pt x="213821" y="313825"/>
                  </a:lnTo>
                  <a:lnTo>
                    <a:pt x="218891" y="312264"/>
                  </a:lnTo>
                  <a:lnTo>
                    <a:pt x="223908" y="310543"/>
                  </a:lnTo>
                  <a:lnTo>
                    <a:pt x="228867" y="308663"/>
                  </a:lnTo>
                  <a:lnTo>
                    <a:pt x="233765" y="306627"/>
                  </a:lnTo>
                  <a:lnTo>
                    <a:pt x="238596" y="304436"/>
                  </a:lnTo>
                  <a:lnTo>
                    <a:pt x="243355" y="302094"/>
                  </a:lnTo>
                  <a:lnTo>
                    <a:pt x="248037" y="299601"/>
                  </a:lnTo>
                  <a:lnTo>
                    <a:pt x="252637" y="296961"/>
                  </a:lnTo>
                  <a:lnTo>
                    <a:pt x="257152" y="294177"/>
                  </a:lnTo>
                  <a:lnTo>
                    <a:pt x="261576" y="291251"/>
                  </a:lnTo>
                  <a:lnTo>
                    <a:pt x="265904" y="288186"/>
                  </a:lnTo>
                  <a:lnTo>
                    <a:pt x="270134" y="284985"/>
                  </a:lnTo>
                  <a:lnTo>
                    <a:pt x="274260" y="281651"/>
                  </a:lnTo>
                  <a:lnTo>
                    <a:pt x="278278" y="278189"/>
                  </a:lnTo>
                  <a:lnTo>
                    <a:pt x="282184" y="274600"/>
                  </a:lnTo>
                  <a:lnTo>
                    <a:pt x="285974" y="270890"/>
                  </a:lnTo>
                  <a:lnTo>
                    <a:pt x="289645" y="267061"/>
                  </a:lnTo>
                  <a:lnTo>
                    <a:pt x="293192" y="263118"/>
                  </a:lnTo>
                  <a:lnTo>
                    <a:pt x="296612" y="259064"/>
                  </a:lnTo>
                  <a:lnTo>
                    <a:pt x="299902" y="254903"/>
                  </a:lnTo>
                  <a:lnTo>
                    <a:pt x="303059" y="250641"/>
                  </a:lnTo>
                  <a:lnTo>
                    <a:pt x="306078" y="246280"/>
                  </a:lnTo>
                  <a:lnTo>
                    <a:pt x="308958" y="241826"/>
                  </a:lnTo>
                  <a:lnTo>
                    <a:pt x="311695" y="237282"/>
                  </a:lnTo>
                  <a:lnTo>
                    <a:pt x="314287" y="232654"/>
                  </a:lnTo>
                  <a:lnTo>
                    <a:pt x="316730" y="227947"/>
                  </a:lnTo>
                  <a:lnTo>
                    <a:pt x="319023" y="223164"/>
                  </a:lnTo>
                  <a:lnTo>
                    <a:pt x="321163" y="218310"/>
                  </a:lnTo>
                  <a:lnTo>
                    <a:pt x="323147" y="213391"/>
                  </a:lnTo>
                  <a:lnTo>
                    <a:pt x="324975" y="208412"/>
                  </a:lnTo>
                  <a:lnTo>
                    <a:pt x="326644" y="203377"/>
                  </a:lnTo>
                  <a:lnTo>
                    <a:pt x="328152" y="198292"/>
                  </a:lnTo>
                  <a:lnTo>
                    <a:pt x="329498" y="193162"/>
                  </a:lnTo>
                  <a:lnTo>
                    <a:pt x="330681" y="187991"/>
                  </a:lnTo>
                  <a:lnTo>
                    <a:pt x="331699" y="182786"/>
                  </a:lnTo>
                  <a:lnTo>
                    <a:pt x="332552" y="177551"/>
                  </a:lnTo>
                  <a:lnTo>
                    <a:pt x="333238" y="172291"/>
                  </a:lnTo>
                  <a:lnTo>
                    <a:pt x="333757" y="167012"/>
                  </a:lnTo>
                  <a:lnTo>
                    <a:pt x="334108" y="161720"/>
                  </a:lnTo>
                  <a:lnTo>
                    <a:pt x="334290" y="156419"/>
                  </a:lnTo>
                  <a:lnTo>
                    <a:pt x="334305" y="151115"/>
                  </a:lnTo>
                  <a:lnTo>
                    <a:pt x="334152" y="145813"/>
                  </a:lnTo>
                  <a:lnTo>
                    <a:pt x="333830" y="140519"/>
                  </a:lnTo>
                  <a:lnTo>
                    <a:pt x="333340" y="135237"/>
                  </a:lnTo>
                  <a:lnTo>
                    <a:pt x="332683" y="129974"/>
                  </a:lnTo>
                  <a:lnTo>
                    <a:pt x="331860" y="124734"/>
                  </a:lnTo>
                  <a:lnTo>
                    <a:pt x="330871" y="119523"/>
                  </a:lnTo>
                  <a:lnTo>
                    <a:pt x="329716" y="114346"/>
                  </a:lnTo>
                  <a:lnTo>
                    <a:pt x="328399" y="109208"/>
                  </a:lnTo>
                  <a:lnTo>
                    <a:pt x="326918" y="104115"/>
                  </a:lnTo>
                  <a:lnTo>
                    <a:pt x="325277" y="99071"/>
                  </a:lnTo>
                  <a:lnTo>
                    <a:pt x="323477" y="94082"/>
                  </a:lnTo>
                  <a:lnTo>
                    <a:pt x="321520" y="89152"/>
                  </a:lnTo>
                  <a:lnTo>
                    <a:pt x="319407" y="84287"/>
                  </a:lnTo>
                  <a:lnTo>
                    <a:pt x="317140" y="79491"/>
                  </a:lnTo>
                  <a:lnTo>
                    <a:pt x="314723" y="74770"/>
                  </a:lnTo>
                  <a:lnTo>
                    <a:pt x="312157" y="70128"/>
                  </a:lnTo>
                  <a:lnTo>
                    <a:pt x="309446" y="65569"/>
                  </a:lnTo>
                  <a:lnTo>
                    <a:pt x="306591" y="61099"/>
                  </a:lnTo>
                  <a:lnTo>
                    <a:pt x="303595" y="56722"/>
                  </a:lnTo>
                  <a:lnTo>
                    <a:pt x="300462" y="52442"/>
                  </a:lnTo>
                  <a:lnTo>
                    <a:pt x="297195" y="48263"/>
                  </a:lnTo>
                  <a:lnTo>
                    <a:pt x="293797" y="44190"/>
                  </a:lnTo>
                  <a:lnTo>
                    <a:pt x="290272" y="40227"/>
                  </a:lnTo>
                  <a:lnTo>
                    <a:pt x="286622" y="36378"/>
                  </a:lnTo>
                  <a:lnTo>
                    <a:pt x="282853" y="32647"/>
                  </a:lnTo>
                  <a:lnTo>
                    <a:pt x="278967" y="29037"/>
                  </a:lnTo>
                  <a:lnTo>
                    <a:pt x="274968" y="25552"/>
                  </a:lnTo>
                  <a:lnTo>
                    <a:pt x="270861" y="22196"/>
                  </a:lnTo>
                  <a:lnTo>
                    <a:pt x="266649" y="18972"/>
                  </a:lnTo>
                  <a:lnTo>
                    <a:pt x="262337" y="15883"/>
                  </a:lnTo>
                  <a:lnTo>
                    <a:pt x="257929" y="12932"/>
                  </a:lnTo>
                  <a:lnTo>
                    <a:pt x="253430" y="10123"/>
                  </a:lnTo>
                  <a:lnTo>
                    <a:pt x="167152" y="1533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617280" y="941493"/>
              <a:ext cx="86278" cy="167167"/>
            </a:xfrm>
            <a:custGeom>
              <a:avLst/>
              <a:pathLst>
                <a:path w="86278" h="167167">
                  <a:moveTo>
                    <a:pt x="86278" y="23985"/>
                  </a:moveTo>
                  <a:lnTo>
                    <a:pt x="81376" y="21144"/>
                  </a:lnTo>
                  <a:lnTo>
                    <a:pt x="76381" y="18470"/>
                  </a:lnTo>
                  <a:lnTo>
                    <a:pt x="71298" y="15967"/>
                  </a:lnTo>
                  <a:lnTo>
                    <a:pt x="66133" y="13637"/>
                  </a:lnTo>
                  <a:lnTo>
                    <a:pt x="60892" y="11485"/>
                  </a:lnTo>
                  <a:lnTo>
                    <a:pt x="55582" y="9510"/>
                  </a:lnTo>
                  <a:lnTo>
                    <a:pt x="50207" y="7717"/>
                  </a:lnTo>
                  <a:lnTo>
                    <a:pt x="44775" y="6108"/>
                  </a:lnTo>
                  <a:lnTo>
                    <a:pt x="39291" y="4683"/>
                  </a:lnTo>
                  <a:lnTo>
                    <a:pt x="33762" y="3444"/>
                  </a:lnTo>
                  <a:lnTo>
                    <a:pt x="28194" y="2394"/>
                  </a:lnTo>
                  <a:lnTo>
                    <a:pt x="22594" y="1534"/>
                  </a:lnTo>
                  <a:lnTo>
                    <a:pt x="16968" y="863"/>
                  </a:lnTo>
                  <a:lnTo>
                    <a:pt x="11323" y="383"/>
                  </a:lnTo>
                  <a:lnTo>
                    <a:pt x="5664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059963" y="1031511"/>
              <a:ext cx="45931" cy="167167"/>
            </a:xfrm>
            <a:custGeom>
              <a:avLst/>
              <a:pathLst>
                <a:path w="45931" h="167167">
                  <a:moveTo>
                    <a:pt x="45931" y="0"/>
                  </a:moveTo>
                  <a:lnTo>
                    <a:pt x="39286" y="132"/>
                  </a:lnTo>
                  <a:lnTo>
                    <a:pt x="32651" y="528"/>
                  </a:lnTo>
                  <a:lnTo>
                    <a:pt x="26037" y="1187"/>
                  </a:lnTo>
                  <a:lnTo>
                    <a:pt x="19454" y="2110"/>
                  </a:lnTo>
                  <a:lnTo>
                    <a:pt x="12914" y="3293"/>
                  </a:lnTo>
                  <a:lnTo>
                    <a:pt x="6425" y="4735"/>
                  </a:lnTo>
                  <a:lnTo>
                    <a:pt x="0" y="6433"/>
                  </a:lnTo>
                  <a:lnTo>
                    <a:pt x="4593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059963" y="1037945"/>
              <a:ext cx="45931" cy="160733"/>
            </a:xfrm>
            <a:custGeom>
              <a:avLst/>
              <a:pathLst>
                <a:path w="45931" h="160733">
                  <a:moveTo>
                    <a:pt x="0" y="0"/>
                  </a:moveTo>
                  <a:lnTo>
                    <a:pt x="45931" y="16073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059963" y="1037945"/>
              <a:ext cx="45931" cy="160733"/>
            </a:xfrm>
            <a:custGeom>
              <a:avLst/>
              <a:pathLst>
                <a:path w="45931" h="160733">
                  <a:moveTo>
                    <a:pt x="0" y="0"/>
                  </a:moveTo>
                  <a:lnTo>
                    <a:pt x="45931" y="16073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059963" y="1037945"/>
              <a:ext cx="45931" cy="160733"/>
            </a:xfrm>
            <a:custGeom>
              <a:avLst/>
              <a:pathLst>
                <a:path w="45931" h="160733">
                  <a:moveTo>
                    <a:pt x="0" y="0"/>
                  </a:moveTo>
                  <a:lnTo>
                    <a:pt x="45931" y="16073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059963" y="1037945"/>
              <a:ext cx="45931" cy="160733"/>
            </a:xfrm>
            <a:custGeom>
              <a:avLst/>
              <a:pathLst>
                <a:path w="45931" h="160733">
                  <a:moveTo>
                    <a:pt x="0" y="0"/>
                  </a:moveTo>
                  <a:lnTo>
                    <a:pt x="45931" y="16073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059963" y="1037945"/>
              <a:ext cx="45931" cy="160733"/>
            </a:xfrm>
            <a:custGeom>
              <a:avLst/>
              <a:pathLst>
                <a:path w="45931" h="160733">
                  <a:moveTo>
                    <a:pt x="0" y="0"/>
                  </a:moveTo>
                  <a:lnTo>
                    <a:pt x="45931" y="1607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059963" y="1037945"/>
              <a:ext cx="45931" cy="160733"/>
            </a:xfrm>
            <a:custGeom>
              <a:avLst/>
              <a:pathLst>
                <a:path w="45931" h="160733">
                  <a:moveTo>
                    <a:pt x="0" y="0"/>
                  </a:moveTo>
                  <a:lnTo>
                    <a:pt x="45931" y="1607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059963" y="1037945"/>
              <a:ext cx="45931" cy="160733"/>
            </a:xfrm>
            <a:custGeom>
              <a:avLst/>
              <a:pathLst>
                <a:path w="45931" h="160733">
                  <a:moveTo>
                    <a:pt x="0" y="0"/>
                  </a:moveTo>
                  <a:lnTo>
                    <a:pt x="45931" y="1607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059963" y="1037945"/>
              <a:ext cx="45931" cy="160733"/>
            </a:xfrm>
            <a:custGeom>
              <a:avLst/>
              <a:pathLst>
                <a:path w="45931" h="160733">
                  <a:moveTo>
                    <a:pt x="0" y="0"/>
                  </a:moveTo>
                  <a:lnTo>
                    <a:pt x="45931" y="1607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059963" y="1037945"/>
              <a:ext cx="45931" cy="160733"/>
            </a:xfrm>
            <a:custGeom>
              <a:avLst/>
              <a:pathLst>
                <a:path w="45931" h="160733">
                  <a:moveTo>
                    <a:pt x="0" y="0"/>
                  </a:moveTo>
                  <a:lnTo>
                    <a:pt x="45931" y="16073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059963" y="1037945"/>
              <a:ext cx="45931" cy="160733"/>
            </a:xfrm>
            <a:custGeom>
              <a:avLst/>
              <a:pathLst>
                <a:path w="45931" h="160733">
                  <a:moveTo>
                    <a:pt x="0" y="0"/>
                  </a:moveTo>
                  <a:lnTo>
                    <a:pt x="45931" y="1607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059963" y="1037945"/>
              <a:ext cx="45931" cy="160733"/>
            </a:xfrm>
            <a:custGeom>
              <a:avLst/>
              <a:pathLst>
                <a:path w="45931" h="160733">
                  <a:moveTo>
                    <a:pt x="0" y="0"/>
                  </a:moveTo>
                  <a:lnTo>
                    <a:pt x="45931" y="1607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059963" y="1037945"/>
              <a:ext cx="45931" cy="160733"/>
            </a:xfrm>
            <a:custGeom>
              <a:avLst/>
              <a:pathLst>
                <a:path w="45931" h="160733">
                  <a:moveTo>
                    <a:pt x="0" y="0"/>
                  </a:moveTo>
                  <a:lnTo>
                    <a:pt x="45931" y="16073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059963" y="1037945"/>
              <a:ext cx="45931" cy="160733"/>
            </a:xfrm>
            <a:custGeom>
              <a:avLst/>
              <a:pathLst>
                <a:path w="45931" h="160733">
                  <a:moveTo>
                    <a:pt x="0" y="0"/>
                  </a:moveTo>
                  <a:lnTo>
                    <a:pt x="45931" y="1607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059963" y="1037945"/>
              <a:ext cx="45931" cy="160733"/>
            </a:xfrm>
            <a:custGeom>
              <a:avLst/>
              <a:pathLst>
                <a:path w="45931" h="160733">
                  <a:moveTo>
                    <a:pt x="0" y="0"/>
                  </a:moveTo>
                  <a:lnTo>
                    <a:pt x="45931" y="1607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059963" y="1037945"/>
              <a:ext cx="45931" cy="160733"/>
            </a:xfrm>
            <a:custGeom>
              <a:avLst/>
              <a:pathLst>
                <a:path w="45931" h="160733">
                  <a:moveTo>
                    <a:pt x="0" y="0"/>
                  </a:moveTo>
                  <a:lnTo>
                    <a:pt x="45931" y="1607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059963" y="1037945"/>
              <a:ext cx="45931" cy="160733"/>
            </a:xfrm>
            <a:custGeom>
              <a:avLst/>
              <a:pathLst>
                <a:path w="45931" h="160733">
                  <a:moveTo>
                    <a:pt x="0" y="0"/>
                  </a:moveTo>
                  <a:lnTo>
                    <a:pt x="45931" y="1607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059963" y="1037945"/>
              <a:ext cx="45931" cy="160733"/>
            </a:xfrm>
            <a:custGeom>
              <a:avLst/>
              <a:pathLst>
                <a:path w="45931" h="160733">
                  <a:moveTo>
                    <a:pt x="0" y="0"/>
                  </a:moveTo>
                  <a:lnTo>
                    <a:pt x="45931" y="1607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059963" y="1037945"/>
              <a:ext cx="45931" cy="160733"/>
            </a:xfrm>
            <a:custGeom>
              <a:avLst/>
              <a:pathLst>
                <a:path w="45931" h="160733">
                  <a:moveTo>
                    <a:pt x="0" y="0"/>
                  </a:moveTo>
                  <a:lnTo>
                    <a:pt x="45931" y="1607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938743" y="1037945"/>
              <a:ext cx="167151" cy="322672"/>
            </a:xfrm>
            <a:custGeom>
              <a:avLst/>
              <a:pathLst>
                <a:path w="167151" h="322672">
                  <a:moveTo>
                    <a:pt x="121220" y="0"/>
                  </a:moveTo>
                  <a:lnTo>
                    <a:pt x="116123" y="1544"/>
                  </a:lnTo>
                  <a:lnTo>
                    <a:pt x="111078" y="3250"/>
                  </a:lnTo>
                  <a:lnTo>
                    <a:pt x="106090" y="5116"/>
                  </a:lnTo>
                  <a:lnTo>
                    <a:pt x="101164" y="7141"/>
                  </a:lnTo>
                  <a:lnTo>
                    <a:pt x="96305" y="9320"/>
                  </a:lnTo>
                  <a:lnTo>
                    <a:pt x="91518" y="11654"/>
                  </a:lnTo>
                  <a:lnTo>
                    <a:pt x="86807" y="14139"/>
                  </a:lnTo>
                  <a:lnTo>
                    <a:pt x="82178" y="16773"/>
                  </a:lnTo>
                  <a:lnTo>
                    <a:pt x="77636" y="19552"/>
                  </a:lnTo>
                  <a:lnTo>
                    <a:pt x="73184" y="22475"/>
                  </a:lnTo>
                  <a:lnTo>
                    <a:pt x="68828" y="25539"/>
                  </a:lnTo>
                  <a:lnTo>
                    <a:pt x="64571" y="28739"/>
                  </a:lnTo>
                  <a:lnTo>
                    <a:pt x="60419" y="32074"/>
                  </a:lnTo>
                  <a:lnTo>
                    <a:pt x="56374" y="35539"/>
                  </a:lnTo>
                  <a:lnTo>
                    <a:pt x="52443" y="39131"/>
                  </a:lnTo>
                  <a:lnTo>
                    <a:pt x="48627" y="42847"/>
                  </a:lnTo>
                  <a:lnTo>
                    <a:pt x="44932" y="46682"/>
                  </a:lnTo>
                  <a:lnTo>
                    <a:pt x="41361" y="50633"/>
                  </a:lnTo>
                  <a:lnTo>
                    <a:pt x="37918" y="54696"/>
                  </a:lnTo>
                  <a:lnTo>
                    <a:pt x="34606" y="58867"/>
                  </a:lnTo>
                  <a:lnTo>
                    <a:pt x="31428" y="63140"/>
                  </a:lnTo>
                  <a:lnTo>
                    <a:pt x="28389" y="67513"/>
                  </a:lnTo>
                  <a:lnTo>
                    <a:pt x="25490" y="71981"/>
                  </a:lnTo>
                  <a:lnTo>
                    <a:pt x="22734" y="76538"/>
                  </a:lnTo>
                  <a:lnTo>
                    <a:pt x="20126" y="81181"/>
                  </a:lnTo>
                  <a:lnTo>
                    <a:pt x="17666" y="85905"/>
                  </a:lnTo>
                  <a:lnTo>
                    <a:pt x="15359" y="90705"/>
                  </a:lnTo>
                  <a:lnTo>
                    <a:pt x="13205" y="95575"/>
                  </a:lnTo>
                  <a:lnTo>
                    <a:pt x="11207" y="100512"/>
                  </a:lnTo>
                  <a:lnTo>
                    <a:pt x="9368" y="105510"/>
                  </a:lnTo>
                  <a:lnTo>
                    <a:pt x="7689" y="110564"/>
                  </a:lnTo>
                  <a:lnTo>
                    <a:pt x="6172" y="115669"/>
                  </a:lnTo>
                  <a:lnTo>
                    <a:pt x="4818" y="120820"/>
                  </a:lnTo>
                  <a:lnTo>
                    <a:pt x="3629" y="126011"/>
                  </a:lnTo>
                  <a:lnTo>
                    <a:pt x="2606" y="131238"/>
                  </a:lnTo>
                  <a:lnTo>
                    <a:pt x="1750" y="136494"/>
                  </a:lnTo>
                  <a:lnTo>
                    <a:pt x="1062" y="141775"/>
                  </a:lnTo>
                  <a:lnTo>
                    <a:pt x="542" y="147075"/>
                  </a:lnTo>
                  <a:lnTo>
                    <a:pt x="192" y="152389"/>
                  </a:lnTo>
                  <a:lnTo>
                    <a:pt x="11" y="157712"/>
                  </a:lnTo>
                  <a:lnTo>
                    <a:pt x="0" y="163037"/>
                  </a:lnTo>
                  <a:lnTo>
                    <a:pt x="158" y="168361"/>
                  </a:lnTo>
                  <a:lnTo>
                    <a:pt x="485" y="173676"/>
                  </a:lnTo>
                  <a:lnTo>
                    <a:pt x="982" y="178979"/>
                  </a:lnTo>
                  <a:lnTo>
                    <a:pt x="1648" y="184263"/>
                  </a:lnTo>
                  <a:lnTo>
                    <a:pt x="2481" y="189523"/>
                  </a:lnTo>
                  <a:lnTo>
                    <a:pt x="3482" y="194753"/>
                  </a:lnTo>
                  <a:lnTo>
                    <a:pt x="4649" y="199950"/>
                  </a:lnTo>
                  <a:lnTo>
                    <a:pt x="5980" y="205106"/>
                  </a:lnTo>
                  <a:lnTo>
                    <a:pt x="7476" y="210218"/>
                  </a:lnTo>
                  <a:lnTo>
                    <a:pt x="9133" y="215279"/>
                  </a:lnTo>
                  <a:lnTo>
                    <a:pt x="10951" y="220285"/>
                  </a:lnTo>
                  <a:lnTo>
                    <a:pt x="12927" y="225230"/>
                  </a:lnTo>
                  <a:lnTo>
                    <a:pt x="15060" y="230110"/>
                  </a:lnTo>
                  <a:lnTo>
                    <a:pt x="17347" y="234920"/>
                  </a:lnTo>
                  <a:lnTo>
                    <a:pt x="19786" y="239654"/>
                  </a:lnTo>
                  <a:lnTo>
                    <a:pt x="22375" y="244308"/>
                  </a:lnTo>
                  <a:lnTo>
                    <a:pt x="25110" y="248877"/>
                  </a:lnTo>
                  <a:lnTo>
                    <a:pt x="27990" y="253357"/>
                  </a:lnTo>
                  <a:lnTo>
                    <a:pt x="31011" y="257743"/>
                  </a:lnTo>
                  <a:lnTo>
                    <a:pt x="34171" y="262030"/>
                  </a:lnTo>
                  <a:lnTo>
                    <a:pt x="37465" y="266215"/>
                  </a:lnTo>
                  <a:lnTo>
                    <a:pt x="40891" y="270292"/>
                  </a:lnTo>
                  <a:lnTo>
                    <a:pt x="44445" y="274259"/>
                  </a:lnTo>
                  <a:lnTo>
                    <a:pt x="48123" y="278110"/>
                  </a:lnTo>
                  <a:lnTo>
                    <a:pt x="51922" y="281842"/>
                  </a:lnTo>
                  <a:lnTo>
                    <a:pt x="55839" y="285451"/>
                  </a:lnTo>
                  <a:lnTo>
                    <a:pt x="59868" y="288933"/>
                  </a:lnTo>
                  <a:lnTo>
                    <a:pt x="64006" y="292286"/>
                  </a:lnTo>
                  <a:lnTo>
                    <a:pt x="68249" y="295504"/>
                  </a:lnTo>
                  <a:lnTo>
                    <a:pt x="72592" y="298586"/>
                  </a:lnTo>
                  <a:lnTo>
                    <a:pt x="77031" y="301529"/>
                  </a:lnTo>
                  <a:lnTo>
                    <a:pt x="81562" y="304328"/>
                  </a:lnTo>
                  <a:lnTo>
                    <a:pt x="86180" y="306981"/>
                  </a:lnTo>
                  <a:lnTo>
                    <a:pt x="90879" y="309486"/>
                  </a:lnTo>
                  <a:lnTo>
                    <a:pt x="95656" y="311840"/>
                  </a:lnTo>
                  <a:lnTo>
                    <a:pt x="100506" y="314041"/>
                  </a:lnTo>
                  <a:lnTo>
                    <a:pt x="105423" y="316086"/>
                  </a:lnTo>
                  <a:lnTo>
                    <a:pt x="110403" y="317974"/>
                  </a:lnTo>
                  <a:lnTo>
                    <a:pt x="115441" y="319702"/>
                  </a:lnTo>
                  <a:lnTo>
                    <a:pt x="120531" y="321268"/>
                  </a:lnTo>
                  <a:lnTo>
                    <a:pt x="125668" y="322672"/>
                  </a:lnTo>
                  <a:lnTo>
                    <a:pt x="167151" y="1607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064412" y="1031511"/>
              <a:ext cx="208649" cy="334332"/>
            </a:xfrm>
            <a:custGeom>
              <a:avLst/>
              <a:pathLst>
                <a:path w="208649" h="334332">
                  <a:moveTo>
                    <a:pt x="0" y="329106"/>
                  </a:moveTo>
                  <a:lnTo>
                    <a:pt x="5202" y="330350"/>
                  </a:lnTo>
                  <a:lnTo>
                    <a:pt x="10443" y="331427"/>
                  </a:lnTo>
                  <a:lnTo>
                    <a:pt x="15714" y="332336"/>
                  </a:lnTo>
                  <a:lnTo>
                    <a:pt x="21013" y="333076"/>
                  </a:lnTo>
                  <a:lnTo>
                    <a:pt x="26332" y="333646"/>
                  </a:lnTo>
                  <a:lnTo>
                    <a:pt x="31667" y="334046"/>
                  </a:lnTo>
                  <a:lnTo>
                    <a:pt x="37012" y="334275"/>
                  </a:lnTo>
                  <a:lnTo>
                    <a:pt x="42361" y="334332"/>
                  </a:lnTo>
                  <a:lnTo>
                    <a:pt x="47709" y="334218"/>
                  </a:lnTo>
                  <a:lnTo>
                    <a:pt x="53052" y="333934"/>
                  </a:lnTo>
                  <a:lnTo>
                    <a:pt x="58382" y="333478"/>
                  </a:lnTo>
                  <a:lnTo>
                    <a:pt x="63695" y="332852"/>
                  </a:lnTo>
                  <a:lnTo>
                    <a:pt x="68985" y="332056"/>
                  </a:lnTo>
                  <a:lnTo>
                    <a:pt x="74247" y="331092"/>
                  </a:lnTo>
                  <a:lnTo>
                    <a:pt x="79476" y="329960"/>
                  </a:lnTo>
                  <a:lnTo>
                    <a:pt x="84665" y="328661"/>
                  </a:lnTo>
                  <a:lnTo>
                    <a:pt x="89810" y="327196"/>
                  </a:lnTo>
                  <a:lnTo>
                    <a:pt x="94906" y="325568"/>
                  </a:lnTo>
                  <a:lnTo>
                    <a:pt x="99948" y="323777"/>
                  </a:lnTo>
                  <a:lnTo>
                    <a:pt x="104929" y="321826"/>
                  </a:lnTo>
                  <a:lnTo>
                    <a:pt x="109845" y="319717"/>
                  </a:lnTo>
                  <a:lnTo>
                    <a:pt x="114691" y="317451"/>
                  </a:lnTo>
                  <a:lnTo>
                    <a:pt x="119463" y="315032"/>
                  </a:lnTo>
                  <a:lnTo>
                    <a:pt x="124154" y="312461"/>
                  </a:lnTo>
                  <a:lnTo>
                    <a:pt x="128761" y="309741"/>
                  </a:lnTo>
                  <a:lnTo>
                    <a:pt x="133278" y="306875"/>
                  </a:lnTo>
                  <a:lnTo>
                    <a:pt x="137702" y="303867"/>
                  </a:lnTo>
                  <a:lnTo>
                    <a:pt x="142027" y="300718"/>
                  </a:lnTo>
                  <a:lnTo>
                    <a:pt x="146248" y="297432"/>
                  </a:lnTo>
                  <a:lnTo>
                    <a:pt x="150363" y="294013"/>
                  </a:lnTo>
                  <a:lnTo>
                    <a:pt x="154366" y="290464"/>
                  </a:lnTo>
                  <a:lnTo>
                    <a:pt x="158253" y="286789"/>
                  </a:lnTo>
                  <a:lnTo>
                    <a:pt x="162021" y="282991"/>
                  </a:lnTo>
                  <a:lnTo>
                    <a:pt x="165666" y="279075"/>
                  </a:lnTo>
                  <a:lnTo>
                    <a:pt x="169183" y="275044"/>
                  </a:lnTo>
                  <a:lnTo>
                    <a:pt x="172569" y="270903"/>
                  </a:lnTo>
                  <a:lnTo>
                    <a:pt x="175822" y="266655"/>
                  </a:lnTo>
                  <a:lnTo>
                    <a:pt x="178936" y="262306"/>
                  </a:lnTo>
                  <a:lnTo>
                    <a:pt x="181910" y="257859"/>
                  </a:lnTo>
                  <a:lnTo>
                    <a:pt x="184740" y="253319"/>
                  </a:lnTo>
                  <a:lnTo>
                    <a:pt x="187424" y="248691"/>
                  </a:lnTo>
                  <a:lnTo>
                    <a:pt x="189957" y="243979"/>
                  </a:lnTo>
                  <a:lnTo>
                    <a:pt x="192339" y="239189"/>
                  </a:lnTo>
                  <a:lnTo>
                    <a:pt x="194567" y="234325"/>
                  </a:lnTo>
                  <a:lnTo>
                    <a:pt x="196637" y="229392"/>
                  </a:lnTo>
                  <a:lnTo>
                    <a:pt x="198549" y="224396"/>
                  </a:lnTo>
                  <a:lnTo>
                    <a:pt x="200299" y="219340"/>
                  </a:lnTo>
                  <a:lnTo>
                    <a:pt x="201888" y="214232"/>
                  </a:lnTo>
                  <a:lnTo>
                    <a:pt x="203311" y="209075"/>
                  </a:lnTo>
                  <a:lnTo>
                    <a:pt x="204570" y="203876"/>
                  </a:lnTo>
                  <a:lnTo>
                    <a:pt x="205661" y="198638"/>
                  </a:lnTo>
                  <a:lnTo>
                    <a:pt x="206584" y="193369"/>
                  </a:lnTo>
                  <a:lnTo>
                    <a:pt x="207337" y="188072"/>
                  </a:lnTo>
                  <a:lnTo>
                    <a:pt x="207921" y="182755"/>
                  </a:lnTo>
                  <a:lnTo>
                    <a:pt x="208335" y="177421"/>
                  </a:lnTo>
                  <a:lnTo>
                    <a:pt x="208578" y="172077"/>
                  </a:lnTo>
                  <a:lnTo>
                    <a:pt x="208649" y="166728"/>
                  </a:lnTo>
                  <a:lnTo>
                    <a:pt x="208550" y="161379"/>
                  </a:lnTo>
                  <a:lnTo>
                    <a:pt x="208279" y="156036"/>
                  </a:lnTo>
                  <a:lnTo>
                    <a:pt x="207837" y="150705"/>
                  </a:lnTo>
                  <a:lnTo>
                    <a:pt x="207225" y="145390"/>
                  </a:lnTo>
                  <a:lnTo>
                    <a:pt x="206444" y="140098"/>
                  </a:lnTo>
                  <a:lnTo>
                    <a:pt x="205493" y="134833"/>
                  </a:lnTo>
                  <a:lnTo>
                    <a:pt x="204374" y="129602"/>
                  </a:lnTo>
                  <a:lnTo>
                    <a:pt x="203089" y="124409"/>
                  </a:lnTo>
                  <a:lnTo>
                    <a:pt x="201638" y="119259"/>
                  </a:lnTo>
                  <a:lnTo>
                    <a:pt x="200023" y="114159"/>
                  </a:lnTo>
                  <a:lnTo>
                    <a:pt x="198246" y="109114"/>
                  </a:lnTo>
                  <a:lnTo>
                    <a:pt x="196308" y="104127"/>
                  </a:lnTo>
                  <a:lnTo>
                    <a:pt x="194211" y="99205"/>
                  </a:lnTo>
                  <a:lnTo>
                    <a:pt x="191959" y="94353"/>
                  </a:lnTo>
                  <a:lnTo>
                    <a:pt x="189552" y="89575"/>
                  </a:lnTo>
                  <a:lnTo>
                    <a:pt x="186993" y="84877"/>
                  </a:lnTo>
                  <a:lnTo>
                    <a:pt x="184285" y="80263"/>
                  </a:lnTo>
                  <a:lnTo>
                    <a:pt x="181432" y="75738"/>
                  </a:lnTo>
                  <a:lnTo>
                    <a:pt x="178434" y="71307"/>
                  </a:lnTo>
                  <a:lnTo>
                    <a:pt x="175297" y="66974"/>
                  </a:lnTo>
                  <a:lnTo>
                    <a:pt x="172022" y="62744"/>
                  </a:lnTo>
                  <a:lnTo>
                    <a:pt x="168614" y="58620"/>
                  </a:lnTo>
                  <a:lnTo>
                    <a:pt x="165076" y="54608"/>
                  </a:lnTo>
                  <a:lnTo>
                    <a:pt x="161411" y="50711"/>
                  </a:lnTo>
                  <a:lnTo>
                    <a:pt x="157623" y="46933"/>
                  </a:lnTo>
                  <a:lnTo>
                    <a:pt x="153716" y="43278"/>
                  </a:lnTo>
                  <a:lnTo>
                    <a:pt x="149695" y="39750"/>
                  </a:lnTo>
                  <a:lnTo>
                    <a:pt x="145562" y="36353"/>
                  </a:lnTo>
                  <a:lnTo>
                    <a:pt x="141323" y="33090"/>
                  </a:lnTo>
                  <a:lnTo>
                    <a:pt x="136982" y="29963"/>
                  </a:lnTo>
                  <a:lnTo>
                    <a:pt x="132543" y="26978"/>
                  </a:lnTo>
                  <a:lnTo>
                    <a:pt x="128010" y="24136"/>
                  </a:lnTo>
                  <a:lnTo>
                    <a:pt x="123389" y="21440"/>
                  </a:lnTo>
                  <a:lnTo>
                    <a:pt x="118684" y="18894"/>
                  </a:lnTo>
                  <a:lnTo>
                    <a:pt x="113900" y="16500"/>
                  </a:lnTo>
                  <a:lnTo>
                    <a:pt x="109042" y="14260"/>
                  </a:lnTo>
                  <a:lnTo>
                    <a:pt x="104115" y="12176"/>
                  </a:lnTo>
                  <a:lnTo>
                    <a:pt x="99124" y="10252"/>
                  </a:lnTo>
                  <a:lnTo>
                    <a:pt x="94073" y="8487"/>
                  </a:lnTo>
                  <a:lnTo>
                    <a:pt x="88969" y="6886"/>
                  </a:lnTo>
                  <a:lnTo>
                    <a:pt x="83816" y="5449"/>
                  </a:lnTo>
                  <a:lnTo>
                    <a:pt x="78619" y="4177"/>
                  </a:lnTo>
                  <a:lnTo>
                    <a:pt x="73385" y="3072"/>
                  </a:lnTo>
                  <a:lnTo>
                    <a:pt x="68118" y="2135"/>
                  </a:lnTo>
                  <a:lnTo>
                    <a:pt x="62824" y="1367"/>
                  </a:lnTo>
                  <a:lnTo>
                    <a:pt x="57507" y="769"/>
                  </a:lnTo>
                  <a:lnTo>
                    <a:pt x="52175" y="342"/>
                  </a:lnTo>
                  <a:lnTo>
                    <a:pt x="46831" y="85"/>
                  </a:lnTo>
                  <a:lnTo>
                    <a:pt x="41482" y="0"/>
                  </a:lnTo>
                  <a:lnTo>
                    <a:pt x="4148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64560" y="1236837"/>
              <a:ext cx="164528" cy="167167"/>
            </a:xfrm>
            <a:custGeom>
              <a:avLst/>
              <a:pathLst>
                <a:path w="164528" h="167167">
                  <a:moveTo>
                    <a:pt x="164528" y="0"/>
                  </a:moveTo>
                  <a:lnTo>
                    <a:pt x="159114" y="87"/>
                  </a:lnTo>
                  <a:lnTo>
                    <a:pt x="153705" y="350"/>
                  </a:lnTo>
                  <a:lnTo>
                    <a:pt x="148309" y="788"/>
                  </a:lnTo>
                  <a:lnTo>
                    <a:pt x="142929" y="1401"/>
                  </a:lnTo>
                  <a:lnTo>
                    <a:pt x="137571" y="2187"/>
                  </a:lnTo>
                  <a:lnTo>
                    <a:pt x="132242" y="3147"/>
                  </a:lnTo>
                  <a:lnTo>
                    <a:pt x="126947" y="4278"/>
                  </a:lnTo>
                  <a:lnTo>
                    <a:pt x="121692" y="5581"/>
                  </a:lnTo>
                  <a:lnTo>
                    <a:pt x="116481" y="7053"/>
                  </a:lnTo>
                  <a:lnTo>
                    <a:pt x="111320" y="8693"/>
                  </a:lnTo>
                  <a:lnTo>
                    <a:pt x="106216" y="10500"/>
                  </a:lnTo>
                  <a:lnTo>
                    <a:pt x="101173" y="12470"/>
                  </a:lnTo>
                  <a:lnTo>
                    <a:pt x="96196" y="14603"/>
                  </a:lnTo>
                  <a:lnTo>
                    <a:pt x="91291" y="16896"/>
                  </a:lnTo>
                  <a:lnTo>
                    <a:pt x="86462" y="19347"/>
                  </a:lnTo>
                  <a:lnTo>
                    <a:pt x="81716" y="21953"/>
                  </a:lnTo>
                  <a:lnTo>
                    <a:pt x="77056" y="24711"/>
                  </a:lnTo>
                  <a:lnTo>
                    <a:pt x="72488" y="27619"/>
                  </a:lnTo>
                  <a:lnTo>
                    <a:pt x="68017" y="30673"/>
                  </a:lnTo>
                  <a:lnTo>
                    <a:pt x="63647" y="33870"/>
                  </a:lnTo>
                  <a:lnTo>
                    <a:pt x="59383" y="37207"/>
                  </a:lnTo>
                  <a:lnTo>
                    <a:pt x="55229" y="40681"/>
                  </a:lnTo>
                  <a:lnTo>
                    <a:pt x="51190" y="44287"/>
                  </a:lnTo>
                  <a:lnTo>
                    <a:pt x="47270" y="48022"/>
                  </a:lnTo>
                  <a:lnTo>
                    <a:pt x="43473" y="51882"/>
                  </a:lnTo>
                  <a:lnTo>
                    <a:pt x="39803" y="55863"/>
                  </a:lnTo>
                  <a:lnTo>
                    <a:pt x="36263" y="59961"/>
                  </a:lnTo>
                  <a:lnTo>
                    <a:pt x="32859" y="64171"/>
                  </a:lnTo>
                  <a:lnTo>
                    <a:pt x="29592" y="68489"/>
                  </a:lnTo>
                  <a:lnTo>
                    <a:pt x="26467" y="72911"/>
                  </a:lnTo>
                  <a:lnTo>
                    <a:pt x="23487" y="77432"/>
                  </a:lnTo>
                  <a:lnTo>
                    <a:pt x="20654" y="82047"/>
                  </a:lnTo>
                  <a:lnTo>
                    <a:pt x="17973" y="86751"/>
                  </a:lnTo>
                  <a:lnTo>
                    <a:pt x="15446" y="91540"/>
                  </a:lnTo>
                  <a:lnTo>
                    <a:pt x="13075" y="96408"/>
                  </a:lnTo>
                  <a:lnTo>
                    <a:pt x="10862" y="101350"/>
                  </a:lnTo>
                  <a:lnTo>
                    <a:pt x="8811" y="106361"/>
                  </a:lnTo>
                  <a:lnTo>
                    <a:pt x="6924" y="111436"/>
                  </a:lnTo>
                  <a:lnTo>
                    <a:pt x="5201" y="116570"/>
                  </a:lnTo>
                  <a:lnTo>
                    <a:pt x="3646" y="121756"/>
                  </a:lnTo>
                  <a:lnTo>
                    <a:pt x="2260" y="126990"/>
                  </a:lnTo>
                  <a:lnTo>
                    <a:pt x="1044" y="132267"/>
                  </a:lnTo>
                  <a:lnTo>
                    <a:pt x="0" y="137580"/>
                  </a:lnTo>
                  <a:lnTo>
                    <a:pt x="164528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64560" y="1374418"/>
              <a:ext cx="164528" cy="29587"/>
            </a:xfrm>
            <a:custGeom>
              <a:avLst/>
              <a:pathLst>
                <a:path w="164528" h="29587">
                  <a:moveTo>
                    <a:pt x="0" y="0"/>
                  </a:moveTo>
                  <a:lnTo>
                    <a:pt x="164528" y="2958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64560" y="1374418"/>
              <a:ext cx="164528" cy="29587"/>
            </a:xfrm>
            <a:custGeom>
              <a:avLst/>
              <a:pathLst>
                <a:path w="164528" h="29587">
                  <a:moveTo>
                    <a:pt x="0" y="0"/>
                  </a:moveTo>
                  <a:lnTo>
                    <a:pt x="164528" y="2958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64560" y="1374418"/>
              <a:ext cx="164528" cy="29587"/>
            </a:xfrm>
            <a:custGeom>
              <a:avLst/>
              <a:pathLst>
                <a:path w="164528" h="29587">
                  <a:moveTo>
                    <a:pt x="0" y="0"/>
                  </a:moveTo>
                  <a:lnTo>
                    <a:pt x="164528" y="2958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64560" y="1374418"/>
              <a:ext cx="164528" cy="29587"/>
            </a:xfrm>
            <a:custGeom>
              <a:avLst/>
              <a:pathLst>
                <a:path w="164528" h="29587">
                  <a:moveTo>
                    <a:pt x="0" y="0"/>
                  </a:moveTo>
                  <a:lnTo>
                    <a:pt x="164528" y="295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64560" y="1374418"/>
              <a:ext cx="164528" cy="29587"/>
            </a:xfrm>
            <a:custGeom>
              <a:avLst/>
              <a:pathLst>
                <a:path w="164528" h="29587">
                  <a:moveTo>
                    <a:pt x="0" y="0"/>
                  </a:moveTo>
                  <a:lnTo>
                    <a:pt x="164528" y="295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64560" y="1374418"/>
              <a:ext cx="164528" cy="29587"/>
            </a:xfrm>
            <a:custGeom>
              <a:avLst/>
              <a:pathLst>
                <a:path w="164528" h="29587">
                  <a:moveTo>
                    <a:pt x="0" y="0"/>
                  </a:moveTo>
                  <a:lnTo>
                    <a:pt x="164528" y="295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64560" y="1374418"/>
              <a:ext cx="164528" cy="29587"/>
            </a:xfrm>
            <a:custGeom>
              <a:avLst/>
              <a:pathLst>
                <a:path w="164528" h="29587">
                  <a:moveTo>
                    <a:pt x="0" y="0"/>
                  </a:moveTo>
                  <a:lnTo>
                    <a:pt x="164528" y="295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64560" y="1374418"/>
              <a:ext cx="164528" cy="29587"/>
            </a:xfrm>
            <a:custGeom>
              <a:avLst/>
              <a:pathLst>
                <a:path w="164528" h="29587">
                  <a:moveTo>
                    <a:pt x="0" y="0"/>
                  </a:moveTo>
                  <a:lnTo>
                    <a:pt x="164528" y="2958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64560" y="1374418"/>
              <a:ext cx="164528" cy="29587"/>
            </a:xfrm>
            <a:custGeom>
              <a:avLst/>
              <a:pathLst>
                <a:path w="164528" h="29587">
                  <a:moveTo>
                    <a:pt x="0" y="0"/>
                  </a:moveTo>
                  <a:lnTo>
                    <a:pt x="164528" y="295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64560" y="1374418"/>
              <a:ext cx="164528" cy="29587"/>
            </a:xfrm>
            <a:custGeom>
              <a:avLst/>
              <a:pathLst>
                <a:path w="164528" h="29587">
                  <a:moveTo>
                    <a:pt x="0" y="0"/>
                  </a:moveTo>
                  <a:lnTo>
                    <a:pt x="164528" y="295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464560" y="1374418"/>
              <a:ext cx="164528" cy="29587"/>
            </a:xfrm>
            <a:custGeom>
              <a:avLst/>
              <a:pathLst>
                <a:path w="164528" h="29587">
                  <a:moveTo>
                    <a:pt x="0" y="0"/>
                  </a:moveTo>
                  <a:lnTo>
                    <a:pt x="164528" y="2958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464560" y="1374418"/>
              <a:ext cx="164528" cy="29587"/>
            </a:xfrm>
            <a:custGeom>
              <a:avLst/>
              <a:pathLst>
                <a:path w="164528" h="29587">
                  <a:moveTo>
                    <a:pt x="0" y="0"/>
                  </a:moveTo>
                  <a:lnTo>
                    <a:pt x="164528" y="295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464560" y="1374418"/>
              <a:ext cx="164528" cy="29587"/>
            </a:xfrm>
            <a:custGeom>
              <a:avLst/>
              <a:pathLst>
                <a:path w="164528" h="29587">
                  <a:moveTo>
                    <a:pt x="0" y="0"/>
                  </a:moveTo>
                  <a:lnTo>
                    <a:pt x="164528" y="295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464560" y="1374418"/>
              <a:ext cx="164528" cy="29587"/>
            </a:xfrm>
            <a:custGeom>
              <a:avLst/>
              <a:pathLst>
                <a:path w="164528" h="29587">
                  <a:moveTo>
                    <a:pt x="0" y="0"/>
                  </a:moveTo>
                  <a:lnTo>
                    <a:pt x="164528" y="295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464560" y="1374418"/>
              <a:ext cx="164528" cy="29587"/>
            </a:xfrm>
            <a:custGeom>
              <a:avLst/>
              <a:pathLst>
                <a:path w="164528" h="29587">
                  <a:moveTo>
                    <a:pt x="0" y="0"/>
                  </a:moveTo>
                  <a:lnTo>
                    <a:pt x="164528" y="295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464560" y="1374418"/>
              <a:ext cx="164528" cy="29587"/>
            </a:xfrm>
            <a:custGeom>
              <a:avLst/>
              <a:pathLst>
                <a:path w="164528" h="29587">
                  <a:moveTo>
                    <a:pt x="0" y="0"/>
                  </a:moveTo>
                  <a:lnTo>
                    <a:pt x="164528" y="2958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464560" y="1374418"/>
              <a:ext cx="164528" cy="29587"/>
            </a:xfrm>
            <a:custGeom>
              <a:avLst/>
              <a:pathLst>
                <a:path w="164528" h="29587">
                  <a:moveTo>
                    <a:pt x="0" y="0"/>
                  </a:moveTo>
                  <a:lnTo>
                    <a:pt x="164528" y="2958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461935" y="1238667"/>
              <a:ext cx="334313" cy="332504"/>
            </a:xfrm>
            <a:custGeom>
              <a:avLst/>
              <a:pathLst>
                <a:path w="334313" h="332504">
                  <a:moveTo>
                    <a:pt x="2624" y="135750"/>
                  </a:moveTo>
                  <a:lnTo>
                    <a:pt x="1766" y="141000"/>
                  </a:lnTo>
                  <a:lnTo>
                    <a:pt x="1076" y="146276"/>
                  </a:lnTo>
                  <a:lnTo>
                    <a:pt x="553" y="151570"/>
                  </a:lnTo>
                  <a:lnTo>
                    <a:pt x="199" y="156878"/>
                  </a:lnTo>
                  <a:lnTo>
                    <a:pt x="15" y="162196"/>
                  </a:lnTo>
                  <a:lnTo>
                    <a:pt x="0" y="167516"/>
                  </a:lnTo>
                  <a:lnTo>
                    <a:pt x="153" y="172834"/>
                  </a:lnTo>
                  <a:lnTo>
                    <a:pt x="477" y="178144"/>
                  </a:lnTo>
                  <a:lnTo>
                    <a:pt x="969" y="183441"/>
                  </a:lnTo>
                  <a:lnTo>
                    <a:pt x="1629" y="188721"/>
                  </a:lnTo>
                  <a:lnTo>
                    <a:pt x="2457" y="193976"/>
                  </a:lnTo>
                  <a:lnTo>
                    <a:pt x="3452" y="199202"/>
                  </a:lnTo>
                  <a:lnTo>
                    <a:pt x="4612" y="204394"/>
                  </a:lnTo>
                  <a:lnTo>
                    <a:pt x="5937" y="209547"/>
                  </a:lnTo>
                  <a:lnTo>
                    <a:pt x="7426" y="214655"/>
                  </a:lnTo>
                  <a:lnTo>
                    <a:pt x="9076" y="219712"/>
                  </a:lnTo>
                  <a:lnTo>
                    <a:pt x="10886" y="224715"/>
                  </a:lnTo>
                  <a:lnTo>
                    <a:pt x="12855" y="229658"/>
                  </a:lnTo>
                  <a:lnTo>
                    <a:pt x="14980" y="234535"/>
                  </a:lnTo>
                  <a:lnTo>
                    <a:pt x="17259" y="239343"/>
                  </a:lnTo>
                  <a:lnTo>
                    <a:pt x="19690" y="244075"/>
                  </a:lnTo>
                  <a:lnTo>
                    <a:pt x="22270" y="248728"/>
                  </a:lnTo>
                  <a:lnTo>
                    <a:pt x="24997" y="253296"/>
                  </a:lnTo>
                  <a:lnTo>
                    <a:pt x="27868" y="257775"/>
                  </a:lnTo>
                  <a:lnTo>
                    <a:pt x="30880" y="262160"/>
                  </a:lnTo>
                  <a:lnTo>
                    <a:pt x="34030" y="266448"/>
                  </a:lnTo>
                  <a:lnTo>
                    <a:pt x="37315" y="270633"/>
                  </a:lnTo>
                  <a:lnTo>
                    <a:pt x="40732" y="274711"/>
                  </a:lnTo>
                  <a:lnTo>
                    <a:pt x="44276" y="278678"/>
                  </a:lnTo>
                  <a:lnTo>
                    <a:pt x="47945" y="282531"/>
                  </a:lnTo>
                  <a:lnTo>
                    <a:pt x="51735" y="286265"/>
                  </a:lnTo>
                  <a:lnTo>
                    <a:pt x="55641" y="289877"/>
                  </a:lnTo>
                  <a:lnTo>
                    <a:pt x="59661" y="293362"/>
                  </a:lnTo>
                  <a:lnTo>
                    <a:pt x="63789" y="296718"/>
                  </a:lnTo>
                  <a:lnTo>
                    <a:pt x="68022" y="299940"/>
                  </a:lnTo>
                  <a:lnTo>
                    <a:pt x="72356" y="303027"/>
                  </a:lnTo>
                  <a:lnTo>
                    <a:pt x="76785" y="305974"/>
                  </a:lnTo>
                  <a:lnTo>
                    <a:pt x="81306" y="308778"/>
                  </a:lnTo>
                  <a:lnTo>
                    <a:pt x="85914" y="311437"/>
                  </a:lnTo>
                  <a:lnTo>
                    <a:pt x="90605" y="313948"/>
                  </a:lnTo>
                  <a:lnTo>
                    <a:pt x="95372" y="316309"/>
                  </a:lnTo>
                  <a:lnTo>
                    <a:pt x="100213" y="318517"/>
                  </a:lnTo>
                  <a:lnTo>
                    <a:pt x="105121" y="320569"/>
                  </a:lnTo>
                  <a:lnTo>
                    <a:pt x="110092" y="322465"/>
                  </a:lnTo>
                  <a:lnTo>
                    <a:pt x="115121" y="324201"/>
                  </a:lnTo>
                  <a:lnTo>
                    <a:pt x="120203" y="325776"/>
                  </a:lnTo>
                  <a:lnTo>
                    <a:pt x="125332" y="327189"/>
                  </a:lnTo>
                  <a:lnTo>
                    <a:pt x="130504" y="328438"/>
                  </a:lnTo>
                  <a:lnTo>
                    <a:pt x="135712" y="329521"/>
                  </a:lnTo>
                  <a:lnTo>
                    <a:pt x="140953" y="330439"/>
                  </a:lnTo>
                  <a:lnTo>
                    <a:pt x="146220" y="331189"/>
                  </a:lnTo>
                  <a:lnTo>
                    <a:pt x="151508" y="331771"/>
                  </a:lnTo>
                  <a:lnTo>
                    <a:pt x="156812" y="332184"/>
                  </a:lnTo>
                  <a:lnTo>
                    <a:pt x="162127" y="332429"/>
                  </a:lnTo>
                  <a:lnTo>
                    <a:pt x="167447" y="332504"/>
                  </a:lnTo>
                  <a:lnTo>
                    <a:pt x="172766" y="332410"/>
                  </a:lnTo>
                  <a:lnTo>
                    <a:pt x="178080" y="332147"/>
                  </a:lnTo>
                  <a:lnTo>
                    <a:pt x="183382" y="331715"/>
                  </a:lnTo>
                  <a:lnTo>
                    <a:pt x="188669" y="331114"/>
                  </a:lnTo>
                  <a:lnTo>
                    <a:pt x="193933" y="330345"/>
                  </a:lnTo>
                  <a:lnTo>
                    <a:pt x="199170" y="329410"/>
                  </a:lnTo>
                  <a:lnTo>
                    <a:pt x="204375" y="328308"/>
                  </a:lnTo>
                  <a:lnTo>
                    <a:pt x="209542" y="327041"/>
                  </a:lnTo>
                  <a:lnTo>
                    <a:pt x="214666" y="325610"/>
                  </a:lnTo>
                  <a:lnTo>
                    <a:pt x="219742" y="324017"/>
                  </a:lnTo>
                  <a:lnTo>
                    <a:pt x="224765" y="322263"/>
                  </a:lnTo>
                  <a:lnTo>
                    <a:pt x="229730" y="320350"/>
                  </a:lnTo>
                  <a:lnTo>
                    <a:pt x="234631" y="318280"/>
                  </a:lnTo>
                  <a:lnTo>
                    <a:pt x="239464" y="316056"/>
                  </a:lnTo>
                  <a:lnTo>
                    <a:pt x="244223" y="313678"/>
                  </a:lnTo>
                  <a:lnTo>
                    <a:pt x="248904" y="311151"/>
                  </a:lnTo>
                  <a:lnTo>
                    <a:pt x="253503" y="308475"/>
                  </a:lnTo>
                  <a:lnTo>
                    <a:pt x="258014" y="305655"/>
                  </a:lnTo>
                  <a:lnTo>
                    <a:pt x="262433" y="302693"/>
                  </a:lnTo>
                  <a:lnTo>
                    <a:pt x="266756" y="299591"/>
                  </a:lnTo>
                  <a:lnTo>
                    <a:pt x="270978" y="296354"/>
                  </a:lnTo>
                  <a:lnTo>
                    <a:pt x="275094" y="292983"/>
                  </a:lnTo>
                  <a:lnTo>
                    <a:pt x="279102" y="289484"/>
                  </a:lnTo>
                  <a:lnTo>
                    <a:pt x="282995" y="285859"/>
                  </a:lnTo>
                  <a:lnTo>
                    <a:pt x="286772" y="282111"/>
                  </a:lnTo>
                  <a:lnTo>
                    <a:pt x="290427" y="278246"/>
                  </a:lnTo>
                  <a:lnTo>
                    <a:pt x="293958" y="274266"/>
                  </a:lnTo>
                  <a:lnTo>
                    <a:pt x="297360" y="270175"/>
                  </a:lnTo>
                  <a:lnTo>
                    <a:pt x="300630" y="265979"/>
                  </a:lnTo>
                  <a:lnTo>
                    <a:pt x="303765" y="261680"/>
                  </a:lnTo>
                  <a:lnTo>
                    <a:pt x="306762" y="257284"/>
                  </a:lnTo>
                  <a:lnTo>
                    <a:pt x="309617" y="252795"/>
                  </a:lnTo>
                  <a:lnTo>
                    <a:pt x="312328" y="248218"/>
                  </a:lnTo>
                  <a:lnTo>
                    <a:pt x="314892" y="243556"/>
                  </a:lnTo>
                  <a:lnTo>
                    <a:pt x="317306" y="238815"/>
                  </a:lnTo>
                  <a:lnTo>
                    <a:pt x="319568" y="234000"/>
                  </a:lnTo>
                  <a:lnTo>
                    <a:pt x="321676" y="229115"/>
                  </a:lnTo>
                  <a:lnTo>
                    <a:pt x="323627" y="224165"/>
                  </a:lnTo>
                  <a:lnTo>
                    <a:pt x="325420" y="219156"/>
                  </a:lnTo>
                  <a:lnTo>
                    <a:pt x="327052" y="214093"/>
                  </a:lnTo>
                  <a:lnTo>
                    <a:pt x="328523" y="208980"/>
                  </a:lnTo>
                  <a:lnTo>
                    <a:pt x="329830" y="203823"/>
                  </a:lnTo>
                  <a:lnTo>
                    <a:pt x="330972" y="198626"/>
                  </a:lnTo>
                  <a:lnTo>
                    <a:pt x="331948" y="193397"/>
                  </a:lnTo>
                  <a:lnTo>
                    <a:pt x="332758" y="188138"/>
                  </a:lnTo>
                  <a:lnTo>
                    <a:pt x="333400" y="182857"/>
                  </a:lnTo>
                  <a:lnTo>
                    <a:pt x="333873" y="177558"/>
                  </a:lnTo>
                  <a:lnTo>
                    <a:pt x="334177" y="172246"/>
                  </a:lnTo>
                  <a:lnTo>
                    <a:pt x="334313" y="166928"/>
                  </a:lnTo>
                  <a:lnTo>
                    <a:pt x="334279" y="161608"/>
                  </a:lnTo>
                  <a:lnTo>
                    <a:pt x="334075" y="156291"/>
                  </a:lnTo>
                  <a:lnTo>
                    <a:pt x="333703" y="150984"/>
                  </a:lnTo>
                  <a:lnTo>
                    <a:pt x="333162" y="145692"/>
                  </a:lnTo>
                  <a:lnTo>
                    <a:pt x="332453" y="140419"/>
                  </a:lnTo>
                  <a:lnTo>
                    <a:pt x="331576" y="135171"/>
                  </a:lnTo>
                  <a:lnTo>
                    <a:pt x="330533" y="129955"/>
                  </a:lnTo>
                  <a:lnTo>
                    <a:pt x="329324" y="124773"/>
                  </a:lnTo>
                  <a:lnTo>
                    <a:pt x="327951" y="119633"/>
                  </a:lnTo>
                  <a:lnTo>
                    <a:pt x="326415" y="114540"/>
                  </a:lnTo>
                  <a:lnTo>
                    <a:pt x="324718" y="109497"/>
                  </a:lnTo>
                  <a:lnTo>
                    <a:pt x="322862" y="104512"/>
                  </a:lnTo>
                  <a:lnTo>
                    <a:pt x="320847" y="99588"/>
                  </a:lnTo>
                  <a:lnTo>
                    <a:pt x="318677" y="94730"/>
                  </a:lnTo>
                  <a:lnTo>
                    <a:pt x="316354" y="89944"/>
                  </a:lnTo>
                  <a:lnTo>
                    <a:pt x="313879" y="85235"/>
                  </a:lnTo>
                  <a:lnTo>
                    <a:pt x="311256" y="80606"/>
                  </a:lnTo>
                  <a:lnTo>
                    <a:pt x="308486" y="76063"/>
                  </a:lnTo>
                  <a:lnTo>
                    <a:pt x="305574" y="71611"/>
                  </a:lnTo>
                  <a:lnTo>
                    <a:pt x="302521" y="67254"/>
                  </a:lnTo>
                  <a:lnTo>
                    <a:pt x="299332" y="62996"/>
                  </a:lnTo>
                  <a:lnTo>
                    <a:pt x="296008" y="58842"/>
                  </a:lnTo>
                  <a:lnTo>
                    <a:pt x="292554" y="54795"/>
                  </a:lnTo>
                  <a:lnTo>
                    <a:pt x="288973" y="50861"/>
                  </a:lnTo>
                  <a:lnTo>
                    <a:pt x="285268" y="47042"/>
                  </a:lnTo>
                  <a:lnTo>
                    <a:pt x="281444" y="43343"/>
                  </a:lnTo>
                  <a:lnTo>
                    <a:pt x="277504" y="39768"/>
                  </a:lnTo>
                  <a:lnTo>
                    <a:pt x="273452" y="36320"/>
                  </a:lnTo>
                  <a:lnTo>
                    <a:pt x="269293" y="33003"/>
                  </a:lnTo>
                  <a:lnTo>
                    <a:pt x="265030" y="29820"/>
                  </a:lnTo>
                  <a:lnTo>
                    <a:pt x="260668" y="26774"/>
                  </a:lnTo>
                  <a:lnTo>
                    <a:pt x="256212" y="23868"/>
                  </a:lnTo>
                  <a:lnTo>
                    <a:pt x="251665" y="21106"/>
                  </a:lnTo>
                  <a:lnTo>
                    <a:pt x="247032" y="18489"/>
                  </a:lnTo>
                  <a:lnTo>
                    <a:pt x="242319" y="16022"/>
                  </a:lnTo>
                  <a:lnTo>
                    <a:pt x="237529" y="13706"/>
                  </a:lnTo>
                  <a:lnTo>
                    <a:pt x="232669" y="11543"/>
                  </a:lnTo>
                  <a:lnTo>
                    <a:pt x="227741" y="9536"/>
                  </a:lnTo>
                  <a:lnTo>
                    <a:pt x="222753" y="7687"/>
                  </a:lnTo>
                  <a:lnTo>
                    <a:pt x="217708" y="5997"/>
                  </a:lnTo>
                  <a:lnTo>
                    <a:pt x="212612" y="4469"/>
                  </a:lnTo>
                  <a:lnTo>
                    <a:pt x="207470" y="3104"/>
                  </a:lnTo>
                  <a:lnTo>
                    <a:pt x="202287" y="1903"/>
                  </a:lnTo>
                  <a:lnTo>
                    <a:pt x="197069" y="868"/>
                  </a:lnTo>
                  <a:lnTo>
                    <a:pt x="191820" y="0"/>
                  </a:lnTo>
                  <a:lnTo>
                    <a:pt x="167153" y="1653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629088" y="1236837"/>
              <a:ext cx="24667" cy="167167"/>
            </a:xfrm>
            <a:custGeom>
              <a:avLst/>
              <a:pathLst>
                <a:path w="24667" h="167167">
                  <a:moveTo>
                    <a:pt x="24667" y="1829"/>
                  </a:moveTo>
                  <a:lnTo>
                    <a:pt x="16478" y="814"/>
                  </a:lnTo>
                  <a:lnTo>
                    <a:pt x="8249" y="2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169242" y="1546402"/>
              <a:ext cx="43323" cy="167167"/>
            </a:xfrm>
            <a:custGeom>
              <a:avLst/>
              <a:pathLst>
                <a:path w="43323" h="167167">
                  <a:moveTo>
                    <a:pt x="43323" y="0"/>
                  </a:moveTo>
                  <a:lnTo>
                    <a:pt x="37064" y="117"/>
                  </a:lnTo>
                  <a:lnTo>
                    <a:pt x="30814" y="468"/>
                  </a:lnTo>
                  <a:lnTo>
                    <a:pt x="24581" y="1053"/>
                  </a:lnTo>
                  <a:lnTo>
                    <a:pt x="18375" y="1872"/>
                  </a:lnTo>
                  <a:lnTo>
                    <a:pt x="12203" y="2922"/>
                  </a:lnTo>
                  <a:lnTo>
                    <a:pt x="6075" y="4202"/>
                  </a:lnTo>
                  <a:lnTo>
                    <a:pt x="0" y="5711"/>
                  </a:lnTo>
                  <a:lnTo>
                    <a:pt x="43323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169242" y="1552114"/>
              <a:ext cx="43323" cy="161455"/>
            </a:xfrm>
            <a:custGeom>
              <a:avLst/>
              <a:pathLst>
                <a:path w="43323" h="161455">
                  <a:moveTo>
                    <a:pt x="0" y="0"/>
                  </a:moveTo>
                  <a:lnTo>
                    <a:pt x="43323" y="16145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169242" y="1552114"/>
              <a:ext cx="43323" cy="161455"/>
            </a:xfrm>
            <a:custGeom>
              <a:avLst/>
              <a:pathLst>
                <a:path w="43323" h="161455">
                  <a:moveTo>
                    <a:pt x="0" y="0"/>
                  </a:moveTo>
                  <a:lnTo>
                    <a:pt x="43323" y="16145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169242" y="1552114"/>
              <a:ext cx="43323" cy="161455"/>
            </a:xfrm>
            <a:custGeom>
              <a:avLst/>
              <a:pathLst>
                <a:path w="43323" h="161455">
                  <a:moveTo>
                    <a:pt x="0" y="0"/>
                  </a:moveTo>
                  <a:lnTo>
                    <a:pt x="43323" y="1614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169242" y="1552114"/>
              <a:ext cx="43323" cy="161455"/>
            </a:xfrm>
            <a:custGeom>
              <a:avLst/>
              <a:pathLst>
                <a:path w="43323" h="161455">
                  <a:moveTo>
                    <a:pt x="0" y="0"/>
                  </a:moveTo>
                  <a:lnTo>
                    <a:pt x="43323" y="1614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169242" y="1552114"/>
              <a:ext cx="43323" cy="161455"/>
            </a:xfrm>
            <a:custGeom>
              <a:avLst/>
              <a:pathLst>
                <a:path w="43323" h="161455">
                  <a:moveTo>
                    <a:pt x="0" y="0"/>
                  </a:moveTo>
                  <a:lnTo>
                    <a:pt x="43323" y="1614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169242" y="1552114"/>
              <a:ext cx="43323" cy="161455"/>
            </a:xfrm>
            <a:custGeom>
              <a:avLst/>
              <a:pathLst>
                <a:path w="43323" h="161455">
                  <a:moveTo>
                    <a:pt x="0" y="0"/>
                  </a:moveTo>
                  <a:lnTo>
                    <a:pt x="43323" y="1614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169242" y="1552114"/>
              <a:ext cx="43323" cy="161455"/>
            </a:xfrm>
            <a:custGeom>
              <a:avLst/>
              <a:pathLst>
                <a:path w="43323" h="161455">
                  <a:moveTo>
                    <a:pt x="0" y="0"/>
                  </a:moveTo>
                  <a:lnTo>
                    <a:pt x="43323" y="16145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169242" y="1552114"/>
              <a:ext cx="43323" cy="161455"/>
            </a:xfrm>
            <a:custGeom>
              <a:avLst/>
              <a:pathLst>
                <a:path w="43323" h="161455">
                  <a:moveTo>
                    <a:pt x="0" y="0"/>
                  </a:moveTo>
                  <a:lnTo>
                    <a:pt x="43323" y="1614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169242" y="1552114"/>
              <a:ext cx="43323" cy="161455"/>
            </a:xfrm>
            <a:custGeom>
              <a:avLst/>
              <a:pathLst>
                <a:path w="43323" h="161455">
                  <a:moveTo>
                    <a:pt x="0" y="0"/>
                  </a:moveTo>
                  <a:lnTo>
                    <a:pt x="43323" y="1614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169242" y="1552114"/>
              <a:ext cx="43323" cy="161455"/>
            </a:xfrm>
            <a:custGeom>
              <a:avLst/>
              <a:pathLst>
                <a:path w="43323" h="161455">
                  <a:moveTo>
                    <a:pt x="0" y="0"/>
                  </a:moveTo>
                  <a:lnTo>
                    <a:pt x="43323" y="16145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169242" y="1552114"/>
              <a:ext cx="43323" cy="161455"/>
            </a:xfrm>
            <a:custGeom>
              <a:avLst/>
              <a:pathLst>
                <a:path w="43323" h="161455">
                  <a:moveTo>
                    <a:pt x="0" y="0"/>
                  </a:moveTo>
                  <a:lnTo>
                    <a:pt x="43323" y="1614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169242" y="1552114"/>
              <a:ext cx="43323" cy="161455"/>
            </a:xfrm>
            <a:custGeom>
              <a:avLst/>
              <a:pathLst>
                <a:path w="43323" h="161455">
                  <a:moveTo>
                    <a:pt x="0" y="0"/>
                  </a:moveTo>
                  <a:lnTo>
                    <a:pt x="43323" y="1614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169242" y="1552114"/>
              <a:ext cx="43323" cy="161455"/>
            </a:xfrm>
            <a:custGeom>
              <a:avLst/>
              <a:pathLst>
                <a:path w="43323" h="161455">
                  <a:moveTo>
                    <a:pt x="0" y="0"/>
                  </a:moveTo>
                  <a:lnTo>
                    <a:pt x="43323" y="1614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169242" y="1552114"/>
              <a:ext cx="43323" cy="161455"/>
            </a:xfrm>
            <a:custGeom>
              <a:avLst/>
              <a:pathLst>
                <a:path w="43323" h="161455">
                  <a:moveTo>
                    <a:pt x="0" y="0"/>
                  </a:moveTo>
                  <a:lnTo>
                    <a:pt x="43323" y="1614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169242" y="1552114"/>
              <a:ext cx="43323" cy="161455"/>
            </a:xfrm>
            <a:custGeom>
              <a:avLst/>
              <a:pathLst>
                <a:path w="43323" h="161455">
                  <a:moveTo>
                    <a:pt x="0" y="0"/>
                  </a:moveTo>
                  <a:lnTo>
                    <a:pt x="43323" y="16145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169242" y="1552114"/>
              <a:ext cx="43323" cy="161455"/>
            </a:xfrm>
            <a:custGeom>
              <a:avLst/>
              <a:pathLst>
                <a:path w="43323" h="161455">
                  <a:moveTo>
                    <a:pt x="0" y="0"/>
                  </a:moveTo>
                  <a:lnTo>
                    <a:pt x="43323" y="16145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045411" y="1552114"/>
              <a:ext cx="334316" cy="328622"/>
            </a:xfrm>
            <a:custGeom>
              <a:avLst/>
              <a:pathLst>
                <a:path w="334316" h="328622">
                  <a:moveTo>
                    <a:pt x="123831" y="0"/>
                  </a:moveTo>
                  <a:lnTo>
                    <a:pt x="118748" y="1450"/>
                  </a:lnTo>
                  <a:lnTo>
                    <a:pt x="113713" y="3060"/>
                  </a:lnTo>
                  <a:lnTo>
                    <a:pt x="108732" y="4829"/>
                  </a:lnTo>
                  <a:lnTo>
                    <a:pt x="103809" y="6755"/>
                  </a:lnTo>
                  <a:lnTo>
                    <a:pt x="98950" y="8835"/>
                  </a:lnTo>
                  <a:lnTo>
                    <a:pt x="94158" y="11067"/>
                  </a:lnTo>
                  <a:lnTo>
                    <a:pt x="89440" y="13451"/>
                  </a:lnTo>
                  <a:lnTo>
                    <a:pt x="84800" y="15982"/>
                  </a:lnTo>
                  <a:lnTo>
                    <a:pt x="80242" y="18658"/>
                  </a:lnTo>
                  <a:lnTo>
                    <a:pt x="75770" y="21477"/>
                  </a:lnTo>
                  <a:lnTo>
                    <a:pt x="71390" y="24437"/>
                  </a:lnTo>
                  <a:lnTo>
                    <a:pt x="67106" y="27533"/>
                  </a:lnTo>
                  <a:lnTo>
                    <a:pt x="62922" y="30763"/>
                  </a:lnTo>
                  <a:lnTo>
                    <a:pt x="58842" y="34124"/>
                  </a:lnTo>
                  <a:lnTo>
                    <a:pt x="54870" y="37612"/>
                  </a:lnTo>
                  <a:lnTo>
                    <a:pt x="51011" y="41224"/>
                  </a:lnTo>
                  <a:lnTo>
                    <a:pt x="47268" y="44956"/>
                  </a:lnTo>
                  <a:lnTo>
                    <a:pt x="43644" y="48805"/>
                  </a:lnTo>
                  <a:lnTo>
                    <a:pt x="40145" y="52766"/>
                  </a:lnTo>
                  <a:lnTo>
                    <a:pt x="36772" y="56836"/>
                  </a:lnTo>
                  <a:lnTo>
                    <a:pt x="33529" y="61010"/>
                  </a:lnTo>
                  <a:lnTo>
                    <a:pt x="30420" y="65285"/>
                  </a:lnTo>
                  <a:lnTo>
                    <a:pt x="27448" y="69656"/>
                  </a:lnTo>
                  <a:lnTo>
                    <a:pt x="24616" y="74119"/>
                  </a:lnTo>
                  <a:lnTo>
                    <a:pt x="21926" y="78670"/>
                  </a:lnTo>
                  <a:lnTo>
                    <a:pt x="19381" y="83303"/>
                  </a:lnTo>
                  <a:lnTo>
                    <a:pt x="16984" y="88014"/>
                  </a:lnTo>
                  <a:lnTo>
                    <a:pt x="14737" y="92798"/>
                  </a:lnTo>
                  <a:lnTo>
                    <a:pt x="12642" y="97652"/>
                  </a:lnTo>
                  <a:lnTo>
                    <a:pt x="10702" y="102569"/>
                  </a:lnTo>
                  <a:lnTo>
                    <a:pt x="8919" y="107545"/>
                  </a:lnTo>
                  <a:lnTo>
                    <a:pt x="7293" y="112574"/>
                  </a:lnTo>
                  <a:lnTo>
                    <a:pt x="5828" y="117653"/>
                  </a:lnTo>
                  <a:lnTo>
                    <a:pt x="4524" y="122776"/>
                  </a:lnTo>
                  <a:lnTo>
                    <a:pt x="3382" y="127937"/>
                  </a:lnTo>
                  <a:lnTo>
                    <a:pt x="2404" y="133131"/>
                  </a:lnTo>
                  <a:lnTo>
                    <a:pt x="1591" y="138354"/>
                  </a:lnTo>
                  <a:lnTo>
                    <a:pt x="943" y="143600"/>
                  </a:lnTo>
                  <a:lnTo>
                    <a:pt x="462" y="148864"/>
                  </a:lnTo>
                  <a:lnTo>
                    <a:pt x="147" y="154141"/>
                  </a:lnTo>
                  <a:lnTo>
                    <a:pt x="0" y="159425"/>
                  </a:lnTo>
                  <a:lnTo>
                    <a:pt x="19" y="164711"/>
                  </a:lnTo>
                  <a:lnTo>
                    <a:pt x="205" y="169993"/>
                  </a:lnTo>
                  <a:lnTo>
                    <a:pt x="559" y="175267"/>
                  </a:lnTo>
                  <a:lnTo>
                    <a:pt x="1079" y="180528"/>
                  </a:lnTo>
                  <a:lnTo>
                    <a:pt x="1765" y="185769"/>
                  </a:lnTo>
                  <a:lnTo>
                    <a:pt x="2616" y="190986"/>
                  </a:lnTo>
                  <a:lnTo>
                    <a:pt x="3632" y="196173"/>
                  </a:lnTo>
                  <a:lnTo>
                    <a:pt x="4811" y="201326"/>
                  </a:lnTo>
                  <a:lnTo>
                    <a:pt x="6153" y="206438"/>
                  </a:lnTo>
                  <a:lnTo>
                    <a:pt x="7656" y="211506"/>
                  </a:lnTo>
                  <a:lnTo>
                    <a:pt x="9318" y="216524"/>
                  </a:lnTo>
                  <a:lnTo>
                    <a:pt x="11138" y="221487"/>
                  </a:lnTo>
                  <a:lnTo>
                    <a:pt x="13114" y="226389"/>
                  </a:lnTo>
                  <a:lnTo>
                    <a:pt x="15244" y="231227"/>
                  </a:lnTo>
                  <a:lnTo>
                    <a:pt x="17526" y="235995"/>
                  </a:lnTo>
                  <a:lnTo>
                    <a:pt x="19957" y="240689"/>
                  </a:lnTo>
                  <a:lnTo>
                    <a:pt x="22536" y="245303"/>
                  </a:lnTo>
                  <a:lnTo>
                    <a:pt x="25259" y="249833"/>
                  </a:lnTo>
                  <a:lnTo>
                    <a:pt x="28124" y="254275"/>
                  </a:lnTo>
                  <a:lnTo>
                    <a:pt x="31129" y="258625"/>
                  </a:lnTo>
                  <a:lnTo>
                    <a:pt x="34269" y="262877"/>
                  </a:lnTo>
                  <a:lnTo>
                    <a:pt x="37542" y="267027"/>
                  </a:lnTo>
                  <a:lnTo>
                    <a:pt x="40944" y="271072"/>
                  </a:lnTo>
                  <a:lnTo>
                    <a:pt x="44473" y="275008"/>
                  </a:lnTo>
                  <a:lnTo>
                    <a:pt x="48125" y="278830"/>
                  </a:lnTo>
                  <a:lnTo>
                    <a:pt x="51895" y="282535"/>
                  </a:lnTo>
                  <a:lnTo>
                    <a:pt x="55781" y="286118"/>
                  </a:lnTo>
                  <a:lnTo>
                    <a:pt x="59778" y="289577"/>
                  </a:lnTo>
                  <a:lnTo>
                    <a:pt x="63882" y="292908"/>
                  </a:lnTo>
                  <a:lnTo>
                    <a:pt x="68090" y="296107"/>
                  </a:lnTo>
                  <a:lnTo>
                    <a:pt x="72397" y="299172"/>
                  </a:lnTo>
                  <a:lnTo>
                    <a:pt x="76798" y="302099"/>
                  </a:lnTo>
                  <a:lnTo>
                    <a:pt x="81290" y="304886"/>
                  </a:lnTo>
                  <a:lnTo>
                    <a:pt x="85868" y="307529"/>
                  </a:lnTo>
                  <a:lnTo>
                    <a:pt x="90527" y="310026"/>
                  </a:lnTo>
                  <a:lnTo>
                    <a:pt x="95262" y="312374"/>
                  </a:lnTo>
                  <a:lnTo>
                    <a:pt x="100070" y="314572"/>
                  </a:lnTo>
                  <a:lnTo>
                    <a:pt x="104944" y="316616"/>
                  </a:lnTo>
                  <a:lnTo>
                    <a:pt x="109881" y="318505"/>
                  </a:lnTo>
                  <a:lnTo>
                    <a:pt x="114875" y="320238"/>
                  </a:lnTo>
                  <a:lnTo>
                    <a:pt x="119921" y="321811"/>
                  </a:lnTo>
                  <a:lnTo>
                    <a:pt x="125015" y="323224"/>
                  </a:lnTo>
                  <a:lnTo>
                    <a:pt x="130150" y="324476"/>
                  </a:lnTo>
                  <a:lnTo>
                    <a:pt x="135323" y="325564"/>
                  </a:lnTo>
                  <a:lnTo>
                    <a:pt x="140527" y="326489"/>
                  </a:lnTo>
                  <a:lnTo>
                    <a:pt x="145758" y="327248"/>
                  </a:lnTo>
                  <a:lnTo>
                    <a:pt x="151011" y="327841"/>
                  </a:lnTo>
                  <a:lnTo>
                    <a:pt x="156280" y="328269"/>
                  </a:lnTo>
                  <a:lnTo>
                    <a:pt x="161559" y="328529"/>
                  </a:lnTo>
                  <a:lnTo>
                    <a:pt x="166844" y="328622"/>
                  </a:lnTo>
                  <a:lnTo>
                    <a:pt x="172130" y="328549"/>
                  </a:lnTo>
                  <a:lnTo>
                    <a:pt x="177410" y="328308"/>
                  </a:lnTo>
                  <a:lnTo>
                    <a:pt x="182680" y="327900"/>
                  </a:lnTo>
                  <a:lnTo>
                    <a:pt x="187935" y="327326"/>
                  </a:lnTo>
                  <a:lnTo>
                    <a:pt x="193169" y="326586"/>
                  </a:lnTo>
                  <a:lnTo>
                    <a:pt x="198376" y="325681"/>
                  </a:lnTo>
                  <a:lnTo>
                    <a:pt x="203553" y="324612"/>
                  </a:lnTo>
                  <a:lnTo>
                    <a:pt x="208693" y="323380"/>
                  </a:lnTo>
                  <a:lnTo>
                    <a:pt x="213792" y="321985"/>
                  </a:lnTo>
                  <a:lnTo>
                    <a:pt x="218844" y="320431"/>
                  </a:lnTo>
                  <a:lnTo>
                    <a:pt x="223845" y="318717"/>
                  </a:lnTo>
                  <a:lnTo>
                    <a:pt x="228788" y="316846"/>
                  </a:lnTo>
                  <a:lnTo>
                    <a:pt x="233670" y="314820"/>
                  </a:lnTo>
                  <a:lnTo>
                    <a:pt x="238486" y="312640"/>
                  </a:lnTo>
                  <a:lnTo>
                    <a:pt x="243230" y="310309"/>
                  </a:lnTo>
                  <a:lnTo>
                    <a:pt x="247898" y="307830"/>
                  </a:lnTo>
                  <a:lnTo>
                    <a:pt x="252486" y="305204"/>
                  </a:lnTo>
                  <a:lnTo>
                    <a:pt x="256988" y="302434"/>
                  </a:lnTo>
                  <a:lnTo>
                    <a:pt x="261400" y="299523"/>
                  </a:lnTo>
                  <a:lnTo>
                    <a:pt x="265718" y="296474"/>
                  </a:lnTo>
                  <a:lnTo>
                    <a:pt x="269938" y="293291"/>
                  </a:lnTo>
                  <a:lnTo>
                    <a:pt x="274055" y="289975"/>
                  </a:lnTo>
                  <a:lnTo>
                    <a:pt x="278065" y="286531"/>
                  </a:lnTo>
                  <a:lnTo>
                    <a:pt x="281964" y="282962"/>
                  </a:lnTo>
                  <a:lnTo>
                    <a:pt x="285748" y="279271"/>
                  </a:lnTo>
                  <a:lnTo>
                    <a:pt x="289413" y="275463"/>
                  </a:lnTo>
                  <a:lnTo>
                    <a:pt x="292957" y="271541"/>
                  </a:lnTo>
                  <a:lnTo>
                    <a:pt x="296374" y="267508"/>
                  </a:lnTo>
                  <a:lnTo>
                    <a:pt x="299663" y="263370"/>
                  </a:lnTo>
                  <a:lnTo>
                    <a:pt x="302819" y="259129"/>
                  </a:lnTo>
                  <a:lnTo>
                    <a:pt x="305839" y="254791"/>
                  </a:lnTo>
                  <a:lnTo>
                    <a:pt x="308721" y="250360"/>
                  </a:lnTo>
                  <a:lnTo>
                    <a:pt x="311461" y="245839"/>
                  </a:lnTo>
                  <a:lnTo>
                    <a:pt x="314057" y="241235"/>
                  </a:lnTo>
                  <a:lnTo>
                    <a:pt x="316505" y="236550"/>
                  </a:lnTo>
                  <a:lnTo>
                    <a:pt x="318805" y="231791"/>
                  </a:lnTo>
                  <a:lnTo>
                    <a:pt x="320953" y="226961"/>
                  </a:lnTo>
                  <a:lnTo>
                    <a:pt x="322947" y="222066"/>
                  </a:lnTo>
                  <a:lnTo>
                    <a:pt x="324786" y="217110"/>
                  </a:lnTo>
                  <a:lnTo>
                    <a:pt x="326466" y="212098"/>
                  </a:lnTo>
                  <a:lnTo>
                    <a:pt x="327988" y="207036"/>
                  </a:lnTo>
                  <a:lnTo>
                    <a:pt x="329349" y="201928"/>
                  </a:lnTo>
                  <a:lnTo>
                    <a:pt x="330547" y="196780"/>
                  </a:lnTo>
                  <a:lnTo>
                    <a:pt x="331582" y="191597"/>
                  </a:lnTo>
                  <a:lnTo>
                    <a:pt x="332453" y="186383"/>
                  </a:lnTo>
                  <a:lnTo>
                    <a:pt x="333159" y="181144"/>
                  </a:lnTo>
                  <a:lnTo>
                    <a:pt x="333698" y="175886"/>
                  </a:lnTo>
                  <a:lnTo>
                    <a:pt x="334071" y="170613"/>
                  </a:lnTo>
                  <a:lnTo>
                    <a:pt x="334277" y="165331"/>
                  </a:lnTo>
                  <a:lnTo>
                    <a:pt x="334316" y="160046"/>
                  </a:lnTo>
                  <a:lnTo>
                    <a:pt x="334188" y="154761"/>
                  </a:lnTo>
                  <a:lnTo>
                    <a:pt x="333893" y="149484"/>
                  </a:lnTo>
                  <a:lnTo>
                    <a:pt x="333431" y="144218"/>
                  </a:lnTo>
                  <a:lnTo>
                    <a:pt x="332803" y="138969"/>
                  </a:lnTo>
                  <a:lnTo>
                    <a:pt x="332009" y="133744"/>
                  </a:lnTo>
                  <a:lnTo>
                    <a:pt x="331051" y="128545"/>
                  </a:lnTo>
                  <a:lnTo>
                    <a:pt x="329928" y="123380"/>
                  </a:lnTo>
                  <a:lnTo>
                    <a:pt x="328643" y="118253"/>
                  </a:lnTo>
                  <a:lnTo>
                    <a:pt x="327196" y="113169"/>
                  </a:lnTo>
                  <a:lnTo>
                    <a:pt x="325590" y="108133"/>
                  </a:lnTo>
                  <a:lnTo>
                    <a:pt x="323825" y="103150"/>
                  </a:lnTo>
                  <a:lnTo>
                    <a:pt x="321903" y="98226"/>
                  </a:lnTo>
                  <a:lnTo>
                    <a:pt x="319826" y="93365"/>
                  </a:lnTo>
                  <a:lnTo>
                    <a:pt x="317597" y="88572"/>
                  </a:lnTo>
                  <a:lnTo>
                    <a:pt x="315218" y="83852"/>
                  </a:lnTo>
                  <a:lnTo>
                    <a:pt x="312690" y="79210"/>
                  </a:lnTo>
                  <a:lnTo>
                    <a:pt x="310017" y="74649"/>
                  </a:lnTo>
                  <a:lnTo>
                    <a:pt x="307201" y="70176"/>
                  </a:lnTo>
                  <a:lnTo>
                    <a:pt x="304245" y="65794"/>
                  </a:lnTo>
                  <a:lnTo>
                    <a:pt x="301152" y="61507"/>
                  </a:lnTo>
                  <a:lnTo>
                    <a:pt x="297925" y="57321"/>
                  </a:lnTo>
                  <a:lnTo>
                    <a:pt x="294567" y="53238"/>
                  </a:lnTo>
                  <a:lnTo>
                    <a:pt x="291082" y="49264"/>
                  </a:lnTo>
                  <a:lnTo>
                    <a:pt x="287473" y="45402"/>
                  </a:lnTo>
                  <a:lnTo>
                    <a:pt x="283744" y="41656"/>
                  </a:lnTo>
                  <a:lnTo>
                    <a:pt x="279898" y="38030"/>
                  </a:lnTo>
                  <a:lnTo>
                    <a:pt x="275939" y="34527"/>
                  </a:lnTo>
                  <a:lnTo>
                    <a:pt x="271872" y="31151"/>
                  </a:lnTo>
                  <a:lnTo>
                    <a:pt x="167155" y="1614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212566" y="1546402"/>
              <a:ext cx="104717" cy="167167"/>
            </a:xfrm>
            <a:custGeom>
              <a:avLst/>
              <a:pathLst>
                <a:path w="104717" h="167167">
                  <a:moveTo>
                    <a:pt x="104717" y="36863"/>
                  </a:moveTo>
                  <a:lnTo>
                    <a:pt x="100247" y="33393"/>
                  </a:lnTo>
                  <a:lnTo>
                    <a:pt x="95663" y="30078"/>
                  </a:lnTo>
                  <a:lnTo>
                    <a:pt x="90969" y="26919"/>
                  </a:lnTo>
                  <a:lnTo>
                    <a:pt x="86170" y="23921"/>
                  </a:lnTo>
                  <a:lnTo>
                    <a:pt x="81273" y="21086"/>
                  </a:lnTo>
                  <a:lnTo>
                    <a:pt x="76283" y="18420"/>
                  </a:lnTo>
                  <a:lnTo>
                    <a:pt x="71206" y="15923"/>
                  </a:lnTo>
                  <a:lnTo>
                    <a:pt x="66047" y="13600"/>
                  </a:lnTo>
                  <a:lnTo>
                    <a:pt x="60812" y="11453"/>
                  </a:lnTo>
                  <a:lnTo>
                    <a:pt x="55508" y="9484"/>
                  </a:lnTo>
                  <a:lnTo>
                    <a:pt x="50140" y="7696"/>
                  </a:lnTo>
                  <a:lnTo>
                    <a:pt x="44714" y="6091"/>
                  </a:lnTo>
                  <a:lnTo>
                    <a:pt x="39238" y="4670"/>
                  </a:lnTo>
                  <a:lnTo>
                    <a:pt x="33716" y="3435"/>
                  </a:lnTo>
                  <a:lnTo>
                    <a:pt x="28156" y="2388"/>
                  </a:lnTo>
                  <a:lnTo>
                    <a:pt x="22563" y="1529"/>
                  </a:lnTo>
                  <a:lnTo>
                    <a:pt x="16945" y="861"/>
                  </a:lnTo>
                  <a:lnTo>
                    <a:pt x="11307" y="382"/>
                  </a:lnTo>
                  <a:lnTo>
                    <a:pt x="5657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876713" y="1943516"/>
              <a:ext cx="2069" cy="167167"/>
            </a:xfrm>
            <a:custGeom>
              <a:avLst/>
              <a:pathLst>
                <a:path w="2069" h="167167">
                  <a:moveTo>
                    <a:pt x="2069" y="0"/>
                  </a:moveTo>
                  <a:lnTo>
                    <a:pt x="0" y="12"/>
                  </a:lnTo>
                  <a:lnTo>
                    <a:pt x="2069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876713" y="1943529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876713" y="1943529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876713" y="1943529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876713" y="1943529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876713" y="1943529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876713" y="1943529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876713" y="1943529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876713" y="1943529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876713" y="1943529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876713" y="1943529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876713" y="1943529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876713" y="1943529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876713" y="1943529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876713" y="1943529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876713" y="1943529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752785" y="1943529"/>
              <a:ext cx="125998" cy="167154"/>
            </a:xfrm>
            <a:custGeom>
              <a:avLst/>
              <a:pathLst>
                <a:path w="125998" h="167154">
                  <a:moveTo>
                    <a:pt x="123928" y="0"/>
                  </a:moveTo>
                  <a:lnTo>
                    <a:pt x="118305" y="164"/>
                  </a:lnTo>
                  <a:lnTo>
                    <a:pt x="112691" y="517"/>
                  </a:lnTo>
                  <a:lnTo>
                    <a:pt x="107091" y="1059"/>
                  </a:lnTo>
                  <a:lnTo>
                    <a:pt x="101513" y="1789"/>
                  </a:lnTo>
                  <a:lnTo>
                    <a:pt x="95963" y="2707"/>
                  </a:lnTo>
                  <a:lnTo>
                    <a:pt x="90447" y="3811"/>
                  </a:lnTo>
                  <a:lnTo>
                    <a:pt x="84971" y="5099"/>
                  </a:lnTo>
                  <a:lnTo>
                    <a:pt x="79542" y="6571"/>
                  </a:lnTo>
                  <a:lnTo>
                    <a:pt x="74165" y="8225"/>
                  </a:lnTo>
                  <a:lnTo>
                    <a:pt x="68847" y="10059"/>
                  </a:lnTo>
                  <a:lnTo>
                    <a:pt x="63594" y="12071"/>
                  </a:lnTo>
                  <a:lnTo>
                    <a:pt x="58411" y="14259"/>
                  </a:lnTo>
                  <a:lnTo>
                    <a:pt x="53305" y="16620"/>
                  </a:lnTo>
                  <a:lnTo>
                    <a:pt x="48281" y="19151"/>
                  </a:lnTo>
                  <a:lnTo>
                    <a:pt x="43345" y="21849"/>
                  </a:lnTo>
                  <a:lnTo>
                    <a:pt x="38503" y="24713"/>
                  </a:lnTo>
                  <a:lnTo>
                    <a:pt x="33760" y="27737"/>
                  </a:lnTo>
                  <a:lnTo>
                    <a:pt x="29121" y="30920"/>
                  </a:lnTo>
                  <a:lnTo>
                    <a:pt x="24592" y="34256"/>
                  </a:lnTo>
                  <a:lnTo>
                    <a:pt x="20178" y="37744"/>
                  </a:lnTo>
                  <a:lnTo>
                    <a:pt x="15883" y="41377"/>
                  </a:lnTo>
                  <a:lnTo>
                    <a:pt x="11714" y="45154"/>
                  </a:lnTo>
                  <a:lnTo>
                    <a:pt x="7674" y="49068"/>
                  </a:lnTo>
                  <a:lnTo>
                    <a:pt x="3767" y="53116"/>
                  </a:lnTo>
                  <a:lnTo>
                    <a:pt x="0" y="57293"/>
                  </a:lnTo>
                  <a:lnTo>
                    <a:pt x="125998" y="1671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711630" y="1943516"/>
              <a:ext cx="334301" cy="334334"/>
            </a:xfrm>
            <a:custGeom>
              <a:avLst/>
              <a:pathLst>
                <a:path w="334301" h="334334">
                  <a:moveTo>
                    <a:pt x="41154" y="57306"/>
                  </a:moveTo>
                  <a:lnTo>
                    <a:pt x="37730" y="61362"/>
                  </a:lnTo>
                  <a:lnTo>
                    <a:pt x="34436" y="65524"/>
                  </a:lnTo>
                  <a:lnTo>
                    <a:pt x="31276" y="69788"/>
                  </a:lnTo>
                  <a:lnTo>
                    <a:pt x="28253" y="74151"/>
                  </a:lnTo>
                  <a:lnTo>
                    <a:pt x="25371" y="78607"/>
                  </a:lnTo>
                  <a:lnTo>
                    <a:pt x="22631" y="83153"/>
                  </a:lnTo>
                  <a:lnTo>
                    <a:pt x="20036" y="87783"/>
                  </a:lnTo>
                  <a:lnTo>
                    <a:pt x="17590" y="92493"/>
                  </a:lnTo>
                  <a:lnTo>
                    <a:pt x="15295" y="97279"/>
                  </a:lnTo>
                  <a:lnTo>
                    <a:pt x="13153" y="102135"/>
                  </a:lnTo>
                  <a:lnTo>
                    <a:pt x="11166" y="107057"/>
                  </a:lnTo>
                  <a:lnTo>
                    <a:pt x="9337" y="112039"/>
                  </a:lnTo>
                  <a:lnTo>
                    <a:pt x="7666" y="117077"/>
                  </a:lnTo>
                  <a:lnTo>
                    <a:pt x="6156" y="122165"/>
                  </a:lnTo>
                  <a:lnTo>
                    <a:pt x="4809" y="127299"/>
                  </a:lnTo>
                  <a:lnTo>
                    <a:pt x="3625" y="132472"/>
                  </a:lnTo>
                  <a:lnTo>
                    <a:pt x="2606" y="137681"/>
                  </a:lnTo>
                  <a:lnTo>
                    <a:pt x="1753" y="142920"/>
                  </a:lnTo>
                  <a:lnTo>
                    <a:pt x="1066" y="148183"/>
                  </a:lnTo>
                  <a:lnTo>
                    <a:pt x="547" y="153465"/>
                  </a:lnTo>
                  <a:lnTo>
                    <a:pt x="196" y="158761"/>
                  </a:lnTo>
                  <a:lnTo>
                    <a:pt x="14" y="164065"/>
                  </a:lnTo>
                  <a:lnTo>
                    <a:pt x="0" y="169373"/>
                  </a:lnTo>
                  <a:lnTo>
                    <a:pt x="154" y="174678"/>
                  </a:lnTo>
                  <a:lnTo>
                    <a:pt x="476" y="179976"/>
                  </a:lnTo>
                  <a:lnTo>
                    <a:pt x="967" y="185261"/>
                  </a:lnTo>
                  <a:lnTo>
                    <a:pt x="1625" y="190527"/>
                  </a:lnTo>
                  <a:lnTo>
                    <a:pt x="2450" y="195770"/>
                  </a:lnTo>
                  <a:lnTo>
                    <a:pt x="3441" y="200985"/>
                  </a:lnTo>
                  <a:lnTo>
                    <a:pt x="4597" y="206165"/>
                  </a:lnTo>
                  <a:lnTo>
                    <a:pt x="5917" y="211305"/>
                  </a:lnTo>
                  <a:lnTo>
                    <a:pt x="7400" y="216402"/>
                  </a:lnTo>
                  <a:lnTo>
                    <a:pt x="9043" y="221448"/>
                  </a:lnTo>
                  <a:lnTo>
                    <a:pt x="10846" y="226440"/>
                  </a:lnTo>
                  <a:lnTo>
                    <a:pt x="12807" y="231373"/>
                  </a:lnTo>
                  <a:lnTo>
                    <a:pt x="14923" y="236240"/>
                  </a:lnTo>
                  <a:lnTo>
                    <a:pt x="17192" y="241038"/>
                  </a:lnTo>
                  <a:lnTo>
                    <a:pt x="19613" y="245761"/>
                  </a:lnTo>
                  <a:lnTo>
                    <a:pt x="22182" y="250406"/>
                  </a:lnTo>
                  <a:lnTo>
                    <a:pt x="24898" y="254966"/>
                  </a:lnTo>
                  <a:lnTo>
                    <a:pt x="27757" y="259438"/>
                  </a:lnTo>
                  <a:lnTo>
                    <a:pt x="30756" y="263816"/>
                  </a:lnTo>
                  <a:lnTo>
                    <a:pt x="33893" y="268098"/>
                  </a:lnTo>
                  <a:lnTo>
                    <a:pt x="37165" y="272277"/>
                  </a:lnTo>
                  <a:lnTo>
                    <a:pt x="40567" y="276351"/>
                  </a:lnTo>
                  <a:lnTo>
                    <a:pt x="44097" y="280314"/>
                  </a:lnTo>
                  <a:lnTo>
                    <a:pt x="47751" y="284164"/>
                  </a:lnTo>
                  <a:lnTo>
                    <a:pt x="51525" y="287895"/>
                  </a:lnTo>
                  <a:lnTo>
                    <a:pt x="55416" y="291505"/>
                  </a:lnTo>
                  <a:lnTo>
                    <a:pt x="59420" y="294990"/>
                  </a:lnTo>
                  <a:lnTo>
                    <a:pt x="63532" y="298345"/>
                  </a:lnTo>
                  <a:lnTo>
                    <a:pt x="67749" y="301569"/>
                  </a:lnTo>
                  <a:lnTo>
                    <a:pt x="72065" y="304657"/>
                  </a:lnTo>
                  <a:lnTo>
                    <a:pt x="76478" y="307606"/>
                  </a:lnTo>
                  <a:lnTo>
                    <a:pt x="80982" y="310414"/>
                  </a:lnTo>
                  <a:lnTo>
                    <a:pt x="85573" y="313077"/>
                  </a:lnTo>
                  <a:lnTo>
                    <a:pt x="90246" y="315593"/>
                  </a:lnTo>
                  <a:lnTo>
                    <a:pt x="94997" y="317960"/>
                  </a:lnTo>
                  <a:lnTo>
                    <a:pt x="99820" y="320175"/>
                  </a:lnTo>
                  <a:lnTo>
                    <a:pt x="104712" y="322235"/>
                  </a:lnTo>
                  <a:lnTo>
                    <a:pt x="109666" y="324139"/>
                  </a:lnTo>
                  <a:lnTo>
                    <a:pt x="114678" y="325885"/>
                  </a:lnTo>
                  <a:lnTo>
                    <a:pt x="119743" y="327471"/>
                  </a:lnTo>
                  <a:lnTo>
                    <a:pt x="124856" y="328895"/>
                  </a:lnTo>
                  <a:lnTo>
                    <a:pt x="130012" y="330156"/>
                  </a:lnTo>
                  <a:lnTo>
                    <a:pt x="135205" y="331253"/>
                  </a:lnTo>
                  <a:lnTo>
                    <a:pt x="140430" y="332185"/>
                  </a:lnTo>
                  <a:lnTo>
                    <a:pt x="145682" y="332950"/>
                  </a:lnTo>
                  <a:lnTo>
                    <a:pt x="150956" y="333548"/>
                  </a:lnTo>
                  <a:lnTo>
                    <a:pt x="156246" y="333978"/>
                  </a:lnTo>
                  <a:lnTo>
                    <a:pt x="161547" y="334240"/>
                  </a:lnTo>
                  <a:lnTo>
                    <a:pt x="166854" y="334334"/>
                  </a:lnTo>
                  <a:lnTo>
                    <a:pt x="172161" y="334259"/>
                  </a:lnTo>
                  <a:lnTo>
                    <a:pt x="177463" y="334016"/>
                  </a:lnTo>
                  <a:lnTo>
                    <a:pt x="182754" y="333605"/>
                  </a:lnTo>
                  <a:lnTo>
                    <a:pt x="188030" y="333026"/>
                  </a:lnTo>
                  <a:lnTo>
                    <a:pt x="193285" y="332279"/>
                  </a:lnTo>
                  <a:lnTo>
                    <a:pt x="198514" y="331366"/>
                  </a:lnTo>
                  <a:lnTo>
                    <a:pt x="203710" y="330288"/>
                  </a:lnTo>
                  <a:lnTo>
                    <a:pt x="208870" y="329045"/>
                  </a:lnTo>
                  <a:lnTo>
                    <a:pt x="213988" y="327639"/>
                  </a:lnTo>
                  <a:lnTo>
                    <a:pt x="219059" y="326071"/>
                  </a:lnTo>
                  <a:lnTo>
                    <a:pt x="224078" y="324344"/>
                  </a:lnTo>
                  <a:lnTo>
                    <a:pt x="229039" y="322457"/>
                  </a:lnTo>
                  <a:lnTo>
                    <a:pt x="233937" y="320414"/>
                  </a:lnTo>
                  <a:lnTo>
                    <a:pt x="238769" y="318217"/>
                  </a:lnTo>
                  <a:lnTo>
                    <a:pt x="243528" y="315867"/>
                  </a:lnTo>
                  <a:lnTo>
                    <a:pt x="248210" y="313368"/>
                  </a:lnTo>
                  <a:lnTo>
                    <a:pt x="252810" y="310721"/>
                  </a:lnTo>
                  <a:lnTo>
                    <a:pt x="257324" y="307929"/>
                  </a:lnTo>
                  <a:lnTo>
                    <a:pt x="261747" y="304996"/>
                  </a:lnTo>
                  <a:lnTo>
                    <a:pt x="266075" y="301923"/>
                  </a:lnTo>
                  <a:lnTo>
                    <a:pt x="270303" y="298715"/>
                  </a:lnTo>
                  <a:lnTo>
                    <a:pt x="274428" y="295374"/>
                  </a:lnTo>
                  <a:lnTo>
                    <a:pt x="278443" y="291904"/>
                  </a:lnTo>
                  <a:lnTo>
                    <a:pt x="282347" y="288308"/>
                  </a:lnTo>
                  <a:lnTo>
                    <a:pt x="286135" y="284590"/>
                  </a:lnTo>
                  <a:lnTo>
                    <a:pt x="289803" y="280753"/>
                  </a:lnTo>
                  <a:lnTo>
                    <a:pt x="293347" y="276802"/>
                  </a:lnTo>
                  <a:lnTo>
                    <a:pt x="296764" y="272741"/>
                  </a:lnTo>
                  <a:lnTo>
                    <a:pt x="300050" y="268573"/>
                  </a:lnTo>
                  <a:lnTo>
                    <a:pt x="303202" y="264303"/>
                  </a:lnTo>
                  <a:lnTo>
                    <a:pt x="306217" y="259935"/>
                  </a:lnTo>
                  <a:lnTo>
                    <a:pt x="309092" y="255474"/>
                  </a:lnTo>
                  <a:lnTo>
                    <a:pt x="311824" y="250923"/>
                  </a:lnTo>
                  <a:lnTo>
                    <a:pt x="314410" y="246288"/>
                  </a:lnTo>
                  <a:lnTo>
                    <a:pt x="316848" y="241573"/>
                  </a:lnTo>
                  <a:lnTo>
                    <a:pt x="319134" y="236784"/>
                  </a:lnTo>
                  <a:lnTo>
                    <a:pt x="321268" y="231924"/>
                  </a:lnTo>
                  <a:lnTo>
                    <a:pt x="323246" y="226999"/>
                  </a:lnTo>
                  <a:lnTo>
                    <a:pt x="325066" y="222013"/>
                  </a:lnTo>
                  <a:lnTo>
                    <a:pt x="326728" y="216972"/>
                  </a:lnTo>
                  <a:lnTo>
                    <a:pt x="328229" y="211881"/>
                  </a:lnTo>
                  <a:lnTo>
                    <a:pt x="329567" y="206745"/>
                  </a:lnTo>
                  <a:lnTo>
                    <a:pt x="330742" y="201569"/>
                  </a:lnTo>
                  <a:lnTo>
                    <a:pt x="331751" y="196359"/>
                  </a:lnTo>
                  <a:lnTo>
                    <a:pt x="332595" y="191119"/>
                  </a:lnTo>
                  <a:lnTo>
                    <a:pt x="333272" y="185854"/>
                  </a:lnTo>
                  <a:lnTo>
                    <a:pt x="333782" y="180571"/>
                  </a:lnTo>
                  <a:lnTo>
                    <a:pt x="334123" y="175275"/>
                  </a:lnTo>
                  <a:lnTo>
                    <a:pt x="334296" y="169970"/>
                  </a:lnTo>
                  <a:lnTo>
                    <a:pt x="334301" y="164662"/>
                  </a:lnTo>
                  <a:lnTo>
                    <a:pt x="334137" y="159357"/>
                  </a:lnTo>
                  <a:lnTo>
                    <a:pt x="333805" y="154060"/>
                  </a:lnTo>
                  <a:lnTo>
                    <a:pt x="333305" y="148776"/>
                  </a:lnTo>
                  <a:lnTo>
                    <a:pt x="332638" y="143511"/>
                  </a:lnTo>
                  <a:lnTo>
                    <a:pt x="331803" y="138269"/>
                  </a:lnTo>
                  <a:lnTo>
                    <a:pt x="330803" y="133057"/>
                  </a:lnTo>
                  <a:lnTo>
                    <a:pt x="329637" y="127879"/>
                  </a:lnTo>
                  <a:lnTo>
                    <a:pt x="328308" y="122740"/>
                  </a:lnTo>
                  <a:lnTo>
                    <a:pt x="326817" y="117647"/>
                  </a:lnTo>
                  <a:lnTo>
                    <a:pt x="325164" y="112603"/>
                  </a:lnTo>
                  <a:lnTo>
                    <a:pt x="323352" y="107614"/>
                  </a:lnTo>
                  <a:lnTo>
                    <a:pt x="321383" y="102686"/>
                  </a:lnTo>
                  <a:lnTo>
                    <a:pt x="319258" y="97822"/>
                  </a:lnTo>
                  <a:lnTo>
                    <a:pt x="316980" y="93028"/>
                  </a:lnTo>
                  <a:lnTo>
                    <a:pt x="314551" y="88309"/>
                  </a:lnTo>
                  <a:lnTo>
                    <a:pt x="311973" y="83669"/>
                  </a:lnTo>
                  <a:lnTo>
                    <a:pt x="309250" y="79114"/>
                  </a:lnTo>
                  <a:lnTo>
                    <a:pt x="306383" y="74647"/>
                  </a:lnTo>
                  <a:lnTo>
                    <a:pt x="303375" y="70274"/>
                  </a:lnTo>
                  <a:lnTo>
                    <a:pt x="300231" y="65998"/>
                  </a:lnTo>
                  <a:lnTo>
                    <a:pt x="296952" y="61825"/>
                  </a:lnTo>
                  <a:lnTo>
                    <a:pt x="293542" y="57757"/>
                  </a:lnTo>
                  <a:lnTo>
                    <a:pt x="290005" y="53800"/>
                  </a:lnTo>
                  <a:lnTo>
                    <a:pt x="286345" y="49957"/>
                  </a:lnTo>
                  <a:lnTo>
                    <a:pt x="282564" y="46232"/>
                  </a:lnTo>
                  <a:lnTo>
                    <a:pt x="278666" y="42629"/>
                  </a:lnTo>
                  <a:lnTo>
                    <a:pt x="274656" y="39152"/>
                  </a:lnTo>
                  <a:lnTo>
                    <a:pt x="270538" y="35804"/>
                  </a:lnTo>
                  <a:lnTo>
                    <a:pt x="266316" y="32588"/>
                  </a:lnTo>
                  <a:lnTo>
                    <a:pt x="261994" y="29508"/>
                  </a:lnTo>
                  <a:lnTo>
                    <a:pt x="257576" y="26566"/>
                  </a:lnTo>
                  <a:lnTo>
                    <a:pt x="253067" y="23766"/>
                  </a:lnTo>
                  <a:lnTo>
                    <a:pt x="248471" y="21111"/>
                  </a:lnTo>
                  <a:lnTo>
                    <a:pt x="243793" y="18603"/>
                  </a:lnTo>
                  <a:lnTo>
                    <a:pt x="239038" y="16245"/>
                  </a:lnTo>
                  <a:lnTo>
                    <a:pt x="234211" y="14039"/>
                  </a:lnTo>
                  <a:lnTo>
                    <a:pt x="229316" y="11988"/>
                  </a:lnTo>
                  <a:lnTo>
                    <a:pt x="224358" y="10092"/>
                  </a:lnTo>
                  <a:lnTo>
                    <a:pt x="219343" y="8355"/>
                  </a:lnTo>
                  <a:lnTo>
                    <a:pt x="214275" y="6779"/>
                  </a:lnTo>
                  <a:lnTo>
                    <a:pt x="209160" y="5363"/>
                  </a:lnTo>
                  <a:lnTo>
                    <a:pt x="204002" y="4111"/>
                  </a:lnTo>
                  <a:lnTo>
                    <a:pt x="198807" y="3024"/>
                  </a:lnTo>
                  <a:lnTo>
                    <a:pt x="193580" y="2102"/>
                  </a:lnTo>
                  <a:lnTo>
                    <a:pt x="188326" y="1346"/>
                  </a:lnTo>
                  <a:lnTo>
                    <a:pt x="183052" y="757"/>
                  </a:lnTo>
                  <a:lnTo>
                    <a:pt x="177761" y="336"/>
                  </a:lnTo>
                  <a:lnTo>
                    <a:pt x="172459" y="84"/>
                  </a:lnTo>
                  <a:lnTo>
                    <a:pt x="167152" y="0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625415" y="2406772"/>
              <a:ext cx="20318" cy="167167"/>
            </a:xfrm>
            <a:custGeom>
              <a:avLst/>
              <a:pathLst>
                <a:path w="20318" h="167167">
                  <a:moveTo>
                    <a:pt x="20318" y="0"/>
                  </a:moveTo>
                  <a:lnTo>
                    <a:pt x="10140" y="310"/>
                  </a:lnTo>
                  <a:lnTo>
                    <a:pt x="0" y="1239"/>
                  </a:lnTo>
                  <a:lnTo>
                    <a:pt x="2031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625415" y="2408011"/>
              <a:ext cx="20318" cy="165928"/>
            </a:xfrm>
            <a:custGeom>
              <a:avLst/>
              <a:pathLst>
                <a:path w="20318" h="165928">
                  <a:moveTo>
                    <a:pt x="0" y="0"/>
                  </a:moveTo>
                  <a:lnTo>
                    <a:pt x="20318" y="1659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25415" y="2408011"/>
              <a:ext cx="20318" cy="165928"/>
            </a:xfrm>
            <a:custGeom>
              <a:avLst/>
              <a:pathLst>
                <a:path w="20318" h="165928">
                  <a:moveTo>
                    <a:pt x="0" y="0"/>
                  </a:moveTo>
                  <a:lnTo>
                    <a:pt x="20318" y="1659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625415" y="2408011"/>
              <a:ext cx="20318" cy="165928"/>
            </a:xfrm>
            <a:custGeom>
              <a:avLst/>
              <a:pathLst>
                <a:path w="20318" h="165928">
                  <a:moveTo>
                    <a:pt x="0" y="0"/>
                  </a:moveTo>
                  <a:lnTo>
                    <a:pt x="20318" y="1659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25415" y="2408011"/>
              <a:ext cx="20318" cy="165928"/>
            </a:xfrm>
            <a:custGeom>
              <a:avLst/>
              <a:pathLst>
                <a:path w="20318" h="165928">
                  <a:moveTo>
                    <a:pt x="0" y="0"/>
                  </a:moveTo>
                  <a:lnTo>
                    <a:pt x="20318" y="1659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25415" y="2408011"/>
              <a:ext cx="20318" cy="165928"/>
            </a:xfrm>
            <a:custGeom>
              <a:avLst/>
              <a:pathLst>
                <a:path w="20318" h="165928">
                  <a:moveTo>
                    <a:pt x="0" y="0"/>
                  </a:moveTo>
                  <a:lnTo>
                    <a:pt x="20318" y="1659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25415" y="2408011"/>
              <a:ext cx="20318" cy="165928"/>
            </a:xfrm>
            <a:custGeom>
              <a:avLst/>
              <a:pathLst>
                <a:path w="20318" h="165928">
                  <a:moveTo>
                    <a:pt x="0" y="0"/>
                  </a:moveTo>
                  <a:lnTo>
                    <a:pt x="20318" y="1659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25415" y="2408011"/>
              <a:ext cx="20318" cy="165928"/>
            </a:xfrm>
            <a:custGeom>
              <a:avLst/>
              <a:pathLst>
                <a:path w="20318" h="165928">
                  <a:moveTo>
                    <a:pt x="0" y="0"/>
                  </a:moveTo>
                  <a:lnTo>
                    <a:pt x="20318" y="1659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25415" y="2408011"/>
              <a:ext cx="20318" cy="165928"/>
            </a:xfrm>
            <a:custGeom>
              <a:avLst/>
              <a:pathLst>
                <a:path w="20318" h="165928">
                  <a:moveTo>
                    <a:pt x="0" y="0"/>
                  </a:moveTo>
                  <a:lnTo>
                    <a:pt x="20318" y="1659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25415" y="2408011"/>
              <a:ext cx="20318" cy="165928"/>
            </a:xfrm>
            <a:custGeom>
              <a:avLst/>
              <a:pathLst>
                <a:path w="20318" h="165928">
                  <a:moveTo>
                    <a:pt x="0" y="0"/>
                  </a:moveTo>
                  <a:lnTo>
                    <a:pt x="20318" y="1659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25415" y="2408011"/>
              <a:ext cx="20318" cy="165928"/>
            </a:xfrm>
            <a:custGeom>
              <a:avLst/>
              <a:pathLst>
                <a:path w="20318" h="165928">
                  <a:moveTo>
                    <a:pt x="0" y="0"/>
                  </a:moveTo>
                  <a:lnTo>
                    <a:pt x="20318" y="1659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25415" y="2408011"/>
              <a:ext cx="20318" cy="165928"/>
            </a:xfrm>
            <a:custGeom>
              <a:avLst/>
              <a:pathLst>
                <a:path w="20318" h="165928">
                  <a:moveTo>
                    <a:pt x="0" y="0"/>
                  </a:moveTo>
                  <a:lnTo>
                    <a:pt x="20318" y="1659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25415" y="2408011"/>
              <a:ext cx="20318" cy="165928"/>
            </a:xfrm>
            <a:custGeom>
              <a:avLst/>
              <a:pathLst>
                <a:path w="20318" h="165928">
                  <a:moveTo>
                    <a:pt x="0" y="0"/>
                  </a:moveTo>
                  <a:lnTo>
                    <a:pt x="20318" y="1659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25415" y="2408011"/>
              <a:ext cx="20318" cy="165928"/>
            </a:xfrm>
            <a:custGeom>
              <a:avLst/>
              <a:pathLst>
                <a:path w="20318" h="165928">
                  <a:moveTo>
                    <a:pt x="0" y="0"/>
                  </a:moveTo>
                  <a:lnTo>
                    <a:pt x="20318" y="1659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25415" y="2408011"/>
              <a:ext cx="20318" cy="165928"/>
            </a:xfrm>
            <a:custGeom>
              <a:avLst/>
              <a:pathLst>
                <a:path w="20318" h="165928">
                  <a:moveTo>
                    <a:pt x="0" y="0"/>
                  </a:moveTo>
                  <a:lnTo>
                    <a:pt x="20318" y="1659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478576" y="2408011"/>
              <a:ext cx="334314" cy="333093"/>
            </a:xfrm>
            <a:custGeom>
              <a:avLst/>
              <a:pathLst>
                <a:path w="334314" h="333093">
                  <a:moveTo>
                    <a:pt x="146839" y="0"/>
                  </a:moveTo>
                  <a:lnTo>
                    <a:pt x="141584" y="728"/>
                  </a:lnTo>
                  <a:lnTo>
                    <a:pt x="136355" y="1622"/>
                  </a:lnTo>
                  <a:lnTo>
                    <a:pt x="131157" y="2682"/>
                  </a:lnTo>
                  <a:lnTo>
                    <a:pt x="125995" y="3907"/>
                  </a:lnTo>
                  <a:lnTo>
                    <a:pt x="120875" y="5295"/>
                  </a:lnTo>
                  <a:lnTo>
                    <a:pt x="115801" y="6844"/>
                  </a:lnTo>
                  <a:lnTo>
                    <a:pt x="110779" y="8554"/>
                  </a:lnTo>
                  <a:lnTo>
                    <a:pt x="105814" y="10422"/>
                  </a:lnTo>
                  <a:lnTo>
                    <a:pt x="100911" y="12447"/>
                  </a:lnTo>
                  <a:lnTo>
                    <a:pt x="96074" y="14626"/>
                  </a:lnTo>
                  <a:lnTo>
                    <a:pt x="91309" y="16958"/>
                  </a:lnTo>
                  <a:lnTo>
                    <a:pt x="86620" y="19439"/>
                  </a:lnTo>
                  <a:lnTo>
                    <a:pt x="82013" y="22069"/>
                  </a:lnTo>
                  <a:lnTo>
                    <a:pt x="77491" y="24843"/>
                  </a:lnTo>
                  <a:lnTo>
                    <a:pt x="73059" y="27759"/>
                  </a:lnTo>
                  <a:lnTo>
                    <a:pt x="68723" y="30814"/>
                  </a:lnTo>
                  <a:lnTo>
                    <a:pt x="64485" y="34006"/>
                  </a:lnTo>
                  <a:lnTo>
                    <a:pt x="60351" y="37330"/>
                  </a:lnTo>
                  <a:lnTo>
                    <a:pt x="56324" y="40784"/>
                  </a:lnTo>
                  <a:lnTo>
                    <a:pt x="52409" y="44363"/>
                  </a:lnTo>
                  <a:lnTo>
                    <a:pt x="48610" y="48066"/>
                  </a:lnTo>
                  <a:lnTo>
                    <a:pt x="44929" y="51887"/>
                  </a:lnTo>
                  <a:lnTo>
                    <a:pt x="41372" y="55822"/>
                  </a:lnTo>
                  <a:lnTo>
                    <a:pt x="37942" y="59869"/>
                  </a:lnTo>
                  <a:lnTo>
                    <a:pt x="34642" y="64022"/>
                  </a:lnTo>
                  <a:lnTo>
                    <a:pt x="31475" y="68278"/>
                  </a:lnTo>
                  <a:lnTo>
                    <a:pt x="28445" y="72633"/>
                  </a:lnTo>
                  <a:lnTo>
                    <a:pt x="25554" y="77081"/>
                  </a:lnTo>
                  <a:lnTo>
                    <a:pt x="22807" y="81619"/>
                  </a:lnTo>
                  <a:lnTo>
                    <a:pt x="20204" y="86242"/>
                  </a:lnTo>
                  <a:lnTo>
                    <a:pt x="17750" y="90945"/>
                  </a:lnTo>
                  <a:lnTo>
                    <a:pt x="15446" y="95723"/>
                  </a:lnTo>
                  <a:lnTo>
                    <a:pt x="13294" y="100573"/>
                  </a:lnTo>
                  <a:lnTo>
                    <a:pt x="11298" y="105488"/>
                  </a:lnTo>
                  <a:lnTo>
                    <a:pt x="9459" y="110464"/>
                  </a:lnTo>
                  <a:lnTo>
                    <a:pt x="7778" y="115495"/>
                  </a:lnTo>
                  <a:lnTo>
                    <a:pt x="6258" y="120578"/>
                  </a:lnTo>
                  <a:lnTo>
                    <a:pt x="4900" y="125706"/>
                  </a:lnTo>
                  <a:lnTo>
                    <a:pt x="3706" y="130875"/>
                  </a:lnTo>
                  <a:lnTo>
                    <a:pt x="2676" y="136079"/>
                  </a:lnTo>
                  <a:lnTo>
                    <a:pt x="1812" y="141313"/>
                  </a:lnTo>
                  <a:lnTo>
                    <a:pt x="1114" y="146572"/>
                  </a:lnTo>
                  <a:lnTo>
                    <a:pt x="583" y="151850"/>
                  </a:lnTo>
                  <a:lnTo>
                    <a:pt x="221" y="157143"/>
                  </a:lnTo>
                  <a:lnTo>
                    <a:pt x="26" y="162444"/>
                  </a:lnTo>
                  <a:lnTo>
                    <a:pt x="0" y="167749"/>
                  </a:lnTo>
                  <a:lnTo>
                    <a:pt x="141" y="173052"/>
                  </a:lnTo>
                  <a:lnTo>
                    <a:pt x="452" y="178348"/>
                  </a:lnTo>
                  <a:lnTo>
                    <a:pt x="930" y="183631"/>
                  </a:lnTo>
                  <a:lnTo>
                    <a:pt x="1575" y="188897"/>
                  </a:lnTo>
                  <a:lnTo>
                    <a:pt x="2387" y="194139"/>
                  </a:lnTo>
                  <a:lnTo>
                    <a:pt x="3365" y="199353"/>
                  </a:lnTo>
                  <a:lnTo>
                    <a:pt x="4509" y="204534"/>
                  </a:lnTo>
                  <a:lnTo>
                    <a:pt x="5815" y="209675"/>
                  </a:lnTo>
                  <a:lnTo>
                    <a:pt x="7285" y="214773"/>
                  </a:lnTo>
                  <a:lnTo>
                    <a:pt x="8915" y="219821"/>
                  </a:lnTo>
                  <a:lnTo>
                    <a:pt x="10705" y="224815"/>
                  </a:lnTo>
                  <a:lnTo>
                    <a:pt x="12652" y="229750"/>
                  </a:lnTo>
                  <a:lnTo>
                    <a:pt x="14755" y="234620"/>
                  </a:lnTo>
                  <a:lnTo>
                    <a:pt x="17012" y="239421"/>
                  </a:lnTo>
                  <a:lnTo>
                    <a:pt x="19419" y="244148"/>
                  </a:lnTo>
                  <a:lnTo>
                    <a:pt x="21976" y="248797"/>
                  </a:lnTo>
                  <a:lnTo>
                    <a:pt x="24678" y="253362"/>
                  </a:lnTo>
                  <a:lnTo>
                    <a:pt x="27524" y="257839"/>
                  </a:lnTo>
                  <a:lnTo>
                    <a:pt x="30511" y="262223"/>
                  </a:lnTo>
                  <a:lnTo>
                    <a:pt x="33635" y="266510"/>
                  </a:lnTo>
                  <a:lnTo>
                    <a:pt x="36894" y="270696"/>
                  </a:lnTo>
                  <a:lnTo>
                    <a:pt x="40284" y="274777"/>
                  </a:lnTo>
                  <a:lnTo>
                    <a:pt x="43802" y="278748"/>
                  </a:lnTo>
                  <a:lnTo>
                    <a:pt x="47444" y="282605"/>
                  </a:lnTo>
                  <a:lnTo>
                    <a:pt x="51206" y="286345"/>
                  </a:lnTo>
                  <a:lnTo>
                    <a:pt x="55085" y="289963"/>
                  </a:lnTo>
                  <a:lnTo>
                    <a:pt x="59078" y="293457"/>
                  </a:lnTo>
                  <a:lnTo>
                    <a:pt x="63179" y="296822"/>
                  </a:lnTo>
                  <a:lnTo>
                    <a:pt x="67384" y="300056"/>
                  </a:lnTo>
                  <a:lnTo>
                    <a:pt x="71690" y="303154"/>
                  </a:lnTo>
                  <a:lnTo>
                    <a:pt x="76093" y="306114"/>
                  </a:lnTo>
                  <a:lnTo>
                    <a:pt x="80587" y="308933"/>
                  </a:lnTo>
                  <a:lnTo>
                    <a:pt x="85168" y="311608"/>
                  </a:lnTo>
                  <a:lnTo>
                    <a:pt x="89832" y="314136"/>
                  </a:lnTo>
                  <a:lnTo>
                    <a:pt x="94573" y="316515"/>
                  </a:lnTo>
                  <a:lnTo>
                    <a:pt x="99388" y="318742"/>
                  </a:lnTo>
                  <a:lnTo>
                    <a:pt x="104271" y="320816"/>
                  </a:lnTo>
                  <a:lnTo>
                    <a:pt x="109218" y="322733"/>
                  </a:lnTo>
                  <a:lnTo>
                    <a:pt x="114222" y="324493"/>
                  </a:lnTo>
                  <a:lnTo>
                    <a:pt x="119280" y="326092"/>
                  </a:lnTo>
                  <a:lnTo>
                    <a:pt x="124386" y="327531"/>
                  </a:lnTo>
                  <a:lnTo>
                    <a:pt x="129536" y="328807"/>
                  </a:lnTo>
                  <a:lnTo>
                    <a:pt x="134723" y="329918"/>
                  </a:lnTo>
                  <a:lnTo>
                    <a:pt x="139943" y="330865"/>
                  </a:lnTo>
                  <a:lnTo>
                    <a:pt x="145190" y="331645"/>
                  </a:lnTo>
                  <a:lnTo>
                    <a:pt x="150459" y="332259"/>
                  </a:lnTo>
                  <a:lnTo>
                    <a:pt x="155746" y="332705"/>
                  </a:lnTo>
                  <a:lnTo>
                    <a:pt x="161043" y="332983"/>
                  </a:lnTo>
                  <a:lnTo>
                    <a:pt x="166347" y="333093"/>
                  </a:lnTo>
                  <a:lnTo>
                    <a:pt x="171652" y="333035"/>
                  </a:lnTo>
                  <a:lnTo>
                    <a:pt x="176952" y="332808"/>
                  </a:lnTo>
                  <a:lnTo>
                    <a:pt x="182242" y="332413"/>
                  </a:lnTo>
                  <a:lnTo>
                    <a:pt x="187517" y="331850"/>
                  </a:lnTo>
                  <a:lnTo>
                    <a:pt x="192772" y="331121"/>
                  </a:lnTo>
                  <a:lnTo>
                    <a:pt x="198001" y="330225"/>
                  </a:lnTo>
                  <a:lnTo>
                    <a:pt x="203198" y="329164"/>
                  </a:lnTo>
                  <a:lnTo>
                    <a:pt x="208360" y="327938"/>
                  </a:lnTo>
                  <a:lnTo>
                    <a:pt x="213480" y="326549"/>
                  </a:lnTo>
                  <a:lnTo>
                    <a:pt x="218553" y="324998"/>
                  </a:lnTo>
                  <a:lnTo>
                    <a:pt x="223574" y="323287"/>
                  </a:lnTo>
                  <a:lnTo>
                    <a:pt x="228539" y="321418"/>
                  </a:lnTo>
                  <a:lnTo>
                    <a:pt x="233442" y="319392"/>
                  </a:lnTo>
                  <a:lnTo>
                    <a:pt x="238278" y="317211"/>
                  </a:lnTo>
                  <a:lnTo>
                    <a:pt x="243042" y="314878"/>
                  </a:lnTo>
                  <a:lnTo>
                    <a:pt x="247731" y="312395"/>
                  </a:lnTo>
                  <a:lnTo>
                    <a:pt x="252337" y="309765"/>
                  </a:lnTo>
                  <a:lnTo>
                    <a:pt x="256859" y="306990"/>
                  </a:lnTo>
                  <a:lnTo>
                    <a:pt x="261289" y="304073"/>
                  </a:lnTo>
                  <a:lnTo>
                    <a:pt x="265625" y="301016"/>
                  </a:lnTo>
                  <a:lnTo>
                    <a:pt x="269862" y="297824"/>
                  </a:lnTo>
                  <a:lnTo>
                    <a:pt x="273996" y="294498"/>
                  </a:lnTo>
                  <a:lnTo>
                    <a:pt x="278022" y="291044"/>
                  </a:lnTo>
                  <a:lnTo>
                    <a:pt x="281936" y="287463"/>
                  </a:lnTo>
                  <a:lnTo>
                    <a:pt x="285734" y="283760"/>
                  </a:lnTo>
                  <a:lnTo>
                    <a:pt x="289413" y="279938"/>
                  </a:lnTo>
                  <a:lnTo>
                    <a:pt x="292969" y="276001"/>
                  </a:lnTo>
                  <a:lnTo>
                    <a:pt x="296399" y="271954"/>
                  </a:lnTo>
                  <a:lnTo>
                    <a:pt x="299698" y="267799"/>
                  </a:lnTo>
                  <a:lnTo>
                    <a:pt x="302864" y="263542"/>
                  </a:lnTo>
                  <a:lnTo>
                    <a:pt x="305893" y="259187"/>
                  </a:lnTo>
                  <a:lnTo>
                    <a:pt x="308782" y="254738"/>
                  </a:lnTo>
                  <a:lnTo>
                    <a:pt x="311529" y="250200"/>
                  </a:lnTo>
                  <a:lnTo>
                    <a:pt x="314130" y="245576"/>
                  </a:lnTo>
                  <a:lnTo>
                    <a:pt x="316583" y="240873"/>
                  </a:lnTo>
                  <a:lnTo>
                    <a:pt x="318886" y="236093"/>
                  </a:lnTo>
                  <a:lnTo>
                    <a:pt x="321036" y="231244"/>
                  </a:lnTo>
                  <a:lnTo>
                    <a:pt x="323031" y="226328"/>
                  </a:lnTo>
                  <a:lnTo>
                    <a:pt x="324869" y="221352"/>
                  </a:lnTo>
                  <a:lnTo>
                    <a:pt x="326548" y="216320"/>
                  </a:lnTo>
                  <a:lnTo>
                    <a:pt x="328067" y="211237"/>
                  </a:lnTo>
                  <a:lnTo>
                    <a:pt x="329424" y="206108"/>
                  </a:lnTo>
                  <a:lnTo>
                    <a:pt x="330617" y="200939"/>
                  </a:lnTo>
                  <a:lnTo>
                    <a:pt x="331646" y="195735"/>
                  </a:lnTo>
                  <a:lnTo>
                    <a:pt x="332509" y="190500"/>
                  </a:lnTo>
                  <a:lnTo>
                    <a:pt x="333205" y="185241"/>
                  </a:lnTo>
                  <a:lnTo>
                    <a:pt x="333734" y="179963"/>
                  </a:lnTo>
                  <a:lnTo>
                    <a:pt x="334096" y="174670"/>
                  </a:lnTo>
                  <a:lnTo>
                    <a:pt x="334289" y="169369"/>
                  </a:lnTo>
                  <a:lnTo>
                    <a:pt x="334314" y="164064"/>
                  </a:lnTo>
                  <a:lnTo>
                    <a:pt x="334171" y="158761"/>
                  </a:lnTo>
                  <a:lnTo>
                    <a:pt x="333859" y="153465"/>
                  </a:lnTo>
                  <a:lnTo>
                    <a:pt x="333380" y="148182"/>
                  </a:lnTo>
                  <a:lnTo>
                    <a:pt x="332733" y="142916"/>
                  </a:lnTo>
                  <a:lnTo>
                    <a:pt x="331920" y="137674"/>
                  </a:lnTo>
                  <a:lnTo>
                    <a:pt x="330940" y="132460"/>
                  </a:lnTo>
                  <a:lnTo>
                    <a:pt x="329796" y="127280"/>
                  </a:lnTo>
                  <a:lnTo>
                    <a:pt x="328488" y="122139"/>
                  </a:lnTo>
                  <a:lnTo>
                    <a:pt x="327017" y="117042"/>
                  </a:lnTo>
                  <a:lnTo>
                    <a:pt x="325385" y="111994"/>
                  </a:lnTo>
                  <a:lnTo>
                    <a:pt x="323594" y="107001"/>
                  </a:lnTo>
                  <a:lnTo>
                    <a:pt x="321646" y="102067"/>
                  </a:lnTo>
                  <a:lnTo>
                    <a:pt x="319542" y="97197"/>
                  </a:lnTo>
                  <a:lnTo>
                    <a:pt x="317284" y="92396"/>
                  </a:lnTo>
                  <a:lnTo>
                    <a:pt x="314875" y="87670"/>
                  </a:lnTo>
                  <a:lnTo>
                    <a:pt x="312318" y="83022"/>
                  </a:lnTo>
                  <a:lnTo>
                    <a:pt x="309614" y="78458"/>
                  </a:lnTo>
                  <a:lnTo>
                    <a:pt x="306767" y="73981"/>
                  </a:lnTo>
                  <a:lnTo>
                    <a:pt x="303779" y="69598"/>
                  </a:lnTo>
                  <a:lnTo>
                    <a:pt x="300653" y="65311"/>
                  </a:lnTo>
                  <a:lnTo>
                    <a:pt x="297394" y="61126"/>
                  </a:lnTo>
                  <a:lnTo>
                    <a:pt x="294003" y="57046"/>
                  </a:lnTo>
                  <a:lnTo>
                    <a:pt x="290484" y="53076"/>
                  </a:lnTo>
                  <a:lnTo>
                    <a:pt x="286841" y="49220"/>
                  </a:lnTo>
                  <a:lnTo>
                    <a:pt x="283078" y="45481"/>
                  </a:lnTo>
                  <a:lnTo>
                    <a:pt x="279197" y="41863"/>
                  </a:lnTo>
                  <a:lnTo>
                    <a:pt x="275204" y="38371"/>
                  </a:lnTo>
                  <a:lnTo>
                    <a:pt x="271102" y="35007"/>
                  </a:lnTo>
                  <a:lnTo>
                    <a:pt x="266896" y="31774"/>
                  </a:lnTo>
                  <a:lnTo>
                    <a:pt x="262589" y="28677"/>
                  </a:lnTo>
                  <a:lnTo>
                    <a:pt x="258186" y="25718"/>
                  </a:lnTo>
                  <a:lnTo>
                    <a:pt x="253691" y="22900"/>
                  </a:lnTo>
                  <a:lnTo>
                    <a:pt x="249109" y="20227"/>
                  </a:lnTo>
                  <a:lnTo>
                    <a:pt x="244445" y="17700"/>
                  </a:lnTo>
                  <a:lnTo>
                    <a:pt x="239703" y="15322"/>
                  </a:lnTo>
                  <a:lnTo>
                    <a:pt x="234887" y="13096"/>
                  </a:lnTo>
                  <a:lnTo>
                    <a:pt x="230004" y="11024"/>
                  </a:lnTo>
                  <a:lnTo>
                    <a:pt x="225057" y="9107"/>
                  </a:lnTo>
                  <a:lnTo>
                    <a:pt x="220052" y="7349"/>
                  </a:lnTo>
                  <a:lnTo>
                    <a:pt x="214993" y="5751"/>
                  </a:lnTo>
                  <a:lnTo>
                    <a:pt x="209887" y="4313"/>
                  </a:lnTo>
                  <a:lnTo>
                    <a:pt x="204737" y="3039"/>
                  </a:lnTo>
                  <a:lnTo>
                    <a:pt x="199550" y="1929"/>
                  </a:lnTo>
                  <a:lnTo>
                    <a:pt x="167157" y="1659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45733" y="2406772"/>
              <a:ext cx="32392" cy="167167"/>
            </a:xfrm>
            <a:custGeom>
              <a:avLst/>
              <a:pathLst>
                <a:path w="32392" h="167167">
                  <a:moveTo>
                    <a:pt x="32392" y="3168"/>
                  </a:moveTo>
                  <a:lnTo>
                    <a:pt x="25973" y="2030"/>
                  </a:lnTo>
                  <a:lnTo>
                    <a:pt x="19514" y="1142"/>
                  </a:lnTo>
                  <a:lnTo>
                    <a:pt x="13026" y="508"/>
                  </a:lnTo>
                  <a:lnTo>
                    <a:pt x="6518" y="12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22624" y="2911194"/>
              <a:ext cx="3356" cy="167167"/>
            </a:xfrm>
            <a:custGeom>
              <a:avLst/>
              <a:pathLst>
                <a:path w="3356" h="167167">
                  <a:moveTo>
                    <a:pt x="3356" y="0"/>
                  </a:moveTo>
                  <a:lnTo>
                    <a:pt x="0" y="33"/>
                  </a:lnTo>
                  <a:lnTo>
                    <a:pt x="335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22624" y="2911228"/>
              <a:ext cx="3356" cy="167133"/>
            </a:xfrm>
            <a:custGeom>
              <a:avLst/>
              <a:pathLst>
                <a:path w="3356" h="167133">
                  <a:moveTo>
                    <a:pt x="0" y="0"/>
                  </a:moveTo>
                  <a:lnTo>
                    <a:pt x="3356" y="1671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22624" y="2911228"/>
              <a:ext cx="3356" cy="167133"/>
            </a:xfrm>
            <a:custGeom>
              <a:avLst/>
              <a:pathLst>
                <a:path w="3356" h="167133">
                  <a:moveTo>
                    <a:pt x="0" y="0"/>
                  </a:moveTo>
                  <a:lnTo>
                    <a:pt x="3356" y="1671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22624" y="2911228"/>
              <a:ext cx="3356" cy="167133"/>
            </a:xfrm>
            <a:custGeom>
              <a:avLst/>
              <a:pathLst>
                <a:path w="3356" h="167133">
                  <a:moveTo>
                    <a:pt x="0" y="0"/>
                  </a:moveTo>
                  <a:lnTo>
                    <a:pt x="3356" y="1671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22624" y="2911228"/>
              <a:ext cx="3356" cy="167133"/>
            </a:xfrm>
            <a:custGeom>
              <a:avLst/>
              <a:pathLst>
                <a:path w="3356" h="167133">
                  <a:moveTo>
                    <a:pt x="0" y="0"/>
                  </a:moveTo>
                  <a:lnTo>
                    <a:pt x="3356" y="16713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22624" y="2911228"/>
              <a:ext cx="3356" cy="167133"/>
            </a:xfrm>
            <a:custGeom>
              <a:avLst/>
              <a:pathLst>
                <a:path w="3356" h="167133">
                  <a:moveTo>
                    <a:pt x="0" y="0"/>
                  </a:moveTo>
                  <a:lnTo>
                    <a:pt x="3356" y="1671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22624" y="2911228"/>
              <a:ext cx="3356" cy="167133"/>
            </a:xfrm>
            <a:custGeom>
              <a:avLst/>
              <a:pathLst>
                <a:path w="3356" h="167133">
                  <a:moveTo>
                    <a:pt x="0" y="0"/>
                  </a:moveTo>
                  <a:lnTo>
                    <a:pt x="3356" y="1671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22624" y="2911228"/>
              <a:ext cx="3356" cy="167133"/>
            </a:xfrm>
            <a:custGeom>
              <a:avLst/>
              <a:pathLst>
                <a:path w="3356" h="167133">
                  <a:moveTo>
                    <a:pt x="0" y="0"/>
                  </a:moveTo>
                  <a:lnTo>
                    <a:pt x="3356" y="16713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22624" y="2911228"/>
              <a:ext cx="3356" cy="167133"/>
            </a:xfrm>
            <a:custGeom>
              <a:avLst/>
              <a:pathLst>
                <a:path w="3356" h="167133">
                  <a:moveTo>
                    <a:pt x="0" y="0"/>
                  </a:moveTo>
                  <a:lnTo>
                    <a:pt x="3356" y="1671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22624" y="2911228"/>
              <a:ext cx="3356" cy="167133"/>
            </a:xfrm>
            <a:custGeom>
              <a:avLst/>
              <a:pathLst>
                <a:path w="3356" h="167133">
                  <a:moveTo>
                    <a:pt x="0" y="0"/>
                  </a:moveTo>
                  <a:lnTo>
                    <a:pt x="3356" y="1671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22624" y="2911228"/>
              <a:ext cx="3356" cy="167133"/>
            </a:xfrm>
            <a:custGeom>
              <a:avLst/>
              <a:pathLst>
                <a:path w="3356" h="167133">
                  <a:moveTo>
                    <a:pt x="0" y="0"/>
                  </a:moveTo>
                  <a:lnTo>
                    <a:pt x="3356" y="1671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22624" y="2911228"/>
              <a:ext cx="3356" cy="167133"/>
            </a:xfrm>
            <a:custGeom>
              <a:avLst/>
              <a:pathLst>
                <a:path w="3356" h="167133">
                  <a:moveTo>
                    <a:pt x="0" y="0"/>
                  </a:moveTo>
                  <a:lnTo>
                    <a:pt x="3356" y="1671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22624" y="2911228"/>
              <a:ext cx="3356" cy="167133"/>
            </a:xfrm>
            <a:custGeom>
              <a:avLst/>
              <a:pathLst>
                <a:path w="3356" h="167133">
                  <a:moveTo>
                    <a:pt x="0" y="0"/>
                  </a:moveTo>
                  <a:lnTo>
                    <a:pt x="3356" y="1671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22624" y="2911228"/>
              <a:ext cx="3356" cy="167133"/>
            </a:xfrm>
            <a:custGeom>
              <a:avLst/>
              <a:pathLst>
                <a:path w="3356" h="167133">
                  <a:moveTo>
                    <a:pt x="0" y="0"/>
                  </a:moveTo>
                  <a:lnTo>
                    <a:pt x="3356" y="1671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358813" y="2911228"/>
              <a:ext cx="334334" cy="334280"/>
            </a:xfrm>
            <a:custGeom>
              <a:avLst/>
              <a:pathLst>
                <a:path w="334334" h="334280">
                  <a:moveTo>
                    <a:pt x="163810" y="0"/>
                  </a:moveTo>
                  <a:lnTo>
                    <a:pt x="158515" y="190"/>
                  </a:lnTo>
                  <a:lnTo>
                    <a:pt x="153230" y="548"/>
                  </a:lnTo>
                  <a:lnTo>
                    <a:pt x="147958" y="1073"/>
                  </a:lnTo>
                  <a:lnTo>
                    <a:pt x="142705" y="1765"/>
                  </a:lnTo>
                  <a:lnTo>
                    <a:pt x="137477" y="2623"/>
                  </a:lnTo>
                  <a:lnTo>
                    <a:pt x="132279" y="3647"/>
                  </a:lnTo>
                  <a:lnTo>
                    <a:pt x="127116" y="4834"/>
                  </a:lnTo>
                  <a:lnTo>
                    <a:pt x="121993" y="6185"/>
                  </a:lnTo>
                  <a:lnTo>
                    <a:pt x="116916" y="7697"/>
                  </a:lnTo>
                  <a:lnTo>
                    <a:pt x="111889" y="9370"/>
                  </a:lnTo>
                  <a:lnTo>
                    <a:pt x="106917" y="11201"/>
                  </a:lnTo>
                  <a:lnTo>
                    <a:pt x="102006" y="13188"/>
                  </a:lnTo>
                  <a:lnTo>
                    <a:pt x="97161" y="15330"/>
                  </a:lnTo>
                  <a:lnTo>
                    <a:pt x="92386" y="17625"/>
                  </a:lnTo>
                  <a:lnTo>
                    <a:pt x="87685" y="20070"/>
                  </a:lnTo>
                  <a:lnTo>
                    <a:pt x="83065" y="22662"/>
                  </a:lnTo>
                  <a:lnTo>
                    <a:pt x="78529" y="25400"/>
                  </a:lnTo>
                  <a:lnTo>
                    <a:pt x="74083" y="28280"/>
                  </a:lnTo>
                  <a:lnTo>
                    <a:pt x="69729" y="31299"/>
                  </a:lnTo>
                  <a:lnTo>
                    <a:pt x="65474" y="34455"/>
                  </a:lnTo>
                  <a:lnTo>
                    <a:pt x="61321" y="37744"/>
                  </a:lnTo>
                  <a:lnTo>
                    <a:pt x="57274" y="41163"/>
                  </a:lnTo>
                  <a:lnTo>
                    <a:pt x="53337" y="44709"/>
                  </a:lnTo>
                  <a:lnTo>
                    <a:pt x="49515" y="48377"/>
                  </a:lnTo>
                  <a:lnTo>
                    <a:pt x="45811" y="52165"/>
                  </a:lnTo>
                  <a:lnTo>
                    <a:pt x="42228" y="56068"/>
                  </a:lnTo>
                  <a:lnTo>
                    <a:pt x="38772" y="60083"/>
                  </a:lnTo>
                  <a:lnTo>
                    <a:pt x="35444" y="64205"/>
                  </a:lnTo>
                  <a:lnTo>
                    <a:pt x="32249" y="68431"/>
                  </a:lnTo>
                  <a:lnTo>
                    <a:pt x="29189" y="72756"/>
                  </a:lnTo>
                  <a:lnTo>
                    <a:pt x="26267" y="77176"/>
                  </a:lnTo>
                  <a:lnTo>
                    <a:pt x="23487" y="81686"/>
                  </a:lnTo>
                  <a:lnTo>
                    <a:pt x="20852" y="86282"/>
                  </a:lnTo>
                  <a:lnTo>
                    <a:pt x="18363" y="90959"/>
                  </a:lnTo>
                  <a:lnTo>
                    <a:pt x="16024" y="95712"/>
                  </a:lnTo>
                  <a:lnTo>
                    <a:pt x="13837" y="100538"/>
                  </a:lnTo>
                  <a:lnTo>
                    <a:pt x="11804" y="105430"/>
                  </a:lnTo>
                  <a:lnTo>
                    <a:pt x="9926" y="110384"/>
                  </a:lnTo>
                  <a:lnTo>
                    <a:pt x="8207" y="115395"/>
                  </a:lnTo>
                  <a:lnTo>
                    <a:pt x="6647" y="120458"/>
                  </a:lnTo>
                  <a:lnTo>
                    <a:pt x="5249" y="125568"/>
                  </a:lnTo>
                  <a:lnTo>
                    <a:pt x="4013" y="130720"/>
                  </a:lnTo>
                  <a:lnTo>
                    <a:pt x="2941" y="135908"/>
                  </a:lnTo>
                  <a:lnTo>
                    <a:pt x="2034" y="141128"/>
                  </a:lnTo>
                  <a:lnTo>
                    <a:pt x="1293" y="146374"/>
                  </a:lnTo>
                  <a:lnTo>
                    <a:pt x="719" y="151641"/>
                  </a:lnTo>
                  <a:lnTo>
                    <a:pt x="311" y="156923"/>
                  </a:lnTo>
                  <a:lnTo>
                    <a:pt x="71" y="162215"/>
                  </a:lnTo>
                  <a:lnTo>
                    <a:pt x="0" y="167513"/>
                  </a:lnTo>
                  <a:lnTo>
                    <a:pt x="95" y="172810"/>
                  </a:lnTo>
                  <a:lnTo>
                    <a:pt x="359" y="178101"/>
                  </a:lnTo>
                  <a:lnTo>
                    <a:pt x="791" y="183381"/>
                  </a:lnTo>
                  <a:lnTo>
                    <a:pt x="1389" y="188645"/>
                  </a:lnTo>
                  <a:lnTo>
                    <a:pt x="2154" y="193888"/>
                  </a:lnTo>
                  <a:lnTo>
                    <a:pt x="3085" y="199103"/>
                  </a:lnTo>
                  <a:lnTo>
                    <a:pt x="4180" y="204287"/>
                  </a:lnTo>
                  <a:lnTo>
                    <a:pt x="5439" y="209433"/>
                  </a:lnTo>
                  <a:lnTo>
                    <a:pt x="6861" y="214537"/>
                  </a:lnTo>
                  <a:lnTo>
                    <a:pt x="8444" y="219593"/>
                  </a:lnTo>
                  <a:lnTo>
                    <a:pt x="10186" y="224596"/>
                  </a:lnTo>
                  <a:lnTo>
                    <a:pt x="12085" y="229541"/>
                  </a:lnTo>
                  <a:lnTo>
                    <a:pt x="14141" y="234424"/>
                  </a:lnTo>
                  <a:lnTo>
                    <a:pt x="16350" y="239240"/>
                  </a:lnTo>
                  <a:lnTo>
                    <a:pt x="18711" y="243983"/>
                  </a:lnTo>
                  <a:lnTo>
                    <a:pt x="21220" y="248648"/>
                  </a:lnTo>
                  <a:lnTo>
                    <a:pt x="23877" y="253232"/>
                  </a:lnTo>
                  <a:lnTo>
                    <a:pt x="26677" y="257730"/>
                  </a:lnTo>
                  <a:lnTo>
                    <a:pt x="29619" y="262136"/>
                  </a:lnTo>
                  <a:lnTo>
                    <a:pt x="32698" y="266447"/>
                  </a:lnTo>
                  <a:lnTo>
                    <a:pt x="35913" y="270658"/>
                  </a:lnTo>
                  <a:lnTo>
                    <a:pt x="39259" y="274765"/>
                  </a:lnTo>
                  <a:lnTo>
                    <a:pt x="42734" y="278764"/>
                  </a:lnTo>
                  <a:lnTo>
                    <a:pt x="46334" y="282651"/>
                  </a:lnTo>
                  <a:lnTo>
                    <a:pt x="50055" y="286422"/>
                  </a:lnTo>
                  <a:lnTo>
                    <a:pt x="53894" y="290074"/>
                  </a:lnTo>
                  <a:lnTo>
                    <a:pt x="57847" y="293601"/>
                  </a:lnTo>
                  <a:lnTo>
                    <a:pt x="61909" y="297002"/>
                  </a:lnTo>
                  <a:lnTo>
                    <a:pt x="66077" y="300272"/>
                  </a:lnTo>
                  <a:lnTo>
                    <a:pt x="70347" y="303409"/>
                  </a:lnTo>
                  <a:lnTo>
                    <a:pt x="74714" y="306408"/>
                  </a:lnTo>
                  <a:lnTo>
                    <a:pt x="79174" y="309268"/>
                  </a:lnTo>
                  <a:lnTo>
                    <a:pt x="83722" y="311985"/>
                  </a:lnTo>
                  <a:lnTo>
                    <a:pt x="88354" y="314556"/>
                  </a:lnTo>
                  <a:lnTo>
                    <a:pt x="93065" y="316980"/>
                  </a:lnTo>
                  <a:lnTo>
                    <a:pt x="97851" y="319253"/>
                  </a:lnTo>
                  <a:lnTo>
                    <a:pt x="102706" y="321373"/>
                  </a:lnTo>
                  <a:lnTo>
                    <a:pt x="107626" y="323338"/>
                  </a:lnTo>
                  <a:lnTo>
                    <a:pt x="112606" y="325146"/>
                  </a:lnTo>
                  <a:lnTo>
                    <a:pt x="117640" y="326796"/>
                  </a:lnTo>
                  <a:lnTo>
                    <a:pt x="122725" y="328285"/>
                  </a:lnTo>
                  <a:lnTo>
                    <a:pt x="127854" y="329612"/>
                  </a:lnTo>
                  <a:lnTo>
                    <a:pt x="133022" y="330776"/>
                  </a:lnTo>
                  <a:lnTo>
                    <a:pt x="138225" y="331776"/>
                  </a:lnTo>
                  <a:lnTo>
                    <a:pt x="143456" y="332611"/>
                  </a:lnTo>
                  <a:lnTo>
                    <a:pt x="148712" y="333279"/>
                  </a:lnTo>
                  <a:lnTo>
                    <a:pt x="153986" y="333780"/>
                  </a:lnTo>
                  <a:lnTo>
                    <a:pt x="159274" y="334114"/>
                  </a:lnTo>
                  <a:lnTo>
                    <a:pt x="164569" y="334280"/>
                  </a:lnTo>
                  <a:lnTo>
                    <a:pt x="169867" y="334279"/>
                  </a:lnTo>
                  <a:lnTo>
                    <a:pt x="175162" y="334109"/>
                  </a:lnTo>
                  <a:lnTo>
                    <a:pt x="180449" y="333772"/>
                  </a:lnTo>
                  <a:lnTo>
                    <a:pt x="185723" y="333268"/>
                  </a:lnTo>
                  <a:lnTo>
                    <a:pt x="190978" y="332596"/>
                  </a:lnTo>
                  <a:lnTo>
                    <a:pt x="196209" y="331758"/>
                  </a:lnTo>
                  <a:lnTo>
                    <a:pt x="201412" y="330755"/>
                  </a:lnTo>
                  <a:lnTo>
                    <a:pt x="206579" y="329588"/>
                  </a:lnTo>
                  <a:lnTo>
                    <a:pt x="211707" y="328258"/>
                  </a:lnTo>
                  <a:lnTo>
                    <a:pt x="216791" y="326765"/>
                  </a:lnTo>
                  <a:lnTo>
                    <a:pt x="221824" y="325113"/>
                  </a:lnTo>
                  <a:lnTo>
                    <a:pt x="226803" y="323301"/>
                  </a:lnTo>
                  <a:lnTo>
                    <a:pt x="231722" y="321333"/>
                  </a:lnTo>
                  <a:lnTo>
                    <a:pt x="236576" y="319210"/>
                  </a:lnTo>
                  <a:lnTo>
                    <a:pt x="241360" y="316934"/>
                  </a:lnTo>
                  <a:lnTo>
                    <a:pt x="246070" y="314508"/>
                  </a:lnTo>
                  <a:lnTo>
                    <a:pt x="250700" y="311934"/>
                  </a:lnTo>
                  <a:lnTo>
                    <a:pt x="255246" y="309214"/>
                  </a:lnTo>
                  <a:lnTo>
                    <a:pt x="259705" y="306351"/>
                  </a:lnTo>
                  <a:lnTo>
                    <a:pt x="264070" y="303349"/>
                  </a:lnTo>
                  <a:lnTo>
                    <a:pt x="268337" y="300210"/>
                  </a:lnTo>
                  <a:lnTo>
                    <a:pt x="272504" y="296937"/>
                  </a:lnTo>
                  <a:lnTo>
                    <a:pt x="276564" y="293534"/>
                  </a:lnTo>
                  <a:lnTo>
                    <a:pt x="280514" y="290004"/>
                  </a:lnTo>
                  <a:lnTo>
                    <a:pt x="284351" y="286350"/>
                  </a:lnTo>
                  <a:lnTo>
                    <a:pt x="288070" y="282577"/>
                  </a:lnTo>
                  <a:lnTo>
                    <a:pt x="291667" y="278688"/>
                  </a:lnTo>
                  <a:lnTo>
                    <a:pt x="295140" y="274687"/>
                  </a:lnTo>
                  <a:lnTo>
                    <a:pt x="298484" y="270577"/>
                  </a:lnTo>
                  <a:lnTo>
                    <a:pt x="301696" y="266364"/>
                  </a:lnTo>
                  <a:lnTo>
                    <a:pt x="304773" y="262051"/>
                  </a:lnTo>
                  <a:lnTo>
                    <a:pt x="307711" y="257643"/>
                  </a:lnTo>
                  <a:lnTo>
                    <a:pt x="310509" y="253144"/>
                  </a:lnTo>
                  <a:lnTo>
                    <a:pt x="313163" y="248559"/>
                  </a:lnTo>
                  <a:lnTo>
                    <a:pt x="315669" y="243891"/>
                  </a:lnTo>
                  <a:lnTo>
                    <a:pt x="318027" y="239147"/>
                  </a:lnTo>
                  <a:lnTo>
                    <a:pt x="320233" y="234330"/>
                  </a:lnTo>
                  <a:lnTo>
                    <a:pt x="322286" y="229446"/>
                  </a:lnTo>
                  <a:lnTo>
                    <a:pt x="324183" y="224499"/>
                  </a:lnTo>
                  <a:lnTo>
                    <a:pt x="325922" y="219495"/>
                  </a:lnTo>
                  <a:lnTo>
                    <a:pt x="327501" y="214438"/>
                  </a:lnTo>
                  <a:lnTo>
                    <a:pt x="328920" y="209334"/>
                  </a:lnTo>
                  <a:lnTo>
                    <a:pt x="330176" y="204187"/>
                  </a:lnTo>
                  <a:lnTo>
                    <a:pt x="331268" y="199003"/>
                  </a:lnTo>
                  <a:lnTo>
                    <a:pt x="332195" y="193787"/>
                  </a:lnTo>
                  <a:lnTo>
                    <a:pt x="332957" y="188544"/>
                  </a:lnTo>
                  <a:lnTo>
                    <a:pt x="333552" y="183279"/>
                  </a:lnTo>
                  <a:lnTo>
                    <a:pt x="333980" y="177999"/>
                  </a:lnTo>
                  <a:lnTo>
                    <a:pt x="334241" y="172707"/>
                  </a:lnTo>
                  <a:lnTo>
                    <a:pt x="334334" y="167410"/>
                  </a:lnTo>
                  <a:lnTo>
                    <a:pt x="334259" y="162113"/>
                  </a:lnTo>
                  <a:lnTo>
                    <a:pt x="334016" y="156820"/>
                  </a:lnTo>
                  <a:lnTo>
                    <a:pt x="333605" y="151538"/>
                  </a:lnTo>
                  <a:lnTo>
                    <a:pt x="333027" y="146272"/>
                  </a:lnTo>
                  <a:lnTo>
                    <a:pt x="332283" y="141027"/>
                  </a:lnTo>
                  <a:lnTo>
                    <a:pt x="331373" y="135808"/>
                  </a:lnTo>
                  <a:lnTo>
                    <a:pt x="330298" y="130620"/>
                  </a:lnTo>
                  <a:lnTo>
                    <a:pt x="329059" y="125469"/>
                  </a:lnTo>
                  <a:lnTo>
                    <a:pt x="327657" y="120360"/>
                  </a:lnTo>
                  <a:lnTo>
                    <a:pt x="326094" y="115298"/>
                  </a:lnTo>
                  <a:lnTo>
                    <a:pt x="324372" y="110287"/>
                  </a:lnTo>
                  <a:lnTo>
                    <a:pt x="322492" y="105334"/>
                  </a:lnTo>
                  <a:lnTo>
                    <a:pt x="320455" y="100443"/>
                  </a:lnTo>
                  <a:lnTo>
                    <a:pt x="318265" y="95620"/>
                  </a:lnTo>
                  <a:lnTo>
                    <a:pt x="315923" y="90867"/>
                  </a:lnTo>
                  <a:lnTo>
                    <a:pt x="313431" y="86192"/>
                  </a:lnTo>
                  <a:lnTo>
                    <a:pt x="310793" y="81598"/>
                  </a:lnTo>
                  <a:lnTo>
                    <a:pt x="308011" y="77089"/>
                  </a:lnTo>
                  <a:lnTo>
                    <a:pt x="305086" y="72671"/>
                  </a:lnTo>
                  <a:lnTo>
                    <a:pt x="302024" y="68348"/>
                  </a:lnTo>
                  <a:lnTo>
                    <a:pt x="298826" y="64125"/>
                  </a:lnTo>
                  <a:lnTo>
                    <a:pt x="295496" y="60004"/>
                  </a:lnTo>
                  <a:lnTo>
                    <a:pt x="292036" y="55992"/>
                  </a:lnTo>
                  <a:lnTo>
                    <a:pt x="288452" y="52090"/>
                  </a:lnTo>
                  <a:lnTo>
                    <a:pt x="284745" y="48305"/>
                  </a:lnTo>
                  <a:lnTo>
                    <a:pt x="280921" y="44639"/>
                  </a:lnTo>
                  <a:lnTo>
                    <a:pt x="276982" y="41096"/>
                  </a:lnTo>
                  <a:lnTo>
                    <a:pt x="272933" y="37679"/>
                  </a:lnTo>
                  <a:lnTo>
                    <a:pt x="268778" y="34392"/>
                  </a:lnTo>
                  <a:lnTo>
                    <a:pt x="264520" y="31239"/>
                  </a:lnTo>
                  <a:lnTo>
                    <a:pt x="260165" y="28222"/>
                  </a:lnTo>
                  <a:lnTo>
                    <a:pt x="255717" y="25345"/>
                  </a:lnTo>
                  <a:lnTo>
                    <a:pt x="251179" y="22610"/>
                  </a:lnTo>
                  <a:lnTo>
                    <a:pt x="246557" y="20021"/>
                  </a:lnTo>
                  <a:lnTo>
                    <a:pt x="241856" y="17579"/>
                  </a:lnTo>
                  <a:lnTo>
                    <a:pt x="167167" y="1671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25980" y="2911194"/>
              <a:ext cx="74689" cy="167167"/>
            </a:xfrm>
            <a:custGeom>
              <a:avLst/>
              <a:pathLst>
                <a:path w="74689" h="167167">
                  <a:moveTo>
                    <a:pt x="74689" y="17613"/>
                  </a:moveTo>
                  <a:lnTo>
                    <a:pt x="69314" y="15047"/>
                  </a:lnTo>
                  <a:lnTo>
                    <a:pt x="63851" y="12674"/>
                  </a:lnTo>
                  <a:lnTo>
                    <a:pt x="58307" y="10498"/>
                  </a:lnTo>
                  <a:lnTo>
                    <a:pt x="52690" y="8520"/>
                  </a:lnTo>
                  <a:lnTo>
                    <a:pt x="47005" y="6744"/>
                  </a:lnTo>
                  <a:lnTo>
                    <a:pt x="41261" y="5172"/>
                  </a:lnTo>
                  <a:lnTo>
                    <a:pt x="35464" y="3805"/>
                  </a:lnTo>
                  <a:lnTo>
                    <a:pt x="29622" y="2645"/>
                  </a:lnTo>
                  <a:lnTo>
                    <a:pt x="23743" y="1694"/>
                  </a:lnTo>
                  <a:lnTo>
                    <a:pt x="17834" y="954"/>
                  </a:lnTo>
                  <a:lnTo>
                    <a:pt x="11901" y="424"/>
                  </a:lnTo>
                  <a:lnTo>
                    <a:pt x="5954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09547" y="3429590"/>
              <a:ext cx="16433" cy="167167"/>
            </a:xfrm>
            <a:custGeom>
              <a:avLst/>
              <a:pathLst>
                <a:path w="16433" h="167167">
                  <a:moveTo>
                    <a:pt x="16433" y="0"/>
                  </a:moveTo>
                  <a:lnTo>
                    <a:pt x="8206" y="202"/>
                  </a:lnTo>
                  <a:lnTo>
                    <a:pt x="0" y="809"/>
                  </a:lnTo>
                  <a:lnTo>
                    <a:pt x="1643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09547" y="3430400"/>
              <a:ext cx="16433" cy="166357"/>
            </a:xfrm>
            <a:custGeom>
              <a:avLst/>
              <a:pathLst>
                <a:path w="16433" h="166357">
                  <a:moveTo>
                    <a:pt x="0" y="0"/>
                  </a:moveTo>
                  <a:lnTo>
                    <a:pt x="16433" y="1663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09547" y="3430400"/>
              <a:ext cx="16433" cy="166357"/>
            </a:xfrm>
            <a:custGeom>
              <a:avLst/>
              <a:pathLst>
                <a:path w="16433" h="166357">
                  <a:moveTo>
                    <a:pt x="0" y="0"/>
                  </a:moveTo>
                  <a:lnTo>
                    <a:pt x="16433" y="1663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09547" y="3430400"/>
              <a:ext cx="16433" cy="166357"/>
            </a:xfrm>
            <a:custGeom>
              <a:avLst/>
              <a:pathLst>
                <a:path w="16433" h="166357">
                  <a:moveTo>
                    <a:pt x="0" y="0"/>
                  </a:moveTo>
                  <a:lnTo>
                    <a:pt x="16433" y="16635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09547" y="3430400"/>
              <a:ext cx="16433" cy="166357"/>
            </a:xfrm>
            <a:custGeom>
              <a:avLst/>
              <a:pathLst>
                <a:path w="16433" h="166357">
                  <a:moveTo>
                    <a:pt x="0" y="0"/>
                  </a:moveTo>
                  <a:lnTo>
                    <a:pt x="16433" y="1663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09547" y="3430400"/>
              <a:ext cx="16433" cy="166357"/>
            </a:xfrm>
            <a:custGeom>
              <a:avLst/>
              <a:pathLst>
                <a:path w="16433" h="166357">
                  <a:moveTo>
                    <a:pt x="0" y="0"/>
                  </a:moveTo>
                  <a:lnTo>
                    <a:pt x="16433" y="1663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09547" y="3430400"/>
              <a:ext cx="16433" cy="166357"/>
            </a:xfrm>
            <a:custGeom>
              <a:avLst/>
              <a:pathLst>
                <a:path w="16433" h="166357">
                  <a:moveTo>
                    <a:pt x="0" y="0"/>
                  </a:moveTo>
                  <a:lnTo>
                    <a:pt x="16433" y="16635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09547" y="3430400"/>
              <a:ext cx="16433" cy="166357"/>
            </a:xfrm>
            <a:custGeom>
              <a:avLst/>
              <a:pathLst>
                <a:path w="16433" h="166357">
                  <a:moveTo>
                    <a:pt x="0" y="0"/>
                  </a:moveTo>
                  <a:lnTo>
                    <a:pt x="16433" y="1663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09547" y="3430400"/>
              <a:ext cx="16433" cy="166357"/>
            </a:xfrm>
            <a:custGeom>
              <a:avLst/>
              <a:pathLst>
                <a:path w="16433" h="166357">
                  <a:moveTo>
                    <a:pt x="0" y="0"/>
                  </a:moveTo>
                  <a:lnTo>
                    <a:pt x="16433" y="1663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09547" y="3430400"/>
              <a:ext cx="16433" cy="166357"/>
            </a:xfrm>
            <a:custGeom>
              <a:avLst/>
              <a:pathLst>
                <a:path w="16433" h="166357">
                  <a:moveTo>
                    <a:pt x="0" y="0"/>
                  </a:moveTo>
                  <a:lnTo>
                    <a:pt x="16433" y="1663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09547" y="3430400"/>
              <a:ext cx="16433" cy="166357"/>
            </a:xfrm>
            <a:custGeom>
              <a:avLst/>
              <a:pathLst>
                <a:path w="16433" h="166357">
                  <a:moveTo>
                    <a:pt x="0" y="0"/>
                  </a:moveTo>
                  <a:lnTo>
                    <a:pt x="16433" y="1663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09547" y="3430400"/>
              <a:ext cx="16433" cy="166357"/>
            </a:xfrm>
            <a:custGeom>
              <a:avLst/>
              <a:pathLst>
                <a:path w="16433" h="166357">
                  <a:moveTo>
                    <a:pt x="0" y="0"/>
                  </a:moveTo>
                  <a:lnTo>
                    <a:pt x="16433" y="1663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09547" y="3430400"/>
              <a:ext cx="16433" cy="166357"/>
            </a:xfrm>
            <a:custGeom>
              <a:avLst/>
              <a:pathLst>
                <a:path w="16433" h="166357">
                  <a:moveTo>
                    <a:pt x="0" y="0"/>
                  </a:moveTo>
                  <a:lnTo>
                    <a:pt x="16433" y="1663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358831" y="3430400"/>
              <a:ext cx="334313" cy="333522"/>
            </a:xfrm>
            <a:custGeom>
              <a:avLst/>
              <a:pathLst>
                <a:path w="334313" h="333522">
                  <a:moveTo>
                    <a:pt x="150715" y="0"/>
                  </a:moveTo>
                  <a:lnTo>
                    <a:pt x="145460" y="603"/>
                  </a:lnTo>
                  <a:lnTo>
                    <a:pt x="140227" y="1372"/>
                  </a:lnTo>
                  <a:lnTo>
                    <a:pt x="135020" y="2306"/>
                  </a:lnTo>
                  <a:lnTo>
                    <a:pt x="129846" y="3405"/>
                  </a:lnTo>
                  <a:lnTo>
                    <a:pt x="124709" y="4667"/>
                  </a:lnTo>
                  <a:lnTo>
                    <a:pt x="119615" y="6090"/>
                  </a:lnTo>
                  <a:lnTo>
                    <a:pt x="114568" y="7674"/>
                  </a:lnTo>
                  <a:lnTo>
                    <a:pt x="109574" y="9417"/>
                  </a:lnTo>
                  <a:lnTo>
                    <a:pt x="104638" y="11317"/>
                  </a:lnTo>
                  <a:lnTo>
                    <a:pt x="99764" y="13373"/>
                  </a:lnTo>
                  <a:lnTo>
                    <a:pt x="94957" y="15581"/>
                  </a:lnTo>
                  <a:lnTo>
                    <a:pt x="90223" y="17941"/>
                  </a:lnTo>
                  <a:lnTo>
                    <a:pt x="85566" y="20449"/>
                  </a:lnTo>
                  <a:lnTo>
                    <a:pt x="80991" y="23103"/>
                  </a:lnTo>
                  <a:lnTo>
                    <a:pt x="76502" y="25900"/>
                  </a:lnTo>
                  <a:lnTo>
                    <a:pt x="72103" y="28839"/>
                  </a:lnTo>
                  <a:lnTo>
                    <a:pt x="67800" y="31915"/>
                  </a:lnTo>
                  <a:lnTo>
                    <a:pt x="63596" y="35125"/>
                  </a:lnTo>
                  <a:lnTo>
                    <a:pt x="59496" y="38467"/>
                  </a:lnTo>
                  <a:lnTo>
                    <a:pt x="55504" y="41937"/>
                  </a:lnTo>
                  <a:lnTo>
                    <a:pt x="51623" y="45531"/>
                  </a:lnTo>
                  <a:lnTo>
                    <a:pt x="47858" y="49247"/>
                  </a:lnTo>
                  <a:lnTo>
                    <a:pt x="44213" y="53080"/>
                  </a:lnTo>
                  <a:lnTo>
                    <a:pt x="40691" y="57026"/>
                  </a:lnTo>
                  <a:lnTo>
                    <a:pt x="37295" y="61081"/>
                  </a:lnTo>
                  <a:lnTo>
                    <a:pt x="34029" y="65242"/>
                  </a:lnTo>
                  <a:lnTo>
                    <a:pt x="30897" y="69505"/>
                  </a:lnTo>
                  <a:lnTo>
                    <a:pt x="27901" y="73864"/>
                  </a:lnTo>
                  <a:lnTo>
                    <a:pt x="25044" y="78316"/>
                  </a:lnTo>
                  <a:lnTo>
                    <a:pt x="22330" y="82856"/>
                  </a:lnTo>
                  <a:lnTo>
                    <a:pt x="19760" y="87479"/>
                  </a:lnTo>
                  <a:lnTo>
                    <a:pt x="17339" y="92182"/>
                  </a:lnTo>
                  <a:lnTo>
                    <a:pt x="15067" y="96959"/>
                  </a:lnTo>
                  <a:lnTo>
                    <a:pt x="12947" y="101805"/>
                  </a:lnTo>
                  <a:lnTo>
                    <a:pt x="10982" y="106716"/>
                  </a:lnTo>
                  <a:lnTo>
                    <a:pt x="9173" y="111687"/>
                  </a:lnTo>
                  <a:lnTo>
                    <a:pt x="7523" y="116712"/>
                  </a:lnTo>
                  <a:lnTo>
                    <a:pt x="6032" y="121787"/>
                  </a:lnTo>
                  <a:lnTo>
                    <a:pt x="4703" y="126907"/>
                  </a:lnTo>
                  <a:lnTo>
                    <a:pt x="3536" y="132066"/>
                  </a:lnTo>
                  <a:lnTo>
                    <a:pt x="2533" y="137260"/>
                  </a:lnTo>
                  <a:lnTo>
                    <a:pt x="1695" y="142482"/>
                  </a:lnTo>
                  <a:lnTo>
                    <a:pt x="1022" y="147729"/>
                  </a:lnTo>
                  <a:lnTo>
                    <a:pt x="516" y="152994"/>
                  </a:lnTo>
                  <a:lnTo>
                    <a:pt x="177" y="158273"/>
                  </a:lnTo>
                  <a:lnTo>
                    <a:pt x="4" y="163560"/>
                  </a:lnTo>
                  <a:lnTo>
                    <a:pt x="0" y="168849"/>
                  </a:lnTo>
                  <a:lnTo>
                    <a:pt x="162" y="174136"/>
                  </a:lnTo>
                  <a:lnTo>
                    <a:pt x="492" y="179415"/>
                  </a:lnTo>
                  <a:lnTo>
                    <a:pt x="988" y="184681"/>
                  </a:lnTo>
                  <a:lnTo>
                    <a:pt x="1651" y="189929"/>
                  </a:lnTo>
                  <a:lnTo>
                    <a:pt x="2480" y="195154"/>
                  </a:lnTo>
                  <a:lnTo>
                    <a:pt x="3473" y="200349"/>
                  </a:lnTo>
                  <a:lnTo>
                    <a:pt x="4631" y="205510"/>
                  </a:lnTo>
                  <a:lnTo>
                    <a:pt x="5951" y="210632"/>
                  </a:lnTo>
                  <a:lnTo>
                    <a:pt x="7432" y="215710"/>
                  </a:lnTo>
                  <a:lnTo>
                    <a:pt x="9074" y="220739"/>
                  </a:lnTo>
                  <a:lnTo>
                    <a:pt x="10873" y="225713"/>
                  </a:lnTo>
                  <a:lnTo>
                    <a:pt x="12829" y="230627"/>
                  </a:lnTo>
                  <a:lnTo>
                    <a:pt x="14940" y="235477"/>
                  </a:lnTo>
                  <a:lnTo>
                    <a:pt x="17203" y="240258"/>
                  </a:lnTo>
                  <a:lnTo>
                    <a:pt x="19616" y="244965"/>
                  </a:lnTo>
                  <a:lnTo>
                    <a:pt x="22177" y="249594"/>
                  </a:lnTo>
                  <a:lnTo>
                    <a:pt x="24883" y="254139"/>
                  </a:lnTo>
                  <a:lnTo>
                    <a:pt x="27732" y="258596"/>
                  </a:lnTo>
                  <a:lnTo>
                    <a:pt x="30720" y="262960"/>
                  </a:lnTo>
                  <a:lnTo>
                    <a:pt x="33844" y="267228"/>
                  </a:lnTo>
                  <a:lnTo>
                    <a:pt x="37102" y="271395"/>
                  </a:lnTo>
                  <a:lnTo>
                    <a:pt x="40491" y="275457"/>
                  </a:lnTo>
                  <a:lnTo>
                    <a:pt x="44006" y="279410"/>
                  </a:lnTo>
                  <a:lnTo>
                    <a:pt x="47644" y="283249"/>
                  </a:lnTo>
                  <a:lnTo>
                    <a:pt x="51402" y="286971"/>
                  </a:lnTo>
                  <a:lnTo>
                    <a:pt x="55276" y="290573"/>
                  </a:lnTo>
                  <a:lnTo>
                    <a:pt x="59262" y="294050"/>
                  </a:lnTo>
                  <a:lnTo>
                    <a:pt x="63356" y="297400"/>
                  </a:lnTo>
                  <a:lnTo>
                    <a:pt x="67554" y="300618"/>
                  </a:lnTo>
                  <a:lnTo>
                    <a:pt x="71852" y="303702"/>
                  </a:lnTo>
                  <a:lnTo>
                    <a:pt x="76245" y="306648"/>
                  </a:lnTo>
                  <a:lnTo>
                    <a:pt x="80729" y="309454"/>
                  </a:lnTo>
                  <a:lnTo>
                    <a:pt x="85299" y="312116"/>
                  </a:lnTo>
                  <a:lnTo>
                    <a:pt x="89952" y="314633"/>
                  </a:lnTo>
                  <a:lnTo>
                    <a:pt x="94682" y="317001"/>
                  </a:lnTo>
                  <a:lnTo>
                    <a:pt x="99484" y="319218"/>
                  </a:lnTo>
                  <a:lnTo>
                    <a:pt x="104354" y="321282"/>
                  </a:lnTo>
                  <a:lnTo>
                    <a:pt x="109287" y="323192"/>
                  </a:lnTo>
                  <a:lnTo>
                    <a:pt x="114278" y="324944"/>
                  </a:lnTo>
                  <a:lnTo>
                    <a:pt x="119322" y="326537"/>
                  </a:lnTo>
                  <a:lnTo>
                    <a:pt x="124414" y="327970"/>
                  </a:lnTo>
                  <a:lnTo>
                    <a:pt x="129548" y="329241"/>
                  </a:lnTo>
                  <a:lnTo>
                    <a:pt x="134720" y="330349"/>
                  </a:lnTo>
                  <a:lnTo>
                    <a:pt x="139925" y="331293"/>
                  </a:lnTo>
                  <a:lnTo>
                    <a:pt x="145157" y="332072"/>
                  </a:lnTo>
                  <a:lnTo>
                    <a:pt x="150411" y="332685"/>
                  </a:lnTo>
                  <a:lnTo>
                    <a:pt x="155681" y="333131"/>
                  </a:lnTo>
                  <a:lnTo>
                    <a:pt x="160963" y="333410"/>
                  </a:lnTo>
                  <a:lnTo>
                    <a:pt x="166252" y="333522"/>
                  </a:lnTo>
                  <a:lnTo>
                    <a:pt x="171541" y="333467"/>
                  </a:lnTo>
                  <a:lnTo>
                    <a:pt x="176826" y="333244"/>
                  </a:lnTo>
                  <a:lnTo>
                    <a:pt x="182101" y="332855"/>
                  </a:lnTo>
                  <a:lnTo>
                    <a:pt x="187361" y="332298"/>
                  </a:lnTo>
                  <a:lnTo>
                    <a:pt x="192601" y="331576"/>
                  </a:lnTo>
                  <a:lnTo>
                    <a:pt x="197816" y="330688"/>
                  </a:lnTo>
                  <a:lnTo>
                    <a:pt x="202999" y="329635"/>
                  </a:lnTo>
                  <a:lnTo>
                    <a:pt x="208147" y="328419"/>
                  </a:lnTo>
                  <a:lnTo>
                    <a:pt x="213254" y="327041"/>
                  </a:lnTo>
                  <a:lnTo>
                    <a:pt x="218315" y="325502"/>
                  </a:lnTo>
                  <a:lnTo>
                    <a:pt x="223324" y="323803"/>
                  </a:lnTo>
                  <a:lnTo>
                    <a:pt x="228277" y="321947"/>
                  </a:lnTo>
                  <a:lnTo>
                    <a:pt x="233169" y="319935"/>
                  </a:lnTo>
                  <a:lnTo>
                    <a:pt x="237995" y="317770"/>
                  </a:lnTo>
                  <a:lnTo>
                    <a:pt x="242750" y="315452"/>
                  </a:lnTo>
                  <a:lnTo>
                    <a:pt x="247429" y="312986"/>
                  </a:lnTo>
                  <a:lnTo>
                    <a:pt x="252028" y="310372"/>
                  </a:lnTo>
                  <a:lnTo>
                    <a:pt x="256542" y="307615"/>
                  </a:lnTo>
                  <a:lnTo>
                    <a:pt x="260966" y="304716"/>
                  </a:lnTo>
                  <a:lnTo>
                    <a:pt x="265297" y="301679"/>
                  </a:lnTo>
                  <a:lnTo>
                    <a:pt x="269529" y="298506"/>
                  </a:lnTo>
                  <a:lnTo>
                    <a:pt x="273659" y="295200"/>
                  </a:lnTo>
                  <a:lnTo>
                    <a:pt x="277682" y="291766"/>
                  </a:lnTo>
                  <a:lnTo>
                    <a:pt x="281594" y="288206"/>
                  </a:lnTo>
                  <a:lnTo>
                    <a:pt x="285392" y="284524"/>
                  </a:lnTo>
                  <a:lnTo>
                    <a:pt x="289071" y="280724"/>
                  </a:lnTo>
                  <a:lnTo>
                    <a:pt x="292628" y="276809"/>
                  </a:lnTo>
                  <a:lnTo>
                    <a:pt x="296060" y="272784"/>
                  </a:lnTo>
                  <a:lnTo>
                    <a:pt x="299363" y="268652"/>
                  </a:lnTo>
                  <a:lnTo>
                    <a:pt x="302533" y="264418"/>
                  </a:lnTo>
                  <a:lnTo>
                    <a:pt x="305568" y="260086"/>
                  </a:lnTo>
                  <a:lnTo>
                    <a:pt x="308464" y="255660"/>
                  </a:lnTo>
                  <a:lnTo>
                    <a:pt x="311218" y="251144"/>
                  </a:lnTo>
                  <a:lnTo>
                    <a:pt x="313829" y="246543"/>
                  </a:lnTo>
                  <a:lnTo>
                    <a:pt x="316292" y="241863"/>
                  </a:lnTo>
                  <a:lnTo>
                    <a:pt x="318606" y="237106"/>
                  </a:lnTo>
                  <a:lnTo>
                    <a:pt x="320769" y="232279"/>
                  </a:lnTo>
                  <a:lnTo>
                    <a:pt x="322778" y="227386"/>
                  </a:lnTo>
                  <a:lnTo>
                    <a:pt x="324631" y="222431"/>
                  </a:lnTo>
                  <a:lnTo>
                    <a:pt x="326326" y="217421"/>
                  </a:lnTo>
                  <a:lnTo>
                    <a:pt x="327862" y="212359"/>
                  </a:lnTo>
                  <a:lnTo>
                    <a:pt x="329237" y="207251"/>
                  </a:lnTo>
                  <a:lnTo>
                    <a:pt x="330449" y="202103"/>
                  </a:lnTo>
                  <a:lnTo>
                    <a:pt x="331499" y="196918"/>
                  </a:lnTo>
                  <a:lnTo>
                    <a:pt x="332383" y="191703"/>
                  </a:lnTo>
                  <a:lnTo>
                    <a:pt x="333102" y="186463"/>
                  </a:lnTo>
                  <a:lnTo>
                    <a:pt x="333655" y="181202"/>
                  </a:lnTo>
                  <a:lnTo>
                    <a:pt x="334042" y="175927"/>
                  </a:lnTo>
                  <a:lnTo>
                    <a:pt x="334261" y="170642"/>
                  </a:lnTo>
                  <a:lnTo>
                    <a:pt x="334313" y="165353"/>
                  </a:lnTo>
                  <a:lnTo>
                    <a:pt x="334197" y="160064"/>
                  </a:lnTo>
                  <a:lnTo>
                    <a:pt x="333915" y="154782"/>
                  </a:lnTo>
                  <a:lnTo>
                    <a:pt x="333465" y="149512"/>
                  </a:lnTo>
                  <a:lnTo>
                    <a:pt x="332849" y="144259"/>
                  </a:lnTo>
                  <a:lnTo>
                    <a:pt x="332067" y="139027"/>
                  </a:lnTo>
                  <a:lnTo>
                    <a:pt x="331119" y="133823"/>
                  </a:lnTo>
                  <a:lnTo>
                    <a:pt x="330008" y="128652"/>
                  </a:lnTo>
                  <a:lnTo>
                    <a:pt x="328734" y="123518"/>
                  </a:lnTo>
                  <a:lnTo>
                    <a:pt x="327297" y="118427"/>
                  </a:lnTo>
                  <a:lnTo>
                    <a:pt x="325701" y="113384"/>
                  </a:lnTo>
                  <a:lnTo>
                    <a:pt x="323945" y="108395"/>
                  </a:lnTo>
                  <a:lnTo>
                    <a:pt x="322033" y="103463"/>
                  </a:lnTo>
                  <a:lnTo>
                    <a:pt x="319966" y="98594"/>
                  </a:lnTo>
                  <a:lnTo>
                    <a:pt x="317745" y="93793"/>
                  </a:lnTo>
                  <a:lnTo>
                    <a:pt x="315374" y="89065"/>
                  </a:lnTo>
                  <a:lnTo>
                    <a:pt x="312854" y="84414"/>
                  </a:lnTo>
                  <a:lnTo>
                    <a:pt x="310189" y="79845"/>
                  </a:lnTo>
                  <a:lnTo>
                    <a:pt x="307380" y="75363"/>
                  </a:lnTo>
                  <a:lnTo>
                    <a:pt x="304431" y="70972"/>
                  </a:lnTo>
                  <a:lnTo>
                    <a:pt x="301345" y="66676"/>
                  </a:lnTo>
                  <a:lnTo>
                    <a:pt x="298124" y="62480"/>
                  </a:lnTo>
                  <a:lnTo>
                    <a:pt x="294772" y="58389"/>
                  </a:lnTo>
                  <a:lnTo>
                    <a:pt x="291292" y="54405"/>
                  </a:lnTo>
                  <a:lnTo>
                    <a:pt x="287688" y="50533"/>
                  </a:lnTo>
                  <a:lnTo>
                    <a:pt x="283963" y="46778"/>
                  </a:lnTo>
                  <a:lnTo>
                    <a:pt x="280121" y="43142"/>
                  </a:lnTo>
                  <a:lnTo>
                    <a:pt x="167148" y="1663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429590"/>
              <a:ext cx="112972" cy="167167"/>
            </a:xfrm>
            <a:custGeom>
              <a:avLst/>
              <a:pathLst>
                <a:path w="112972" h="167167">
                  <a:moveTo>
                    <a:pt x="112972" y="43951"/>
                  </a:moveTo>
                  <a:lnTo>
                    <a:pt x="108753" y="40212"/>
                  </a:lnTo>
                  <a:lnTo>
                    <a:pt x="104410" y="36616"/>
                  </a:lnTo>
                  <a:lnTo>
                    <a:pt x="99948" y="33169"/>
                  </a:lnTo>
                  <a:lnTo>
                    <a:pt x="95372" y="29875"/>
                  </a:lnTo>
                  <a:lnTo>
                    <a:pt x="90688" y="26737"/>
                  </a:lnTo>
                  <a:lnTo>
                    <a:pt x="85900" y="23758"/>
                  </a:lnTo>
                  <a:lnTo>
                    <a:pt x="81015" y="20943"/>
                  </a:lnTo>
                  <a:lnTo>
                    <a:pt x="76038" y="18294"/>
                  </a:lnTo>
                  <a:lnTo>
                    <a:pt x="70974" y="15815"/>
                  </a:lnTo>
                  <a:lnTo>
                    <a:pt x="65830" y="13507"/>
                  </a:lnTo>
                  <a:lnTo>
                    <a:pt x="60610" y="11374"/>
                  </a:lnTo>
                  <a:lnTo>
                    <a:pt x="55322" y="9419"/>
                  </a:lnTo>
                  <a:lnTo>
                    <a:pt x="49971" y="7643"/>
                  </a:lnTo>
                  <a:lnTo>
                    <a:pt x="44562" y="6049"/>
                  </a:lnTo>
                  <a:lnTo>
                    <a:pt x="39104" y="4637"/>
                  </a:lnTo>
                  <a:lnTo>
                    <a:pt x="33600" y="3411"/>
                  </a:lnTo>
                  <a:lnTo>
                    <a:pt x="28059" y="2371"/>
                  </a:lnTo>
                  <a:lnTo>
                    <a:pt x="22485" y="1519"/>
                  </a:lnTo>
                  <a:lnTo>
                    <a:pt x="16886" y="855"/>
                  </a:lnTo>
                  <a:lnTo>
                    <a:pt x="11268" y="380"/>
                  </a:lnTo>
                  <a:lnTo>
                    <a:pt x="5637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642155" y="3934012"/>
              <a:ext cx="3578" cy="167167"/>
            </a:xfrm>
            <a:custGeom>
              <a:avLst/>
              <a:pathLst>
                <a:path w="3578" h="167167">
                  <a:moveTo>
                    <a:pt x="3578" y="0"/>
                  </a:moveTo>
                  <a:lnTo>
                    <a:pt x="0" y="38"/>
                  </a:lnTo>
                  <a:lnTo>
                    <a:pt x="357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642155" y="3934051"/>
              <a:ext cx="3578" cy="167129"/>
            </a:xfrm>
            <a:custGeom>
              <a:avLst/>
              <a:pathLst>
                <a:path w="3578" h="167129">
                  <a:moveTo>
                    <a:pt x="0" y="0"/>
                  </a:moveTo>
                  <a:lnTo>
                    <a:pt x="3578" y="1671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642155" y="3934051"/>
              <a:ext cx="3578" cy="167129"/>
            </a:xfrm>
            <a:custGeom>
              <a:avLst/>
              <a:pathLst>
                <a:path w="3578" h="167129">
                  <a:moveTo>
                    <a:pt x="0" y="0"/>
                  </a:moveTo>
                  <a:lnTo>
                    <a:pt x="3578" y="16712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642155" y="3934051"/>
              <a:ext cx="3578" cy="167129"/>
            </a:xfrm>
            <a:custGeom>
              <a:avLst/>
              <a:pathLst>
                <a:path w="3578" h="167129">
                  <a:moveTo>
                    <a:pt x="0" y="0"/>
                  </a:moveTo>
                  <a:lnTo>
                    <a:pt x="3578" y="1671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642155" y="3934051"/>
              <a:ext cx="3578" cy="167129"/>
            </a:xfrm>
            <a:custGeom>
              <a:avLst/>
              <a:pathLst>
                <a:path w="3578" h="167129">
                  <a:moveTo>
                    <a:pt x="0" y="0"/>
                  </a:moveTo>
                  <a:lnTo>
                    <a:pt x="3578" y="1671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642155" y="3934051"/>
              <a:ext cx="3578" cy="167129"/>
            </a:xfrm>
            <a:custGeom>
              <a:avLst/>
              <a:pathLst>
                <a:path w="3578" h="167129">
                  <a:moveTo>
                    <a:pt x="0" y="0"/>
                  </a:moveTo>
                  <a:lnTo>
                    <a:pt x="3578" y="16712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642155" y="3934051"/>
              <a:ext cx="3578" cy="167129"/>
            </a:xfrm>
            <a:custGeom>
              <a:avLst/>
              <a:pathLst>
                <a:path w="3578" h="167129">
                  <a:moveTo>
                    <a:pt x="0" y="0"/>
                  </a:moveTo>
                  <a:lnTo>
                    <a:pt x="3578" y="167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642155" y="3934051"/>
              <a:ext cx="3578" cy="167129"/>
            </a:xfrm>
            <a:custGeom>
              <a:avLst/>
              <a:pathLst>
                <a:path w="3578" h="167129">
                  <a:moveTo>
                    <a:pt x="0" y="0"/>
                  </a:moveTo>
                  <a:lnTo>
                    <a:pt x="3578" y="167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642155" y="3934051"/>
              <a:ext cx="3578" cy="167129"/>
            </a:xfrm>
            <a:custGeom>
              <a:avLst/>
              <a:pathLst>
                <a:path w="3578" h="167129">
                  <a:moveTo>
                    <a:pt x="0" y="0"/>
                  </a:moveTo>
                  <a:lnTo>
                    <a:pt x="3578" y="167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642155" y="3934051"/>
              <a:ext cx="3578" cy="167129"/>
            </a:xfrm>
            <a:custGeom>
              <a:avLst/>
              <a:pathLst>
                <a:path w="3578" h="167129">
                  <a:moveTo>
                    <a:pt x="0" y="0"/>
                  </a:moveTo>
                  <a:lnTo>
                    <a:pt x="3578" y="167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642155" y="3934051"/>
              <a:ext cx="3578" cy="167129"/>
            </a:xfrm>
            <a:custGeom>
              <a:avLst/>
              <a:pathLst>
                <a:path w="3578" h="167129">
                  <a:moveTo>
                    <a:pt x="0" y="0"/>
                  </a:moveTo>
                  <a:lnTo>
                    <a:pt x="3578" y="16712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642155" y="3934051"/>
              <a:ext cx="3578" cy="167129"/>
            </a:xfrm>
            <a:custGeom>
              <a:avLst/>
              <a:pathLst>
                <a:path w="3578" h="167129">
                  <a:moveTo>
                    <a:pt x="0" y="0"/>
                  </a:moveTo>
                  <a:lnTo>
                    <a:pt x="3578" y="16712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478566" y="3934051"/>
              <a:ext cx="334327" cy="334285"/>
            </a:xfrm>
            <a:custGeom>
              <a:avLst/>
              <a:pathLst>
                <a:path w="334327" h="334285">
                  <a:moveTo>
                    <a:pt x="163588" y="0"/>
                  </a:moveTo>
                  <a:lnTo>
                    <a:pt x="158304" y="196"/>
                  </a:lnTo>
                  <a:lnTo>
                    <a:pt x="153029" y="560"/>
                  </a:lnTo>
                  <a:lnTo>
                    <a:pt x="147768" y="1091"/>
                  </a:lnTo>
                  <a:lnTo>
                    <a:pt x="142527" y="1787"/>
                  </a:lnTo>
                  <a:lnTo>
                    <a:pt x="137310" y="2649"/>
                  </a:lnTo>
                  <a:lnTo>
                    <a:pt x="132123" y="3676"/>
                  </a:lnTo>
                  <a:lnTo>
                    <a:pt x="126971" y="4866"/>
                  </a:lnTo>
                  <a:lnTo>
                    <a:pt x="121859" y="6218"/>
                  </a:lnTo>
                  <a:lnTo>
                    <a:pt x="116792" y="7732"/>
                  </a:lnTo>
                  <a:lnTo>
                    <a:pt x="111776" y="9405"/>
                  </a:lnTo>
                  <a:lnTo>
                    <a:pt x="106816" y="11236"/>
                  </a:lnTo>
                  <a:lnTo>
                    <a:pt x="101915" y="13222"/>
                  </a:lnTo>
                  <a:lnTo>
                    <a:pt x="97080" y="15363"/>
                  </a:lnTo>
                  <a:lnTo>
                    <a:pt x="92315" y="17656"/>
                  </a:lnTo>
                  <a:lnTo>
                    <a:pt x="87625" y="20098"/>
                  </a:lnTo>
                  <a:lnTo>
                    <a:pt x="83015" y="22687"/>
                  </a:lnTo>
                  <a:lnTo>
                    <a:pt x="78489" y="25421"/>
                  </a:lnTo>
                  <a:lnTo>
                    <a:pt x="74051" y="28296"/>
                  </a:lnTo>
                  <a:lnTo>
                    <a:pt x="69707" y="31311"/>
                  </a:lnTo>
                  <a:lnTo>
                    <a:pt x="65460" y="34461"/>
                  </a:lnTo>
                  <a:lnTo>
                    <a:pt x="61315" y="37744"/>
                  </a:lnTo>
                  <a:lnTo>
                    <a:pt x="57276" y="41156"/>
                  </a:lnTo>
                  <a:lnTo>
                    <a:pt x="53347" y="44695"/>
                  </a:lnTo>
                  <a:lnTo>
                    <a:pt x="49532" y="48356"/>
                  </a:lnTo>
                  <a:lnTo>
                    <a:pt x="45834" y="52136"/>
                  </a:lnTo>
                  <a:lnTo>
                    <a:pt x="42258" y="56031"/>
                  </a:lnTo>
                  <a:lnTo>
                    <a:pt x="38807" y="60037"/>
                  </a:lnTo>
                  <a:lnTo>
                    <a:pt x="35484" y="64150"/>
                  </a:lnTo>
                  <a:lnTo>
                    <a:pt x="32293" y="68367"/>
                  </a:lnTo>
                  <a:lnTo>
                    <a:pt x="29237" y="72682"/>
                  </a:lnTo>
                  <a:lnTo>
                    <a:pt x="26319" y="77091"/>
                  </a:lnTo>
                  <a:lnTo>
                    <a:pt x="23542" y="81591"/>
                  </a:lnTo>
                  <a:lnTo>
                    <a:pt x="20908" y="86176"/>
                  </a:lnTo>
                  <a:lnTo>
                    <a:pt x="18421" y="90842"/>
                  </a:lnTo>
                  <a:lnTo>
                    <a:pt x="16083" y="95585"/>
                  </a:lnTo>
                  <a:lnTo>
                    <a:pt x="13895" y="100399"/>
                  </a:lnTo>
                  <a:lnTo>
                    <a:pt x="11862" y="105280"/>
                  </a:lnTo>
                  <a:lnTo>
                    <a:pt x="9983" y="110223"/>
                  </a:lnTo>
                  <a:lnTo>
                    <a:pt x="8262" y="115223"/>
                  </a:lnTo>
                  <a:lnTo>
                    <a:pt x="6700" y="120274"/>
                  </a:lnTo>
                  <a:lnTo>
                    <a:pt x="5298" y="125373"/>
                  </a:lnTo>
                  <a:lnTo>
                    <a:pt x="4059" y="130513"/>
                  </a:lnTo>
                  <a:lnTo>
                    <a:pt x="2982" y="135690"/>
                  </a:lnTo>
                  <a:lnTo>
                    <a:pt x="2070" y="140899"/>
                  </a:lnTo>
                  <a:lnTo>
                    <a:pt x="1323" y="146133"/>
                  </a:lnTo>
                  <a:lnTo>
                    <a:pt x="742" y="151389"/>
                  </a:lnTo>
                  <a:lnTo>
                    <a:pt x="328" y="156660"/>
                  </a:lnTo>
                  <a:lnTo>
                    <a:pt x="80" y="161942"/>
                  </a:lnTo>
                  <a:lnTo>
                    <a:pt x="0" y="167229"/>
                  </a:lnTo>
                  <a:lnTo>
                    <a:pt x="86" y="172516"/>
                  </a:lnTo>
                  <a:lnTo>
                    <a:pt x="340" y="177798"/>
                  </a:lnTo>
                  <a:lnTo>
                    <a:pt x="761" y="183069"/>
                  </a:lnTo>
                  <a:lnTo>
                    <a:pt x="1349" y="188324"/>
                  </a:lnTo>
                  <a:lnTo>
                    <a:pt x="2102" y="193558"/>
                  </a:lnTo>
                  <a:lnTo>
                    <a:pt x="3020" y="198765"/>
                  </a:lnTo>
                  <a:lnTo>
                    <a:pt x="4103" y="203941"/>
                  </a:lnTo>
                  <a:lnTo>
                    <a:pt x="5349" y="209079"/>
                  </a:lnTo>
                  <a:lnTo>
                    <a:pt x="6757" y="214176"/>
                  </a:lnTo>
                  <a:lnTo>
                    <a:pt x="8325" y="219226"/>
                  </a:lnTo>
                  <a:lnTo>
                    <a:pt x="10052" y="224224"/>
                  </a:lnTo>
                  <a:lnTo>
                    <a:pt x="11936" y="229164"/>
                  </a:lnTo>
                  <a:lnTo>
                    <a:pt x="13976" y="234043"/>
                  </a:lnTo>
                  <a:lnTo>
                    <a:pt x="16169" y="238854"/>
                  </a:lnTo>
                  <a:lnTo>
                    <a:pt x="18513" y="243594"/>
                  </a:lnTo>
                  <a:lnTo>
                    <a:pt x="21006" y="248257"/>
                  </a:lnTo>
                  <a:lnTo>
                    <a:pt x="23645" y="252839"/>
                  </a:lnTo>
                  <a:lnTo>
                    <a:pt x="26427" y="257336"/>
                  </a:lnTo>
                  <a:lnTo>
                    <a:pt x="29351" y="261742"/>
                  </a:lnTo>
                  <a:lnTo>
                    <a:pt x="32412" y="266053"/>
                  </a:lnTo>
                  <a:lnTo>
                    <a:pt x="35608" y="270266"/>
                  </a:lnTo>
                  <a:lnTo>
                    <a:pt x="38936" y="274375"/>
                  </a:lnTo>
                  <a:lnTo>
                    <a:pt x="42392" y="278377"/>
                  </a:lnTo>
                  <a:lnTo>
                    <a:pt x="45973" y="282267"/>
                  </a:lnTo>
                  <a:lnTo>
                    <a:pt x="49675" y="286043"/>
                  </a:lnTo>
                  <a:lnTo>
                    <a:pt x="53495" y="289699"/>
                  </a:lnTo>
                  <a:lnTo>
                    <a:pt x="57428" y="293233"/>
                  </a:lnTo>
                  <a:lnTo>
                    <a:pt x="61471" y="296641"/>
                  </a:lnTo>
                  <a:lnTo>
                    <a:pt x="65620" y="299919"/>
                  </a:lnTo>
                  <a:lnTo>
                    <a:pt x="69871" y="303064"/>
                  </a:lnTo>
                  <a:lnTo>
                    <a:pt x="74219" y="306073"/>
                  </a:lnTo>
                  <a:lnTo>
                    <a:pt x="78660" y="308943"/>
                  </a:lnTo>
                  <a:lnTo>
                    <a:pt x="83189" y="311672"/>
                  </a:lnTo>
                  <a:lnTo>
                    <a:pt x="87803" y="314255"/>
                  </a:lnTo>
                  <a:lnTo>
                    <a:pt x="92496" y="316692"/>
                  </a:lnTo>
                  <a:lnTo>
                    <a:pt x="97263" y="318979"/>
                  </a:lnTo>
                  <a:lnTo>
                    <a:pt x="102101" y="321114"/>
                  </a:lnTo>
                  <a:lnTo>
                    <a:pt x="107003" y="323094"/>
                  </a:lnTo>
                  <a:lnTo>
                    <a:pt x="111966" y="324919"/>
                  </a:lnTo>
                  <a:lnTo>
                    <a:pt x="116984" y="326586"/>
                  </a:lnTo>
                  <a:lnTo>
                    <a:pt x="122053" y="328093"/>
                  </a:lnTo>
                  <a:lnTo>
                    <a:pt x="127166" y="329440"/>
                  </a:lnTo>
                  <a:lnTo>
                    <a:pt x="132319" y="330624"/>
                  </a:lnTo>
                  <a:lnTo>
                    <a:pt x="137508" y="331644"/>
                  </a:lnTo>
                  <a:lnTo>
                    <a:pt x="142726" y="332500"/>
                  </a:lnTo>
                  <a:lnTo>
                    <a:pt x="147968" y="333190"/>
                  </a:lnTo>
                  <a:lnTo>
                    <a:pt x="153230" y="333714"/>
                  </a:lnTo>
                  <a:lnTo>
                    <a:pt x="158505" y="334072"/>
                  </a:lnTo>
                  <a:lnTo>
                    <a:pt x="163790" y="334262"/>
                  </a:lnTo>
                  <a:lnTo>
                    <a:pt x="169077" y="334285"/>
                  </a:lnTo>
                  <a:lnTo>
                    <a:pt x="174363" y="334141"/>
                  </a:lnTo>
                  <a:lnTo>
                    <a:pt x="179642" y="333830"/>
                  </a:lnTo>
                  <a:lnTo>
                    <a:pt x="184908" y="333352"/>
                  </a:lnTo>
                  <a:lnTo>
                    <a:pt x="190156" y="332708"/>
                  </a:lnTo>
                  <a:lnTo>
                    <a:pt x="195381" y="331898"/>
                  </a:lnTo>
                  <a:lnTo>
                    <a:pt x="200578" y="330923"/>
                  </a:lnTo>
                  <a:lnTo>
                    <a:pt x="205742" y="329784"/>
                  </a:lnTo>
                  <a:lnTo>
                    <a:pt x="210867" y="328483"/>
                  </a:lnTo>
                  <a:lnTo>
                    <a:pt x="215948" y="327020"/>
                  </a:lnTo>
                  <a:lnTo>
                    <a:pt x="220981" y="325397"/>
                  </a:lnTo>
                  <a:lnTo>
                    <a:pt x="225960" y="323616"/>
                  </a:lnTo>
                  <a:lnTo>
                    <a:pt x="230879" y="321679"/>
                  </a:lnTo>
                  <a:lnTo>
                    <a:pt x="235736" y="319586"/>
                  </a:lnTo>
                  <a:lnTo>
                    <a:pt x="240523" y="317341"/>
                  </a:lnTo>
                  <a:lnTo>
                    <a:pt x="245237" y="314946"/>
                  </a:lnTo>
                  <a:lnTo>
                    <a:pt x="249873" y="312403"/>
                  </a:lnTo>
                  <a:lnTo>
                    <a:pt x="254426" y="309715"/>
                  </a:lnTo>
                  <a:lnTo>
                    <a:pt x="258892" y="306883"/>
                  </a:lnTo>
                  <a:lnTo>
                    <a:pt x="263266" y="303913"/>
                  </a:lnTo>
                  <a:lnTo>
                    <a:pt x="267544" y="300805"/>
                  </a:lnTo>
                  <a:lnTo>
                    <a:pt x="271722" y="297563"/>
                  </a:lnTo>
                  <a:lnTo>
                    <a:pt x="275795" y="294191"/>
                  </a:lnTo>
                  <a:lnTo>
                    <a:pt x="279759" y="290692"/>
                  </a:lnTo>
                  <a:lnTo>
                    <a:pt x="283611" y="287069"/>
                  </a:lnTo>
                  <a:lnTo>
                    <a:pt x="287346" y="283326"/>
                  </a:lnTo>
                  <a:lnTo>
                    <a:pt x="290961" y="279467"/>
                  </a:lnTo>
                  <a:lnTo>
                    <a:pt x="294452" y="275496"/>
                  </a:lnTo>
                  <a:lnTo>
                    <a:pt x="297816" y="271416"/>
                  </a:lnTo>
                  <a:lnTo>
                    <a:pt x="301049" y="267232"/>
                  </a:lnTo>
                  <a:lnTo>
                    <a:pt x="304148" y="262947"/>
                  </a:lnTo>
                  <a:lnTo>
                    <a:pt x="307110" y="258567"/>
                  </a:lnTo>
                  <a:lnTo>
                    <a:pt x="309932" y="254095"/>
                  </a:lnTo>
                  <a:lnTo>
                    <a:pt x="312611" y="249537"/>
                  </a:lnTo>
                  <a:lnTo>
                    <a:pt x="315144" y="244895"/>
                  </a:lnTo>
                  <a:lnTo>
                    <a:pt x="317530" y="240176"/>
                  </a:lnTo>
                  <a:lnTo>
                    <a:pt x="319765" y="235384"/>
                  </a:lnTo>
                  <a:lnTo>
                    <a:pt x="321847" y="230524"/>
                  </a:lnTo>
                  <a:lnTo>
                    <a:pt x="323775" y="225600"/>
                  </a:lnTo>
                  <a:lnTo>
                    <a:pt x="325546" y="220618"/>
                  </a:lnTo>
                  <a:lnTo>
                    <a:pt x="327158" y="215582"/>
                  </a:lnTo>
                  <a:lnTo>
                    <a:pt x="328611" y="210498"/>
                  </a:lnTo>
                  <a:lnTo>
                    <a:pt x="329902" y="205370"/>
                  </a:lnTo>
                  <a:lnTo>
                    <a:pt x="331030" y="200204"/>
                  </a:lnTo>
                  <a:lnTo>
                    <a:pt x="331994" y="195005"/>
                  </a:lnTo>
                  <a:lnTo>
                    <a:pt x="332793" y="189778"/>
                  </a:lnTo>
                  <a:lnTo>
                    <a:pt x="333426" y="184528"/>
                  </a:lnTo>
                  <a:lnTo>
                    <a:pt x="333893" y="179261"/>
                  </a:lnTo>
                  <a:lnTo>
                    <a:pt x="334194" y="173982"/>
                  </a:lnTo>
                  <a:lnTo>
                    <a:pt x="334327" y="168696"/>
                  </a:lnTo>
                  <a:lnTo>
                    <a:pt x="334293" y="163409"/>
                  </a:lnTo>
                  <a:lnTo>
                    <a:pt x="334092" y="158125"/>
                  </a:lnTo>
                  <a:lnTo>
                    <a:pt x="333723" y="152850"/>
                  </a:lnTo>
                  <a:lnTo>
                    <a:pt x="333189" y="147589"/>
                  </a:lnTo>
                  <a:lnTo>
                    <a:pt x="332487" y="142348"/>
                  </a:lnTo>
                  <a:lnTo>
                    <a:pt x="331621" y="137132"/>
                  </a:lnTo>
                  <a:lnTo>
                    <a:pt x="330590" y="131946"/>
                  </a:lnTo>
                  <a:lnTo>
                    <a:pt x="329396" y="126795"/>
                  </a:lnTo>
                  <a:lnTo>
                    <a:pt x="328039" y="121684"/>
                  </a:lnTo>
                  <a:lnTo>
                    <a:pt x="326521" y="116619"/>
                  </a:lnTo>
                  <a:lnTo>
                    <a:pt x="324844" y="111604"/>
                  </a:lnTo>
                  <a:lnTo>
                    <a:pt x="323009" y="106645"/>
                  </a:lnTo>
                  <a:lnTo>
                    <a:pt x="321018" y="101747"/>
                  </a:lnTo>
                  <a:lnTo>
                    <a:pt x="318873" y="96913"/>
                  </a:lnTo>
                  <a:lnTo>
                    <a:pt x="316577" y="92151"/>
                  </a:lnTo>
                  <a:lnTo>
                    <a:pt x="314130" y="87463"/>
                  </a:lnTo>
                  <a:lnTo>
                    <a:pt x="311537" y="82854"/>
                  </a:lnTo>
                  <a:lnTo>
                    <a:pt x="308800" y="78331"/>
                  </a:lnTo>
                  <a:lnTo>
                    <a:pt x="305920" y="73896"/>
                  </a:lnTo>
                  <a:lnTo>
                    <a:pt x="302902" y="69554"/>
                  </a:lnTo>
                  <a:lnTo>
                    <a:pt x="299748" y="65310"/>
                  </a:lnTo>
                  <a:lnTo>
                    <a:pt x="296462" y="61167"/>
                  </a:lnTo>
                  <a:lnTo>
                    <a:pt x="293046" y="57131"/>
                  </a:lnTo>
                  <a:lnTo>
                    <a:pt x="289504" y="53205"/>
                  </a:lnTo>
                  <a:lnTo>
                    <a:pt x="285840" y="49393"/>
                  </a:lnTo>
                  <a:lnTo>
                    <a:pt x="282057" y="45699"/>
                  </a:lnTo>
                  <a:lnTo>
                    <a:pt x="278159" y="42126"/>
                  </a:lnTo>
                  <a:lnTo>
                    <a:pt x="274150" y="38678"/>
                  </a:lnTo>
                  <a:lnTo>
                    <a:pt x="270034" y="35358"/>
                  </a:lnTo>
                  <a:lnTo>
                    <a:pt x="265815" y="32171"/>
                  </a:lnTo>
                  <a:lnTo>
                    <a:pt x="261497" y="29119"/>
                  </a:lnTo>
                  <a:lnTo>
                    <a:pt x="257085" y="26204"/>
                  </a:lnTo>
                  <a:lnTo>
                    <a:pt x="252583" y="23431"/>
                  </a:lnTo>
                  <a:lnTo>
                    <a:pt x="247995" y="20801"/>
                  </a:lnTo>
                  <a:lnTo>
                    <a:pt x="243327" y="18318"/>
                  </a:lnTo>
                  <a:lnTo>
                    <a:pt x="238583" y="15984"/>
                  </a:lnTo>
                  <a:lnTo>
                    <a:pt x="233767" y="13801"/>
                  </a:lnTo>
                  <a:lnTo>
                    <a:pt x="228884" y="11771"/>
                  </a:lnTo>
                  <a:lnTo>
                    <a:pt x="223940" y="9897"/>
                  </a:lnTo>
                  <a:lnTo>
                    <a:pt x="218938" y="8180"/>
                  </a:lnTo>
                  <a:lnTo>
                    <a:pt x="213885" y="6622"/>
                  </a:lnTo>
                  <a:lnTo>
                    <a:pt x="167167" y="1671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645733" y="3934012"/>
              <a:ext cx="46718" cy="167167"/>
            </a:xfrm>
            <a:custGeom>
              <a:avLst/>
              <a:pathLst>
                <a:path w="46718" h="167167">
                  <a:moveTo>
                    <a:pt x="46718" y="6660"/>
                  </a:moveTo>
                  <a:lnTo>
                    <a:pt x="41007" y="5107"/>
                  </a:lnTo>
                  <a:lnTo>
                    <a:pt x="35245" y="3757"/>
                  </a:lnTo>
                  <a:lnTo>
                    <a:pt x="29438" y="2612"/>
                  </a:lnTo>
                  <a:lnTo>
                    <a:pt x="23595" y="1673"/>
                  </a:lnTo>
                  <a:lnTo>
                    <a:pt x="17722" y="942"/>
                  </a:lnTo>
                  <a:lnTo>
                    <a:pt x="11827" y="418"/>
                  </a:lnTo>
                  <a:lnTo>
                    <a:pt x="5917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875205" y="4397268"/>
              <a:ext cx="3578" cy="167167"/>
            </a:xfrm>
            <a:custGeom>
              <a:avLst/>
              <a:pathLst>
                <a:path w="3578" h="167167">
                  <a:moveTo>
                    <a:pt x="3578" y="0"/>
                  </a:moveTo>
                  <a:lnTo>
                    <a:pt x="0" y="38"/>
                  </a:lnTo>
                  <a:lnTo>
                    <a:pt x="357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875205" y="4397306"/>
              <a:ext cx="3578" cy="167129"/>
            </a:xfrm>
            <a:custGeom>
              <a:avLst/>
              <a:pathLst>
                <a:path w="3578" h="167129">
                  <a:moveTo>
                    <a:pt x="0" y="0"/>
                  </a:moveTo>
                  <a:lnTo>
                    <a:pt x="3578" y="16712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875205" y="4397306"/>
              <a:ext cx="3578" cy="167129"/>
            </a:xfrm>
            <a:custGeom>
              <a:avLst/>
              <a:pathLst>
                <a:path w="3578" h="167129">
                  <a:moveTo>
                    <a:pt x="0" y="0"/>
                  </a:moveTo>
                  <a:lnTo>
                    <a:pt x="3578" y="1671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875205" y="4397306"/>
              <a:ext cx="3578" cy="167129"/>
            </a:xfrm>
            <a:custGeom>
              <a:avLst/>
              <a:pathLst>
                <a:path w="3578" h="167129">
                  <a:moveTo>
                    <a:pt x="0" y="0"/>
                  </a:moveTo>
                  <a:lnTo>
                    <a:pt x="3578" y="1671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875205" y="4397306"/>
              <a:ext cx="3578" cy="167129"/>
            </a:xfrm>
            <a:custGeom>
              <a:avLst/>
              <a:pathLst>
                <a:path w="3578" h="167129">
                  <a:moveTo>
                    <a:pt x="0" y="0"/>
                  </a:moveTo>
                  <a:lnTo>
                    <a:pt x="3578" y="16712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875205" y="4397306"/>
              <a:ext cx="3578" cy="167129"/>
            </a:xfrm>
            <a:custGeom>
              <a:avLst/>
              <a:pathLst>
                <a:path w="3578" h="167129">
                  <a:moveTo>
                    <a:pt x="0" y="0"/>
                  </a:moveTo>
                  <a:lnTo>
                    <a:pt x="3578" y="167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875205" y="4397306"/>
              <a:ext cx="3578" cy="167129"/>
            </a:xfrm>
            <a:custGeom>
              <a:avLst/>
              <a:pathLst>
                <a:path w="3578" h="167129">
                  <a:moveTo>
                    <a:pt x="0" y="0"/>
                  </a:moveTo>
                  <a:lnTo>
                    <a:pt x="3578" y="167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875205" y="4397306"/>
              <a:ext cx="3578" cy="167129"/>
            </a:xfrm>
            <a:custGeom>
              <a:avLst/>
              <a:pathLst>
                <a:path w="3578" h="167129">
                  <a:moveTo>
                    <a:pt x="0" y="0"/>
                  </a:moveTo>
                  <a:lnTo>
                    <a:pt x="3578" y="167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875205" y="4397306"/>
              <a:ext cx="3578" cy="167129"/>
            </a:xfrm>
            <a:custGeom>
              <a:avLst/>
              <a:pathLst>
                <a:path w="3578" h="167129">
                  <a:moveTo>
                    <a:pt x="0" y="0"/>
                  </a:moveTo>
                  <a:lnTo>
                    <a:pt x="3578" y="167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875205" y="4397306"/>
              <a:ext cx="3578" cy="167129"/>
            </a:xfrm>
            <a:custGeom>
              <a:avLst/>
              <a:pathLst>
                <a:path w="3578" h="167129">
                  <a:moveTo>
                    <a:pt x="0" y="0"/>
                  </a:moveTo>
                  <a:lnTo>
                    <a:pt x="3578" y="16712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875205" y="4397306"/>
              <a:ext cx="3578" cy="167129"/>
            </a:xfrm>
            <a:custGeom>
              <a:avLst/>
              <a:pathLst>
                <a:path w="3578" h="167129">
                  <a:moveTo>
                    <a:pt x="0" y="0"/>
                  </a:moveTo>
                  <a:lnTo>
                    <a:pt x="3578" y="16712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11616" y="4397306"/>
              <a:ext cx="334327" cy="334285"/>
            </a:xfrm>
            <a:custGeom>
              <a:avLst/>
              <a:pathLst>
                <a:path w="334327" h="334285">
                  <a:moveTo>
                    <a:pt x="163588" y="0"/>
                  </a:moveTo>
                  <a:lnTo>
                    <a:pt x="158304" y="196"/>
                  </a:lnTo>
                  <a:lnTo>
                    <a:pt x="153029" y="560"/>
                  </a:lnTo>
                  <a:lnTo>
                    <a:pt x="147768" y="1091"/>
                  </a:lnTo>
                  <a:lnTo>
                    <a:pt x="142527" y="1787"/>
                  </a:lnTo>
                  <a:lnTo>
                    <a:pt x="137310" y="2649"/>
                  </a:lnTo>
                  <a:lnTo>
                    <a:pt x="132123" y="3676"/>
                  </a:lnTo>
                  <a:lnTo>
                    <a:pt x="126971" y="4866"/>
                  </a:lnTo>
                  <a:lnTo>
                    <a:pt x="121859" y="6218"/>
                  </a:lnTo>
                  <a:lnTo>
                    <a:pt x="116792" y="7732"/>
                  </a:lnTo>
                  <a:lnTo>
                    <a:pt x="111776" y="9405"/>
                  </a:lnTo>
                  <a:lnTo>
                    <a:pt x="106816" y="11236"/>
                  </a:lnTo>
                  <a:lnTo>
                    <a:pt x="101915" y="13222"/>
                  </a:lnTo>
                  <a:lnTo>
                    <a:pt x="97080" y="15363"/>
                  </a:lnTo>
                  <a:lnTo>
                    <a:pt x="92315" y="17656"/>
                  </a:lnTo>
                  <a:lnTo>
                    <a:pt x="87625" y="20098"/>
                  </a:lnTo>
                  <a:lnTo>
                    <a:pt x="83015" y="22687"/>
                  </a:lnTo>
                  <a:lnTo>
                    <a:pt x="78489" y="25421"/>
                  </a:lnTo>
                  <a:lnTo>
                    <a:pt x="74051" y="28296"/>
                  </a:lnTo>
                  <a:lnTo>
                    <a:pt x="69707" y="31311"/>
                  </a:lnTo>
                  <a:lnTo>
                    <a:pt x="65460" y="34461"/>
                  </a:lnTo>
                  <a:lnTo>
                    <a:pt x="61315" y="37744"/>
                  </a:lnTo>
                  <a:lnTo>
                    <a:pt x="57276" y="41156"/>
                  </a:lnTo>
                  <a:lnTo>
                    <a:pt x="53347" y="44695"/>
                  </a:lnTo>
                  <a:lnTo>
                    <a:pt x="49532" y="48356"/>
                  </a:lnTo>
                  <a:lnTo>
                    <a:pt x="45834" y="52136"/>
                  </a:lnTo>
                  <a:lnTo>
                    <a:pt x="42258" y="56031"/>
                  </a:lnTo>
                  <a:lnTo>
                    <a:pt x="38807" y="60037"/>
                  </a:lnTo>
                  <a:lnTo>
                    <a:pt x="35484" y="64150"/>
                  </a:lnTo>
                  <a:lnTo>
                    <a:pt x="32293" y="68367"/>
                  </a:lnTo>
                  <a:lnTo>
                    <a:pt x="29237" y="72682"/>
                  </a:lnTo>
                  <a:lnTo>
                    <a:pt x="26319" y="77091"/>
                  </a:lnTo>
                  <a:lnTo>
                    <a:pt x="23542" y="81591"/>
                  </a:lnTo>
                  <a:lnTo>
                    <a:pt x="20908" y="86176"/>
                  </a:lnTo>
                  <a:lnTo>
                    <a:pt x="18421" y="90842"/>
                  </a:lnTo>
                  <a:lnTo>
                    <a:pt x="16083" y="95585"/>
                  </a:lnTo>
                  <a:lnTo>
                    <a:pt x="13895" y="100399"/>
                  </a:lnTo>
                  <a:lnTo>
                    <a:pt x="11862" y="105280"/>
                  </a:lnTo>
                  <a:lnTo>
                    <a:pt x="9983" y="110223"/>
                  </a:lnTo>
                  <a:lnTo>
                    <a:pt x="8262" y="115223"/>
                  </a:lnTo>
                  <a:lnTo>
                    <a:pt x="6700" y="120274"/>
                  </a:lnTo>
                  <a:lnTo>
                    <a:pt x="5298" y="125373"/>
                  </a:lnTo>
                  <a:lnTo>
                    <a:pt x="4059" y="130513"/>
                  </a:lnTo>
                  <a:lnTo>
                    <a:pt x="2982" y="135690"/>
                  </a:lnTo>
                  <a:lnTo>
                    <a:pt x="2070" y="140899"/>
                  </a:lnTo>
                  <a:lnTo>
                    <a:pt x="1323" y="146133"/>
                  </a:lnTo>
                  <a:lnTo>
                    <a:pt x="742" y="151389"/>
                  </a:lnTo>
                  <a:lnTo>
                    <a:pt x="328" y="156660"/>
                  </a:lnTo>
                  <a:lnTo>
                    <a:pt x="80" y="161942"/>
                  </a:lnTo>
                  <a:lnTo>
                    <a:pt x="0" y="167229"/>
                  </a:lnTo>
                  <a:lnTo>
                    <a:pt x="86" y="172516"/>
                  </a:lnTo>
                  <a:lnTo>
                    <a:pt x="340" y="177798"/>
                  </a:lnTo>
                  <a:lnTo>
                    <a:pt x="761" y="183069"/>
                  </a:lnTo>
                  <a:lnTo>
                    <a:pt x="1349" y="188324"/>
                  </a:lnTo>
                  <a:lnTo>
                    <a:pt x="2102" y="193558"/>
                  </a:lnTo>
                  <a:lnTo>
                    <a:pt x="3020" y="198765"/>
                  </a:lnTo>
                  <a:lnTo>
                    <a:pt x="4103" y="203941"/>
                  </a:lnTo>
                  <a:lnTo>
                    <a:pt x="5349" y="209079"/>
                  </a:lnTo>
                  <a:lnTo>
                    <a:pt x="6757" y="214176"/>
                  </a:lnTo>
                  <a:lnTo>
                    <a:pt x="8325" y="219226"/>
                  </a:lnTo>
                  <a:lnTo>
                    <a:pt x="10052" y="224224"/>
                  </a:lnTo>
                  <a:lnTo>
                    <a:pt x="11936" y="229164"/>
                  </a:lnTo>
                  <a:lnTo>
                    <a:pt x="13976" y="234043"/>
                  </a:lnTo>
                  <a:lnTo>
                    <a:pt x="16169" y="238854"/>
                  </a:lnTo>
                  <a:lnTo>
                    <a:pt x="18513" y="243594"/>
                  </a:lnTo>
                  <a:lnTo>
                    <a:pt x="21006" y="248257"/>
                  </a:lnTo>
                  <a:lnTo>
                    <a:pt x="23645" y="252839"/>
                  </a:lnTo>
                  <a:lnTo>
                    <a:pt x="26427" y="257336"/>
                  </a:lnTo>
                  <a:lnTo>
                    <a:pt x="29351" y="261742"/>
                  </a:lnTo>
                  <a:lnTo>
                    <a:pt x="32412" y="266053"/>
                  </a:lnTo>
                  <a:lnTo>
                    <a:pt x="35608" y="270266"/>
                  </a:lnTo>
                  <a:lnTo>
                    <a:pt x="38936" y="274375"/>
                  </a:lnTo>
                  <a:lnTo>
                    <a:pt x="42392" y="278377"/>
                  </a:lnTo>
                  <a:lnTo>
                    <a:pt x="45973" y="282267"/>
                  </a:lnTo>
                  <a:lnTo>
                    <a:pt x="49675" y="286043"/>
                  </a:lnTo>
                  <a:lnTo>
                    <a:pt x="53495" y="289699"/>
                  </a:lnTo>
                  <a:lnTo>
                    <a:pt x="57428" y="293233"/>
                  </a:lnTo>
                  <a:lnTo>
                    <a:pt x="61471" y="296641"/>
                  </a:lnTo>
                  <a:lnTo>
                    <a:pt x="65620" y="299919"/>
                  </a:lnTo>
                  <a:lnTo>
                    <a:pt x="69871" y="303064"/>
                  </a:lnTo>
                  <a:lnTo>
                    <a:pt x="74219" y="306073"/>
                  </a:lnTo>
                  <a:lnTo>
                    <a:pt x="78660" y="308943"/>
                  </a:lnTo>
                  <a:lnTo>
                    <a:pt x="83189" y="311672"/>
                  </a:lnTo>
                  <a:lnTo>
                    <a:pt x="87803" y="314255"/>
                  </a:lnTo>
                  <a:lnTo>
                    <a:pt x="92496" y="316692"/>
                  </a:lnTo>
                  <a:lnTo>
                    <a:pt x="97263" y="318979"/>
                  </a:lnTo>
                  <a:lnTo>
                    <a:pt x="102101" y="321114"/>
                  </a:lnTo>
                  <a:lnTo>
                    <a:pt x="107003" y="323094"/>
                  </a:lnTo>
                  <a:lnTo>
                    <a:pt x="111966" y="324919"/>
                  </a:lnTo>
                  <a:lnTo>
                    <a:pt x="116984" y="326586"/>
                  </a:lnTo>
                  <a:lnTo>
                    <a:pt x="122053" y="328093"/>
                  </a:lnTo>
                  <a:lnTo>
                    <a:pt x="127166" y="329440"/>
                  </a:lnTo>
                  <a:lnTo>
                    <a:pt x="132319" y="330624"/>
                  </a:lnTo>
                  <a:lnTo>
                    <a:pt x="137508" y="331644"/>
                  </a:lnTo>
                  <a:lnTo>
                    <a:pt x="142726" y="332500"/>
                  </a:lnTo>
                  <a:lnTo>
                    <a:pt x="147968" y="333190"/>
                  </a:lnTo>
                  <a:lnTo>
                    <a:pt x="153230" y="333714"/>
                  </a:lnTo>
                  <a:lnTo>
                    <a:pt x="158505" y="334072"/>
                  </a:lnTo>
                  <a:lnTo>
                    <a:pt x="163790" y="334262"/>
                  </a:lnTo>
                  <a:lnTo>
                    <a:pt x="169077" y="334285"/>
                  </a:lnTo>
                  <a:lnTo>
                    <a:pt x="174363" y="334141"/>
                  </a:lnTo>
                  <a:lnTo>
                    <a:pt x="179642" y="333830"/>
                  </a:lnTo>
                  <a:lnTo>
                    <a:pt x="184908" y="333352"/>
                  </a:lnTo>
                  <a:lnTo>
                    <a:pt x="190156" y="332708"/>
                  </a:lnTo>
                  <a:lnTo>
                    <a:pt x="195381" y="331898"/>
                  </a:lnTo>
                  <a:lnTo>
                    <a:pt x="200578" y="330923"/>
                  </a:lnTo>
                  <a:lnTo>
                    <a:pt x="205742" y="329784"/>
                  </a:lnTo>
                  <a:lnTo>
                    <a:pt x="210867" y="328483"/>
                  </a:lnTo>
                  <a:lnTo>
                    <a:pt x="215948" y="327020"/>
                  </a:lnTo>
                  <a:lnTo>
                    <a:pt x="220981" y="325397"/>
                  </a:lnTo>
                  <a:lnTo>
                    <a:pt x="225960" y="323616"/>
                  </a:lnTo>
                  <a:lnTo>
                    <a:pt x="230879" y="321679"/>
                  </a:lnTo>
                  <a:lnTo>
                    <a:pt x="235736" y="319586"/>
                  </a:lnTo>
                  <a:lnTo>
                    <a:pt x="240523" y="317341"/>
                  </a:lnTo>
                  <a:lnTo>
                    <a:pt x="245237" y="314946"/>
                  </a:lnTo>
                  <a:lnTo>
                    <a:pt x="249873" y="312403"/>
                  </a:lnTo>
                  <a:lnTo>
                    <a:pt x="254426" y="309715"/>
                  </a:lnTo>
                  <a:lnTo>
                    <a:pt x="258892" y="306883"/>
                  </a:lnTo>
                  <a:lnTo>
                    <a:pt x="263266" y="303913"/>
                  </a:lnTo>
                  <a:lnTo>
                    <a:pt x="267544" y="300805"/>
                  </a:lnTo>
                  <a:lnTo>
                    <a:pt x="271722" y="297563"/>
                  </a:lnTo>
                  <a:lnTo>
                    <a:pt x="275795" y="294191"/>
                  </a:lnTo>
                  <a:lnTo>
                    <a:pt x="279759" y="290692"/>
                  </a:lnTo>
                  <a:lnTo>
                    <a:pt x="283611" y="287069"/>
                  </a:lnTo>
                  <a:lnTo>
                    <a:pt x="287346" y="283326"/>
                  </a:lnTo>
                  <a:lnTo>
                    <a:pt x="290961" y="279467"/>
                  </a:lnTo>
                  <a:lnTo>
                    <a:pt x="294452" y="275496"/>
                  </a:lnTo>
                  <a:lnTo>
                    <a:pt x="297816" y="271416"/>
                  </a:lnTo>
                  <a:lnTo>
                    <a:pt x="301049" y="267232"/>
                  </a:lnTo>
                  <a:lnTo>
                    <a:pt x="304148" y="262947"/>
                  </a:lnTo>
                  <a:lnTo>
                    <a:pt x="307110" y="258567"/>
                  </a:lnTo>
                  <a:lnTo>
                    <a:pt x="309932" y="254095"/>
                  </a:lnTo>
                  <a:lnTo>
                    <a:pt x="312611" y="249537"/>
                  </a:lnTo>
                  <a:lnTo>
                    <a:pt x="315144" y="244895"/>
                  </a:lnTo>
                  <a:lnTo>
                    <a:pt x="317530" y="240176"/>
                  </a:lnTo>
                  <a:lnTo>
                    <a:pt x="319765" y="235384"/>
                  </a:lnTo>
                  <a:lnTo>
                    <a:pt x="321847" y="230524"/>
                  </a:lnTo>
                  <a:lnTo>
                    <a:pt x="323775" y="225600"/>
                  </a:lnTo>
                  <a:lnTo>
                    <a:pt x="325546" y="220618"/>
                  </a:lnTo>
                  <a:lnTo>
                    <a:pt x="327158" y="215582"/>
                  </a:lnTo>
                  <a:lnTo>
                    <a:pt x="328611" y="210498"/>
                  </a:lnTo>
                  <a:lnTo>
                    <a:pt x="329902" y="205370"/>
                  </a:lnTo>
                  <a:lnTo>
                    <a:pt x="331030" y="200204"/>
                  </a:lnTo>
                  <a:lnTo>
                    <a:pt x="331994" y="195005"/>
                  </a:lnTo>
                  <a:lnTo>
                    <a:pt x="332793" y="189778"/>
                  </a:lnTo>
                  <a:lnTo>
                    <a:pt x="333426" y="184528"/>
                  </a:lnTo>
                  <a:lnTo>
                    <a:pt x="333893" y="179261"/>
                  </a:lnTo>
                  <a:lnTo>
                    <a:pt x="334194" y="173982"/>
                  </a:lnTo>
                  <a:lnTo>
                    <a:pt x="334327" y="168696"/>
                  </a:lnTo>
                  <a:lnTo>
                    <a:pt x="334293" y="163409"/>
                  </a:lnTo>
                  <a:lnTo>
                    <a:pt x="334092" y="158125"/>
                  </a:lnTo>
                  <a:lnTo>
                    <a:pt x="333723" y="152850"/>
                  </a:lnTo>
                  <a:lnTo>
                    <a:pt x="333189" y="147589"/>
                  </a:lnTo>
                  <a:lnTo>
                    <a:pt x="332487" y="142348"/>
                  </a:lnTo>
                  <a:lnTo>
                    <a:pt x="331621" y="137132"/>
                  </a:lnTo>
                  <a:lnTo>
                    <a:pt x="330590" y="131946"/>
                  </a:lnTo>
                  <a:lnTo>
                    <a:pt x="329396" y="126795"/>
                  </a:lnTo>
                  <a:lnTo>
                    <a:pt x="328039" y="121684"/>
                  </a:lnTo>
                  <a:lnTo>
                    <a:pt x="326521" y="116619"/>
                  </a:lnTo>
                  <a:lnTo>
                    <a:pt x="324844" y="111604"/>
                  </a:lnTo>
                  <a:lnTo>
                    <a:pt x="323009" y="106645"/>
                  </a:lnTo>
                  <a:lnTo>
                    <a:pt x="321018" y="101747"/>
                  </a:lnTo>
                  <a:lnTo>
                    <a:pt x="318873" y="96913"/>
                  </a:lnTo>
                  <a:lnTo>
                    <a:pt x="316577" y="92151"/>
                  </a:lnTo>
                  <a:lnTo>
                    <a:pt x="314130" y="87463"/>
                  </a:lnTo>
                  <a:lnTo>
                    <a:pt x="311537" y="82854"/>
                  </a:lnTo>
                  <a:lnTo>
                    <a:pt x="308800" y="78331"/>
                  </a:lnTo>
                  <a:lnTo>
                    <a:pt x="305920" y="73896"/>
                  </a:lnTo>
                  <a:lnTo>
                    <a:pt x="302902" y="69554"/>
                  </a:lnTo>
                  <a:lnTo>
                    <a:pt x="299748" y="65310"/>
                  </a:lnTo>
                  <a:lnTo>
                    <a:pt x="296462" y="61167"/>
                  </a:lnTo>
                  <a:lnTo>
                    <a:pt x="293046" y="57131"/>
                  </a:lnTo>
                  <a:lnTo>
                    <a:pt x="289504" y="53205"/>
                  </a:lnTo>
                  <a:lnTo>
                    <a:pt x="285840" y="49393"/>
                  </a:lnTo>
                  <a:lnTo>
                    <a:pt x="282057" y="45699"/>
                  </a:lnTo>
                  <a:lnTo>
                    <a:pt x="278159" y="42126"/>
                  </a:lnTo>
                  <a:lnTo>
                    <a:pt x="274150" y="38678"/>
                  </a:lnTo>
                  <a:lnTo>
                    <a:pt x="270034" y="35358"/>
                  </a:lnTo>
                  <a:lnTo>
                    <a:pt x="265815" y="32171"/>
                  </a:lnTo>
                  <a:lnTo>
                    <a:pt x="261497" y="29119"/>
                  </a:lnTo>
                  <a:lnTo>
                    <a:pt x="257085" y="26204"/>
                  </a:lnTo>
                  <a:lnTo>
                    <a:pt x="252583" y="23431"/>
                  </a:lnTo>
                  <a:lnTo>
                    <a:pt x="247995" y="20801"/>
                  </a:lnTo>
                  <a:lnTo>
                    <a:pt x="243327" y="18318"/>
                  </a:lnTo>
                  <a:lnTo>
                    <a:pt x="238583" y="15984"/>
                  </a:lnTo>
                  <a:lnTo>
                    <a:pt x="233767" y="13801"/>
                  </a:lnTo>
                  <a:lnTo>
                    <a:pt x="228884" y="11771"/>
                  </a:lnTo>
                  <a:lnTo>
                    <a:pt x="223940" y="9897"/>
                  </a:lnTo>
                  <a:lnTo>
                    <a:pt x="218938" y="8180"/>
                  </a:lnTo>
                  <a:lnTo>
                    <a:pt x="213885" y="6622"/>
                  </a:lnTo>
                  <a:lnTo>
                    <a:pt x="167167" y="1671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878783" y="4397268"/>
              <a:ext cx="46718" cy="167167"/>
            </a:xfrm>
            <a:custGeom>
              <a:avLst/>
              <a:pathLst>
                <a:path w="46718" h="167167">
                  <a:moveTo>
                    <a:pt x="46718" y="6660"/>
                  </a:moveTo>
                  <a:lnTo>
                    <a:pt x="41007" y="5107"/>
                  </a:lnTo>
                  <a:lnTo>
                    <a:pt x="35245" y="3757"/>
                  </a:lnTo>
                  <a:lnTo>
                    <a:pt x="29438" y="2612"/>
                  </a:lnTo>
                  <a:lnTo>
                    <a:pt x="23595" y="1673"/>
                  </a:lnTo>
                  <a:lnTo>
                    <a:pt x="17722" y="942"/>
                  </a:lnTo>
                  <a:lnTo>
                    <a:pt x="11827" y="418"/>
                  </a:lnTo>
                  <a:lnTo>
                    <a:pt x="5917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211765" y="4794382"/>
              <a:ext cx="800" cy="167167"/>
            </a:xfrm>
            <a:custGeom>
              <a:avLst/>
              <a:pathLst>
                <a:path w="800" h="167167">
                  <a:moveTo>
                    <a:pt x="800" y="0"/>
                  </a:moveTo>
                  <a:lnTo>
                    <a:pt x="0" y="1"/>
                  </a:lnTo>
                  <a:lnTo>
                    <a:pt x="80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211765" y="4794384"/>
              <a:ext cx="800" cy="167165"/>
            </a:xfrm>
            <a:custGeom>
              <a:avLst/>
              <a:pathLst>
                <a:path w="800" h="167165">
                  <a:moveTo>
                    <a:pt x="0" y="0"/>
                  </a:moveTo>
                  <a:lnTo>
                    <a:pt x="800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211765" y="4794384"/>
              <a:ext cx="800" cy="167165"/>
            </a:xfrm>
            <a:custGeom>
              <a:avLst/>
              <a:pathLst>
                <a:path w="800" h="167165">
                  <a:moveTo>
                    <a:pt x="0" y="0"/>
                  </a:moveTo>
                  <a:lnTo>
                    <a:pt x="800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211765" y="4794384"/>
              <a:ext cx="800" cy="167165"/>
            </a:xfrm>
            <a:custGeom>
              <a:avLst/>
              <a:pathLst>
                <a:path w="800" h="167165">
                  <a:moveTo>
                    <a:pt x="0" y="0"/>
                  </a:moveTo>
                  <a:lnTo>
                    <a:pt x="800" y="167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211765" y="4794384"/>
              <a:ext cx="800" cy="167165"/>
            </a:xfrm>
            <a:custGeom>
              <a:avLst/>
              <a:pathLst>
                <a:path w="800" h="167165">
                  <a:moveTo>
                    <a:pt x="0" y="0"/>
                  </a:moveTo>
                  <a:lnTo>
                    <a:pt x="80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211765" y="4794384"/>
              <a:ext cx="800" cy="167165"/>
            </a:xfrm>
            <a:custGeom>
              <a:avLst/>
              <a:pathLst>
                <a:path w="800" h="167165">
                  <a:moveTo>
                    <a:pt x="0" y="0"/>
                  </a:moveTo>
                  <a:lnTo>
                    <a:pt x="80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211765" y="4794384"/>
              <a:ext cx="800" cy="167165"/>
            </a:xfrm>
            <a:custGeom>
              <a:avLst/>
              <a:pathLst>
                <a:path w="800" h="167165">
                  <a:moveTo>
                    <a:pt x="0" y="0"/>
                  </a:moveTo>
                  <a:lnTo>
                    <a:pt x="80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211765" y="4794384"/>
              <a:ext cx="800" cy="167165"/>
            </a:xfrm>
            <a:custGeom>
              <a:avLst/>
              <a:pathLst>
                <a:path w="800" h="167165">
                  <a:moveTo>
                    <a:pt x="0" y="0"/>
                  </a:moveTo>
                  <a:lnTo>
                    <a:pt x="80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211765" y="4794384"/>
              <a:ext cx="800" cy="167165"/>
            </a:xfrm>
            <a:custGeom>
              <a:avLst/>
              <a:pathLst>
                <a:path w="800" h="167165">
                  <a:moveTo>
                    <a:pt x="0" y="0"/>
                  </a:moveTo>
                  <a:lnTo>
                    <a:pt x="800" y="167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211765" y="4794384"/>
              <a:ext cx="800" cy="167165"/>
            </a:xfrm>
            <a:custGeom>
              <a:avLst/>
              <a:pathLst>
                <a:path w="800" h="167165">
                  <a:moveTo>
                    <a:pt x="0" y="0"/>
                  </a:moveTo>
                  <a:lnTo>
                    <a:pt x="800" y="167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048031" y="4794384"/>
              <a:ext cx="164535" cy="167165"/>
            </a:xfrm>
            <a:custGeom>
              <a:avLst/>
              <a:pathLst>
                <a:path w="164535" h="167165">
                  <a:moveTo>
                    <a:pt x="163734" y="0"/>
                  </a:moveTo>
                  <a:lnTo>
                    <a:pt x="158338" y="112"/>
                  </a:lnTo>
                  <a:lnTo>
                    <a:pt x="152949" y="400"/>
                  </a:lnTo>
                  <a:lnTo>
                    <a:pt x="147571" y="860"/>
                  </a:lnTo>
                  <a:lnTo>
                    <a:pt x="142212" y="1495"/>
                  </a:lnTo>
                  <a:lnTo>
                    <a:pt x="136875" y="2302"/>
                  </a:lnTo>
                  <a:lnTo>
                    <a:pt x="131568" y="3280"/>
                  </a:lnTo>
                  <a:lnTo>
                    <a:pt x="126295" y="4430"/>
                  </a:lnTo>
                  <a:lnTo>
                    <a:pt x="121062" y="5749"/>
                  </a:lnTo>
                  <a:lnTo>
                    <a:pt x="115874" y="7237"/>
                  </a:lnTo>
                  <a:lnTo>
                    <a:pt x="110736" y="8891"/>
                  </a:lnTo>
                  <a:lnTo>
                    <a:pt x="105655" y="10710"/>
                  </a:lnTo>
                  <a:lnTo>
                    <a:pt x="100635" y="12692"/>
                  </a:lnTo>
                  <a:lnTo>
                    <a:pt x="95682" y="14835"/>
                  </a:lnTo>
                  <a:lnTo>
                    <a:pt x="90801" y="17137"/>
                  </a:lnTo>
                  <a:lnTo>
                    <a:pt x="85996" y="19596"/>
                  </a:lnTo>
                  <a:lnTo>
                    <a:pt x="81274" y="22208"/>
                  </a:lnTo>
                  <a:lnTo>
                    <a:pt x="76638" y="24971"/>
                  </a:lnTo>
                  <a:lnTo>
                    <a:pt x="72093" y="27883"/>
                  </a:lnTo>
                  <a:lnTo>
                    <a:pt x="67645" y="30939"/>
                  </a:lnTo>
                  <a:lnTo>
                    <a:pt x="63298" y="34138"/>
                  </a:lnTo>
                  <a:lnTo>
                    <a:pt x="59057" y="37475"/>
                  </a:lnTo>
                  <a:lnTo>
                    <a:pt x="54926" y="40948"/>
                  </a:lnTo>
                  <a:lnTo>
                    <a:pt x="50908" y="44552"/>
                  </a:lnTo>
                  <a:lnTo>
                    <a:pt x="47009" y="48284"/>
                  </a:lnTo>
                  <a:lnTo>
                    <a:pt x="43233" y="52139"/>
                  </a:lnTo>
                  <a:lnTo>
                    <a:pt x="39583" y="56115"/>
                  </a:lnTo>
                  <a:lnTo>
                    <a:pt x="36064" y="60206"/>
                  </a:lnTo>
                  <a:lnTo>
                    <a:pt x="32678" y="64409"/>
                  </a:lnTo>
                  <a:lnTo>
                    <a:pt x="29430" y="68719"/>
                  </a:lnTo>
                  <a:lnTo>
                    <a:pt x="26322" y="73132"/>
                  </a:lnTo>
                  <a:lnTo>
                    <a:pt x="23359" y="77643"/>
                  </a:lnTo>
                  <a:lnTo>
                    <a:pt x="20542" y="82246"/>
                  </a:lnTo>
                  <a:lnTo>
                    <a:pt x="17876" y="86939"/>
                  </a:lnTo>
                  <a:lnTo>
                    <a:pt x="15363" y="91715"/>
                  </a:lnTo>
                  <a:lnTo>
                    <a:pt x="13005" y="96570"/>
                  </a:lnTo>
                  <a:lnTo>
                    <a:pt x="10805" y="101498"/>
                  </a:lnTo>
                  <a:lnTo>
                    <a:pt x="8765" y="106495"/>
                  </a:lnTo>
                  <a:lnTo>
                    <a:pt x="6888" y="111555"/>
                  </a:lnTo>
                  <a:lnTo>
                    <a:pt x="5175" y="116672"/>
                  </a:lnTo>
                  <a:lnTo>
                    <a:pt x="3628" y="121843"/>
                  </a:lnTo>
                  <a:lnTo>
                    <a:pt x="2249" y="127061"/>
                  </a:lnTo>
                  <a:lnTo>
                    <a:pt x="1039" y="132320"/>
                  </a:lnTo>
                  <a:lnTo>
                    <a:pt x="0" y="137616"/>
                  </a:lnTo>
                  <a:lnTo>
                    <a:pt x="164535" y="167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045413" y="4794382"/>
              <a:ext cx="334302" cy="334334"/>
            </a:xfrm>
            <a:custGeom>
              <a:avLst/>
              <a:pathLst>
                <a:path w="334302" h="334334">
                  <a:moveTo>
                    <a:pt x="2618" y="137618"/>
                  </a:moveTo>
                  <a:lnTo>
                    <a:pt x="1763" y="142857"/>
                  </a:lnTo>
                  <a:lnTo>
                    <a:pt x="1074" y="148120"/>
                  </a:lnTo>
                  <a:lnTo>
                    <a:pt x="553" y="153402"/>
                  </a:lnTo>
                  <a:lnTo>
                    <a:pt x="200" y="158699"/>
                  </a:lnTo>
                  <a:lnTo>
                    <a:pt x="16" y="164003"/>
                  </a:lnTo>
                  <a:lnTo>
                    <a:pt x="0" y="169311"/>
                  </a:lnTo>
                  <a:lnTo>
                    <a:pt x="152" y="174617"/>
                  </a:lnTo>
                  <a:lnTo>
                    <a:pt x="473" y="179915"/>
                  </a:lnTo>
                  <a:lnTo>
                    <a:pt x="961" y="185201"/>
                  </a:lnTo>
                  <a:lnTo>
                    <a:pt x="1618" y="190468"/>
                  </a:lnTo>
                  <a:lnTo>
                    <a:pt x="2441" y="195712"/>
                  </a:lnTo>
                  <a:lnTo>
                    <a:pt x="3430" y="200927"/>
                  </a:lnTo>
                  <a:lnTo>
                    <a:pt x="4585" y="206108"/>
                  </a:lnTo>
                  <a:lnTo>
                    <a:pt x="5903" y="211249"/>
                  </a:lnTo>
                  <a:lnTo>
                    <a:pt x="7384" y="216347"/>
                  </a:lnTo>
                  <a:lnTo>
                    <a:pt x="9026" y="221394"/>
                  </a:lnTo>
                  <a:lnTo>
                    <a:pt x="10827" y="226387"/>
                  </a:lnTo>
                  <a:lnTo>
                    <a:pt x="12786" y="231320"/>
                  </a:lnTo>
                  <a:lnTo>
                    <a:pt x="14900" y="236189"/>
                  </a:lnTo>
                  <a:lnTo>
                    <a:pt x="17169" y="240988"/>
                  </a:lnTo>
                  <a:lnTo>
                    <a:pt x="19588" y="245713"/>
                  </a:lnTo>
                  <a:lnTo>
                    <a:pt x="22156" y="250358"/>
                  </a:lnTo>
                  <a:lnTo>
                    <a:pt x="24870" y="254919"/>
                  </a:lnTo>
                  <a:lnTo>
                    <a:pt x="27728" y="259392"/>
                  </a:lnTo>
                  <a:lnTo>
                    <a:pt x="30726" y="263773"/>
                  </a:lnTo>
                  <a:lnTo>
                    <a:pt x="33862" y="268055"/>
                  </a:lnTo>
                  <a:lnTo>
                    <a:pt x="37132" y="272236"/>
                  </a:lnTo>
                  <a:lnTo>
                    <a:pt x="40534" y="276311"/>
                  </a:lnTo>
                  <a:lnTo>
                    <a:pt x="44063" y="280276"/>
                  </a:lnTo>
                  <a:lnTo>
                    <a:pt x="47716" y="284127"/>
                  </a:lnTo>
                  <a:lnTo>
                    <a:pt x="51489" y="287860"/>
                  </a:lnTo>
                  <a:lnTo>
                    <a:pt x="55379" y="291471"/>
                  </a:lnTo>
                  <a:lnTo>
                    <a:pt x="59382" y="294957"/>
                  </a:lnTo>
                  <a:lnTo>
                    <a:pt x="63494" y="298314"/>
                  </a:lnTo>
                  <a:lnTo>
                    <a:pt x="67710" y="301539"/>
                  </a:lnTo>
                  <a:lnTo>
                    <a:pt x="72026" y="304629"/>
                  </a:lnTo>
                  <a:lnTo>
                    <a:pt x="76438" y="307580"/>
                  </a:lnTo>
                  <a:lnTo>
                    <a:pt x="80942" y="310389"/>
                  </a:lnTo>
                  <a:lnTo>
                    <a:pt x="85532" y="313054"/>
                  </a:lnTo>
                  <a:lnTo>
                    <a:pt x="90205" y="315572"/>
                  </a:lnTo>
                  <a:lnTo>
                    <a:pt x="94955" y="317940"/>
                  </a:lnTo>
                  <a:lnTo>
                    <a:pt x="99779" y="320156"/>
                  </a:lnTo>
                  <a:lnTo>
                    <a:pt x="104670" y="322218"/>
                  </a:lnTo>
                  <a:lnTo>
                    <a:pt x="109624" y="324123"/>
                  </a:lnTo>
                  <a:lnTo>
                    <a:pt x="114636" y="325871"/>
                  </a:lnTo>
                  <a:lnTo>
                    <a:pt x="119701" y="327458"/>
                  </a:lnTo>
                  <a:lnTo>
                    <a:pt x="124814" y="328884"/>
                  </a:lnTo>
                  <a:lnTo>
                    <a:pt x="129970" y="330146"/>
                  </a:lnTo>
                  <a:lnTo>
                    <a:pt x="135163" y="331245"/>
                  </a:lnTo>
                  <a:lnTo>
                    <a:pt x="140388" y="332178"/>
                  </a:lnTo>
                  <a:lnTo>
                    <a:pt x="145640" y="332944"/>
                  </a:lnTo>
                  <a:lnTo>
                    <a:pt x="150914" y="333544"/>
                  </a:lnTo>
                  <a:lnTo>
                    <a:pt x="156205" y="333975"/>
                  </a:lnTo>
                  <a:lnTo>
                    <a:pt x="161506" y="334239"/>
                  </a:lnTo>
                  <a:lnTo>
                    <a:pt x="166813" y="334334"/>
                  </a:lnTo>
                  <a:lnTo>
                    <a:pt x="172121" y="334261"/>
                  </a:lnTo>
                  <a:lnTo>
                    <a:pt x="177423" y="334019"/>
                  </a:lnTo>
                  <a:lnTo>
                    <a:pt x="182715" y="333608"/>
                  </a:lnTo>
                  <a:lnTo>
                    <a:pt x="187992" y="333030"/>
                  </a:lnTo>
                  <a:lnTo>
                    <a:pt x="193247" y="332285"/>
                  </a:lnTo>
                  <a:lnTo>
                    <a:pt x="198476" y="331374"/>
                  </a:lnTo>
                  <a:lnTo>
                    <a:pt x="203674" y="330296"/>
                  </a:lnTo>
                  <a:lnTo>
                    <a:pt x="208835" y="329055"/>
                  </a:lnTo>
                  <a:lnTo>
                    <a:pt x="213953" y="327650"/>
                  </a:lnTo>
                  <a:lnTo>
                    <a:pt x="219025" y="326083"/>
                  </a:lnTo>
                  <a:lnTo>
                    <a:pt x="224044" y="324356"/>
                  </a:lnTo>
                  <a:lnTo>
                    <a:pt x="229006" y="322471"/>
                  </a:lnTo>
                  <a:lnTo>
                    <a:pt x="233905" y="320429"/>
                  </a:lnTo>
                  <a:lnTo>
                    <a:pt x="238737" y="318232"/>
                  </a:lnTo>
                  <a:lnTo>
                    <a:pt x="243497" y="315883"/>
                  </a:lnTo>
                  <a:lnTo>
                    <a:pt x="248180" y="313384"/>
                  </a:lnTo>
                  <a:lnTo>
                    <a:pt x="252782" y="310738"/>
                  </a:lnTo>
                  <a:lnTo>
                    <a:pt x="257297" y="307947"/>
                  </a:lnTo>
                  <a:lnTo>
                    <a:pt x="261721" y="305014"/>
                  </a:lnTo>
                  <a:lnTo>
                    <a:pt x="266050" y="301943"/>
                  </a:lnTo>
                  <a:lnTo>
                    <a:pt x="270279" y="298735"/>
                  </a:lnTo>
                  <a:lnTo>
                    <a:pt x="274404" y="295394"/>
                  </a:lnTo>
                  <a:lnTo>
                    <a:pt x="278421" y="291925"/>
                  </a:lnTo>
                  <a:lnTo>
                    <a:pt x="282325" y="288329"/>
                  </a:lnTo>
                  <a:lnTo>
                    <a:pt x="286114" y="284612"/>
                  </a:lnTo>
                  <a:lnTo>
                    <a:pt x="289783" y="280776"/>
                  </a:lnTo>
                  <a:lnTo>
                    <a:pt x="293328" y="276825"/>
                  </a:lnTo>
                  <a:lnTo>
                    <a:pt x="296746" y="272764"/>
                  </a:lnTo>
                  <a:lnTo>
                    <a:pt x="300033" y="268596"/>
                  </a:lnTo>
                  <a:lnTo>
                    <a:pt x="303186" y="264326"/>
                  </a:lnTo>
                  <a:lnTo>
                    <a:pt x="306202" y="259959"/>
                  </a:lnTo>
                  <a:lnTo>
                    <a:pt x="309078" y="255497"/>
                  </a:lnTo>
                  <a:lnTo>
                    <a:pt x="311811" y="250947"/>
                  </a:lnTo>
                  <a:lnTo>
                    <a:pt x="314398" y="246312"/>
                  </a:lnTo>
                  <a:lnTo>
                    <a:pt x="316836" y="241597"/>
                  </a:lnTo>
                  <a:lnTo>
                    <a:pt x="319124" y="236807"/>
                  </a:lnTo>
                  <a:lnTo>
                    <a:pt x="321258" y="231948"/>
                  </a:lnTo>
                  <a:lnTo>
                    <a:pt x="323237" y="227022"/>
                  </a:lnTo>
                  <a:lnTo>
                    <a:pt x="325059" y="222037"/>
                  </a:lnTo>
                  <a:lnTo>
                    <a:pt x="326722" y="216996"/>
                  </a:lnTo>
                  <a:lnTo>
                    <a:pt x="328223" y="211905"/>
                  </a:lnTo>
                  <a:lnTo>
                    <a:pt x="329562" y="206768"/>
                  </a:lnTo>
                  <a:lnTo>
                    <a:pt x="330738" y="201592"/>
                  </a:lnTo>
                  <a:lnTo>
                    <a:pt x="331748" y="196381"/>
                  </a:lnTo>
                  <a:lnTo>
                    <a:pt x="332593" y="191141"/>
                  </a:lnTo>
                  <a:lnTo>
                    <a:pt x="333270" y="185876"/>
                  </a:lnTo>
                  <a:lnTo>
                    <a:pt x="333781" y="180593"/>
                  </a:lnTo>
                  <a:lnTo>
                    <a:pt x="334123" y="175296"/>
                  </a:lnTo>
                  <a:lnTo>
                    <a:pt x="334297" y="169991"/>
                  </a:lnTo>
                  <a:lnTo>
                    <a:pt x="334302" y="164683"/>
                  </a:lnTo>
                  <a:lnTo>
                    <a:pt x="334139" y="159377"/>
                  </a:lnTo>
                  <a:lnTo>
                    <a:pt x="333808" y="154080"/>
                  </a:lnTo>
                  <a:lnTo>
                    <a:pt x="333308" y="148795"/>
                  </a:lnTo>
                  <a:lnTo>
                    <a:pt x="332641" y="143529"/>
                  </a:lnTo>
                  <a:lnTo>
                    <a:pt x="331807" y="138287"/>
                  </a:lnTo>
                  <a:lnTo>
                    <a:pt x="330807" y="133074"/>
                  </a:lnTo>
                  <a:lnTo>
                    <a:pt x="329642" y="127896"/>
                  </a:lnTo>
                  <a:lnTo>
                    <a:pt x="328314" y="122757"/>
                  </a:lnTo>
                  <a:lnTo>
                    <a:pt x="326822" y="117663"/>
                  </a:lnTo>
                  <a:lnTo>
                    <a:pt x="325170" y="112618"/>
                  </a:lnTo>
                  <a:lnTo>
                    <a:pt x="323359" y="107629"/>
                  </a:lnTo>
                  <a:lnTo>
                    <a:pt x="321390" y="102700"/>
                  </a:lnTo>
                  <a:lnTo>
                    <a:pt x="319265" y="97836"/>
                  </a:lnTo>
                  <a:lnTo>
                    <a:pt x="316987" y="93041"/>
                  </a:lnTo>
                  <a:lnTo>
                    <a:pt x="314559" y="88321"/>
                  </a:lnTo>
                  <a:lnTo>
                    <a:pt x="311981" y="83681"/>
                  </a:lnTo>
                  <a:lnTo>
                    <a:pt x="309257" y="79125"/>
                  </a:lnTo>
                  <a:lnTo>
                    <a:pt x="306391" y="74658"/>
                  </a:lnTo>
                  <a:lnTo>
                    <a:pt x="303383" y="70284"/>
                  </a:lnTo>
                  <a:lnTo>
                    <a:pt x="300239" y="66008"/>
                  </a:lnTo>
                  <a:lnTo>
                    <a:pt x="296960" y="61834"/>
                  </a:lnTo>
                  <a:lnTo>
                    <a:pt x="293551" y="57766"/>
                  </a:lnTo>
                  <a:lnTo>
                    <a:pt x="290014" y="53808"/>
                  </a:lnTo>
                  <a:lnTo>
                    <a:pt x="286353" y="49964"/>
                  </a:lnTo>
                  <a:lnTo>
                    <a:pt x="282572" y="46239"/>
                  </a:lnTo>
                  <a:lnTo>
                    <a:pt x="278674" y="42636"/>
                  </a:lnTo>
                  <a:lnTo>
                    <a:pt x="274664" y="39158"/>
                  </a:lnTo>
                  <a:lnTo>
                    <a:pt x="270546" y="35809"/>
                  </a:lnTo>
                  <a:lnTo>
                    <a:pt x="266323" y="32593"/>
                  </a:lnTo>
                  <a:lnTo>
                    <a:pt x="262001" y="29512"/>
                  </a:lnTo>
                  <a:lnTo>
                    <a:pt x="257583" y="26570"/>
                  </a:lnTo>
                  <a:lnTo>
                    <a:pt x="253073" y="23770"/>
                  </a:lnTo>
                  <a:lnTo>
                    <a:pt x="248477" y="21114"/>
                  </a:lnTo>
                  <a:lnTo>
                    <a:pt x="243800" y="18606"/>
                  </a:lnTo>
                  <a:lnTo>
                    <a:pt x="239044" y="16248"/>
                  </a:lnTo>
                  <a:lnTo>
                    <a:pt x="234217" y="14041"/>
                  </a:lnTo>
                  <a:lnTo>
                    <a:pt x="229321" y="11989"/>
                  </a:lnTo>
                  <a:lnTo>
                    <a:pt x="224363" y="10094"/>
                  </a:lnTo>
                  <a:lnTo>
                    <a:pt x="219348" y="8357"/>
                  </a:lnTo>
                  <a:lnTo>
                    <a:pt x="214279" y="6780"/>
                  </a:lnTo>
                  <a:lnTo>
                    <a:pt x="209164" y="5364"/>
                  </a:lnTo>
                  <a:lnTo>
                    <a:pt x="204005" y="4112"/>
                  </a:lnTo>
                  <a:lnTo>
                    <a:pt x="198810" y="3024"/>
                  </a:lnTo>
                  <a:lnTo>
                    <a:pt x="193583" y="2102"/>
                  </a:lnTo>
                  <a:lnTo>
                    <a:pt x="188329" y="1346"/>
                  </a:lnTo>
                  <a:lnTo>
                    <a:pt x="183054" y="757"/>
                  </a:lnTo>
                  <a:lnTo>
                    <a:pt x="177762" y="336"/>
                  </a:lnTo>
                  <a:lnTo>
                    <a:pt x="172460" y="84"/>
                  </a:lnTo>
                  <a:lnTo>
                    <a:pt x="167153" y="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629022" y="5103947"/>
              <a:ext cx="65" cy="167167"/>
            </a:xfrm>
            <a:custGeom>
              <a:avLst/>
              <a:pathLst>
                <a:path w="65" h="167167">
                  <a:moveTo>
                    <a:pt x="0" y="0"/>
                  </a:moveTo>
                  <a:lnTo>
                    <a:pt x="65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629022" y="5103947"/>
              <a:ext cx="65" cy="167167"/>
            </a:xfrm>
            <a:custGeom>
              <a:avLst/>
              <a:pathLst>
                <a:path w="65" h="167167">
                  <a:moveTo>
                    <a:pt x="0" y="0"/>
                  </a:moveTo>
                  <a:lnTo>
                    <a:pt x="65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629022" y="5103947"/>
              <a:ext cx="65" cy="167167"/>
            </a:xfrm>
            <a:custGeom>
              <a:avLst/>
              <a:pathLst>
                <a:path w="65" h="167167">
                  <a:moveTo>
                    <a:pt x="0" y="0"/>
                  </a:moveTo>
                  <a:lnTo>
                    <a:pt x="65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629022" y="5103947"/>
              <a:ext cx="65" cy="167167"/>
            </a:xfrm>
            <a:custGeom>
              <a:avLst/>
              <a:pathLst>
                <a:path w="65" h="167167">
                  <a:moveTo>
                    <a:pt x="0" y="0"/>
                  </a:moveTo>
                  <a:lnTo>
                    <a:pt x="6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629022" y="5103947"/>
              <a:ext cx="65" cy="167167"/>
            </a:xfrm>
            <a:custGeom>
              <a:avLst/>
              <a:pathLst>
                <a:path w="65" h="167167">
                  <a:moveTo>
                    <a:pt x="0" y="0"/>
                  </a:moveTo>
                  <a:lnTo>
                    <a:pt x="6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629022" y="5103947"/>
              <a:ext cx="65" cy="167167"/>
            </a:xfrm>
            <a:custGeom>
              <a:avLst/>
              <a:pathLst>
                <a:path w="65" h="167167">
                  <a:moveTo>
                    <a:pt x="0" y="0"/>
                  </a:moveTo>
                  <a:lnTo>
                    <a:pt x="6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629022" y="5103947"/>
              <a:ext cx="65" cy="167167"/>
            </a:xfrm>
            <a:custGeom>
              <a:avLst/>
              <a:pathLst>
                <a:path w="65" h="167167">
                  <a:moveTo>
                    <a:pt x="0" y="0"/>
                  </a:moveTo>
                  <a:lnTo>
                    <a:pt x="6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629022" y="5103947"/>
              <a:ext cx="65" cy="167167"/>
            </a:xfrm>
            <a:custGeom>
              <a:avLst/>
              <a:pathLst>
                <a:path w="65" h="167167">
                  <a:moveTo>
                    <a:pt x="0" y="0"/>
                  </a:moveTo>
                  <a:lnTo>
                    <a:pt x="65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629022" y="5103947"/>
              <a:ext cx="65" cy="167167"/>
            </a:xfrm>
            <a:custGeom>
              <a:avLst/>
              <a:pathLst>
                <a:path w="65" h="167167">
                  <a:moveTo>
                    <a:pt x="0" y="0"/>
                  </a:moveTo>
                  <a:lnTo>
                    <a:pt x="65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61928" y="5103947"/>
              <a:ext cx="334325" cy="334318"/>
            </a:xfrm>
            <a:custGeom>
              <a:avLst/>
              <a:pathLst>
                <a:path w="334325" h="334318">
                  <a:moveTo>
                    <a:pt x="167094" y="0"/>
                  </a:moveTo>
                  <a:lnTo>
                    <a:pt x="161814" y="85"/>
                  </a:lnTo>
                  <a:lnTo>
                    <a:pt x="156540" y="337"/>
                  </a:lnTo>
                  <a:lnTo>
                    <a:pt x="151276" y="756"/>
                  </a:lnTo>
                  <a:lnTo>
                    <a:pt x="146028" y="1340"/>
                  </a:lnTo>
                  <a:lnTo>
                    <a:pt x="140802" y="2091"/>
                  </a:lnTo>
                  <a:lnTo>
                    <a:pt x="135601" y="3005"/>
                  </a:lnTo>
                  <a:lnTo>
                    <a:pt x="130432" y="4084"/>
                  </a:lnTo>
                  <a:lnTo>
                    <a:pt x="125300" y="5325"/>
                  </a:lnTo>
                  <a:lnTo>
                    <a:pt x="120209" y="6728"/>
                  </a:lnTo>
                  <a:lnTo>
                    <a:pt x="115165" y="8291"/>
                  </a:lnTo>
                  <a:lnTo>
                    <a:pt x="110173" y="10013"/>
                  </a:lnTo>
                  <a:lnTo>
                    <a:pt x="105238" y="11891"/>
                  </a:lnTo>
                  <a:lnTo>
                    <a:pt x="100365" y="13924"/>
                  </a:lnTo>
                  <a:lnTo>
                    <a:pt x="95558" y="16110"/>
                  </a:lnTo>
                  <a:lnTo>
                    <a:pt x="90823" y="18447"/>
                  </a:lnTo>
                  <a:lnTo>
                    <a:pt x="86164" y="20932"/>
                  </a:lnTo>
                  <a:lnTo>
                    <a:pt x="81586" y="23563"/>
                  </a:lnTo>
                  <a:lnTo>
                    <a:pt x="77093" y="26338"/>
                  </a:lnTo>
                  <a:lnTo>
                    <a:pt x="72690" y="29252"/>
                  </a:lnTo>
                  <a:lnTo>
                    <a:pt x="68382" y="32305"/>
                  </a:lnTo>
                  <a:lnTo>
                    <a:pt x="64172" y="35492"/>
                  </a:lnTo>
                  <a:lnTo>
                    <a:pt x="60064" y="38810"/>
                  </a:lnTo>
                  <a:lnTo>
                    <a:pt x="56064" y="42257"/>
                  </a:lnTo>
                  <a:lnTo>
                    <a:pt x="52174" y="45828"/>
                  </a:lnTo>
                  <a:lnTo>
                    <a:pt x="48399" y="49520"/>
                  </a:lnTo>
                  <a:lnTo>
                    <a:pt x="44743" y="53330"/>
                  </a:lnTo>
                  <a:lnTo>
                    <a:pt x="41208" y="57253"/>
                  </a:lnTo>
                  <a:lnTo>
                    <a:pt x="37800" y="61286"/>
                  </a:lnTo>
                  <a:lnTo>
                    <a:pt x="34520" y="65424"/>
                  </a:lnTo>
                  <a:lnTo>
                    <a:pt x="31373" y="69664"/>
                  </a:lnTo>
                  <a:lnTo>
                    <a:pt x="28361" y="74001"/>
                  </a:lnTo>
                  <a:lnTo>
                    <a:pt x="25488" y="78432"/>
                  </a:lnTo>
                  <a:lnTo>
                    <a:pt x="22756" y="82950"/>
                  </a:lnTo>
                  <a:lnTo>
                    <a:pt x="20168" y="87553"/>
                  </a:lnTo>
                  <a:lnTo>
                    <a:pt x="17727" y="92235"/>
                  </a:lnTo>
                  <a:lnTo>
                    <a:pt x="15435" y="96992"/>
                  </a:lnTo>
                  <a:lnTo>
                    <a:pt x="13294" y="101819"/>
                  </a:lnTo>
                  <a:lnTo>
                    <a:pt x="11307" y="106712"/>
                  </a:lnTo>
                  <a:lnTo>
                    <a:pt x="9476" y="111664"/>
                  </a:lnTo>
                  <a:lnTo>
                    <a:pt x="7801" y="116672"/>
                  </a:lnTo>
                  <a:lnTo>
                    <a:pt x="6286" y="121730"/>
                  </a:lnTo>
                  <a:lnTo>
                    <a:pt x="4931" y="126834"/>
                  </a:lnTo>
                  <a:lnTo>
                    <a:pt x="3738" y="131978"/>
                  </a:lnTo>
                  <a:lnTo>
                    <a:pt x="2708" y="137157"/>
                  </a:lnTo>
                  <a:lnTo>
                    <a:pt x="1843" y="142366"/>
                  </a:lnTo>
                  <a:lnTo>
                    <a:pt x="1142" y="147599"/>
                  </a:lnTo>
                  <a:lnTo>
                    <a:pt x="607" y="152853"/>
                  </a:lnTo>
                  <a:lnTo>
                    <a:pt x="238" y="158120"/>
                  </a:lnTo>
                  <a:lnTo>
                    <a:pt x="35" y="163397"/>
                  </a:lnTo>
                  <a:lnTo>
                    <a:pt x="0" y="168677"/>
                  </a:lnTo>
                  <a:lnTo>
                    <a:pt x="131" y="173956"/>
                  </a:lnTo>
                  <a:lnTo>
                    <a:pt x="428" y="179228"/>
                  </a:lnTo>
                  <a:lnTo>
                    <a:pt x="892" y="184488"/>
                  </a:lnTo>
                  <a:lnTo>
                    <a:pt x="1522" y="189730"/>
                  </a:lnTo>
                  <a:lnTo>
                    <a:pt x="2318" y="194950"/>
                  </a:lnTo>
                  <a:lnTo>
                    <a:pt x="3277" y="200143"/>
                  </a:lnTo>
                  <a:lnTo>
                    <a:pt x="4401" y="205302"/>
                  </a:lnTo>
                  <a:lnTo>
                    <a:pt x="5686" y="210424"/>
                  </a:lnTo>
                  <a:lnTo>
                    <a:pt x="7133" y="215502"/>
                  </a:lnTo>
                  <a:lnTo>
                    <a:pt x="8739" y="220532"/>
                  </a:lnTo>
                  <a:lnTo>
                    <a:pt x="10504" y="225509"/>
                  </a:lnTo>
                  <a:lnTo>
                    <a:pt x="12425" y="230428"/>
                  </a:lnTo>
                  <a:lnTo>
                    <a:pt x="14500" y="235283"/>
                  </a:lnTo>
                  <a:lnTo>
                    <a:pt x="16727" y="240071"/>
                  </a:lnTo>
                  <a:lnTo>
                    <a:pt x="19105" y="244786"/>
                  </a:lnTo>
                  <a:lnTo>
                    <a:pt x="21630" y="249423"/>
                  </a:lnTo>
                  <a:lnTo>
                    <a:pt x="24301" y="253978"/>
                  </a:lnTo>
                  <a:lnTo>
                    <a:pt x="27114" y="258447"/>
                  </a:lnTo>
                  <a:lnTo>
                    <a:pt x="30067" y="262824"/>
                  </a:lnTo>
                  <a:lnTo>
                    <a:pt x="33156" y="267107"/>
                  </a:lnTo>
                  <a:lnTo>
                    <a:pt x="36380" y="271289"/>
                  </a:lnTo>
                  <a:lnTo>
                    <a:pt x="39733" y="275368"/>
                  </a:lnTo>
                  <a:lnTo>
                    <a:pt x="43214" y="279338"/>
                  </a:lnTo>
                  <a:lnTo>
                    <a:pt x="46819" y="283197"/>
                  </a:lnTo>
                  <a:lnTo>
                    <a:pt x="50544" y="286940"/>
                  </a:lnTo>
                  <a:lnTo>
                    <a:pt x="54385" y="290563"/>
                  </a:lnTo>
                  <a:lnTo>
                    <a:pt x="58338" y="294063"/>
                  </a:lnTo>
                  <a:lnTo>
                    <a:pt x="62400" y="297437"/>
                  </a:lnTo>
                  <a:lnTo>
                    <a:pt x="66567" y="300681"/>
                  </a:lnTo>
                  <a:lnTo>
                    <a:pt x="70834" y="303791"/>
                  </a:lnTo>
                  <a:lnTo>
                    <a:pt x="75197" y="306765"/>
                  </a:lnTo>
                  <a:lnTo>
                    <a:pt x="79652" y="309600"/>
                  </a:lnTo>
                  <a:lnTo>
                    <a:pt x="84194" y="312293"/>
                  </a:lnTo>
                  <a:lnTo>
                    <a:pt x="88819" y="314841"/>
                  </a:lnTo>
                  <a:lnTo>
                    <a:pt x="93522" y="317242"/>
                  </a:lnTo>
                  <a:lnTo>
                    <a:pt x="98299" y="319492"/>
                  </a:lnTo>
                  <a:lnTo>
                    <a:pt x="103144" y="321591"/>
                  </a:lnTo>
                  <a:lnTo>
                    <a:pt x="108053" y="323536"/>
                  </a:lnTo>
                  <a:lnTo>
                    <a:pt x="113021" y="325325"/>
                  </a:lnTo>
                  <a:lnTo>
                    <a:pt x="118044" y="326956"/>
                  </a:lnTo>
                  <a:lnTo>
                    <a:pt x="123115" y="328427"/>
                  </a:lnTo>
                  <a:lnTo>
                    <a:pt x="128230" y="329738"/>
                  </a:lnTo>
                  <a:lnTo>
                    <a:pt x="133384" y="330887"/>
                  </a:lnTo>
                  <a:lnTo>
                    <a:pt x="138572" y="331872"/>
                  </a:lnTo>
                  <a:lnTo>
                    <a:pt x="143788" y="332692"/>
                  </a:lnTo>
                  <a:lnTo>
                    <a:pt x="149027" y="333348"/>
                  </a:lnTo>
                  <a:lnTo>
                    <a:pt x="154285" y="333838"/>
                  </a:lnTo>
                  <a:lnTo>
                    <a:pt x="159555" y="334161"/>
                  </a:lnTo>
                  <a:lnTo>
                    <a:pt x="164833" y="334318"/>
                  </a:lnTo>
                  <a:lnTo>
                    <a:pt x="170114" y="334308"/>
                  </a:lnTo>
                  <a:lnTo>
                    <a:pt x="175391" y="334132"/>
                  </a:lnTo>
                  <a:lnTo>
                    <a:pt x="180660" y="333788"/>
                  </a:lnTo>
                  <a:lnTo>
                    <a:pt x="185916" y="333279"/>
                  </a:lnTo>
                  <a:lnTo>
                    <a:pt x="191153" y="332604"/>
                  </a:lnTo>
                  <a:lnTo>
                    <a:pt x="196366" y="331763"/>
                  </a:lnTo>
                  <a:lnTo>
                    <a:pt x="201550" y="330759"/>
                  </a:lnTo>
                  <a:lnTo>
                    <a:pt x="206700" y="329591"/>
                  </a:lnTo>
                  <a:lnTo>
                    <a:pt x="211810" y="328261"/>
                  </a:lnTo>
                  <a:lnTo>
                    <a:pt x="216876" y="326771"/>
                  </a:lnTo>
                  <a:lnTo>
                    <a:pt x="221892" y="325121"/>
                  </a:lnTo>
                  <a:lnTo>
                    <a:pt x="226853" y="323313"/>
                  </a:lnTo>
                  <a:lnTo>
                    <a:pt x="231755" y="321350"/>
                  </a:lnTo>
                  <a:lnTo>
                    <a:pt x="236592" y="319233"/>
                  </a:lnTo>
                  <a:lnTo>
                    <a:pt x="241361" y="316964"/>
                  </a:lnTo>
                  <a:lnTo>
                    <a:pt x="246055" y="314546"/>
                  </a:lnTo>
                  <a:lnTo>
                    <a:pt x="250670" y="311981"/>
                  </a:lnTo>
                  <a:lnTo>
                    <a:pt x="255202" y="309271"/>
                  </a:lnTo>
                  <a:lnTo>
                    <a:pt x="259646" y="306419"/>
                  </a:lnTo>
                  <a:lnTo>
                    <a:pt x="263998" y="303429"/>
                  </a:lnTo>
                  <a:lnTo>
                    <a:pt x="268254" y="300302"/>
                  </a:lnTo>
                  <a:lnTo>
                    <a:pt x="272408" y="297043"/>
                  </a:lnTo>
                  <a:lnTo>
                    <a:pt x="276457" y="293654"/>
                  </a:lnTo>
                  <a:lnTo>
                    <a:pt x="280398" y="290139"/>
                  </a:lnTo>
                  <a:lnTo>
                    <a:pt x="284225" y="286501"/>
                  </a:lnTo>
                  <a:lnTo>
                    <a:pt x="287936" y="282745"/>
                  </a:lnTo>
                  <a:lnTo>
                    <a:pt x="291526" y="278872"/>
                  </a:lnTo>
                  <a:lnTo>
                    <a:pt x="294992" y="274889"/>
                  </a:lnTo>
                  <a:lnTo>
                    <a:pt x="298330" y="270798"/>
                  </a:lnTo>
                  <a:lnTo>
                    <a:pt x="301538" y="266603"/>
                  </a:lnTo>
                  <a:lnTo>
                    <a:pt x="304611" y="262309"/>
                  </a:lnTo>
                  <a:lnTo>
                    <a:pt x="307548" y="257921"/>
                  </a:lnTo>
                  <a:lnTo>
                    <a:pt x="310344" y="253442"/>
                  </a:lnTo>
                  <a:lnTo>
                    <a:pt x="312997" y="248876"/>
                  </a:lnTo>
                  <a:lnTo>
                    <a:pt x="315505" y="244230"/>
                  </a:lnTo>
                  <a:lnTo>
                    <a:pt x="317865" y="239506"/>
                  </a:lnTo>
                  <a:lnTo>
                    <a:pt x="320075" y="234710"/>
                  </a:lnTo>
                  <a:lnTo>
                    <a:pt x="322132" y="229847"/>
                  </a:lnTo>
                  <a:lnTo>
                    <a:pt x="324034" y="224921"/>
                  </a:lnTo>
                  <a:lnTo>
                    <a:pt x="325780" y="219937"/>
                  </a:lnTo>
                  <a:lnTo>
                    <a:pt x="327367" y="214901"/>
                  </a:lnTo>
                  <a:lnTo>
                    <a:pt x="328795" y="209818"/>
                  </a:lnTo>
                  <a:lnTo>
                    <a:pt x="330062" y="204691"/>
                  </a:lnTo>
                  <a:lnTo>
                    <a:pt x="331165" y="199528"/>
                  </a:lnTo>
                  <a:lnTo>
                    <a:pt x="332106" y="194332"/>
                  </a:lnTo>
                  <a:lnTo>
                    <a:pt x="332881" y="189109"/>
                  </a:lnTo>
                  <a:lnTo>
                    <a:pt x="333492" y="183864"/>
                  </a:lnTo>
                  <a:lnTo>
                    <a:pt x="333936" y="178602"/>
                  </a:lnTo>
                  <a:lnTo>
                    <a:pt x="334214" y="173329"/>
                  </a:lnTo>
                  <a:lnTo>
                    <a:pt x="334325" y="168050"/>
                  </a:lnTo>
                  <a:lnTo>
                    <a:pt x="334270" y="162770"/>
                  </a:lnTo>
                  <a:lnTo>
                    <a:pt x="334047" y="157494"/>
                  </a:lnTo>
                  <a:lnTo>
                    <a:pt x="333659" y="152228"/>
                  </a:lnTo>
                  <a:lnTo>
                    <a:pt x="333104" y="146977"/>
                  </a:lnTo>
                  <a:lnTo>
                    <a:pt x="332383" y="141746"/>
                  </a:lnTo>
                  <a:lnTo>
                    <a:pt x="331498" y="136540"/>
                  </a:lnTo>
                  <a:lnTo>
                    <a:pt x="330449" y="131365"/>
                  </a:lnTo>
                  <a:lnTo>
                    <a:pt x="329237" y="126226"/>
                  </a:lnTo>
                  <a:lnTo>
                    <a:pt x="327863" y="121127"/>
                  </a:lnTo>
                  <a:lnTo>
                    <a:pt x="326328" y="116075"/>
                  </a:lnTo>
                  <a:lnTo>
                    <a:pt x="324635" y="111073"/>
                  </a:lnTo>
                  <a:lnTo>
                    <a:pt x="322785" y="106127"/>
                  </a:lnTo>
                  <a:lnTo>
                    <a:pt x="320780" y="101243"/>
                  </a:lnTo>
                  <a:lnTo>
                    <a:pt x="318621" y="96424"/>
                  </a:lnTo>
                  <a:lnTo>
                    <a:pt x="316311" y="91675"/>
                  </a:lnTo>
                  <a:lnTo>
                    <a:pt x="313852" y="87002"/>
                  </a:lnTo>
                  <a:lnTo>
                    <a:pt x="311247" y="82409"/>
                  </a:lnTo>
                  <a:lnTo>
                    <a:pt x="308498" y="77901"/>
                  </a:lnTo>
                  <a:lnTo>
                    <a:pt x="305609" y="73481"/>
                  </a:lnTo>
                  <a:lnTo>
                    <a:pt x="302581" y="69155"/>
                  </a:lnTo>
                  <a:lnTo>
                    <a:pt x="299418" y="64927"/>
                  </a:lnTo>
                  <a:lnTo>
                    <a:pt x="296122" y="60801"/>
                  </a:lnTo>
                  <a:lnTo>
                    <a:pt x="292699" y="56781"/>
                  </a:lnTo>
                  <a:lnTo>
                    <a:pt x="289150" y="52871"/>
                  </a:lnTo>
                  <a:lnTo>
                    <a:pt x="285479" y="49075"/>
                  </a:lnTo>
                  <a:lnTo>
                    <a:pt x="281690" y="45397"/>
                  </a:lnTo>
                  <a:lnTo>
                    <a:pt x="277787" y="41841"/>
                  </a:lnTo>
                  <a:lnTo>
                    <a:pt x="273774" y="38410"/>
                  </a:lnTo>
                  <a:lnTo>
                    <a:pt x="269654" y="35107"/>
                  </a:lnTo>
                  <a:lnTo>
                    <a:pt x="265432" y="31935"/>
                  </a:lnTo>
                  <a:lnTo>
                    <a:pt x="261112" y="28899"/>
                  </a:lnTo>
                  <a:lnTo>
                    <a:pt x="256698" y="26001"/>
                  </a:lnTo>
                  <a:lnTo>
                    <a:pt x="252195" y="23243"/>
                  </a:lnTo>
                  <a:lnTo>
                    <a:pt x="247607" y="20629"/>
                  </a:lnTo>
                  <a:lnTo>
                    <a:pt x="242939" y="18162"/>
                  </a:lnTo>
                  <a:lnTo>
                    <a:pt x="238195" y="15843"/>
                  </a:lnTo>
                  <a:lnTo>
                    <a:pt x="233380" y="13675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629088" y="5103947"/>
              <a:ext cx="66219" cy="167167"/>
            </a:xfrm>
            <a:custGeom>
              <a:avLst/>
              <a:pathLst>
                <a:path w="66219" h="167167">
                  <a:moveTo>
                    <a:pt x="66219" y="13675"/>
                  </a:moveTo>
                  <a:lnTo>
                    <a:pt x="60492" y="11328"/>
                  </a:lnTo>
                  <a:lnTo>
                    <a:pt x="54681" y="9196"/>
                  </a:lnTo>
                  <a:lnTo>
                    <a:pt x="48796" y="7280"/>
                  </a:lnTo>
                  <a:lnTo>
                    <a:pt x="42844" y="5583"/>
                  </a:lnTo>
                  <a:lnTo>
                    <a:pt x="36833" y="4108"/>
                  </a:lnTo>
                  <a:lnTo>
                    <a:pt x="30771" y="2856"/>
                  </a:lnTo>
                  <a:lnTo>
                    <a:pt x="24668" y="1830"/>
                  </a:lnTo>
                  <a:lnTo>
                    <a:pt x="18530" y="1030"/>
                  </a:lnTo>
                  <a:lnTo>
                    <a:pt x="12368" y="458"/>
                  </a:lnTo>
                  <a:lnTo>
                    <a:pt x="6188" y="11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40274" y="5309273"/>
              <a:ext cx="165619" cy="167167"/>
            </a:xfrm>
            <a:custGeom>
              <a:avLst/>
              <a:pathLst>
                <a:path w="165619" h="167167">
                  <a:moveTo>
                    <a:pt x="165616" y="0"/>
                  </a:moveTo>
                  <a:lnTo>
                    <a:pt x="160167" y="88"/>
                  </a:lnTo>
                  <a:lnTo>
                    <a:pt x="154723" y="355"/>
                  </a:lnTo>
                  <a:lnTo>
                    <a:pt x="149291" y="799"/>
                  </a:lnTo>
                  <a:lnTo>
                    <a:pt x="143876" y="1420"/>
                  </a:lnTo>
                  <a:lnTo>
                    <a:pt x="138485" y="2216"/>
                  </a:lnTo>
                  <a:lnTo>
                    <a:pt x="133122" y="3189"/>
                  </a:lnTo>
                  <a:lnTo>
                    <a:pt x="127794" y="4335"/>
                  </a:lnTo>
                  <a:lnTo>
                    <a:pt x="122506" y="5655"/>
                  </a:lnTo>
                  <a:lnTo>
                    <a:pt x="117264" y="7146"/>
                  </a:lnTo>
                  <a:lnTo>
                    <a:pt x="112073" y="8808"/>
                  </a:lnTo>
                  <a:lnTo>
                    <a:pt x="106939" y="10637"/>
                  </a:lnTo>
                  <a:lnTo>
                    <a:pt x="101867" y="12633"/>
                  </a:lnTo>
                  <a:lnTo>
                    <a:pt x="96864" y="14794"/>
                  </a:lnTo>
                  <a:lnTo>
                    <a:pt x="91933" y="17116"/>
                  </a:lnTo>
                  <a:lnTo>
                    <a:pt x="87081" y="19598"/>
                  </a:lnTo>
                  <a:lnTo>
                    <a:pt x="82312" y="22237"/>
                  </a:lnTo>
                  <a:lnTo>
                    <a:pt x="77631" y="25029"/>
                  </a:lnTo>
                  <a:lnTo>
                    <a:pt x="73045" y="27973"/>
                  </a:lnTo>
                  <a:lnTo>
                    <a:pt x="68556" y="31065"/>
                  </a:lnTo>
                  <a:lnTo>
                    <a:pt x="64171" y="34302"/>
                  </a:lnTo>
                  <a:lnTo>
                    <a:pt x="59894" y="37679"/>
                  </a:lnTo>
                  <a:lnTo>
                    <a:pt x="55729" y="41195"/>
                  </a:lnTo>
                  <a:lnTo>
                    <a:pt x="51681" y="44844"/>
                  </a:lnTo>
                  <a:lnTo>
                    <a:pt x="47754" y="48623"/>
                  </a:lnTo>
                  <a:lnTo>
                    <a:pt x="43952" y="52529"/>
                  </a:lnTo>
                  <a:lnTo>
                    <a:pt x="40279" y="56556"/>
                  </a:lnTo>
                  <a:lnTo>
                    <a:pt x="36740" y="60701"/>
                  </a:lnTo>
                  <a:lnTo>
                    <a:pt x="33338" y="64958"/>
                  </a:lnTo>
                  <a:lnTo>
                    <a:pt x="30076" y="69325"/>
                  </a:lnTo>
                  <a:lnTo>
                    <a:pt x="26959" y="73796"/>
                  </a:lnTo>
                  <a:lnTo>
                    <a:pt x="23989" y="78365"/>
                  </a:lnTo>
                  <a:lnTo>
                    <a:pt x="21169" y="83030"/>
                  </a:lnTo>
                  <a:lnTo>
                    <a:pt x="18503" y="87783"/>
                  </a:lnTo>
                  <a:lnTo>
                    <a:pt x="15994" y="92621"/>
                  </a:lnTo>
                  <a:lnTo>
                    <a:pt x="13643" y="97539"/>
                  </a:lnTo>
                  <a:lnTo>
                    <a:pt x="11454" y="102530"/>
                  </a:lnTo>
                  <a:lnTo>
                    <a:pt x="9429" y="107590"/>
                  </a:lnTo>
                  <a:lnTo>
                    <a:pt x="7570" y="112713"/>
                  </a:lnTo>
                  <a:lnTo>
                    <a:pt x="5879" y="117894"/>
                  </a:lnTo>
                  <a:lnTo>
                    <a:pt x="4357" y="123128"/>
                  </a:lnTo>
                  <a:lnTo>
                    <a:pt x="3007" y="128408"/>
                  </a:lnTo>
                  <a:lnTo>
                    <a:pt x="1830" y="133730"/>
                  </a:lnTo>
                  <a:lnTo>
                    <a:pt x="827" y="139087"/>
                  </a:lnTo>
                  <a:lnTo>
                    <a:pt x="0" y="144474"/>
                  </a:lnTo>
                  <a:lnTo>
                    <a:pt x="165619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938734" y="5309273"/>
              <a:ext cx="334311" cy="334333"/>
            </a:xfrm>
            <a:custGeom>
              <a:avLst/>
              <a:pathLst>
                <a:path w="334311" h="334333">
                  <a:moveTo>
                    <a:pt x="1540" y="144474"/>
                  </a:moveTo>
                  <a:lnTo>
                    <a:pt x="904" y="149733"/>
                  </a:lnTo>
                  <a:lnTo>
                    <a:pt x="435" y="155009"/>
                  </a:lnTo>
                  <a:lnTo>
                    <a:pt x="133" y="160298"/>
                  </a:lnTo>
                  <a:lnTo>
                    <a:pt x="0" y="165594"/>
                  </a:lnTo>
                  <a:lnTo>
                    <a:pt x="34" y="170891"/>
                  </a:lnTo>
                  <a:lnTo>
                    <a:pt x="235" y="176184"/>
                  </a:lnTo>
                  <a:lnTo>
                    <a:pt x="605" y="181469"/>
                  </a:lnTo>
                  <a:lnTo>
                    <a:pt x="1142" y="186739"/>
                  </a:lnTo>
                  <a:lnTo>
                    <a:pt x="1845" y="191989"/>
                  </a:lnTo>
                  <a:lnTo>
                    <a:pt x="2715" y="197215"/>
                  </a:lnTo>
                  <a:lnTo>
                    <a:pt x="3749" y="202410"/>
                  </a:lnTo>
                  <a:lnTo>
                    <a:pt x="4948" y="207570"/>
                  </a:lnTo>
                  <a:lnTo>
                    <a:pt x="6310" y="212689"/>
                  </a:lnTo>
                  <a:lnTo>
                    <a:pt x="7833" y="217763"/>
                  </a:lnTo>
                  <a:lnTo>
                    <a:pt x="9516" y="222786"/>
                  </a:lnTo>
                  <a:lnTo>
                    <a:pt x="11357" y="227753"/>
                  </a:lnTo>
                  <a:lnTo>
                    <a:pt x="13355" y="232659"/>
                  </a:lnTo>
                  <a:lnTo>
                    <a:pt x="15507" y="237499"/>
                  </a:lnTo>
                  <a:lnTo>
                    <a:pt x="17812" y="242269"/>
                  </a:lnTo>
                  <a:lnTo>
                    <a:pt x="20267" y="246963"/>
                  </a:lnTo>
                  <a:lnTo>
                    <a:pt x="22869" y="251577"/>
                  </a:lnTo>
                  <a:lnTo>
                    <a:pt x="25616" y="256107"/>
                  </a:lnTo>
                  <a:lnTo>
                    <a:pt x="28505" y="260547"/>
                  </a:lnTo>
                  <a:lnTo>
                    <a:pt x="31533" y="264893"/>
                  </a:lnTo>
                  <a:lnTo>
                    <a:pt x="34698" y="269141"/>
                  </a:lnTo>
                  <a:lnTo>
                    <a:pt x="37995" y="273287"/>
                  </a:lnTo>
                  <a:lnTo>
                    <a:pt x="41422" y="277326"/>
                  </a:lnTo>
                  <a:lnTo>
                    <a:pt x="44976" y="281255"/>
                  </a:lnTo>
                  <a:lnTo>
                    <a:pt x="48652" y="285069"/>
                  </a:lnTo>
                  <a:lnTo>
                    <a:pt x="52447" y="288765"/>
                  </a:lnTo>
                  <a:lnTo>
                    <a:pt x="56358" y="292338"/>
                  </a:lnTo>
                  <a:lnTo>
                    <a:pt x="60379" y="295786"/>
                  </a:lnTo>
                  <a:lnTo>
                    <a:pt x="64508" y="299105"/>
                  </a:lnTo>
                  <a:lnTo>
                    <a:pt x="68740" y="302291"/>
                  </a:lnTo>
                  <a:lnTo>
                    <a:pt x="73071" y="305342"/>
                  </a:lnTo>
                  <a:lnTo>
                    <a:pt x="77496" y="308253"/>
                  </a:lnTo>
                  <a:lnTo>
                    <a:pt x="82011" y="311024"/>
                  </a:lnTo>
                  <a:lnTo>
                    <a:pt x="86612" y="313649"/>
                  </a:lnTo>
                  <a:lnTo>
                    <a:pt x="91294" y="316128"/>
                  </a:lnTo>
                  <a:lnTo>
                    <a:pt x="96052" y="318457"/>
                  </a:lnTo>
                  <a:lnTo>
                    <a:pt x="100881" y="320634"/>
                  </a:lnTo>
                  <a:lnTo>
                    <a:pt x="105777" y="322657"/>
                  </a:lnTo>
                  <a:lnTo>
                    <a:pt x="110734" y="324524"/>
                  </a:lnTo>
                  <a:lnTo>
                    <a:pt x="115748" y="326232"/>
                  </a:lnTo>
                  <a:lnTo>
                    <a:pt x="120814" y="327782"/>
                  </a:lnTo>
                  <a:lnTo>
                    <a:pt x="125926" y="329169"/>
                  </a:lnTo>
                  <a:lnTo>
                    <a:pt x="131080" y="330394"/>
                  </a:lnTo>
                  <a:lnTo>
                    <a:pt x="136270" y="331456"/>
                  </a:lnTo>
                  <a:lnTo>
                    <a:pt x="141491" y="332352"/>
                  </a:lnTo>
                  <a:lnTo>
                    <a:pt x="146738" y="333082"/>
                  </a:lnTo>
                  <a:lnTo>
                    <a:pt x="152005" y="333646"/>
                  </a:lnTo>
                  <a:lnTo>
                    <a:pt x="157287" y="334043"/>
                  </a:lnTo>
                  <a:lnTo>
                    <a:pt x="162580" y="334272"/>
                  </a:lnTo>
                  <a:lnTo>
                    <a:pt x="167877" y="334333"/>
                  </a:lnTo>
                  <a:lnTo>
                    <a:pt x="173173" y="334226"/>
                  </a:lnTo>
                  <a:lnTo>
                    <a:pt x="178463" y="333952"/>
                  </a:lnTo>
                  <a:lnTo>
                    <a:pt x="183742" y="333510"/>
                  </a:lnTo>
                  <a:lnTo>
                    <a:pt x="189004" y="332901"/>
                  </a:lnTo>
                  <a:lnTo>
                    <a:pt x="194244" y="332126"/>
                  </a:lnTo>
                  <a:lnTo>
                    <a:pt x="199457" y="331185"/>
                  </a:lnTo>
                  <a:lnTo>
                    <a:pt x="204638" y="330079"/>
                  </a:lnTo>
                  <a:lnTo>
                    <a:pt x="209781" y="328810"/>
                  </a:lnTo>
                  <a:lnTo>
                    <a:pt x="214881" y="327378"/>
                  </a:lnTo>
                  <a:lnTo>
                    <a:pt x="219933" y="325786"/>
                  </a:lnTo>
                  <a:lnTo>
                    <a:pt x="224933" y="324034"/>
                  </a:lnTo>
                  <a:lnTo>
                    <a:pt x="229874" y="322125"/>
                  </a:lnTo>
                  <a:lnTo>
                    <a:pt x="234752" y="320060"/>
                  </a:lnTo>
                  <a:lnTo>
                    <a:pt x="239563" y="317841"/>
                  </a:lnTo>
                  <a:lnTo>
                    <a:pt x="244300" y="315472"/>
                  </a:lnTo>
                  <a:lnTo>
                    <a:pt x="248961" y="312953"/>
                  </a:lnTo>
                  <a:lnTo>
                    <a:pt x="253539" y="310288"/>
                  </a:lnTo>
                  <a:lnTo>
                    <a:pt x="258030" y="307479"/>
                  </a:lnTo>
                  <a:lnTo>
                    <a:pt x="262430" y="304529"/>
                  </a:lnTo>
                  <a:lnTo>
                    <a:pt x="266735" y="301442"/>
                  </a:lnTo>
                  <a:lnTo>
                    <a:pt x="270939" y="298219"/>
                  </a:lnTo>
                  <a:lnTo>
                    <a:pt x="275039" y="294865"/>
                  </a:lnTo>
                  <a:lnTo>
                    <a:pt x="279031" y="291383"/>
                  </a:lnTo>
                  <a:lnTo>
                    <a:pt x="282911" y="287776"/>
                  </a:lnTo>
                  <a:lnTo>
                    <a:pt x="286674" y="284048"/>
                  </a:lnTo>
                  <a:lnTo>
                    <a:pt x="290317" y="280203"/>
                  </a:lnTo>
                  <a:lnTo>
                    <a:pt x="293837" y="276244"/>
                  </a:lnTo>
                  <a:lnTo>
                    <a:pt x="297230" y="272175"/>
                  </a:lnTo>
                  <a:lnTo>
                    <a:pt x="300491" y="268001"/>
                  </a:lnTo>
                  <a:lnTo>
                    <a:pt x="303619" y="263726"/>
                  </a:lnTo>
                  <a:lnTo>
                    <a:pt x="306610" y="259354"/>
                  </a:lnTo>
                  <a:lnTo>
                    <a:pt x="309461" y="254889"/>
                  </a:lnTo>
                  <a:lnTo>
                    <a:pt x="312169" y="250336"/>
                  </a:lnTo>
                  <a:lnTo>
                    <a:pt x="314732" y="245700"/>
                  </a:lnTo>
                  <a:lnTo>
                    <a:pt x="317146" y="240985"/>
                  </a:lnTo>
                  <a:lnTo>
                    <a:pt x="319409" y="236195"/>
                  </a:lnTo>
                  <a:lnTo>
                    <a:pt x="321520" y="231337"/>
                  </a:lnTo>
                  <a:lnTo>
                    <a:pt x="323476" y="226414"/>
                  </a:lnTo>
                  <a:lnTo>
                    <a:pt x="325275" y="221431"/>
                  </a:lnTo>
                  <a:lnTo>
                    <a:pt x="326914" y="216394"/>
                  </a:lnTo>
                  <a:lnTo>
                    <a:pt x="328394" y="211308"/>
                  </a:lnTo>
                  <a:lnTo>
                    <a:pt x="329712" y="206177"/>
                  </a:lnTo>
                  <a:lnTo>
                    <a:pt x="330866" y="201007"/>
                  </a:lnTo>
                  <a:lnTo>
                    <a:pt x="331856" y="195803"/>
                  </a:lnTo>
                  <a:lnTo>
                    <a:pt x="332681" y="190570"/>
                  </a:lnTo>
                  <a:lnTo>
                    <a:pt x="333339" y="185314"/>
                  </a:lnTo>
                  <a:lnTo>
                    <a:pt x="333831" y="180039"/>
                  </a:lnTo>
                  <a:lnTo>
                    <a:pt x="334155" y="174752"/>
                  </a:lnTo>
                  <a:lnTo>
                    <a:pt x="334311" y="169457"/>
                  </a:lnTo>
                  <a:lnTo>
                    <a:pt x="334300" y="164160"/>
                  </a:lnTo>
                  <a:lnTo>
                    <a:pt x="334121" y="158866"/>
                  </a:lnTo>
                  <a:lnTo>
                    <a:pt x="333774" y="153580"/>
                  </a:lnTo>
                  <a:lnTo>
                    <a:pt x="333260" y="148307"/>
                  </a:lnTo>
                  <a:lnTo>
                    <a:pt x="332579" y="143054"/>
                  </a:lnTo>
                  <a:lnTo>
                    <a:pt x="331732" y="137825"/>
                  </a:lnTo>
                  <a:lnTo>
                    <a:pt x="330719" y="132625"/>
                  </a:lnTo>
                  <a:lnTo>
                    <a:pt x="329543" y="127460"/>
                  </a:lnTo>
                  <a:lnTo>
                    <a:pt x="328203" y="122335"/>
                  </a:lnTo>
                  <a:lnTo>
                    <a:pt x="326702" y="117255"/>
                  </a:lnTo>
                  <a:lnTo>
                    <a:pt x="325040" y="112225"/>
                  </a:lnTo>
                  <a:lnTo>
                    <a:pt x="323220" y="107250"/>
                  </a:lnTo>
                  <a:lnTo>
                    <a:pt x="321243" y="102336"/>
                  </a:lnTo>
                  <a:lnTo>
                    <a:pt x="319112" y="97486"/>
                  </a:lnTo>
                  <a:lnTo>
                    <a:pt x="316828" y="92706"/>
                  </a:lnTo>
                  <a:lnTo>
                    <a:pt x="314393" y="88002"/>
                  </a:lnTo>
                  <a:lnTo>
                    <a:pt x="311811" y="83376"/>
                  </a:lnTo>
                  <a:lnTo>
                    <a:pt x="309084" y="78835"/>
                  </a:lnTo>
                  <a:lnTo>
                    <a:pt x="306214" y="74383"/>
                  </a:lnTo>
                  <a:lnTo>
                    <a:pt x="303204" y="70023"/>
                  </a:lnTo>
                  <a:lnTo>
                    <a:pt x="300058" y="65762"/>
                  </a:lnTo>
                  <a:lnTo>
                    <a:pt x="296778" y="61602"/>
                  </a:lnTo>
                  <a:lnTo>
                    <a:pt x="293368" y="57548"/>
                  </a:lnTo>
                  <a:lnTo>
                    <a:pt x="289832" y="53604"/>
                  </a:lnTo>
                  <a:lnTo>
                    <a:pt x="286172" y="49774"/>
                  </a:lnTo>
                  <a:lnTo>
                    <a:pt x="282392" y="46062"/>
                  </a:lnTo>
                  <a:lnTo>
                    <a:pt x="278497" y="42472"/>
                  </a:lnTo>
                  <a:lnTo>
                    <a:pt x="274491" y="39007"/>
                  </a:lnTo>
                  <a:lnTo>
                    <a:pt x="270376" y="35670"/>
                  </a:lnTo>
                  <a:lnTo>
                    <a:pt x="266158" y="32466"/>
                  </a:lnTo>
                  <a:lnTo>
                    <a:pt x="261840" y="29397"/>
                  </a:lnTo>
                  <a:lnTo>
                    <a:pt x="257427" y="26466"/>
                  </a:lnTo>
                  <a:lnTo>
                    <a:pt x="252924" y="23677"/>
                  </a:lnTo>
                  <a:lnTo>
                    <a:pt x="248335" y="21031"/>
                  </a:lnTo>
                  <a:lnTo>
                    <a:pt x="243664" y="18533"/>
                  </a:lnTo>
                  <a:lnTo>
                    <a:pt x="238916" y="16183"/>
                  </a:lnTo>
                  <a:lnTo>
                    <a:pt x="234096" y="13986"/>
                  </a:lnTo>
                  <a:lnTo>
                    <a:pt x="229209" y="11942"/>
                  </a:lnTo>
                  <a:lnTo>
                    <a:pt x="224259" y="10054"/>
                  </a:lnTo>
                  <a:lnTo>
                    <a:pt x="219253" y="8323"/>
                  </a:lnTo>
                  <a:lnTo>
                    <a:pt x="214194" y="6753"/>
                  </a:lnTo>
                  <a:lnTo>
                    <a:pt x="209087" y="5343"/>
                  </a:lnTo>
                  <a:lnTo>
                    <a:pt x="203939" y="4096"/>
                  </a:lnTo>
                  <a:lnTo>
                    <a:pt x="198754" y="3012"/>
                  </a:lnTo>
                  <a:lnTo>
                    <a:pt x="193536" y="2094"/>
                  </a:lnTo>
                  <a:lnTo>
                    <a:pt x="188293" y="1341"/>
                  </a:lnTo>
                  <a:lnTo>
                    <a:pt x="183028" y="754"/>
                  </a:lnTo>
                  <a:lnTo>
                    <a:pt x="177747" y="335"/>
                  </a:lnTo>
                  <a:lnTo>
                    <a:pt x="172456" y="83"/>
                  </a:lnTo>
                  <a:lnTo>
                    <a:pt x="167160" y="0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611123" y="5399291"/>
              <a:ext cx="6157" cy="167167"/>
            </a:xfrm>
            <a:custGeom>
              <a:avLst/>
              <a:pathLst>
                <a:path w="6157" h="167167">
                  <a:moveTo>
                    <a:pt x="6157" y="0"/>
                  </a:moveTo>
                  <a:lnTo>
                    <a:pt x="0" y="113"/>
                  </a:lnTo>
                  <a:lnTo>
                    <a:pt x="6157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611123" y="5399405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611123" y="5399405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611123" y="5399405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611123" y="5399405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611123" y="5399405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611123" y="5399405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450128" y="5399405"/>
              <a:ext cx="334307" cy="334221"/>
            </a:xfrm>
            <a:custGeom>
              <a:avLst/>
              <a:pathLst>
                <a:path w="334307" h="334221">
                  <a:moveTo>
                    <a:pt x="160994" y="0"/>
                  </a:moveTo>
                  <a:lnTo>
                    <a:pt x="155707" y="278"/>
                  </a:lnTo>
                  <a:lnTo>
                    <a:pt x="150431" y="724"/>
                  </a:lnTo>
                  <a:lnTo>
                    <a:pt x="145172" y="1337"/>
                  </a:lnTo>
                  <a:lnTo>
                    <a:pt x="139935" y="2116"/>
                  </a:lnTo>
                  <a:lnTo>
                    <a:pt x="134726" y="3061"/>
                  </a:lnTo>
                  <a:lnTo>
                    <a:pt x="129549" y="4170"/>
                  </a:lnTo>
                  <a:lnTo>
                    <a:pt x="124409" y="5443"/>
                  </a:lnTo>
                  <a:lnTo>
                    <a:pt x="119313" y="6877"/>
                  </a:lnTo>
                  <a:lnTo>
                    <a:pt x="114264" y="8473"/>
                  </a:lnTo>
                  <a:lnTo>
                    <a:pt x="109269" y="10227"/>
                  </a:lnTo>
                  <a:lnTo>
                    <a:pt x="104332" y="12139"/>
                  </a:lnTo>
                  <a:lnTo>
                    <a:pt x="99457" y="14206"/>
                  </a:lnTo>
                  <a:lnTo>
                    <a:pt x="94651" y="16426"/>
                  </a:lnTo>
                  <a:lnTo>
                    <a:pt x="89917" y="18798"/>
                  </a:lnTo>
                  <a:lnTo>
                    <a:pt x="85261" y="21318"/>
                  </a:lnTo>
                  <a:lnTo>
                    <a:pt x="80687" y="23984"/>
                  </a:lnTo>
                  <a:lnTo>
                    <a:pt x="76199" y="26794"/>
                  </a:lnTo>
                  <a:lnTo>
                    <a:pt x="71803" y="29745"/>
                  </a:lnTo>
                  <a:lnTo>
                    <a:pt x="67503" y="32833"/>
                  </a:lnTo>
                  <a:lnTo>
                    <a:pt x="63302" y="36056"/>
                  </a:lnTo>
                  <a:lnTo>
                    <a:pt x="59206" y="39411"/>
                  </a:lnTo>
                  <a:lnTo>
                    <a:pt x="55218" y="42893"/>
                  </a:lnTo>
                  <a:lnTo>
                    <a:pt x="51342" y="46500"/>
                  </a:lnTo>
                  <a:lnTo>
                    <a:pt x="47582" y="50228"/>
                  </a:lnTo>
                  <a:lnTo>
                    <a:pt x="43943" y="54073"/>
                  </a:lnTo>
                  <a:lnTo>
                    <a:pt x="40427" y="58032"/>
                  </a:lnTo>
                  <a:lnTo>
                    <a:pt x="37038" y="62100"/>
                  </a:lnTo>
                  <a:lnTo>
                    <a:pt x="33779" y="66273"/>
                  </a:lnTo>
                  <a:lnTo>
                    <a:pt x="30654" y="70547"/>
                  </a:lnTo>
                  <a:lnTo>
                    <a:pt x="27667" y="74918"/>
                  </a:lnTo>
                  <a:lnTo>
                    <a:pt x="24819" y="79381"/>
                  </a:lnTo>
                  <a:lnTo>
                    <a:pt x="22114" y="83933"/>
                  </a:lnTo>
                  <a:lnTo>
                    <a:pt x="19554" y="88567"/>
                  </a:lnTo>
                  <a:lnTo>
                    <a:pt x="17143" y="93281"/>
                  </a:lnTo>
                  <a:lnTo>
                    <a:pt x="14882" y="98068"/>
                  </a:lnTo>
                  <a:lnTo>
                    <a:pt x="12774" y="102925"/>
                  </a:lnTo>
                  <a:lnTo>
                    <a:pt x="10820" y="107846"/>
                  </a:lnTo>
                  <a:lnTo>
                    <a:pt x="9024" y="112827"/>
                  </a:lnTo>
                  <a:lnTo>
                    <a:pt x="7386" y="117861"/>
                  </a:lnTo>
                  <a:lnTo>
                    <a:pt x="5908" y="122946"/>
                  </a:lnTo>
                  <a:lnTo>
                    <a:pt x="4592" y="128074"/>
                  </a:lnTo>
                  <a:lnTo>
                    <a:pt x="3439" y="133241"/>
                  </a:lnTo>
                  <a:lnTo>
                    <a:pt x="2451" y="138443"/>
                  </a:lnTo>
                  <a:lnTo>
                    <a:pt x="1627" y="143673"/>
                  </a:lnTo>
                  <a:lnTo>
                    <a:pt x="970" y="148927"/>
                  </a:lnTo>
                  <a:lnTo>
                    <a:pt x="479" y="154198"/>
                  </a:lnTo>
                  <a:lnTo>
                    <a:pt x="155" y="159483"/>
                  </a:lnTo>
                  <a:lnTo>
                    <a:pt x="0" y="164775"/>
                  </a:lnTo>
                  <a:lnTo>
                    <a:pt x="11" y="170070"/>
                  </a:lnTo>
                  <a:lnTo>
                    <a:pt x="191" y="175361"/>
                  </a:lnTo>
                  <a:lnTo>
                    <a:pt x="537" y="180645"/>
                  </a:lnTo>
                  <a:lnTo>
                    <a:pt x="1051" y="185914"/>
                  </a:lnTo>
                  <a:lnTo>
                    <a:pt x="1732" y="191165"/>
                  </a:lnTo>
                  <a:lnTo>
                    <a:pt x="2578" y="196391"/>
                  </a:lnTo>
                  <a:lnTo>
                    <a:pt x="3590" y="201588"/>
                  </a:lnTo>
                  <a:lnTo>
                    <a:pt x="4766" y="206751"/>
                  </a:lnTo>
                  <a:lnTo>
                    <a:pt x="6104" y="211873"/>
                  </a:lnTo>
                  <a:lnTo>
                    <a:pt x="7604" y="216951"/>
                  </a:lnTo>
                  <a:lnTo>
                    <a:pt x="9265" y="221978"/>
                  </a:lnTo>
                  <a:lnTo>
                    <a:pt x="11083" y="226951"/>
                  </a:lnTo>
                  <a:lnTo>
                    <a:pt x="13058" y="231863"/>
                  </a:lnTo>
                  <a:lnTo>
                    <a:pt x="15188" y="236710"/>
                  </a:lnTo>
                  <a:lnTo>
                    <a:pt x="17470" y="241488"/>
                  </a:lnTo>
                  <a:lnTo>
                    <a:pt x="19902" y="246191"/>
                  </a:lnTo>
                  <a:lnTo>
                    <a:pt x="22482" y="250814"/>
                  </a:lnTo>
                  <a:lnTo>
                    <a:pt x="25207" y="255353"/>
                  </a:lnTo>
                  <a:lnTo>
                    <a:pt x="28075" y="259804"/>
                  </a:lnTo>
                  <a:lnTo>
                    <a:pt x="31082" y="264162"/>
                  </a:lnTo>
                  <a:lnTo>
                    <a:pt x="34225" y="268422"/>
                  </a:lnTo>
                  <a:lnTo>
                    <a:pt x="37502" y="272581"/>
                  </a:lnTo>
                  <a:lnTo>
                    <a:pt x="40909" y="276634"/>
                  </a:lnTo>
                  <a:lnTo>
                    <a:pt x="44443" y="280577"/>
                  </a:lnTo>
                  <a:lnTo>
                    <a:pt x="48099" y="284406"/>
                  </a:lnTo>
                  <a:lnTo>
                    <a:pt x="51875" y="288117"/>
                  </a:lnTo>
                  <a:lnTo>
                    <a:pt x="55767" y="291707"/>
                  </a:lnTo>
                  <a:lnTo>
                    <a:pt x="59770" y="295172"/>
                  </a:lnTo>
                  <a:lnTo>
                    <a:pt x="63882" y="298508"/>
                  </a:lnTo>
                  <a:lnTo>
                    <a:pt x="68096" y="301712"/>
                  </a:lnTo>
                  <a:lnTo>
                    <a:pt x="72410" y="304782"/>
                  </a:lnTo>
                  <a:lnTo>
                    <a:pt x="76820" y="307713"/>
                  </a:lnTo>
                  <a:lnTo>
                    <a:pt x="81319" y="310503"/>
                  </a:lnTo>
                  <a:lnTo>
                    <a:pt x="85905" y="313149"/>
                  </a:lnTo>
                  <a:lnTo>
                    <a:pt x="90572" y="315649"/>
                  </a:lnTo>
                  <a:lnTo>
                    <a:pt x="95317" y="318000"/>
                  </a:lnTo>
                  <a:lnTo>
                    <a:pt x="100133" y="320199"/>
                  </a:lnTo>
                  <a:lnTo>
                    <a:pt x="105016" y="322244"/>
                  </a:lnTo>
                  <a:lnTo>
                    <a:pt x="109962" y="324134"/>
                  </a:lnTo>
                  <a:lnTo>
                    <a:pt x="114965" y="325866"/>
                  </a:lnTo>
                  <a:lnTo>
                    <a:pt x="120021" y="327439"/>
                  </a:lnTo>
                  <a:lnTo>
                    <a:pt x="125123" y="328852"/>
                  </a:lnTo>
                  <a:lnTo>
                    <a:pt x="130268" y="330101"/>
                  </a:lnTo>
                  <a:lnTo>
                    <a:pt x="135450" y="331188"/>
                  </a:lnTo>
                  <a:lnTo>
                    <a:pt x="140664" y="332109"/>
                  </a:lnTo>
                  <a:lnTo>
                    <a:pt x="145904" y="332865"/>
                  </a:lnTo>
                  <a:lnTo>
                    <a:pt x="151166" y="333455"/>
                  </a:lnTo>
                  <a:lnTo>
                    <a:pt x="156444" y="333878"/>
                  </a:lnTo>
                  <a:lnTo>
                    <a:pt x="161732" y="334133"/>
                  </a:lnTo>
                  <a:lnTo>
                    <a:pt x="167026" y="334221"/>
                  </a:lnTo>
                  <a:lnTo>
                    <a:pt x="172320" y="334141"/>
                  </a:lnTo>
                  <a:lnTo>
                    <a:pt x="177608" y="333894"/>
                  </a:lnTo>
                  <a:lnTo>
                    <a:pt x="182887" y="333479"/>
                  </a:lnTo>
                  <a:lnTo>
                    <a:pt x="188149" y="332897"/>
                  </a:lnTo>
                  <a:lnTo>
                    <a:pt x="193391" y="332149"/>
                  </a:lnTo>
                  <a:lnTo>
                    <a:pt x="198606" y="331235"/>
                  </a:lnTo>
                  <a:lnTo>
                    <a:pt x="203789" y="330157"/>
                  </a:lnTo>
                  <a:lnTo>
                    <a:pt x="208936" y="328915"/>
                  </a:lnTo>
                  <a:lnTo>
                    <a:pt x="214041" y="327510"/>
                  </a:lnTo>
                  <a:lnTo>
                    <a:pt x="219099" y="325945"/>
                  </a:lnTo>
                  <a:lnTo>
                    <a:pt x="224105" y="324220"/>
                  </a:lnTo>
                  <a:lnTo>
                    <a:pt x="229053" y="322338"/>
                  </a:lnTo>
                  <a:lnTo>
                    <a:pt x="233940" y="320299"/>
                  </a:lnTo>
                  <a:lnTo>
                    <a:pt x="238759" y="318107"/>
                  </a:lnTo>
                  <a:lnTo>
                    <a:pt x="243507" y="315764"/>
                  </a:lnTo>
                  <a:lnTo>
                    <a:pt x="248178" y="313271"/>
                  </a:lnTo>
                  <a:lnTo>
                    <a:pt x="252768" y="310632"/>
                  </a:lnTo>
                  <a:lnTo>
                    <a:pt x="257272" y="307849"/>
                  </a:lnTo>
                  <a:lnTo>
                    <a:pt x="261685" y="304924"/>
                  </a:lnTo>
                  <a:lnTo>
                    <a:pt x="266004" y="301861"/>
                  </a:lnTo>
                  <a:lnTo>
                    <a:pt x="270224" y="298663"/>
                  </a:lnTo>
                  <a:lnTo>
                    <a:pt x="274340" y="295333"/>
                  </a:lnTo>
                  <a:lnTo>
                    <a:pt x="278348" y="291874"/>
                  </a:lnTo>
                  <a:lnTo>
                    <a:pt x="282245" y="288290"/>
                  </a:lnTo>
                  <a:lnTo>
                    <a:pt x="286027" y="284585"/>
                  </a:lnTo>
                  <a:lnTo>
                    <a:pt x="289689" y="280761"/>
                  </a:lnTo>
                  <a:lnTo>
                    <a:pt x="293229" y="276824"/>
                  </a:lnTo>
                  <a:lnTo>
                    <a:pt x="296642" y="272776"/>
                  </a:lnTo>
                  <a:lnTo>
                    <a:pt x="299925" y="268622"/>
                  </a:lnTo>
                  <a:lnTo>
                    <a:pt x="303075" y="264366"/>
                  </a:lnTo>
                  <a:lnTo>
                    <a:pt x="306088" y="260013"/>
                  </a:lnTo>
                  <a:lnTo>
                    <a:pt x="308962" y="255567"/>
                  </a:lnTo>
                  <a:lnTo>
                    <a:pt x="311694" y="251031"/>
                  </a:lnTo>
                  <a:lnTo>
                    <a:pt x="314281" y="246412"/>
                  </a:lnTo>
                  <a:lnTo>
                    <a:pt x="316721" y="241713"/>
                  </a:lnTo>
                  <a:lnTo>
                    <a:pt x="319010" y="236939"/>
                  </a:lnTo>
                  <a:lnTo>
                    <a:pt x="321147" y="232095"/>
                  </a:lnTo>
                  <a:lnTo>
                    <a:pt x="323129" y="227185"/>
                  </a:lnTo>
                  <a:lnTo>
                    <a:pt x="324955" y="222215"/>
                  </a:lnTo>
                  <a:lnTo>
                    <a:pt x="326623" y="217190"/>
                  </a:lnTo>
                  <a:lnTo>
                    <a:pt x="328131" y="212115"/>
                  </a:lnTo>
                  <a:lnTo>
                    <a:pt x="329477" y="206995"/>
                  </a:lnTo>
                  <a:lnTo>
                    <a:pt x="330661" y="201834"/>
                  </a:lnTo>
                  <a:lnTo>
                    <a:pt x="331680" y="196639"/>
                  </a:lnTo>
                  <a:lnTo>
                    <a:pt x="332534" y="191413"/>
                  </a:lnTo>
                  <a:lnTo>
                    <a:pt x="333223" y="186164"/>
                  </a:lnTo>
                  <a:lnTo>
                    <a:pt x="333745" y="180895"/>
                  </a:lnTo>
                  <a:lnTo>
                    <a:pt x="334100" y="175612"/>
                  </a:lnTo>
                  <a:lnTo>
                    <a:pt x="334287" y="170321"/>
                  </a:lnTo>
                  <a:lnTo>
                    <a:pt x="334307" y="165027"/>
                  </a:lnTo>
                  <a:lnTo>
                    <a:pt x="334159" y="159734"/>
                  </a:lnTo>
                  <a:lnTo>
                    <a:pt x="333843" y="154449"/>
                  </a:lnTo>
                  <a:lnTo>
                    <a:pt x="333360" y="149176"/>
                  </a:lnTo>
                  <a:lnTo>
                    <a:pt x="332711" y="143922"/>
                  </a:lnTo>
                  <a:lnTo>
                    <a:pt x="331895" y="138691"/>
                  </a:lnTo>
                  <a:lnTo>
                    <a:pt x="330914" y="133488"/>
                  </a:lnTo>
                  <a:lnTo>
                    <a:pt x="329769" y="128318"/>
                  </a:lnTo>
                  <a:lnTo>
                    <a:pt x="328461" y="123188"/>
                  </a:lnTo>
                  <a:lnTo>
                    <a:pt x="326991" y="118102"/>
                  </a:lnTo>
                  <a:lnTo>
                    <a:pt x="325361" y="113064"/>
                  </a:lnTo>
                  <a:lnTo>
                    <a:pt x="323571" y="108081"/>
                  </a:lnTo>
                  <a:lnTo>
                    <a:pt x="321625" y="103157"/>
                  </a:lnTo>
                  <a:lnTo>
                    <a:pt x="319524" y="98297"/>
                  </a:lnTo>
                  <a:lnTo>
                    <a:pt x="317271" y="93507"/>
                  </a:lnTo>
                  <a:lnTo>
                    <a:pt x="314866" y="88789"/>
                  </a:lnTo>
                  <a:lnTo>
                    <a:pt x="312314" y="84151"/>
                  </a:lnTo>
                  <a:lnTo>
                    <a:pt x="309616" y="79595"/>
                  </a:lnTo>
                  <a:lnTo>
                    <a:pt x="306774" y="75128"/>
                  </a:lnTo>
                  <a:lnTo>
                    <a:pt x="303793" y="70752"/>
                  </a:lnTo>
                  <a:lnTo>
                    <a:pt x="300675" y="66473"/>
                  </a:lnTo>
                  <a:lnTo>
                    <a:pt x="297423" y="62295"/>
                  </a:lnTo>
                  <a:lnTo>
                    <a:pt x="294040" y="58222"/>
                  </a:lnTo>
                  <a:lnTo>
                    <a:pt x="290530" y="54259"/>
                  </a:lnTo>
                  <a:lnTo>
                    <a:pt x="286896" y="50408"/>
                  </a:lnTo>
                  <a:lnTo>
                    <a:pt x="283142" y="46674"/>
                  </a:lnTo>
                  <a:lnTo>
                    <a:pt x="279272" y="43062"/>
                  </a:lnTo>
                  <a:lnTo>
                    <a:pt x="275289" y="39573"/>
                  </a:lnTo>
                  <a:lnTo>
                    <a:pt x="271198" y="36213"/>
                  </a:lnTo>
                  <a:lnTo>
                    <a:pt x="267002" y="32983"/>
                  </a:lnTo>
                  <a:lnTo>
                    <a:pt x="262706" y="29888"/>
                  </a:lnTo>
                  <a:lnTo>
                    <a:pt x="258314" y="26931"/>
                  </a:lnTo>
                  <a:lnTo>
                    <a:pt x="253831" y="24114"/>
                  </a:lnTo>
                  <a:lnTo>
                    <a:pt x="249261" y="21441"/>
                  </a:lnTo>
                  <a:lnTo>
                    <a:pt x="244609" y="18914"/>
                  </a:lnTo>
                  <a:lnTo>
                    <a:pt x="239878" y="16535"/>
                  </a:lnTo>
                  <a:lnTo>
                    <a:pt x="235075" y="14308"/>
                  </a:lnTo>
                  <a:lnTo>
                    <a:pt x="230204" y="12233"/>
                  </a:lnTo>
                  <a:lnTo>
                    <a:pt x="225270" y="10314"/>
                  </a:lnTo>
                  <a:lnTo>
                    <a:pt x="220277" y="8552"/>
                  </a:lnTo>
                  <a:lnTo>
                    <a:pt x="215231" y="6949"/>
                  </a:lnTo>
                  <a:lnTo>
                    <a:pt x="210136" y="5507"/>
                  </a:lnTo>
                  <a:lnTo>
                    <a:pt x="204999" y="4227"/>
                  </a:lnTo>
                  <a:lnTo>
                    <a:pt x="167151" y="1670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617280" y="5399291"/>
              <a:ext cx="37847" cy="167167"/>
            </a:xfrm>
            <a:custGeom>
              <a:avLst/>
              <a:pathLst>
                <a:path w="37847" h="167167">
                  <a:moveTo>
                    <a:pt x="37847" y="4340"/>
                  </a:moveTo>
                  <a:lnTo>
                    <a:pt x="31623" y="3018"/>
                  </a:lnTo>
                  <a:lnTo>
                    <a:pt x="25354" y="1933"/>
                  </a:lnTo>
                  <a:lnTo>
                    <a:pt x="19047" y="1088"/>
                  </a:lnTo>
                  <a:lnTo>
                    <a:pt x="12713" y="484"/>
                  </a:lnTo>
                  <a:lnTo>
                    <a:pt x="6361" y="12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089909" y="5369149"/>
              <a:ext cx="45767" cy="167167"/>
            </a:xfrm>
            <a:custGeom>
              <a:avLst/>
              <a:pathLst>
                <a:path w="45767" h="167167">
                  <a:moveTo>
                    <a:pt x="45767" y="0"/>
                  </a:moveTo>
                  <a:lnTo>
                    <a:pt x="39146" y="131"/>
                  </a:lnTo>
                  <a:lnTo>
                    <a:pt x="32535" y="524"/>
                  </a:lnTo>
                  <a:lnTo>
                    <a:pt x="25945" y="1179"/>
                  </a:lnTo>
                  <a:lnTo>
                    <a:pt x="19386" y="2094"/>
                  </a:lnTo>
                  <a:lnTo>
                    <a:pt x="12869" y="3268"/>
                  </a:lnTo>
                  <a:lnTo>
                    <a:pt x="6403" y="4700"/>
                  </a:lnTo>
                  <a:lnTo>
                    <a:pt x="0" y="6387"/>
                  </a:lnTo>
                  <a:lnTo>
                    <a:pt x="457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089909" y="5375536"/>
              <a:ext cx="45767" cy="160780"/>
            </a:xfrm>
            <a:custGeom>
              <a:avLst/>
              <a:pathLst>
                <a:path w="45767" h="160780">
                  <a:moveTo>
                    <a:pt x="0" y="0"/>
                  </a:moveTo>
                  <a:lnTo>
                    <a:pt x="45767" y="1607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089909" y="5375536"/>
              <a:ext cx="45767" cy="160780"/>
            </a:xfrm>
            <a:custGeom>
              <a:avLst/>
              <a:pathLst>
                <a:path w="45767" h="160780">
                  <a:moveTo>
                    <a:pt x="0" y="0"/>
                  </a:moveTo>
                  <a:lnTo>
                    <a:pt x="45767" y="1607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089909" y="5375536"/>
              <a:ext cx="45767" cy="160780"/>
            </a:xfrm>
            <a:custGeom>
              <a:avLst/>
              <a:pathLst>
                <a:path w="45767" h="160780">
                  <a:moveTo>
                    <a:pt x="0" y="0"/>
                  </a:moveTo>
                  <a:lnTo>
                    <a:pt x="45767" y="1607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089909" y="5375536"/>
              <a:ext cx="45767" cy="160780"/>
            </a:xfrm>
            <a:custGeom>
              <a:avLst/>
              <a:pathLst>
                <a:path w="45767" h="160780">
                  <a:moveTo>
                    <a:pt x="0" y="0"/>
                  </a:moveTo>
                  <a:lnTo>
                    <a:pt x="45767" y="16078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089909" y="5375536"/>
              <a:ext cx="45767" cy="160780"/>
            </a:xfrm>
            <a:custGeom>
              <a:avLst/>
              <a:pathLst>
                <a:path w="45767" h="160780">
                  <a:moveTo>
                    <a:pt x="0" y="0"/>
                  </a:moveTo>
                  <a:lnTo>
                    <a:pt x="45767" y="16078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4968514" y="5375536"/>
              <a:ext cx="167161" cy="327832"/>
            </a:xfrm>
            <a:custGeom>
              <a:avLst/>
              <a:pathLst>
                <a:path w="167161" h="327832">
                  <a:moveTo>
                    <a:pt x="121394" y="0"/>
                  </a:moveTo>
                  <a:lnTo>
                    <a:pt x="116253" y="1553"/>
                  </a:lnTo>
                  <a:lnTo>
                    <a:pt x="111165" y="3270"/>
                  </a:lnTo>
                  <a:lnTo>
                    <a:pt x="106135" y="5150"/>
                  </a:lnTo>
                  <a:lnTo>
                    <a:pt x="101167" y="7190"/>
                  </a:lnTo>
                  <a:lnTo>
                    <a:pt x="96268" y="9389"/>
                  </a:lnTo>
                  <a:lnTo>
                    <a:pt x="91442" y="11744"/>
                  </a:lnTo>
                  <a:lnTo>
                    <a:pt x="86694" y="14253"/>
                  </a:lnTo>
                  <a:lnTo>
                    <a:pt x="82029" y="16914"/>
                  </a:lnTo>
                  <a:lnTo>
                    <a:pt x="77452" y="19722"/>
                  </a:lnTo>
                  <a:lnTo>
                    <a:pt x="72967" y="22677"/>
                  </a:lnTo>
                  <a:lnTo>
                    <a:pt x="68580" y="25773"/>
                  </a:lnTo>
                  <a:lnTo>
                    <a:pt x="64295" y="29009"/>
                  </a:lnTo>
                  <a:lnTo>
                    <a:pt x="60115" y="32382"/>
                  </a:lnTo>
                  <a:lnTo>
                    <a:pt x="56046" y="35886"/>
                  </a:lnTo>
                  <a:lnTo>
                    <a:pt x="52092" y="39520"/>
                  </a:lnTo>
                  <a:lnTo>
                    <a:pt x="48256" y="43278"/>
                  </a:lnTo>
                  <a:lnTo>
                    <a:pt x="44544" y="47158"/>
                  </a:lnTo>
                  <a:lnTo>
                    <a:pt x="40957" y="51155"/>
                  </a:lnTo>
                  <a:lnTo>
                    <a:pt x="37501" y="55265"/>
                  </a:lnTo>
                  <a:lnTo>
                    <a:pt x="34179" y="59485"/>
                  </a:lnTo>
                  <a:lnTo>
                    <a:pt x="30994" y="63808"/>
                  </a:lnTo>
                  <a:lnTo>
                    <a:pt x="27949" y="68232"/>
                  </a:lnTo>
                  <a:lnTo>
                    <a:pt x="25049" y="72751"/>
                  </a:lnTo>
                  <a:lnTo>
                    <a:pt x="22294" y="77361"/>
                  </a:lnTo>
                  <a:lnTo>
                    <a:pt x="19690" y="82058"/>
                  </a:lnTo>
                  <a:lnTo>
                    <a:pt x="17237" y="86835"/>
                  </a:lnTo>
                  <a:lnTo>
                    <a:pt x="14940" y="91689"/>
                  </a:lnTo>
                  <a:lnTo>
                    <a:pt x="12799" y="96614"/>
                  </a:lnTo>
                  <a:lnTo>
                    <a:pt x="10818" y="101605"/>
                  </a:lnTo>
                  <a:lnTo>
                    <a:pt x="8997" y="106657"/>
                  </a:lnTo>
                  <a:lnTo>
                    <a:pt x="7341" y="111765"/>
                  </a:lnTo>
                  <a:lnTo>
                    <a:pt x="5849" y="116924"/>
                  </a:lnTo>
                  <a:lnTo>
                    <a:pt x="4523" y="122128"/>
                  </a:lnTo>
                  <a:lnTo>
                    <a:pt x="3366" y="127372"/>
                  </a:lnTo>
                  <a:lnTo>
                    <a:pt x="2377" y="132650"/>
                  </a:lnTo>
                  <a:lnTo>
                    <a:pt x="1559" y="137958"/>
                  </a:lnTo>
                  <a:lnTo>
                    <a:pt x="911" y="143289"/>
                  </a:lnTo>
                  <a:lnTo>
                    <a:pt x="435" y="148638"/>
                  </a:lnTo>
                  <a:lnTo>
                    <a:pt x="131" y="153999"/>
                  </a:lnTo>
                  <a:lnTo>
                    <a:pt x="0" y="159368"/>
                  </a:lnTo>
                  <a:lnTo>
                    <a:pt x="40" y="164738"/>
                  </a:lnTo>
                  <a:lnTo>
                    <a:pt x="254" y="170104"/>
                  </a:lnTo>
                  <a:lnTo>
                    <a:pt x="639" y="175460"/>
                  </a:lnTo>
                  <a:lnTo>
                    <a:pt x="1197" y="180801"/>
                  </a:lnTo>
                  <a:lnTo>
                    <a:pt x="1926" y="186122"/>
                  </a:lnTo>
                  <a:lnTo>
                    <a:pt x="2825" y="191416"/>
                  </a:lnTo>
                  <a:lnTo>
                    <a:pt x="3894" y="196679"/>
                  </a:lnTo>
                  <a:lnTo>
                    <a:pt x="5131" y="201904"/>
                  </a:lnTo>
                  <a:lnTo>
                    <a:pt x="6535" y="207088"/>
                  </a:lnTo>
                  <a:lnTo>
                    <a:pt x="8106" y="212223"/>
                  </a:lnTo>
                  <a:lnTo>
                    <a:pt x="9840" y="217305"/>
                  </a:lnTo>
                  <a:lnTo>
                    <a:pt x="11737" y="222329"/>
                  </a:lnTo>
                  <a:lnTo>
                    <a:pt x="13794" y="227290"/>
                  </a:lnTo>
                  <a:lnTo>
                    <a:pt x="16010" y="232182"/>
                  </a:lnTo>
                  <a:lnTo>
                    <a:pt x="18381" y="237000"/>
                  </a:lnTo>
                  <a:lnTo>
                    <a:pt x="20906" y="241739"/>
                  </a:lnTo>
                  <a:lnTo>
                    <a:pt x="23582" y="246395"/>
                  </a:lnTo>
                  <a:lnTo>
                    <a:pt x="26406" y="250963"/>
                  </a:lnTo>
                  <a:lnTo>
                    <a:pt x="29375" y="255437"/>
                  </a:lnTo>
                  <a:lnTo>
                    <a:pt x="32487" y="259814"/>
                  </a:lnTo>
                  <a:lnTo>
                    <a:pt x="35737" y="264089"/>
                  </a:lnTo>
                  <a:lnTo>
                    <a:pt x="39123" y="268257"/>
                  </a:lnTo>
                  <a:lnTo>
                    <a:pt x="42642" y="272314"/>
                  </a:lnTo>
                  <a:lnTo>
                    <a:pt x="46288" y="276256"/>
                  </a:lnTo>
                  <a:lnTo>
                    <a:pt x="50060" y="280079"/>
                  </a:lnTo>
                  <a:lnTo>
                    <a:pt x="53952" y="283779"/>
                  </a:lnTo>
                  <a:lnTo>
                    <a:pt x="57961" y="287352"/>
                  </a:lnTo>
                  <a:lnTo>
                    <a:pt x="62083" y="290794"/>
                  </a:lnTo>
                  <a:lnTo>
                    <a:pt x="66314" y="294102"/>
                  </a:lnTo>
                  <a:lnTo>
                    <a:pt x="70648" y="297272"/>
                  </a:lnTo>
                  <a:lnTo>
                    <a:pt x="75082" y="300302"/>
                  </a:lnTo>
                  <a:lnTo>
                    <a:pt x="79611" y="303187"/>
                  </a:lnTo>
                  <a:lnTo>
                    <a:pt x="84230" y="305926"/>
                  </a:lnTo>
                  <a:lnTo>
                    <a:pt x="88935" y="308515"/>
                  </a:lnTo>
                  <a:lnTo>
                    <a:pt x="93721" y="310951"/>
                  </a:lnTo>
                  <a:lnTo>
                    <a:pt x="98582" y="313233"/>
                  </a:lnTo>
                  <a:lnTo>
                    <a:pt x="103514" y="315357"/>
                  </a:lnTo>
                  <a:lnTo>
                    <a:pt x="108512" y="317321"/>
                  </a:lnTo>
                  <a:lnTo>
                    <a:pt x="113571" y="319125"/>
                  </a:lnTo>
                  <a:lnTo>
                    <a:pt x="118684" y="320764"/>
                  </a:lnTo>
                  <a:lnTo>
                    <a:pt x="123848" y="322239"/>
                  </a:lnTo>
                  <a:lnTo>
                    <a:pt x="129057" y="323547"/>
                  </a:lnTo>
                  <a:lnTo>
                    <a:pt x="134304" y="324687"/>
                  </a:lnTo>
                  <a:lnTo>
                    <a:pt x="139586" y="325657"/>
                  </a:lnTo>
                  <a:lnTo>
                    <a:pt x="144896" y="326458"/>
                  </a:lnTo>
                  <a:lnTo>
                    <a:pt x="150229" y="327088"/>
                  </a:lnTo>
                  <a:lnTo>
                    <a:pt x="155580" y="327546"/>
                  </a:lnTo>
                  <a:lnTo>
                    <a:pt x="160942" y="327832"/>
                  </a:lnTo>
                  <a:lnTo>
                    <a:pt x="167161" y="1607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129457" y="5369149"/>
              <a:ext cx="173371" cy="334332"/>
            </a:xfrm>
            <a:custGeom>
              <a:avLst/>
              <a:pathLst>
                <a:path w="173371" h="334332">
                  <a:moveTo>
                    <a:pt x="0" y="334219"/>
                  </a:moveTo>
                  <a:lnTo>
                    <a:pt x="5312" y="334332"/>
                  </a:lnTo>
                  <a:lnTo>
                    <a:pt x="10625" y="334276"/>
                  </a:lnTo>
                  <a:lnTo>
                    <a:pt x="15934" y="334052"/>
                  </a:lnTo>
                  <a:lnTo>
                    <a:pt x="21233" y="333659"/>
                  </a:lnTo>
                  <a:lnTo>
                    <a:pt x="26517" y="333097"/>
                  </a:lnTo>
                  <a:lnTo>
                    <a:pt x="31781" y="332368"/>
                  </a:lnTo>
                  <a:lnTo>
                    <a:pt x="37019" y="331472"/>
                  </a:lnTo>
                  <a:lnTo>
                    <a:pt x="42225" y="330410"/>
                  </a:lnTo>
                  <a:lnTo>
                    <a:pt x="47395" y="329184"/>
                  </a:lnTo>
                  <a:lnTo>
                    <a:pt x="52524" y="327793"/>
                  </a:lnTo>
                  <a:lnTo>
                    <a:pt x="57605" y="326240"/>
                  </a:lnTo>
                  <a:lnTo>
                    <a:pt x="62635" y="324527"/>
                  </a:lnTo>
                  <a:lnTo>
                    <a:pt x="67608" y="322654"/>
                  </a:lnTo>
                  <a:lnTo>
                    <a:pt x="72519" y="320624"/>
                  </a:lnTo>
                  <a:lnTo>
                    <a:pt x="77363" y="318440"/>
                  </a:lnTo>
                  <a:lnTo>
                    <a:pt x="82135" y="316102"/>
                  </a:lnTo>
                  <a:lnTo>
                    <a:pt x="86830" y="313614"/>
                  </a:lnTo>
                  <a:lnTo>
                    <a:pt x="91443" y="310978"/>
                  </a:lnTo>
                  <a:lnTo>
                    <a:pt x="95971" y="308197"/>
                  </a:lnTo>
                  <a:lnTo>
                    <a:pt x="100408" y="305273"/>
                  </a:lnTo>
                  <a:lnTo>
                    <a:pt x="104750" y="302209"/>
                  </a:lnTo>
                  <a:lnTo>
                    <a:pt x="108992" y="299010"/>
                  </a:lnTo>
                  <a:lnTo>
                    <a:pt x="113130" y="295677"/>
                  </a:lnTo>
                  <a:lnTo>
                    <a:pt x="117161" y="292214"/>
                  </a:lnTo>
                  <a:lnTo>
                    <a:pt x="121079" y="288624"/>
                  </a:lnTo>
                  <a:lnTo>
                    <a:pt x="124881" y="284912"/>
                  </a:lnTo>
                  <a:lnTo>
                    <a:pt x="128564" y="281082"/>
                  </a:lnTo>
                  <a:lnTo>
                    <a:pt x="132122" y="277136"/>
                  </a:lnTo>
                  <a:lnTo>
                    <a:pt x="135554" y="273078"/>
                  </a:lnTo>
                  <a:lnTo>
                    <a:pt x="138855" y="268914"/>
                  </a:lnTo>
                  <a:lnTo>
                    <a:pt x="142021" y="264647"/>
                  </a:lnTo>
                  <a:lnTo>
                    <a:pt x="145051" y="260282"/>
                  </a:lnTo>
                  <a:lnTo>
                    <a:pt x="147940" y="255822"/>
                  </a:lnTo>
                  <a:lnTo>
                    <a:pt x="150686" y="251273"/>
                  </a:lnTo>
                  <a:lnTo>
                    <a:pt x="153287" y="246639"/>
                  </a:lnTo>
                  <a:lnTo>
                    <a:pt x="155738" y="241925"/>
                  </a:lnTo>
                  <a:lnTo>
                    <a:pt x="158039" y="237135"/>
                  </a:lnTo>
                  <a:lnTo>
                    <a:pt x="160186" y="232274"/>
                  </a:lnTo>
                  <a:lnTo>
                    <a:pt x="162177" y="227348"/>
                  </a:lnTo>
                  <a:lnTo>
                    <a:pt x="164011" y="222361"/>
                  </a:lnTo>
                  <a:lnTo>
                    <a:pt x="165686" y="217318"/>
                  </a:lnTo>
                  <a:lnTo>
                    <a:pt x="167199" y="212224"/>
                  </a:lnTo>
                  <a:lnTo>
                    <a:pt x="168550" y="207085"/>
                  </a:lnTo>
                  <a:lnTo>
                    <a:pt x="169736" y="201906"/>
                  </a:lnTo>
                  <a:lnTo>
                    <a:pt x="170758" y="196691"/>
                  </a:lnTo>
                  <a:lnTo>
                    <a:pt x="171613" y="191446"/>
                  </a:lnTo>
                  <a:lnTo>
                    <a:pt x="172301" y="186178"/>
                  </a:lnTo>
                  <a:lnTo>
                    <a:pt x="172821" y="180889"/>
                  </a:lnTo>
                  <a:lnTo>
                    <a:pt x="173173" y="175587"/>
                  </a:lnTo>
                  <a:lnTo>
                    <a:pt x="173357" y="170277"/>
                  </a:lnTo>
                  <a:lnTo>
                    <a:pt x="173371" y="164963"/>
                  </a:lnTo>
                  <a:lnTo>
                    <a:pt x="173217" y="159652"/>
                  </a:lnTo>
                  <a:lnTo>
                    <a:pt x="172893" y="154348"/>
                  </a:lnTo>
                  <a:lnTo>
                    <a:pt x="172402" y="149057"/>
                  </a:lnTo>
                  <a:lnTo>
                    <a:pt x="171742" y="143784"/>
                  </a:lnTo>
                  <a:lnTo>
                    <a:pt x="170915" y="138535"/>
                  </a:lnTo>
                  <a:lnTo>
                    <a:pt x="169922" y="133315"/>
                  </a:lnTo>
                  <a:lnTo>
                    <a:pt x="168764" y="128129"/>
                  </a:lnTo>
                  <a:lnTo>
                    <a:pt x="167441" y="122983"/>
                  </a:lnTo>
                  <a:lnTo>
                    <a:pt x="165955" y="117881"/>
                  </a:lnTo>
                  <a:lnTo>
                    <a:pt x="164308" y="112829"/>
                  </a:lnTo>
                  <a:lnTo>
                    <a:pt x="162501" y="107832"/>
                  </a:lnTo>
                  <a:lnTo>
                    <a:pt x="160536" y="102895"/>
                  </a:lnTo>
                  <a:lnTo>
                    <a:pt x="158416" y="98023"/>
                  </a:lnTo>
                  <a:lnTo>
                    <a:pt x="156141" y="93221"/>
                  </a:lnTo>
                  <a:lnTo>
                    <a:pt x="153715" y="88493"/>
                  </a:lnTo>
                  <a:lnTo>
                    <a:pt x="151140" y="83845"/>
                  </a:lnTo>
                  <a:lnTo>
                    <a:pt x="148419" y="79281"/>
                  </a:lnTo>
                  <a:lnTo>
                    <a:pt x="145554" y="74806"/>
                  </a:lnTo>
                  <a:lnTo>
                    <a:pt x="142548" y="70424"/>
                  </a:lnTo>
                  <a:lnTo>
                    <a:pt x="139404" y="66140"/>
                  </a:lnTo>
                  <a:lnTo>
                    <a:pt x="136126" y="61958"/>
                  </a:lnTo>
                  <a:lnTo>
                    <a:pt x="132717" y="57882"/>
                  </a:lnTo>
                  <a:lnTo>
                    <a:pt x="129179" y="53917"/>
                  </a:lnTo>
                  <a:lnTo>
                    <a:pt x="125518" y="50066"/>
                  </a:lnTo>
                  <a:lnTo>
                    <a:pt x="121736" y="46334"/>
                  </a:lnTo>
                  <a:lnTo>
                    <a:pt x="117837" y="42723"/>
                  </a:lnTo>
                  <a:lnTo>
                    <a:pt x="113826" y="39239"/>
                  </a:lnTo>
                  <a:lnTo>
                    <a:pt x="109705" y="35883"/>
                  </a:lnTo>
                  <a:lnTo>
                    <a:pt x="105480" y="32661"/>
                  </a:lnTo>
                  <a:lnTo>
                    <a:pt x="101155" y="29574"/>
                  </a:lnTo>
                  <a:lnTo>
                    <a:pt x="96734" y="26626"/>
                  </a:lnTo>
                  <a:lnTo>
                    <a:pt x="92222" y="23820"/>
                  </a:lnTo>
                  <a:lnTo>
                    <a:pt x="87622" y="21159"/>
                  </a:lnTo>
                  <a:lnTo>
                    <a:pt x="82941" y="18646"/>
                  </a:lnTo>
                  <a:lnTo>
                    <a:pt x="78182" y="16282"/>
                  </a:lnTo>
                  <a:lnTo>
                    <a:pt x="73350" y="14071"/>
                  </a:lnTo>
                  <a:lnTo>
                    <a:pt x="68450" y="12015"/>
                  </a:lnTo>
                  <a:lnTo>
                    <a:pt x="63487" y="10115"/>
                  </a:lnTo>
                  <a:lnTo>
                    <a:pt x="58467" y="8375"/>
                  </a:lnTo>
                  <a:lnTo>
                    <a:pt x="53394" y="6794"/>
                  </a:lnTo>
                  <a:lnTo>
                    <a:pt x="48273" y="5376"/>
                  </a:lnTo>
                  <a:lnTo>
                    <a:pt x="43109" y="4121"/>
                  </a:lnTo>
                  <a:lnTo>
                    <a:pt x="37909" y="3031"/>
                  </a:lnTo>
                  <a:lnTo>
                    <a:pt x="32676" y="2107"/>
                  </a:lnTo>
                  <a:lnTo>
                    <a:pt x="27417" y="1349"/>
                  </a:lnTo>
                  <a:lnTo>
                    <a:pt x="22136" y="759"/>
                  </a:lnTo>
                  <a:lnTo>
                    <a:pt x="16839" y="337"/>
                  </a:lnTo>
                  <a:lnTo>
                    <a:pt x="11531" y="84"/>
                  </a:lnTo>
                  <a:lnTo>
                    <a:pt x="6218" y="0"/>
                  </a:lnTo>
                  <a:lnTo>
                    <a:pt x="621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621086" y="5220472"/>
              <a:ext cx="12048" cy="167167"/>
            </a:xfrm>
            <a:custGeom>
              <a:avLst/>
              <a:pathLst>
                <a:path w="12048" h="167167">
                  <a:moveTo>
                    <a:pt x="12048" y="0"/>
                  </a:moveTo>
                  <a:lnTo>
                    <a:pt x="0" y="434"/>
                  </a:lnTo>
                  <a:lnTo>
                    <a:pt x="1204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621086" y="5220906"/>
              <a:ext cx="12048" cy="166732"/>
            </a:xfrm>
            <a:custGeom>
              <a:avLst/>
              <a:pathLst>
                <a:path w="12048" h="166732">
                  <a:moveTo>
                    <a:pt x="0" y="0"/>
                  </a:moveTo>
                  <a:lnTo>
                    <a:pt x="12048" y="1667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621086" y="5220906"/>
              <a:ext cx="12048" cy="166732"/>
            </a:xfrm>
            <a:custGeom>
              <a:avLst/>
              <a:pathLst>
                <a:path w="12048" h="166732">
                  <a:moveTo>
                    <a:pt x="0" y="0"/>
                  </a:moveTo>
                  <a:lnTo>
                    <a:pt x="12048" y="1667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621086" y="5220906"/>
              <a:ext cx="12048" cy="166732"/>
            </a:xfrm>
            <a:custGeom>
              <a:avLst/>
              <a:pathLst>
                <a:path w="12048" h="166732">
                  <a:moveTo>
                    <a:pt x="0" y="0"/>
                  </a:moveTo>
                  <a:lnTo>
                    <a:pt x="12048" y="16673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621086" y="5220906"/>
              <a:ext cx="12048" cy="166732"/>
            </a:xfrm>
            <a:custGeom>
              <a:avLst/>
              <a:pathLst>
                <a:path w="12048" h="166732">
                  <a:moveTo>
                    <a:pt x="0" y="0"/>
                  </a:moveTo>
                  <a:lnTo>
                    <a:pt x="12048" y="16673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493542" y="5220906"/>
              <a:ext cx="139593" cy="166732"/>
            </a:xfrm>
            <a:custGeom>
              <a:avLst/>
              <a:pathLst>
                <a:path w="139593" h="166732">
                  <a:moveTo>
                    <a:pt x="127544" y="0"/>
                  </a:moveTo>
                  <a:lnTo>
                    <a:pt x="122097" y="483"/>
                  </a:lnTo>
                  <a:lnTo>
                    <a:pt x="116668" y="1144"/>
                  </a:lnTo>
                  <a:lnTo>
                    <a:pt x="111263" y="1983"/>
                  </a:lnTo>
                  <a:lnTo>
                    <a:pt x="105889" y="2998"/>
                  </a:lnTo>
                  <a:lnTo>
                    <a:pt x="100551" y="4188"/>
                  </a:lnTo>
                  <a:lnTo>
                    <a:pt x="95255" y="5552"/>
                  </a:lnTo>
                  <a:lnTo>
                    <a:pt x="90006" y="7088"/>
                  </a:lnTo>
                  <a:lnTo>
                    <a:pt x="84811" y="8796"/>
                  </a:lnTo>
                  <a:lnTo>
                    <a:pt x="79674" y="10673"/>
                  </a:lnTo>
                  <a:lnTo>
                    <a:pt x="74601" y="12716"/>
                  </a:lnTo>
                  <a:lnTo>
                    <a:pt x="69597" y="14925"/>
                  </a:lnTo>
                  <a:lnTo>
                    <a:pt x="64669" y="17295"/>
                  </a:lnTo>
                  <a:lnTo>
                    <a:pt x="59821" y="19826"/>
                  </a:lnTo>
                  <a:lnTo>
                    <a:pt x="55058" y="22514"/>
                  </a:lnTo>
                  <a:lnTo>
                    <a:pt x="50386" y="25357"/>
                  </a:lnTo>
                  <a:lnTo>
                    <a:pt x="45809" y="28351"/>
                  </a:lnTo>
                  <a:lnTo>
                    <a:pt x="41332" y="31493"/>
                  </a:lnTo>
                  <a:lnTo>
                    <a:pt x="36961" y="34779"/>
                  </a:lnTo>
                  <a:lnTo>
                    <a:pt x="32699" y="38207"/>
                  </a:lnTo>
                  <a:lnTo>
                    <a:pt x="28552" y="41772"/>
                  </a:lnTo>
                  <a:lnTo>
                    <a:pt x="24524" y="45472"/>
                  </a:lnTo>
                  <a:lnTo>
                    <a:pt x="20619" y="49301"/>
                  </a:lnTo>
                  <a:lnTo>
                    <a:pt x="16841" y="53255"/>
                  </a:lnTo>
                  <a:lnTo>
                    <a:pt x="13195" y="57331"/>
                  </a:lnTo>
                  <a:lnTo>
                    <a:pt x="9684" y="61525"/>
                  </a:lnTo>
                  <a:lnTo>
                    <a:pt x="6312" y="65831"/>
                  </a:lnTo>
                  <a:lnTo>
                    <a:pt x="3083" y="70244"/>
                  </a:lnTo>
                  <a:lnTo>
                    <a:pt x="0" y="74762"/>
                  </a:lnTo>
                  <a:lnTo>
                    <a:pt x="139593" y="1667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5465979" y="5220472"/>
              <a:ext cx="334305" cy="334334"/>
            </a:xfrm>
            <a:custGeom>
              <a:avLst/>
              <a:pathLst>
                <a:path w="334305" h="334334">
                  <a:moveTo>
                    <a:pt x="27562" y="75196"/>
                  </a:moveTo>
                  <a:lnTo>
                    <a:pt x="24716" y="79668"/>
                  </a:lnTo>
                  <a:lnTo>
                    <a:pt x="22014" y="84227"/>
                  </a:lnTo>
                  <a:lnTo>
                    <a:pt x="19458" y="88870"/>
                  </a:lnTo>
                  <a:lnTo>
                    <a:pt x="17050" y="93592"/>
                  </a:lnTo>
                  <a:lnTo>
                    <a:pt x="14793" y="98387"/>
                  </a:lnTo>
                  <a:lnTo>
                    <a:pt x="12689" y="103252"/>
                  </a:lnTo>
                  <a:lnTo>
                    <a:pt x="10741" y="108180"/>
                  </a:lnTo>
                  <a:lnTo>
                    <a:pt x="8949" y="113169"/>
                  </a:lnTo>
                  <a:lnTo>
                    <a:pt x="7317" y="118211"/>
                  </a:lnTo>
                  <a:lnTo>
                    <a:pt x="5845" y="123303"/>
                  </a:lnTo>
                  <a:lnTo>
                    <a:pt x="4536" y="128438"/>
                  </a:lnTo>
                  <a:lnTo>
                    <a:pt x="3390" y="133613"/>
                  </a:lnTo>
                  <a:lnTo>
                    <a:pt x="2408" y="138821"/>
                  </a:lnTo>
                  <a:lnTo>
                    <a:pt x="1593" y="144058"/>
                  </a:lnTo>
                  <a:lnTo>
                    <a:pt x="943" y="149318"/>
                  </a:lnTo>
                  <a:lnTo>
                    <a:pt x="461" y="154597"/>
                  </a:lnTo>
                  <a:lnTo>
                    <a:pt x="146" y="159887"/>
                  </a:lnTo>
                  <a:lnTo>
                    <a:pt x="0" y="165185"/>
                  </a:lnTo>
                  <a:lnTo>
                    <a:pt x="21" y="170485"/>
                  </a:lnTo>
                  <a:lnTo>
                    <a:pt x="210" y="175782"/>
                  </a:lnTo>
                  <a:lnTo>
                    <a:pt x="567" y="181070"/>
                  </a:lnTo>
                  <a:lnTo>
                    <a:pt x="1091" y="186344"/>
                  </a:lnTo>
                  <a:lnTo>
                    <a:pt x="1783" y="191599"/>
                  </a:lnTo>
                  <a:lnTo>
                    <a:pt x="2640" y="196829"/>
                  </a:lnTo>
                  <a:lnTo>
                    <a:pt x="3663" y="202029"/>
                  </a:lnTo>
                  <a:lnTo>
                    <a:pt x="4851" y="207195"/>
                  </a:lnTo>
                  <a:lnTo>
                    <a:pt x="6201" y="212320"/>
                  </a:lnTo>
                  <a:lnTo>
                    <a:pt x="7714" y="217399"/>
                  </a:lnTo>
                  <a:lnTo>
                    <a:pt x="9386" y="222429"/>
                  </a:lnTo>
                  <a:lnTo>
                    <a:pt x="11217" y="227402"/>
                  </a:lnTo>
                  <a:lnTo>
                    <a:pt x="13205" y="232315"/>
                  </a:lnTo>
                  <a:lnTo>
                    <a:pt x="15348" y="237163"/>
                  </a:lnTo>
                  <a:lnTo>
                    <a:pt x="17643" y="241940"/>
                  </a:lnTo>
                  <a:lnTo>
                    <a:pt x="20089" y="246642"/>
                  </a:lnTo>
                  <a:lnTo>
                    <a:pt x="22682" y="251265"/>
                  </a:lnTo>
                  <a:lnTo>
                    <a:pt x="25421" y="255802"/>
                  </a:lnTo>
                  <a:lnTo>
                    <a:pt x="28302" y="260251"/>
                  </a:lnTo>
                  <a:lnTo>
                    <a:pt x="31322" y="264606"/>
                  </a:lnTo>
                  <a:lnTo>
                    <a:pt x="34479" y="268863"/>
                  </a:lnTo>
                  <a:lnTo>
                    <a:pt x="37770" y="273018"/>
                  </a:lnTo>
                  <a:lnTo>
                    <a:pt x="41191" y="277066"/>
                  </a:lnTo>
                  <a:lnTo>
                    <a:pt x="44738" y="281004"/>
                  </a:lnTo>
                  <a:lnTo>
                    <a:pt x="48408" y="284828"/>
                  </a:lnTo>
                  <a:lnTo>
                    <a:pt x="52198" y="288533"/>
                  </a:lnTo>
                  <a:lnTo>
                    <a:pt x="56103" y="292116"/>
                  </a:lnTo>
                  <a:lnTo>
                    <a:pt x="60120" y="295574"/>
                  </a:lnTo>
                  <a:lnTo>
                    <a:pt x="64244" y="298903"/>
                  </a:lnTo>
                  <a:lnTo>
                    <a:pt x="68472" y="302099"/>
                  </a:lnTo>
                  <a:lnTo>
                    <a:pt x="72799" y="305159"/>
                  </a:lnTo>
                  <a:lnTo>
                    <a:pt x="77221" y="308081"/>
                  </a:lnTo>
                  <a:lnTo>
                    <a:pt x="81733" y="310861"/>
                  </a:lnTo>
                  <a:lnTo>
                    <a:pt x="86332" y="313497"/>
                  </a:lnTo>
                  <a:lnTo>
                    <a:pt x="91011" y="315986"/>
                  </a:lnTo>
                  <a:lnTo>
                    <a:pt x="95767" y="318325"/>
                  </a:lnTo>
                  <a:lnTo>
                    <a:pt x="100595" y="320512"/>
                  </a:lnTo>
                  <a:lnTo>
                    <a:pt x="105489" y="322545"/>
                  </a:lnTo>
                  <a:lnTo>
                    <a:pt x="110446" y="324422"/>
                  </a:lnTo>
                  <a:lnTo>
                    <a:pt x="115460" y="326140"/>
                  </a:lnTo>
                  <a:lnTo>
                    <a:pt x="120525" y="327699"/>
                  </a:lnTo>
                  <a:lnTo>
                    <a:pt x="125638" y="329097"/>
                  </a:lnTo>
                  <a:lnTo>
                    <a:pt x="130792" y="330331"/>
                  </a:lnTo>
                  <a:lnTo>
                    <a:pt x="135983" y="331402"/>
                  </a:lnTo>
                  <a:lnTo>
                    <a:pt x="141205" y="332308"/>
                  </a:lnTo>
                  <a:lnTo>
                    <a:pt x="146453" y="333048"/>
                  </a:lnTo>
                  <a:lnTo>
                    <a:pt x="151722" y="333620"/>
                  </a:lnTo>
                  <a:lnTo>
                    <a:pt x="157007" y="334026"/>
                  </a:lnTo>
                  <a:lnTo>
                    <a:pt x="162301" y="334264"/>
                  </a:lnTo>
                  <a:lnTo>
                    <a:pt x="167601" y="334334"/>
                  </a:lnTo>
                  <a:lnTo>
                    <a:pt x="172900" y="334236"/>
                  </a:lnTo>
                  <a:lnTo>
                    <a:pt x="178193" y="333970"/>
                  </a:lnTo>
                  <a:lnTo>
                    <a:pt x="183476" y="333536"/>
                  </a:lnTo>
                  <a:lnTo>
                    <a:pt x="188741" y="332935"/>
                  </a:lnTo>
                  <a:lnTo>
                    <a:pt x="193986" y="332167"/>
                  </a:lnTo>
                  <a:lnTo>
                    <a:pt x="199203" y="331234"/>
                  </a:lnTo>
                  <a:lnTo>
                    <a:pt x="204388" y="330135"/>
                  </a:lnTo>
                  <a:lnTo>
                    <a:pt x="209535" y="328873"/>
                  </a:lnTo>
                  <a:lnTo>
                    <a:pt x="214640" y="327448"/>
                  </a:lnTo>
                  <a:lnTo>
                    <a:pt x="219697" y="325862"/>
                  </a:lnTo>
                  <a:lnTo>
                    <a:pt x="224702" y="324117"/>
                  </a:lnTo>
                  <a:lnTo>
                    <a:pt x="229648" y="322214"/>
                  </a:lnTo>
                  <a:lnTo>
                    <a:pt x="234532" y="320155"/>
                  </a:lnTo>
                  <a:lnTo>
                    <a:pt x="239348" y="317942"/>
                  </a:lnTo>
                  <a:lnTo>
                    <a:pt x="244092" y="315578"/>
                  </a:lnTo>
                  <a:lnTo>
                    <a:pt x="248758" y="313064"/>
                  </a:lnTo>
                  <a:lnTo>
                    <a:pt x="253342" y="310404"/>
                  </a:lnTo>
                  <a:lnTo>
                    <a:pt x="257839" y="307600"/>
                  </a:lnTo>
                  <a:lnTo>
                    <a:pt x="262246" y="304654"/>
                  </a:lnTo>
                  <a:lnTo>
                    <a:pt x="266556" y="301571"/>
                  </a:lnTo>
                  <a:lnTo>
                    <a:pt x="270767" y="298352"/>
                  </a:lnTo>
                  <a:lnTo>
                    <a:pt x="274874" y="295002"/>
                  </a:lnTo>
                  <a:lnTo>
                    <a:pt x="278872" y="291523"/>
                  </a:lnTo>
                  <a:lnTo>
                    <a:pt x="282758" y="287919"/>
                  </a:lnTo>
                  <a:lnTo>
                    <a:pt x="286528" y="284193"/>
                  </a:lnTo>
                  <a:lnTo>
                    <a:pt x="290178" y="280350"/>
                  </a:lnTo>
                  <a:lnTo>
                    <a:pt x="293704" y="276393"/>
                  </a:lnTo>
                  <a:lnTo>
                    <a:pt x="297103" y="272327"/>
                  </a:lnTo>
                  <a:lnTo>
                    <a:pt x="300371" y="268154"/>
                  </a:lnTo>
                  <a:lnTo>
                    <a:pt x="303506" y="263880"/>
                  </a:lnTo>
                  <a:lnTo>
                    <a:pt x="306503" y="259509"/>
                  </a:lnTo>
                  <a:lnTo>
                    <a:pt x="309360" y="255045"/>
                  </a:lnTo>
                  <a:lnTo>
                    <a:pt x="312075" y="250493"/>
                  </a:lnTo>
                  <a:lnTo>
                    <a:pt x="314643" y="245857"/>
                  </a:lnTo>
                  <a:lnTo>
                    <a:pt x="317064" y="241142"/>
                  </a:lnTo>
                  <a:lnTo>
                    <a:pt x="319334" y="236353"/>
                  </a:lnTo>
                  <a:lnTo>
                    <a:pt x="321450" y="231494"/>
                  </a:lnTo>
                  <a:lnTo>
                    <a:pt x="323412" y="226570"/>
                  </a:lnTo>
                  <a:lnTo>
                    <a:pt x="325217" y="221587"/>
                  </a:lnTo>
                  <a:lnTo>
                    <a:pt x="326862" y="216549"/>
                  </a:lnTo>
                  <a:lnTo>
                    <a:pt x="328348" y="211461"/>
                  </a:lnTo>
                  <a:lnTo>
                    <a:pt x="329671" y="206329"/>
                  </a:lnTo>
                  <a:lnTo>
                    <a:pt x="330831" y="201157"/>
                  </a:lnTo>
                  <a:lnTo>
                    <a:pt x="331826" y="195951"/>
                  </a:lnTo>
                  <a:lnTo>
                    <a:pt x="332656" y="190717"/>
                  </a:lnTo>
                  <a:lnTo>
                    <a:pt x="333319" y="185458"/>
                  </a:lnTo>
                  <a:lnTo>
                    <a:pt x="333815" y="180182"/>
                  </a:lnTo>
                  <a:lnTo>
                    <a:pt x="334144" y="174892"/>
                  </a:lnTo>
                  <a:lnTo>
                    <a:pt x="334305" y="169594"/>
                  </a:lnTo>
                  <a:lnTo>
                    <a:pt x="334298" y="164294"/>
                  </a:lnTo>
                  <a:lnTo>
                    <a:pt x="334123" y="158997"/>
                  </a:lnTo>
                  <a:lnTo>
                    <a:pt x="333780" y="153708"/>
                  </a:lnTo>
                  <a:lnTo>
                    <a:pt x="333270" y="148433"/>
                  </a:lnTo>
                  <a:lnTo>
                    <a:pt x="332592" y="143176"/>
                  </a:lnTo>
                  <a:lnTo>
                    <a:pt x="331748" y="137944"/>
                  </a:lnTo>
                  <a:lnTo>
                    <a:pt x="330739" y="132741"/>
                  </a:lnTo>
                  <a:lnTo>
                    <a:pt x="329566" y="127572"/>
                  </a:lnTo>
                  <a:lnTo>
                    <a:pt x="328229" y="122443"/>
                  </a:lnTo>
                  <a:lnTo>
                    <a:pt x="326730" y="117360"/>
                  </a:lnTo>
                  <a:lnTo>
                    <a:pt x="325071" y="112326"/>
                  </a:lnTo>
                  <a:lnTo>
                    <a:pt x="323253" y="107347"/>
                  </a:lnTo>
                  <a:lnTo>
                    <a:pt x="321278" y="102429"/>
                  </a:lnTo>
                  <a:lnTo>
                    <a:pt x="319149" y="97576"/>
                  </a:lnTo>
                  <a:lnTo>
                    <a:pt x="316866" y="92792"/>
                  </a:lnTo>
                  <a:lnTo>
                    <a:pt x="314433" y="88084"/>
                  </a:lnTo>
                  <a:lnTo>
                    <a:pt x="311852" y="83455"/>
                  </a:lnTo>
                  <a:lnTo>
                    <a:pt x="309126" y="78910"/>
                  </a:lnTo>
                  <a:lnTo>
                    <a:pt x="306256" y="74453"/>
                  </a:lnTo>
                  <a:lnTo>
                    <a:pt x="303247" y="70090"/>
                  </a:lnTo>
                  <a:lnTo>
                    <a:pt x="300102" y="65825"/>
                  </a:lnTo>
                  <a:lnTo>
                    <a:pt x="296822" y="61661"/>
                  </a:lnTo>
                  <a:lnTo>
                    <a:pt x="293412" y="57604"/>
                  </a:lnTo>
                  <a:lnTo>
                    <a:pt x="289876" y="53656"/>
                  </a:lnTo>
                  <a:lnTo>
                    <a:pt x="286215" y="49823"/>
                  </a:lnTo>
                  <a:lnTo>
                    <a:pt x="282436" y="46108"/>
                  </a:lnTo>
                  <a:lnTo>
                    <a:pt x="278540" y="42514"/>
                  </a:lnTo>
                  <a:lnTo>
                    <a:pt x="274532" y="39046"/>
                  </a:lnTo>
                  <a:lnTo>
                    <a:pt x="270417" y="35706"/>
                  </a:lnTo>
                  <a:lnTo>
                    <a:pt x="266198" y="32499"/>
                  </a:lnTo>
                  <a:lnTo>
                    <a:pt x="261879" y="29427"/>
                  </a:lnTo>
                  <a:lnTo>
                    <a:pt x="257465" y="26493"/>
                  </a:lnTo>
                  <a:lnTo>
                    <a:pt x="252960" y="23701"/>
                  </a:lnTo>
                  <a:lnTo>
                    <a:pt x="248369" y="21053"/>
                  </a:lnTo>
                  <a:lnTo>
                    <a:pt x="243696" y="18552"/>
                  </a:lnTo>
                  <a:lnTo>
                    <a:pt x="238946" y="16200"/>
                  </a:lnTo>
                  <a:lnTo>
                    <a:pt x="234124" y="14000"/>
                  </a:lnTo>
                  <a:lnTo>
                    <a:pt x="229235" y="11954"/>
                  </a:lnTo>
                  <a:lnTo>
                    <a:pt x="224283" y="10064"/>
                  </a:lnTo>
                  <a:lnTo>
                    <a:pt x="219274" y="8332"/>
                  </a:lnTo>
                  <a:lnTo>
                    <a:pt x="214213" y="6760"/>
                  </a:lnTo>
                  <a:lnTo>
                    <a:pt x="209104" y="5348"/>
                  </a:lnTo>
                  <a:lnTo>
                    <a:pt x="203953" y="4100"/>
                  </a:lnTo>
                  <a:lnTo>
                    <a:pt x="198765" y="3015"/>
                  </a:lnTo>
                  <a:lnTo>
                    <a:pt x="193546" y="2096"/>
                  </a:lnTo>
                  <a:lnTo>
                    <a:pt x="188299" y="1342"/>
                  </a:lnTo>
                  <a:lnTo>
                    <a:pt x="183032" y="755"/>
                  </a:lnTo>
                  <a:lnTo>
                    <a:pt x="177749" y="335"/>
                  </a:lnTo>
                  <a:lnTo>
                    <a:pt x="172455" y="84"/>
                  </a:lnTo>
                  <a:lnTo>
                    <a:pt x="167155" y="0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056563" y="4961274"/>
              <a:ext cx="26276" cy="167167"/>
            </a:xfrm>
            <a:custGeom>
              <a:avLst/>
              <a:pathLst>
                <a:path w="26276" h="167167">
                  <a:moveTo>
                    <a:pt x="26276" y="0"/>
                  </a:moveTo>
                  <a:lnTo>
                    <a:pt x="19682" y="130"/>
                  </a:lnTo>
                  <a:lnTo>
                    <a:pt x="13097" y="520"/>
                  </a:lnTo>
                  <a:lnTo>
                    <a:pt x="6533" y="1170"/>
                  </a:lnTo>
                  <a:lnTo>
                    <a:pt x="0" y="2078"/>
                  </a:lnTo>
                  <a:lnTo>
                    <a:pt x="2627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056563" y="4963352"/>
              <a:ext cx="26276" cy="165089"/>
            </a:xfrm>
            <a:custGeom>
              <a:avLst/>
              <a:pathLst>
                <a:path w="26276" h="165089">
                  <a:moveTo>
                    <a:pt x="0" y="0"/>
                  </a:moveTo>
                  <a:lnTo>
                    <a:pt x="26276" y="1650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056563" y="4963352"/>
              <a:ext cx="26276" cy="165089"/>
            </a:xfrm>
            <a:custGeom>
              <a:avLst/>
              <a:pathLst>
                <a:path w="26276" h="165089">
                  <a:moveTo>
                    <a:pt x="0" y="0"/>
                  </a:moveTo>
                  <a:lnTo>
                    <a:pt x="26276" y="16508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056563" y="4963352"/>
              <a:ext cx="26276" cy="165089"/>
            </a:xfrm>
            <a:custGeom>
              <a:avLst/>
              <a:pathLst>
                <a:path w="26276" h="165089">
                  <a:moveTo>
                    <a:pt x="0" y="0"/>
                  </a:moveTo>
                  <a:lnTo>
                    <a:pt x="26276" y="16508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5915692" y="4963352"/>
              <a:ext cx="167148" cy="199920"/>
            </a:xfrm>
            <a:custGeom>
              <a:avLst/>
              <a:pathLst>
                <a:path w="167148" h="199920">
                  <a:moveTo>
                    <a:pt x="140871" y="0"/>
                  </a:moveTo>
                  <a:lnTo>
                    <a:pt x="135527" y="939"/>
                  </a:lnTo>
                  <a:lnTo>
                    <a:pt x="130217" y="2052"/>
                  </a:lnTo>
                  <a:lnTo>
                    <a:pt x="124946" y="3336"/>
                  </a:lnTo>
                  <a:lnTo>
                    <a:pt x="119719" y="4791"/>
                  </a:lnTo>
                  <a:lnTo>
                    <a:pt x="114542" y="6414"/>
                  </a:lnTo>
                  <a:lnTo>
                    <a:pt x="109421" y="8205"/>
                  </a:lnTo>
                  <a:lnTo>
                    <a:pt x="104360" y="10161"/>
                  </a:lnTo>
                  <a:lnTo>
                    <a:pt x="99365" y="12280"/>
                  </a:lnTo>
                  <a:lnTo>
                    <a:pt x="94442" y="14560"/>
                  </a:lnTo>
                  <a:lnTo>
                    <a:pt x="89596" y="16999"/>
                  </a:lnTo>
                  <a:lnTo>
                    <a:pt x="84831" y="19594"/>
                  </a:lnTo>
                  <a:lnTo>
                    <a:pt x="80153" y="22341"/>
                  </a:lnTo>
                  <a:lnTo>
                    <a:pt x="75566" y="25240"/>
                  </a:lnTo>
                  <a:lnTo>
                    <a:pt x="71076" y="28285"/>
                  </a:lnTo>
                  <a:lnTo>
                    <a:pt x="66687" y="31475"/>
                  </a:lnTo>
                  <a:lnTo>
                    <a:pt x="62404" y="34806"/>
                  </a:lnTo>
                  <a:lnTo>
                    <a:pt x="58231" y="38273"/>
                  </a:lnTo>
                  <a:lnTo>
                    <a:pt x="54174" y="41874"/>
                  </a:lnTo>
                  <a:lnTo>
                    <a:pt x="50235" y="45606"/>
                  </a:lnTo>
                  <a:lnTo>
                    <a:pt x="46419" y="49462"/>
                  </a:lnTo>
                  <a:lnTo>
                    <a:pt x="42730" y="53441"/>
                  </a:lnTo>
                  <a:lnTo>
                    <a:pt x="39173" y="57537"/>
                  </a:lnTo>
                  <a:lnTo>
                    <a:pt x="35750" y="61747"/>
                  </a:lnTo>
                  <a:lnTo>
                    <a:pt x="32465" y="66066"/>
                  </a:lnTo>
                  <a:lnTo>
                    <a:pt x="29323" y="70488"/>
                  </a:lnTo>
                  <a:lnTo>
                    <a:pt x="26326" y="75011"/>
                  </a:lnTo>
                  <a:lnTo>
                    <a:pt x="23477" y="79628"/>
                  </a:lnTo>
                  <a:lnTo>
                    <a:pt x="20779" y="84335"/>
                  </a:lnTo>
                  <a:lnTo>
                    <a:pt x="18235" y="89128"/>
                  </a:lnTo>
                  <a:lnTo>
                    <a:pt x="15849" y="94000"/>
                  </a:lnTo>
                  <a:lnTo>
                    <a:pt x="13622" y="98947"/>
                  </a:lnTo>
                  <a:lnTo>
                    <a:pt x="11556" y="103964"/>
                  </a:lnTo>
                  <a:lnTo>
                    <a:pt x="9654" y="109046"/>
                  </a:lnTo>
                  <a:lnTo>
                    <a:pt x="7919" y="114186"/>
                  </a:lnTo>
                  <a:lnTo>
                    <a:pt x="6351" y="119380"/>
                  </a:lnTo>
                  <a:lnTo>
                    <a:pt x="4952" y="124622"/>
                  </a:lnTo>
                  <a:lnTo>
                    <a:pt x="3724" y="129907"/>
                  </a:lnTo>
                  <a:lnTo>
                    <a:pt x="2669" y="135229"/>
                  </a:lnTo>
                  <a:lnTo>
                    <a:pt x="1786" y="140582"/>
                  </a:lnTo>
                  <a:lnTo>
                    <a:pt x="1078" y="145961"/>
                  </a:lnTo>
                  <a:lnTo>
                    <a:pt x="545" y="151361"/>
                  </a:lnTo>
                  <a:lnTo>
                    <a:pt x="187" y="156774"/>
                  </a:lnTo>
                  <a:lnTo>
                    <a:pt x="5" y="162197"/>
                  </a:lnTo>
                  <a:lnTo>
                    <a:pt x="0" y="167622"/>
                  </a:lnTo>
                  <a:lnTo>
                    <a:pt x="170" y="173045"/>
                  </a:lnTo>
                  <a:lnTo>
                    <a:pt x="516" y="178460"/>
                  </a:lnTo>
                  <a:lnTo>
                    <a:pt x="1038" y="183860"/>
                  </a:lnTo>
                  <a:lnTo>
                    <a:pt x="1734" y="189240"/>
                  </a:lnTo>
                  <a:lnTo>
                    <a:pt x="2605" y="194596"/>
                  </a:lnTo>
                  <a:lnTo>
                    <a:pt x="3649" y="199920"/>
                  </a:lnTo>
                  <a:lnTo>
                    <a:pt x="167148" y="16508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5919341" y="4961274"/>
              <a:ext cx="330648" cy="334334"/>
            </a:xfrm>
            <a:custGeom>
              <a:avLst/>
              <a:pathLst>
                <a:path w="330648" h="334334">
                  <a:moveTo>
                    <a:pt x="0" y="201998"/>
                  </a:moveTo>
                  <a:lnTo>
                    <a:pt x="1186" y="207164"/>
                  </a:lnTo>
                  <a:lnTo>
                    <a:pt x="2535" y="212289"/>
                  </a:lnTo>
                  <a:lnTo>
                    <a:pt x="4047" y="217369"/>
                  </a:lnTo>
                  <a:lnTo>
                    <a:pt x="5719" y="222399"/>
                  </a:lnTo>
                  <a:lnTo>
                    <a:pt x="7549" y="227373"/>
                  </a:lnTo>
                  <a:lnTo>
                    <a:pt x="9536" y="232287"/>
                  </a:lnTo>
                  <a:lnTo>
                    <a:pt x="11678" y="237135"/>
                  </a:lnTo>
                  <a:lnTo>
                    <a:pt x="13972" y="241913"/>
                  </a:lnTo>
                  <a:lnTo>
                    <a:pt x="16417" y="246616"/>
                  </a:lnTo>
                  <a:lnTo>
                    <a:pt x="19010" y="251239"/>
                  </a:lnTo>
                  <a:lnTo>
                    <a:pt x="21748" y="255777"/>
                  </a:lnTo>
                  <a:lnTo>
                    <a:pt x="24628" y="260227"/>
                  </a:lnTo>
                  <a:lnTo>
                    <a:pt x="27648" y="264582"/>
                  </a:lnTo>
                  <a:lnTo>
                    <a:pt x="30805" y="268840"/>
                  </a:lnTo>
                  <a:lnTo>
                    <a:pt x="34095" y="272996"/>
                  </a:lnTo>
                  <a:lnTo>
                    <a:pt x="37515" y="277045"/>
                  </a:lnTo>
                  <a:lnTo>
                    <a:pt x="41061" y="280984"/>
                  </a:lnTo>
                  <a:lnTo>
                    <a:pt x="44731" y="284808"/>
                  </a:lnTo>
                  <a:lnTo>
                    <a:pt x="48520" y="288514"/>
                  </a:lnTo>
                  <a:lnTo>
                    <a:pt x="52425" y="292098"/>
                  </a:lnTo>
                  <a:lnTo>
                    <a:pt x="56442" y="295557"/>
                  </a:lnTo>
                  <a:lnTo>
                    <a:pt x="60566" y="298886"/>
                  </a:lnTo>
                  <a:lnTo>
                    <a:pt x="64793" y="302083"/>
                  </a:lnTo>
                  <a:lnTo>
                    <a:pt x="69120" y="305144"/>
                  </a:lnTo>
                  <a:lnTo>
                    <a:pt x="73542" y="308067"/>
                  </a:lnTo>
                  <a:lnTo>
                    <a:pt x="78054" y="310848"/>
                  </a:lnTo>
                  <a:lnTo>
                    <a:pt x="82652" y="313484"/>
                  </a:lnTo>
                  <a:lnTo>
                    <a:pt x="87331" y="315974"/>
                  </a:lnTo>
                  <a:lnTo>
                    <a:pt x="92087" y="318314"/>
                  </a:lnTo>
                  <a:lnTo>
                    <a:pt x="96914" y="320502"/>
                  </a:lnTo>
                  <a:lnTo>
                    <a:pt x="101809" y="322536"/>
                  </a:lnTo>
                  <a:lnTo>
                    <a:pt x="106765" y="324413"/>
                  </a:lnTo>
                  <a:lnTo>
                    <a:pt x="111779" y="326133"/>
                  </a:lnTo>
                  <a:lnTo>
                    <a:pt x="116845" y="327692"/>
                  </a:lnTo>
                  <a:lnTo>
                    <a:pt x="121957" y="329091"/>
                  </a:lnTo>
                  <a:lnTo>
                    <a:pt x="127111" y="330326"/>
                  </a:lnTo>
                  <a:lnTo>
                    <a:pt x="132302" y="331398"/>
                  </a:lnTo>
                  <a:lnTo>
                    <a:pt x="137524" y="332304"/>
                  </a:lnTo>
                  <a:lnTo>
                    <a:pt x="142773" y="333045"/>
                  </a:lnTo>
                  <a:lnTo>
                    <a:pt x="148042" y="333618"/>
                  </a:lnTo>
                  <a:lnTo>
                    <a:pt x="153327" y="334025"/>
                  </a:lnTo>
                  <a:lnTo>
                    <a:pt x="158621" y="334263"/>
                  </a:lnTo>
                  <a:lnTo>
                    <a:pt x="163921" y="334334"/>
                  </a:lnTo>
                  <a:lnTo>
                    <a:pt x="169221" y="334236"/>
                  </a:lnTo>
                  <a:lnTo>
                    <a:pt x="174514" y="333971"/>
                  </a:lnTo>
                  <a:lnTo>
                    <a:pt x="179797" y="333538"/>
                  </a:lnTo>
                  <a:lnTo>
                    <a:pt x="185063" y="332938"/>
                  </a:lnTo>
                  <a:lnTo>
                    <a:pt x="190307" y="332171"/>
                  </a:lnTo>
                  <a:lnTo>
                    <a:pt x="195525" y="331238"/>
                  </a:lnTo>
                  <a:lnTo>
                    <a:pt x="200710" y="330140"/>
                  </a:lnTo>
                  <a:lnTo>
                    <a:pt x="205858" y="328878"/>
                  </a:lnTo>
                  <a:lnTo>
                    <a:pt x="210964" y="327454"/>
                  </a:lnTo>
                  <a:lnTo>
                    <a:pt x="216021" y="325869"/>
                  </a:lnTo>
                  <a:lnTo>
                    <a:pt x="221026" y="324124"/>
                  </a:lnTo>
                  <a:lnTo>
                    <a:pt x="225973" y="322221"/>
                  </a:lnTo>
                  <a:lnTo>
                    <a:pt x="230857" y="320163"/>
                  </a:lnTo>
                  <a:lnTo>
                    <a:pt x="235674" y="317950"/>
                  </a:lnTo>
                  <a:lnTo>
                    <a:pt x="240418" y="315586"/>
                  </a:lnTo>
                  <a:lnTo>
                    <a:pt x="245084" y="313073"/>
                  </a:lnTo>
                  <a:lnTo>
                    <a:pt x="249669" y="310413"/>
                  </a:lnTo>
                  <a:lnTo>
                    <a:pt x="254167" y="307610"/>
                  </a:lnTo>
                  <a:lnTo>
                    <a:pt x="258573" y="304665"/>
                  </a:lnTo>
                  <a:lnTo>
                    <a:pt x="262885" y="301581"/>
                  </a:lnTo>
                  <a:lnTo>
                    <a:pt x="267096" y="298363"/>
                  </a:lnTo>
                  <a:lnTo>
                    <a:pt x="271203" y="295013"/>
                  </a:lnTo>
                  <a:lnTo>
                    <a:pt x="275202" y="291534"/>
                  </a:lnTo>
                  <a:lnTo>
                    <a:pt x="279089" y="287930"/>
                  </a:lnTo>
                  <a:lnTo>
                    <a:pt x="282859" y="284205"/>
                  </a:lnTo>
                  <a:lnTo>
                    <a:pt x="286509" y="280362"/>
                  </a:lnTo>
                  <a:lnTo>
                    <a:pt x="290036" y="276406"/>
                  </a:lnTo>
                  <a:lnTo>
                    <a:pt x="293436" y="272339"/>
                  </a:lnTo>
                  <a:lnTo>
                    <a:pt x="296704" y="268167"/>
                  </a:lnTo>
                  <a:lnTo>
                    <a:pt x="299839" y="263893"/>
                  </a:lnTo>
                  <a:lnTo>
                    <a:pt x="302837" y="259522"/>
                  </a:lnTo>
                  <a:lnTo>
                    <a:pt x="305695" y="255058"/>
                  </a:lnTo>
                  <a:lnTo>
                    <a:pt x="308410" y="250506"/>
                  </a:lnTo>
                  <a:lnTo>
                    <a:pt x="310979" y="245870"/>
                  </a:lnTo>
                  <a:lnTo>
                    <a:pt x="313400" y="241155"/>
                  </a:lnTo>
                  <a:lnTo>
                    <a:pt x="315671" y="236366"/>
                  </a:lnTo>
                  <a:lnTo>
                    <a:pt x="317788" y="231507"/>
                  </a:lnTo>
                  <a:lnTo>
                    <a:pt x="319750" y="226583"/>
                  </a:lnTo>
                  <a:lnTo>
                    <a:pt x="321555" y="221600"/>
                  </a:lnTo>
                  <a:lnTo>
                    <a:pt x="323201" y="216561"/>
                  </a:lnTo>
                  <a:lnTo>
                    <a:pt x="324687" y="211474"/>
                  </a:lnTo>
                  <a:lnTo>
                    <a:pt x="326011" y="206341"/>
                  </a:lnTo>
                  <a:lnTo>
                    <a:pt x="327171" y="201170"/>
                  </a:lnTo>
                  <a:lnTo>
                    <a:pt x="328166" y="195964"/>
                  </a:lnTo>
                  <a:lnTo>
                    <a:pt x="328997" y="190729"/>
                  </a:lnTo>
                  <a:lnTo>
                    <a:pt x="329660" y="185470"/>
                  </a:lnTo>
                  <a:lnTo>
                    <a:pt x="330157" y="180193"/>
                  </a:lnTo>
                  <a:lnTo>
                    <a:pt x="330486" y="174903"/>
                  </a:lnTo>
                  <a:lnTo>
                    <a:pt x="330648" y="169605"/>
                  </a:lnTo>
                  <a:lnTo>
                    <a:pt x="330641" y="164305"/>
                  </a:lnTo>
                  <a:lnTo>
                    <a:pt x="330466" y="159008"/>
                  </a:lnTo>
                  <a:lnTo>
                    <a:pt x="330124" y="153719"/>
                  </a:lnTo>
                  <a:lnTo>
                    <a:pt x="329614" y="148443"/>
                  </a:lnTo>
                  <a:lnTo>
                    <a:pt x="328936" y="143186"/>
                  </a:lnTo>
                  <a:lnTo>
                    <a:pt x="328093" y="137953"/>
                  </a:lnTo>
                  <a:lnTo>
                    <a:pt x="327084" y="132750"/>
                  </a:lnTo>
                  <a:lnTo>
                    <a:pt x="325911" y="127581"/>
                  </a:lnTo>
                  <a:lnTo>
                    <a:pt x="324574" y="122452"/>
                  </a:lnTo>
                  <a:lnTo>
                    <a:pt x="323076" y="117368"/>
                  </a:lnTo>
                  <a:lnTo>
                    <a:pt x="321417" y="112334"/>
                  </a:lnTo>
                  <a:lnTo>
                    <a:pt x="319599" y="107355"/>
                  </a:lnTo>
                  <a:lnTo>
                    <a:pt x="317624" y="102437"/>
                  </a:lnTo>
                  <a:lnTo>
                    <a:pt x="315495" y="97583"/>
                  </a:lnTo>
                  <a:lnTo>
                    <a:pt x="313212" y="92799"/>
                  </a:lnTo>
                  <a:lnTo>
                    <a:pt x="310780" y="88091"/>
                  </a:lnTo>
                  <a:lnTo>
                    <a:pt x="308199" y="83461"/>
                  </a:lnTo>
                  <a:lnTo>
                    <a:pt x="305472" y="78916"/>
                  </a:lnTo>
                  <a:lnTo>
                    <a:pt x="302603" y="74459"/>
                  </a:lnTo>
                  <a:lnTo>
                    <a:pt x="299594" y="70096"/>
                  </a:lnTo>
                  <a:lnTo>
                    <a:pt x="296448" y="65830"/>
                  </a:lnTo>
                  <a:lnTo>
                    <a:pt x="293169" y="61666"/>
                  </a:lnTo>
                  <a:lnTo>
                    <a:pt x="289759" y="57608"/>
                  </a:lnTo>
                  <a:lnTo>
                    <a:pt x="286222" y="53661"/>
                  </a:lnTo>
                  <a:lnTo>
                    <a:pt x="282562" y="49827"/>
                  </a:lnTo>
                  <a:lnTo>
                    <a:pt x="278782" y="46111"/>
                  </a:lnTo>
                  <a:lnTo>
                    <a:pt x="274887" y="42517"/>
                  </a:lnTo>
                  <a:lnTo>
                    <a:pt x="270879" y="39049"/>
                  </a:lnTo>
                  <a:lnTo>
                    <a:pt x="266763" y="35709"/>
                  </a:lnTo>
                  <a:lnTo>
                    <a:pt x="262544" y="32501"/>
                  </a:lnTo>
                  <a:lnTo>
                    <a:pt x="258225" y="29429"/>
                  </a:lnTo>
                  <a:lnTo>
                    <a:pt x="253811" y="26495"/>
                  </a:lnTo>
                  <a:lnTo>
                    <a:pt x="249306" y="23703"/>
                  </a:lnTo>
                  <a:lnTo>
                    <a:pt x="244714" y="21055"/>
                  </a:lnTo>
                  <a:lnTo>
                    <a:pt x="240042" y="18553"/>
                  </a:lnTo>
                  <a:lnTo>
                    <a:pt x="235292" y="16201"/>
                  </a:lnTo>
                  <a:lnTo>
                    <a:pt x="230470" y="14001"/>
                  </a:lnTo>
                  <a:lnTo>
                    <a:pt x="225580" y="11955"/>
                  </a:lnTo>
                  <a:lnTo>
                    <a:pt x="220628" y="10065"/>
                  </a:lnTo>
                  <a:lnTo>
                    <a:pt x="215619" y="8333"/>
                  </a:lnTo>
                  <a:lnTo>
                    <a:pt x="210558" y="6760"/>
                  </a:lnTo>
                  <a:lnTo>
                    <a:pt x="205449" y="5349"/>
                  </a:lnTo>
                  <a:lnTo>
                    <a:pt x="200298" y="4100"/>
                  </a:lnTo>
                  <a:lnTo>
                    <a:pt x="195109" y="3016"/>
                  </a:lnTo>
                  <a:lnTo>
                    <a:pt x="189890" y="2096"/>
                  </a:lnTo>
                  <a:lnTo>
                    <a:pt x="184643" y="1342"/>
                  </a:lnTo>
                  <a:lnTo>
                    <a:pt x="179376" y="755"/>
                  </a:lnTo>
                  <a:lnTo>
                    <a:pt x="174092" y="336"/>
                  </a:lnTo>
                  <a:lnTo>
                    <a:pt x="168798" y="84"/>
                  </a:lnTo>
                  <a:lnTo>
                    <a:pt x="163498" y="0"/>
                  </a:lnTo>
                  <a:lnTo>
                    <a:pt x="16349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386016" y="4605529"/>
              <a:ext cx="74530" cy="167167"/>
            </a:xfrm>
            <a:custGeom>
              <a:avLst/>
              <a:pathLst>
                <a:path w="74530" h="167167">
                  <a:moveTo>
                    <a:pt x="74530" y="0"/>
                  </a:moveTo>
                  <a:lnTo>
                    <a:pt x="68589" y="105"/>
                  </a:lnTo>
                  <a:lnTo>
                    <a:pt x="62655" y="422"/>
                  </a:lnTo>
                  <a:lnTo>
                    <a:pt x="56737" y="949"/>
                  </a:lnTo>
                  <a:lnTo>
                    <a:pt x="50841" y="1687"/>
                  </a:lnTo>
                  <a:lnTo>
                    <a:pt x="44974" y="2633"/>
                  </a:lnTo>
                  <a:lnTo>
                    <a:pt x="39146" y="3787"/>
                  </a:lnTo>
                  <a:lnTo>
                    <a:pt x="33361" y="5148"/>
                  </a:lnTo>
                  <a:lnTo>
                    <a:pt x="27629" y="6714"/>
                  </a:lnTo>
                  <a:lnTo>
                    <a:pt x="21956" y="8482"/>
                  </a:lnTo>
                  <a:lnTo>
                    <a:pt x="16350" y="10451"/>
                  </a:lnTo>
                  <a:lnTo>
                    <a:pt x="10817" y="12617"/>
                  </a:lnTo>
                  <a:lnTo>
                    <a:pt x="5365" y="14979"/>
                  </a:lnTo>
                  <a:lnTo>
                    <a:pt x="0" y="17534"/>
                  </a:lnTo>
                  <a:lnTo>
                    <a:pt x="7453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386016" y="4623063"/>
              <a:ext cx="74530" cy="149633"/>
            </a:xfrm>
            <a:custGeom>
              <a:avLst/>
              <a:pathLst>
                <a:path w="74530" h="149633">
                  <a:moveTo>
                    <a:pt x="0" y="0"/>
                  </a:moveTo>
                  <a:lnTo>
                    <a:pt x="74530" y="1496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386016" y="4623063"/>
              <a:ext cx="74530" cy="149633"/>
            </a:xfrm>
            <a:custGeom>
              <a:avLst/>
              <a:pathLst>
                <a:path w="74530" h="149633">
                  <a:moveTo>
                    <a:pt x="0" y="0"/>
                  </a:moveTo>
                  <a:lnTo>
                    <a:pt x="74530" y="1496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293382" y="4623063"/>
              <a:ext cx="278418" cy="316799"/>
            </a:xfrm>
            <a:custGeom>
              <a:avLst/>
              <a:pathLst>
                <a:path w="278418" h="316799">
                  <a:moveTo>
                    <a:pt x="92633" y="0"/>
                  </a:moveTo>
                  <a:lnTo>
                    <a:pt x="87906" y="2449"/>
                  </a:lnTo>
                  <a:lnTo>
                    <a:pt x="83260" y="5047"/>
                  </a:lnTo>
                  <a:lnTo>
                    <a:pt x="78699" y="7792"/>
                  </a:lnTo>
                  <a:lnTo>
                    <a:pt x="74227" y="10681"/>
                  </a:lnTo>
                  <a:lnTo>
                    <a:pt x="69850" y="13711"/>
                  </a:lnTo>
                  <a:lnTo>
                    <a:pt x="65571" y="16878"/>
                  </a:lnTo>
                  <a:lnTo>
                    <a:pt x="61395" y="20180"/>
                  </a:lnTo>
                  <a:lnTo>
                    <a:pt x="57327" y="23614"/>
                  </a:lnTo>
                  <a:lnTo>
                    <a:pt x="53370" y="27175"/>
                  </a:lnTo>
                  <a:lnTo>
                    <a:pt x="49528" y="30861"/>
                  </a:lnTo>
                  <a:lnTo>
                    <a:pt x="45806" y="34667"/>
                  </a:lnTo>
                  <a:lnTo>
                    <a:pt x="42207" y="38589"/>
                  </a:lnTo>
                  <a:lnTo>
                    <a:pt x="38734" y="42625"/>
                  </a:lnTo>
                  <a:lnTo>
                    <a:pt x="35392" y="46768"/>
                  </a:lnTo>
                  <a:lnTo>
                    <a:pt x="32183" y="51016"/>
                  </a:lnTo>
                  <a:lnTo>
                    <a:pt x="29112" y="55364"/>
                  </a:lnTo>
                  <a:lnTo>
                    <a:pt x="26180" y="59808"/>
                  </a:lnTo>
                  <a:lnTo>
                    <a:pt x="23391" y="64343"/>
                  </a:lnTo>
                  <a:lnTo>
                    <a:pt x="20748" y="68964"/>
                  </a:lnTo>
                  <a:lnTo>
                    <a:pt x="18254" y="73667"/>
                  </a:lnTo>
                  <a:lnTo>
                    <a:pt x="15911" y="78447"/>
                  </a:lnTo>
                  <a:lnTo>
                    <a:pt x="13721" y="83300"/>
                  </a:lnTo>
                  <a:lnTo>
                    <a:pt x="11686" y="88219"/>
                  </a:lnTo>
                  <a:lnTo>
                    <a:pt x="9810" y="93201"/>
                  </a:lnTo>
                  <a:lnTo>
                    <a:pt x="8092" y="98240"/>
                  </a:lnTo>
                  <a:lnTo>
                    <a:pt x="6537" y="103331"/>
                  </a:lnTo>
                  <a:lnTo>
                    <a:pt x="5144" y="108469"/>
                  </a:lnTo>
                  <a:lnTo>
                    <a:pt x="3915" y="113649"/>
                  </a:lnTo>
                  <a:lnTo>
                    <a:pt x="2852" y="118866"/>
                  </a:lnTo>
                  <a:lnTo>
                    <a:pt x="1956" y="124113"/>
                  </a:lnTo>
                  <a:lnTo>
                    <a:pt x="1227" y="129387"/>
                  </a:lnTo>
                  <a:lnTo>
                    <a:pt x="667" y="134681"/>
                  </a:lnTo>
                  <a:lnTo>
                    <a:pt x="275" y="139990"/>
                  </a:lnTo>
                  <a:lnTo>
                    <a:pt x="52" y="145309"/>
                  </a:lnTo>
                  <a:lnTo>
                    <a:pt x="0" y="150633"/>
                  </a:lnTo>
                  <a:lnTo>
                    <a:pt x="116" y="155955"/>
                  </a:lnTo>
                  <a:lnTo>
                    <a:pt x="402" y="161271"/>
                  </a:lnTo>
                  <a:lnTo>
                    <a:pt x="857" y="166575"/>
                  </a:lnTo>
                  <a:lnTo>
                    <a:pt x="1481" y="171862"/>
                  </a:lnTo>
                  <a:lnTo>
                    <a:pt x="2273" y="177126"/>
                  </a:lnTo>
                  <a:lnTo>
                    <a:pt x="3232" y="182363"/>
                  </a:lnTo>
                  <a:lnTo>
                    <a:pt x="4357" y="187566"/>
                  </a:lnTo>
                  <a:lnTo>
                    <a:pt x="5648" y="192731"/>
                  </a:lnTo>
                  <a:lnTo>
                    <a:pt x="7102" y="197852"/>
                  </a:lnTo>
                  <a:lnTo>
                    <a:pt x="8719" y="202924"/>
                  </a:lnTo>
                  <a:lnTo>
                    <a:pt x="10496" y="207943"/>
                  </a:lnTo>
                  <a:lnTo>
                    <a:pt x="12432" y="212902"/>
                  </a:lnTo>
                  <a:lnTo>
                    <a:pt x="14525" y="217797"/>
                  </a:lnTo>
                  <a:lnTo>
                    <a:pt x="16773" y="222622"/>
                  </a:lnTo>
                  <a:lnTo>
                    <a:pt x="19173" y="227374"/>
                  </a:lnTo>
                  <a:lnTo>
                    <a:pt x="21724" y="232047"/>
                  </a:lnTo>
                  <a:lnTo>
                    <a:pt x="24422" y="236636"/>
                  </a:lnTo>
                  <a:lnTo>
                    <a:pt x="27264" y="241137"/>
                  </a:lnTo>
                  <a:lnTo>
                    <a:pt x="30249" y="245546"/>
                  </a:lnTo>
                  <a:lnTo>
                    <a:pt x="33373" y="249857"/>
                  </a:lnTo>
                  <a:lnTo>
                    <a:pt x="36632" y="254066"/>
                  </a:lnTo>
                  <a:lnTo>
                    <a:pt x="40023" y="258169"/>
                  </a:lnTo>
                  <a:lnTo>
                    <a:pt x="43544" y="262163"/>
                  </a:lnTo>
                  <a:lnTo>
                    <a:pt x="47190" y="266042"/>
                  </a:lnTo>
                  <a:lnTo>
                    <a:pt x="50957" y="269803"/>
                  </a:lnTo>
                  <a:lnTo>
                    <a:pt x="54843" y="273443"/>
                  </a:lnTo>
                  <a:lnTo>
                    <a:pt x="58842" y="276956"/>
                  </a:lnTo>
                  <a:lnTo>
                    <a:pt x="62951" y="280341"/>
                  </a:lnTo>
                  <a:lnTo>
                    <a:pt x="67166" y="283593"/>
                  </a:lnTo>
                  <a:lnTo>
                    <a:pt x="71482" y="286709"/>
                  </a:lnTo>
                  <a:lnTo>
                    <a:pt x="75896" y="289686"/>
                  </a:lnTo>
                  <a:lnTo>
                    <a:pt x="80401" y="292522"/>
                  </a:lnTo>
                  <a:lnTo>
                    <a:pt x="84995" y="295212"/>
                  </a:lnTo>
                  <a:lnTo>
                    <a:pt x="89672" y="297754"/>
                  </a:lnTo>
                  <a:lnTo>
                    <a:pt x="94428" y="300147"/>
                  </a:lnTo>
                  <a:lnTo>
                    <a:pt x="99258" y="302387"/>
                  </a:lnTo>
                  <a:lnTo>
                    <a:pt x="104156" y="304471"/>
                  </a:lnTo>
                  <a:lnTo>
                    <a:pt x="109119" y="306399"/>
                  </a:lnTo>
                  <a:lnTo>
                    <a:pt x="114140" y="308168"/>
                  </a:lnTo>
                  <a:lnTo>
                    <a:pt x="119215" y="309776"/>
                  </a:lnTo>
                  <a:lnTo>
                    <a:pt x="124338" y="311222"/>
                  </a:lnTo>
                  <a:lnTo>
                    <a:pt x="129505" y="312503"/>
                  </a:lnTo>
                  <a:lnTo>
                    <a:pt x="134711" y="313620"/>
                  </a:lnTo>
                  <a:lnTo>
                    <a:pt x="139949" y="314570"/>
                  </a:lnTo>
                  <a:lnTo>
                    <a:pt x="145214" y="315353"/>
                  </a:lnTo>
                  <a:lnTo>
                    <a:pt x="150502" y="315968"/>
                  </a:lnTo>
                  <a:lnTo>
                    <a:pt x="155807" y="316414"/>
                  </a:lnTo>
                  <a:lnTo>
                    <a:pt x="161124" y="316691"/>
                  </a:lnTo>
                  <a:lnTo>
                    <a:pt x="166446" y="316799"/>
                  </a:lnTo>
                  <a:lnTo>
                    <a:pt x="171769" y="316737"/>
                  </a:lnTo>
                  <a:lnTo>
                    <a:pt x="177088" y="316505"/>
                  </a:lnTo>
                  <a:lnTo>
                    <a:pt x="182397" y="316105"/>
                  </a:lnTo>
                  <a:lnTo>
                    <a:pt x="187690" y="315535"/>
                  </a:lnTo>
                  <a:lnTo>
                    <a:pt x="192962" y="314798"/>
                  </a:lnTo>
                  <a:lnTo>
                    <a:pt x="198208" y="313892"/>
                  </a:lnTo>
                  <a:lnTo>
                    <a:pt x="203423" y="312821"/>
                  </a:lnTo>
                  <a:lnTo>
                    <a:pt x="208600" y="311583"/>
                  </a:lnTo>
                  <a:lnTo>
                    <a:pt x="213736" y="310182"/>
                  </a:lnTo>
                  <a:lnTo>
                    <a:pt x="218825" y="308617"/>
                  </a:lnTo>
                  <a:lnTo>
                    <a:pt x="223861" y="306892"/>
                  </a:lnTo>
                  <a:lnTo>
                    <a:pt x="228840" y="305007"/>
                  </a:lnTo>
                  <a:lnTo>
                    <a:pt x="233756" y="302964"/>
                  </a:lnTo>
                  <a:lnTo>
                    <a:pt x="238605" y="300766"/>
                  </a:lnTo>
                  <a:lnTo>
                    <a:pt x="243381" y="298414"/>
                  </a:lnTo>
                  <a:lnTo>
                    <a:pt x="248080" y="295912"/>
                  </a:lnTo>
                  <a:lnTo>
                    <a:pt x="252696" y="293261"/>
                  </a:lnTo>
                  <a:lnTo>
                    <a:pt x="257226" y="290465"/>
                  </a:lnTo>
                  <a:lnTo>
                    <a:pt x="261665" y="287526"/>
                  </a:lnTo>
                  <a:lnTo>
                    <a:pt x="266008" y="284447"/>
                  </a:lnTo>
                  <a:lnTo>
                    <a:pt x="270251" y="281231"/>
                  </a:lnTo>
                  <a:lnTo>
                    <a:pt x="274389" y="277882"/>
                  </a:lnTo>
                  <a:lnTo>
                    <a:pt x="278418" y="274403"/>
                  </a:lnTo>
                  <a:lnTo>
                    <a:pt x="167164" y="1496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460546" y="4605529"/>
              <a:ext cx="167164" cy="291937"/>
            </a:xfrm>
            <a:custGeom>
              <a:avLst/>
              <a:pathLst>
                <a:path w="167164" h="291937">
                  <a:moveTo>
                    <a:pt x="111254" y="291937"/>
                  </a:moveTo>
                  <a:lnTo>
                    <a:pt x="115210" y="288293"/>
                  </a:lnTo>
                  <a:lnTo>
                    <a:pt x="119048" y="284523"/>
                  </a:lnTo>
                  <a:lnTo>
                    <a:pt x="122762" y="280632"/>
                  </a:lnTo>
                  <a:lnTo>
                    <a:pt x="126349" y="276624"/>
                  </a:lnTo>
                  <a:lnTo>
                    <a:pt x="129805" y="272502"/>
                  </a:lnTo>
                  <a:lnTo>
                    <a:pt x="133127" y="268272"/>
                  </a:lnTo>
                  <a:lnTo>
                    <a:pt x="136310" y="263936"/>
                  </a:lnTo>
                  <a:lnTo>
                    <a:pt x="139353" y="259501"/>
                  </a:lnTo>
                  <a:lnTo>
                    <a:pt x="142252" y="254969"/>
                  </a:lnTo>
                  <a:lnTo>
                    <a:pt x="145003" y="250347"/>
                  </a:lnTo>
                  <a:lnTo>
                    <a:pt x="147604" y="245639"/>
                  </a:lnTo>
                  <a:lnTo>
                    <a:pt x="150052" y="240849"/>
                  </a:lnTo>
                  <a:lnTo>
                    <a:pt x="152345" y="235984"/>
                  </a:lnTo>
                  <a:lnTo>
                    <a:pt x="154480" y="231047"/>
                  </a:lnTo>
                  <a:lnTo>
                    <a:pt x="156456" y="226043"/>
                  </a:lnTo>
                  <a:lnTo>
                    <a:pt x="158269" y="220979"/>
                  </a:lnTo>
                  <a:lnTo>
                    <a:pt x="159918" y="215859"/>
                  </a:lnTo>
                  <a:lnTo>
                    <a:pt x="161402" y="210689"/>
                  </a:lnTo>
                  <a:lnTo>
                    <a:pt x="162719" y="205474"/>
                  </a:lnTo>
                  <a:lnTo>
                    <a:pt x="163867" y="200219"/>
                  </a:lnTo>
                  <a:lnTo>
                    <a:pt x="164845" y="194929"/>
                  </a:lnTo>
                  <a:lnTo>
                    <a:pt x="165653" y="189611"/>
                  </a:lnTo>
                  <a:lnTo>
                    <a:pt x="166290" y="184270"/>
                  </a:lnTo>
                  <a:lnTo>
                    <a:pt x="166754" y="178911"/>
                  </a:lnTo>
                  <a:lnTo>
                    <a:pt x="167045" y="173540"/>
                  </a:lnTo>
                  <a:lnTo>
                    <a:pt x="167164" y="168163"/>
                  </a:lnTo>
                  <a:lnTo>
                    <a:pt x="167109" y="162784"/>
                  </a:lnTo>
                  <a:lnTo>
                    <a:pt x="166882" y="157410"/>
                  </a:lnTo>
                  <a:lnTo>
                    <a:pt x="166482" y="152046"/>
                  </a:lnTo>
                  <a:lnTo>
                    <a:pt x="165909" y="146697"/>
                  </a:lnTo>
                  <a:lnTo>
                    <a:pt x="165164" y="141370"/>
                  </a:lnTo>
                  <a:lnTo>
                    <a:pt x="164249" y="136069"/>
                  </a:lnTo>
                  <a:lnTo>
                    <a:pt x="163163" y="130801"/>
                  </a:lnTo>
                  <a:lnTo>
                    <a:pt x="161909" y="125571"/>
                  </a:lnTo>
                  <a:lnTo>
                    <a:pt x="160487" y="120383"/>
                  </a:lnTo>
                  <a:lnTo>
                    <a:pt x="158899" y="115244"/>
                  </a:lnTo>
                  <a:lnTo>
                    <a:pt x="157146" y="110158"/>
                  </a:lnTo>
                  <a:lnTo>
                    <a:pt x="155230" y="105132"/>
                  </a:lnTo>
                  <a:lnTo>
                    <a:pt x="153154" y="100170"/>
                  </a:lnTo>
                  <a:lnTo>
                    <a:pt x="150919" y="95277"/>
                  </a:lnTo>
                  <a:lnTo>
                    <a:pt x="148528" y="90459"/>
                  </a:lnTo>
                  <a:lnTo>
                    <a:pt x="145983" y="85720"/>
                  </a:lnTo>
                  <a:lnTo>
                    <a:pt x="143288" y="81065"/>
                  </a:lnTo>
                  <a:lnTo>
                    <a:pt x="140443" y="76500"/>
                  </a:lnTo>
                  <a:lnTo>
                    <a:pt x="137453" y="72028"/>
                  </a:lnTo>
                  <a:lnTo>
                    <a:pt x="134321" y="67655"/>
                  </a:lnTo>
                  <a:lnTo>
                    <a:pt x="131050" y="63385"/>
                  </a:lnTo>
                  <a:lnTo>
                    <a:pt x="127643" y="59223"/>
                  </a:lnTo>
                  <a:lnTo>
                    <a:pt x="124104" y="55172"/>
                  </a:lnTo>
                  <a:lnTo>
                    <a:pt x="120437" y="51237"/>
                  </a:lnTo>
                  <a:lnTo>
                    <a:pt x="116645" y="47422"/>
                  </a:lnTo>
                  <a:lnTo>
                    <a:pt x="112732" y="43731"/>
                  </a:lnTo>
                  <a:lnTo>
                    <a:pt x="108702" y="40168"/>
                  </a:lnTo>
                  <a:lnTo>
                    <a:pt x="104560" y="36737"/>
                  </a:lnTo>
                  <a:lnTo>
                    <a:pt x="100309" y="33440"/>
                  </a:lnTo>
                  <a:lnTo>
                    <a:pt x="95955" y="30282"/>
                  </a:lnTo>
                  <a:lnTo>
                    <a:pt x="91501" y="27266"/>
                  </a:lnTo>
                  <a:lnTo>
                    <a:pt x="86953" y="24394"/>
                  </a:lnTo>
                  <a:lnTo>
                    <a:pt x="82315" y="21671"/>
                  </a:lnTo>
                  <a:lnTo>
                    <a:pt x="77591" y="19098"/>
                  </a:lnTo>
                  <a:lnTo>
                    <a:pt x="72787" y="16678"/>
                  </a:lnTo>
                  <a:lnTo>
                    <a:pt x="67908" y="14414"/>
                  </a:lnTo>
                  <a:lnTo>
                    <a:pt x="62958" y="12308"/>
                  </a:lnTo>
                  <a:lnTo>
                    <a:pt x="57943" y="10363"/>
                  </a:lnTo>
                  <a:lnTo>
                    <a:pt x="52868" y="8580"/>
                  </a:lnTo>
                  <a:lnTo>
                    <a:pt x="47739" y="6961"/>
                  </a:lnTo>
                  <a:lnTo>
                    <a:pt x="42560" y="5508"/>
                  </a:lnTo>
                  <a:lnTo>
                    <a:pt x="37336" y="4222"/>
                  </a:lnTo>
                  <a:lnTo>
                    <a:pt x="32075" y="3106"/>
                  </a:lnTo>
                  <a:lnTo>
                    <a:pt x="26780" y="2159"/>
                  </a:lnTo>
                  <a:lnTo>
                    <a:pt x="21457" y="1382"/>
                  </a:lnTo>
                  <a:lnTo>
                    <a:pt x="16112" y="778"/>
                  </a:lnTo>
                  <a:lnTo>
                    <a:pt x="10751" y="346"/>
                  </a:lnTo>
                  <a:lnTo>
                    <a:pt x="5378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652679" y="4172415"/>
              <a:ext cx="93213" cy="167167"/>
            </a:xfrm>
            <a:custGeom>
              <a:avLst/>
              <a:pathLst>
                <a:path w="93213" h="167167">
                  <a:moveTo>
                    <a:pt x="93213" y="0"/>
                  </a:moveTo>
                  <a:lnTo>
                    <a:pt x="87398" y="101"/>
                  </a:lnTo>
                  <a:lnTo>
                    <a:pt x="81590" y="404"/>
                  </a:lnTo>
                  <a:lnTo>
                    <a:pt x="75796" y="909"/>
                  </a:lnTo>
                  <a:lnTo>
                    <a:pt x="70023" y="1616"/>
                  </a:lnTo>
                  <a:lnTo>
                    <a:pt x="64278" y="2523"/>
                  </a:lnTo>
                  <a:lnTo>
                    <a:pt x="58568" y="3629"/>
                  </a:lnTo>
                  <a:lnTo>
                    <a:pt x="52900" y="4933"/>
                  </a:lnTo>
                  <a:lnTo>
                    <a:pt x="47280" y="6434"/>
                  </a:lnTo>
                  <a:lnTo>
                    <a:pt x="41717" y="8129"/>
                  </a:lnTo>
                  <a:lnTo>
                    <a:pt x="36215" y="10017"/>
                  </a:lnTo>
                  <a:lnTo>
                    <a:pt x="30783" y="12095"/>
                  </a:lnTo>
                  <a:lnTo>
                    <a:pt x="25426" y="14360"/>
                  </a:lnTo>
                  <a:lnTo>
                    <a:pt x="20152" y="16811"/>
                  </a:lnTo>
                  <a:lnTo>
                    <a:pt x="14965" y="19444"/>
                  </a:lnTo>
                  <a:lnTo>
                    <a:pt x="9874" y="22255"/>
                  </a:lnTo>
                  <a:lnTo>
                    <a:pt x="4883" y="25242"/>
                  </a:lnTo>
                  <a:lnTo>
                    <a:pt x="0" y="28400"/>
                  </a:lnTo>
                  <a:lnTo>
                    <a:pt x="93213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652679" y="4200816"/>
              <a:ext cx="93213" cy="138766"/>
            </a:xfrm>
            <a:custGeom>
              <a:avLst/>
              <a:pathLst>
                <a:path w="93213" h="138766">
                  <a:moveTo>
                    <a:pt x="0" y="0"/>
                  </a:moveTo>
                  <a:lnTo>
                    <a:pt x="93213" y="1387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578726" y="4200816"/>
              <a:ext cx="334333" cy="305920"/>
            </a:xfrm>
            <a:custGeom>
              <a:avLst/>
              <a:pathLst>
                <a:path w="334333" h="305920">
                  <a:moveTo>
                    <a:pt x="73952" y="0"/>
                  </a:moveTo>
                  <a:lnTo>
                    <a:pt x="69598" y="3025"/>
                  </a:lnTo>
                  <a:lnTo>
                    <a:pt x="65343" y="6187"/>
                  </a:lnTo>
                  <a:lnTo>
                    <a:pt x="61190" y="9483"/>
                  </a:lnTo>
                  <a:lnTo>
                    <a:pt x="57144" y="12908"/>
                  </a:lnTo>
                  <a:lnTo>
                    <a:pt x="53208" y="16460"/>
                  </a:lnTo>
                  <a:lnTo>
                    <a:pt x="49387" y="20135"/>
                  </a:lnTo>
                  <a:lnTo>
                    <a:pt x="45685" y="23930"/>
                  </a:lnTo>
                  <a:lnTo>
                    <a:pt x="42105" y="27840"/>
                  </a:lnTo>
                  <a:lnTo>
                    <a:pt x="38650" y="31861"/>
                  </a:lnTo>
                  <a:lnTo>
                    <a:pt x="35325" y="35990"/>
                  </a:lnTo>
                  <a:lnTo>
                    <a:pt x="32132" y="40222"/>
                  </a:lnTo>
                  <a:lnTo>
                    <a:pt x="29075" y="44554"/>
                  </a:lnTo>
                  <a:lnTo>
                    <a:pt x="26157" y="48980"/>
                  </a:lnTo>
                  <a:lnTo>
                    <a:pt x="23381" y="53497"/>
                  </a:lnTo>
                  <a:lnTo>
                    <a:pt x="20749" y="58099"/>
                  </a:lnTo>
                  <a:lnTo>
                    <a:pt x="18265" y="62782"/>
                  </a:lnTo>
                  <a:lnTo>
                    <a:pt x="15930" y="67542"/>
                  </a:lnTo>
                  <a:lnTo>
                    <a:pt x="13748" y="72374"/>
                  </a:lnTo>
                  <a:lnTo>
                    <a:pt x="11720" y="77272"/>
                  </a:lnTo>
                  <a:lnTo>
                    <a:pt x="9848" y="82232"/>
                  </a:lnTo>
                  <a:lnTo>
                    <a:pt x="8134" y="87249"/>
                  </a:lnTo>
                  <a:lnTo>
                    <a:pt x="6581" y="92318"/>
                  </a:lnTo>
                  <a:lnTo>
                    <a:pt x="5189" y="97433"/>
                  </a:lnTo>
                  <a:lnTo>
                    <a:pt x="3959" y="102590"/>
                  </a:lnTo>
                  <a:lnTo>
                    <a:pt x="2894" y="107784"/>
                  </a:lnTo>
                  <a:lnTo>
                    <a:pt x="1995" y="113008"/>
                  </a:lnTo>
                  <a:lnTo>
                    <a:pt x="1261" y="118259"/>
                  </a:lnTo>
                  <a:lnTo>
                    <a:pt x="694" y="123530"/>
                  </a:lnTo>
                  <a:lnTo>
                    <a:pt x="295" y="128816"/>
                  </a:lnTo>
                  <a:lnTo>
                    <a:pt x="63" y="134113"/>
                  </a:lnTo>
                  <a:lnTo>
                    <a:pt x="0" y="139414"/>
                  </a:lnTo>
                  <a:lnTo>
                    <a:pt x="104" y="144714"/>
                  </a:lnTo>
                  <a:lnTo>
                    <a:pt x="377" y="150009"/>
                  </a:lnTo>
                  <a:lnTo>
                    <a:pt x="817" y="155292"/>
                  </a:lnTo>
                  <a:lnTo>
                    <a:pt x="1425" y="160559"/>
                  </a:lnTo>
                  <a:lnTo>
                    <a:pt x="2199" y="165803"/>
                  </a:lnTo>
                  <a:lnTo>
                    <a:pt x="3140" y="171021"/>
                  </a:lnTo>
                  <a:lnTo>
                    <a:pt x="4245" y="176206"/>
                  </a:lnTo>
                  <a:lnTo>
                    <a:pt x="5514" y="181353"/>
                  </a:lnTo>
                  <a:lnTo>
                    <a:pt x="6946" y="186458"/>
                  </a:lnTo>
                  <a:lnTo>
                    <a:pt x="8539" y="191514"/>
                  </a:lnTo>
                  <a:lnTo>
                    <a:pt x="10291" y="196518"/>
                  </a:lnTo>
                  <a:lnTo>
                    <a:pt x="12201" y="201463"/>
                  </a:lnTo>
                  <a:lnTo>
                    <a:pt x="14267" y="206346"/>
                  </a:lnTo>
                  <a:lnTo>
                    <a:pt x="16487" y="211160"/>
                  </a:lnTo>
                  <a:lnTo>
                    <a:pt x="18858" y="215902"/>
                  </a:lnTo>
                  <a:lnTo>
                    <a:pt x="21379" y="220566"/>
                  </a:lnTo>
                  <a:lnTo>
                    <a:pt x="24046" y="225148"/>
                  </a:lnTo>
                  <a:lnTo>
                    <a:pt x="26857" y="229642"/>
                  </a:lnTo>
                  <a:lnTo>
                    <a:pt x="29810" y="234046"/>
                  </a:lnTo>
                  <a:lnTo>
                    <a:pt x="32900" y="238353"/>
                  </a:lnTo>
                  <a:lnTo>
                    <a:pt x="36125" y="242561"/>
                  </a:lnTo>
                  <a:lnTo>
                    <a:pt x="39483" y="246664"/>
                  </a:lnTo>
                  <a:lnTo>
                    <a:pt x="42968" y="250659"/>
                  </a:lnTo>
                  <a:lnTo>
                    <a:pt x="46579" y="254541"/>
                  </a:lnTo>
                  <a:lnTo>
                    <a:pt x="50311" y="258306"/>
                  </a:lnTo>
                  <a:lnTo>
                    <a:pt x="54160" y="261952"/>
                  </a:lnTo>
                  <a:lnTo>
                    <a:pt x="58123" y="265473"/>
                  </a:lnTo>
                  <a:lnTo>
                    <a:pt x="62196" y="268867"/>
                  </a:lnTo>
                  <a:lnTo>
                    <a:pt x="66374" y="272130"/>
                  </a:lnTo>
                  <a:lnTo>
                    <a:pt x="70654" y="275259"/>
                  </a:lnTo>
                  <a:lnTo>
                    <a:pt x="75030" y="278251"/>
                  </a:lnTo>
                  <a:lnTo>
                    <a:pt x="79500" y="281102"/>
                  </a:lnTo>
                  <a:lnTo>
                    <a:pt x="84057" y="283811"/>
                  </a:lnTo>
                  <a:lnTo>
                    <a:pt x="88698" y="286373"/>
                  </a:lnTo>
                  <a:lnTo>
                    <a:pt x="93419" y="288787"/>
                  </a:lnTo>
                  <a:lnTo>
                    <a:pt x="98213" y="291050"/>
                  </a:lnTo>
                  <a:lnTo>
                    <a:pt x="103076" y="293160"/>
                  </a:lnTo>
                  <a:lnTo>
                    <a:pt x="108004" y="295115"/>
                  </a:lnTo>
                  <a:lnTo>
                    <a:pt x="112992" y="296912"/>
                  </a:lnTo>
                  <a:lnTo>
                    <a:pt x="118034" y="298550"/>
                  </a:lnTo>
                  <a:lnTo>
                    <a:pt x="123125" y="300028"/>
                  </a:lnTo>
                  <a:lnTo>
                    <a:pt x="128261" y="301343"/>
                  </a:lnTo>
                  <a:lnTo>
                    <a:pt x="133436" y="302495"/>
                  </a:lnTo>
                  <a:lnTo>
                    <a:pt x="138645" y="303482"/>
                  </a:lnTo>
                  <a:lnTo>
                    <a:pt x="143882" y="304304"/>
                  </a:lnTo>
                  <a:lnTo>
                    <a:pt x="149143" y="304959"/>
                  </a:lnTo>
                  <a:lnTo>
                    <a:pt x="154422" y="305447"/>
                  </a:lnTo>
                  <a:lnTo>
                    <a:pt x="159714" y="305767"/>
                  </a:lnTo>
                  <a:lnTo>
                    <a:pt x="165013" y="305920"/>
                  </a:lnTo>
                  <a:lnTo>
                    <a:pt x="170315" y="305904"/>
                  </a:lnTo>
                  <a:lnTo>
                    <a:pt x="175613" y="305720"/>
                  </a:lnTo>
                  <a:lnTo>
                    <a:pt x="180903" y="305368"/>
                  </a:lnTo>
                  <a:lnTo>
                    <a:pt x="186179" y="304849"/>
                  </a:lnTo>
                  <a:lnTo>
                    <a:pt x="191436" y="304162"/>
                  </a:lnTo>
                  <a:lnTo>
                    <a:pt x="196669" y="303309"/>
                  </a:lnTo>
                  <a:lnTo>
                    <a:pt x="201871" y="302291"/>
                  </a:lnTo>
                  <a:lnTo>
                    <a:pt x="207039" y="301108"/>
                  </a:lnTo>
                  <a:lnTo>
                    <a:pt x="212167" y="299762"/>
                  </a:lnTo>
                  <a:lnTo>
                    <a:pt x="217250" y="298254"/>
                  </a:lnTo>
                  <a:lnTo>
                    <a:pt x="222282" y="296586"/>
                  </a:lnTo>
                  <a:lnTo>
                    <a:pt x="227259" y="294759"/>
                  </a:lnTo>
                  <a:lnTo>
                    <a:pt x="232175" y="292775"/>
                  </a:lnTo>
                  <a:lnTo>
                    <a:pt x="237026" y="290636"/>
                  </a:lnTo>
                  <a:lnTo>
                    <a:pt x="241806" y="288344"/>
                  </a:lnTo>
                  <a:lnTo>
                    <a:pt x="246512" y="285902"/>
                  </a:lnTo>
                  <a:lnTo>
                    <a:pt x="251138" y="283312"/>
                  </a:lnTo>
                  <a:lnTo>
                    <a:pt x="255679" y="280577"/>
                  </a:lnTo>
                  <a:lnTo>
                    <a:pt x="260131" y="277699"/>
                  </a:lnTo>
                  <a:lnTo>
                    <a:pt x="264490" y="274681"/>
                  </a:lnTo>
                  <a:lnTo>
                    <a:pt x="268751" y="271526"/>
                  </a:lnTo>
                  <a:lnTo>
                    <a:pt x="272910" y="268238"/>
                  </a:lnTo>
                  <a:lnTo>
                    <a:pt x="276962" y="264820"/>
                  </a:lnTo>
                  <a:lnTo>
                    <a:pt x="280904" y="261275"/>
                  </a:lnTo>
                  <a:lnTo>
                    <a:pt x="284732" y="257607"/>
                  </a:lnTo>
                  <a:lnTo>
                    <a:pt x="288441" y="253819"/>
                  </a:lnTo>
                  <a:lnTo>
                    <a:pt x="292028" y="249916"/>
                  </a:lnTo>
                  <a:lnTo>
                    <a:pt x="295490" y="245900"/>
                  </a:lnTo>
                  <a:lnTo>
                    <a:pt x="298823" y="241777"/>
                  </a:lnTo>
                  <a:lnTo>
                    <a:pt x="302023" y="237551"/>
                  </a:lnTo>
                  <a:lnTo>
                    <a:pt x="305088" y="233225"/>
                  </a:lnTo>
                  <a:lnTo>
                    <a:pt x="308014" y="228804"/>
                  </a:lnTo>
                  <a:lnTo>
                    <a:pt x="310798" y="224292"/>
                  </a:lnTo>
                  <a:lnTo>
                    <a:pt x="313438" y="219695"/>
                  </a:lnTo>
                  <a:lnTo>
                    <a:pt x="315930" y="215016"/>
                  </a:lnTo>
                  <a:lnTo>
                    <a:pt x="318273" y="210260"/>
                  </a:lnTo>
                  <a:lnTo>
                    <a:pt x="320465" y="205432"/>
                  </a:lnTo>
                  <a:lnTo>
                    <a:pt x="322501" y="200538"/>
                  </a:lnTo>
                  <a:lnTo>
                    <a:pt x="324382" y="195581"/>
                  </a:lnTo>
                  <a:lnTo>
                    <a:pt x="326105" y="190567"/>
                  </a:lnTo>
                  <a:lnTo>
                    <a:pt x="327667" y="185501"/>
                  </a:lnTo>
                  <a:lnTo>
                    <a:pt x="329069" y="180388"/>
                  </a:lnTo>
                  <a:lnTo>
                    <a:pt x="330307" y="175233"/>
                  </a:lnTo>
                  <a:lnTo>
                    <a:pt x="331381" y="170042"/>
                  </a:lnTo>
                  <a:lnTo>
                    <a:pt x="332290" y="164819"/>
                  </a:lnTo>
                  <a:lnTo>
                    <a:pt x="333034" y="159570"/>
                  </a:lnTo>
                  <a:lnTo>
                    <a:pt x="333610" y="154300"/>
                  </a:lnTo>
                  <a:lnTo>
                    <a:pt x="334019" y="149014"/>
                  </a:lnTo>
                  <a:lnTo>
                    <a:pt x="334260" y="143718"/>
                  </a:lnTo>
                  <a:lnTo>
                    <a:pt x="334333" y="138417"/>
                  </a:lnTo>
                  <a:lnTo>
                    <a:pt x="334238" y="133116"/>
                  </a:lnTo>
                  <a:lnTo>
                    <a:pt x="333974" y="127821"/>
                  </a:lnTo>
                  <a:lnTo>
                    <a:pt x="333543" y="122537"/>
                  </a:lnTo>
                  <a:lnTo>
                    <a:pt x="332945" y="117269"/>
                  </a:lnTo>
                  <a:lnTo>
                    <a:pt x="332180" y="112023"/>
                  </a:lnTo>
                  <a:lnTo>
                    <a:pt x="167166" y="1387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745892" y="4172415"/>
              <a:ext cx="165014" cy="167167"/>
            </a:xfrm>
            <a:custGeom>
              <a:avLst/>
              <a:pathLst>
                <a:path w="165014" h="167167">
                  <a:moveTo>
                    <a:pt x="165014" y="140424"/>
                  </a:moveTo>
                  <a:lnTo>
                    <a:pt x="164048" y="135028"/>
                  </a:lnTo>
                  <a:lnTo>
                    <a:pt x="162906" y="129667"/>
                  </a:lnTo>
                  <a:lnTo>
                    <a:pt x="161589" y="124345"/>
                  </a:lnTo>
                  <a:lnTo>
                    <a:pt x="160098" y="119070"/>
                  </a:lnTo>
                  <a:lnTo>
                    <a:pt x="158435" y="113847"/>
                  </a:lnTo>
                  <a:lnTo>
                    <a:pt x="156602" y="108681"/>
                  </a:lnTo>
                  <a:lnTo>
                    <a:pt x="154600" y="103578"/>
                  </a:lnTo>
                  <a:lnTo>
                    <a:pt x="152432" y="98543"/>
                  </a:lnTo>
                  <a:lnTo>
                    <a:pt x="150100" y="93582"/>
                  </a:lnTo>
                  <a:lnTo>
                    <a:pt x="147607" y="88700"/>
                  </a:lnTo>
                  <a:lnTo>
                    <a:pt x="144954" y="83902"/>
                  </a:lnTo>
                  <a:lnTo>
                    <a:pt x="142146" y="79194"/>
                  </a:lnTo>
                  <a:lnTo>
                    <a:pt x="139186" y="74581"/>
                  </a:lnTo>
                  <a:lnTo>
                    <a:pt x="136075" y="70067"/>
                  </a:lnTo>
                  <a:lnTo>
                    <a:pt x="132818" y="65658"/>
                  </a:lnTo>
                  <a:lnTo>
                    <a:pt x="129419" y="61357"/>
                  </a:lnTo>
                  <a:lnTo>
                    <a:pt x="125880" y="57171"/>
                  </a:lnTo>
                  <a:lnTo>
                    <a:pt x="122205" y="53103"/>
                  </a:lnTo>
                  <a:lnTo>
                    <a:pt x="118400" y="49157"/>
                  </a:lnTo>
                  <a:lnTo>
                    <a:pt x="114467" y="45338"/>
                  </a:lnTo>
                  <a:lnTo>
                    <a:pt x="110411" y="41651"/>
                  </a:lnTo>
                  <a:lnTo>
                    <a:pt x="106236" y="38098"/>
                  </a:lnTo>
                  <a:lnTo>
                    <a:pt x="101947" y="34684"/>
                  </a:lnTo>
                  <a:lnTo>
                    <a:pt x="97548" y="31413"/>
                  </a:lnTo>
                  <a:lnTo>
                    <a:pt x="93045" y="28287"/>
                  </a:lnTo>
                  <a:lnTo>
                    <a:pt x="88441" y="25311"/>
                  </a:lnTo>
                  <a:lnTo>
                    <a:pt x="83743" y="22488"/>
                  </a:lnTo>
                  <a:lnTo>
                    <a:pt x="78954" y="19820"/>
                  </a:lnTo>
                  <a:lnTo>
                    <a:pt x="74080" y="17310"/>
                  </a:lnTo>
                  <a:lnTo>
                    <a:pt x="69127" y="14962"/>
                  </a:lnTo>
                  <a:lnTo>
                    <a:pt x="64099" y="12777"/>
                  </a:lnTo>
                  <a:lnTo>
                    <a:pt x="59003" y="10759"/>
                  </a:lnTo>
                  <a:lnTo>
                    <a:pt x="53843" y="8908"/>
                  </a:lnTo>
                  <a:lnTo>
                    <a:pt x="48625" y="7228"/>
                  </a:lnTo>
                  <a:lnTo>
                    <a:pt x="43355" y="5719"/>
                  </a:lnTo>
                  <a:lnTo>
                    <a:pt x="38038" y="4385"/>
                  </a:lnTo>
                  <a:lnTo>
                    <a:pt x="32680" y="3225"/>
                  </a:lnTo>
                  <a:lnTo>
                    <a:pt x="27287" y="2242"/>
                  </a:lnTo>
                  <a:lnTo>
                    <a:pt x="21865" y="1436"/>
                  </a:lnTo>
                  <a:lnTo>
                    <a:pt x="16419" y="808"/>
                  </a:lnTo>
                  <a:lnTo>
                    <a:pt x="10956" y="359"/>
                  </a:lnTo>
                  <a:lnTo>
                    <a:pt x="5481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763852" y="3685283"/>
              <a:ext cx="159643" cy="167167"/>
            </a:xfrm>
            <a:custGeom>
              <a:avLst/>
              <a:pathLst>
                <a:path w="159643" h="167167">
                  <a:moveTo>
                    <a:pt x="159643" y="0"/>
                  </a:moveTo>
                  <a:lnTo>
                    <a:pt x="154201" y="88"/>
                  </a:lnTo>
                  <a:lnTo>
                    <a:pt x="148766" y="354"/>
                  </a:lnTo>
                  <a:lnTo>
                    <a:pt x="143342" y="796"/>
                  </a:lnTo>
                  <a:lnTo>
                    <a:pt x="137936" y="1415"/>
                  </a:lnTo>
                  <a:lnTo>
                    <a:pt x="132552" y="2209"/>
                  </a:lnTo>
                  <a:lnTo>
                    <a:pt x="127198" y="3178"/>
                  </a:lnTo>
                  <a:lnTo>
                    <a:pt x="121877" y="4321"/>
                  </a:lnTo>
                  <a:lnTo>
                    <a:pt x="116597" y="5637"/>
                  </a:lnTo>
                  <a:lnTo>
                    <a:pt x="111362" y="7123"/>
                  </a:lnTo>
                  <a:lnTo>
                    <a:pt x="106178" y="8780"/>
                  </a:lnTo>
                  <a:lnTo>
                    <a:pt x="101051" y="10604"/>
                  </a:lnTo>
                  <a:lnTo>
                    <a:pt x="95986" y="12594"/>
                  </a:lnTo>
                  <a:lnTo>
                    <a:pt x="90989" y="14748"/>
                  </a:lnTo>
                  <a:lnTo>
                    <a:pt x="86064" y="17063"/>
                  </a:lnTo>
                  <a:lnTo>
                    <a:pt x="81218" y="19537"/>
                  </a:lnTo>
                  <a:lnTo>
                    <a:pt x="76454" y="22168"/>
                  </a:lnTo>
                  <a:lnTo>
                    <a:pt x="71779" y="24953"/>
                  </a:lnTo>
                  <a:lnTo>
                    <a:pt x="67196" y="27888"/>
                  </a:lnTo>
                  <a:lnTo>
                    <a:pt x="62712" y="30971"/>
                  </a:lnTo>
                  <a:lnTo>
                    <a:pt x="58330" y="34198"/>
                  </a:lnTo>
                  <a:lnTo>
                    <a:pt x="54056" y="37566"/>
                  </a:lnTo>
                  <a:lnTo>
                    <a:pt x="49894" y="41071"/>
                  </a:lnTo>
                  <a:lnTo>
                    <a:pt x="45848" y="44710"/>
                  </a:lnTo>
                  <a:lnTo>
                    <a:pt x="41922" y="48479"/>
                  </a:lnTo>
                  <a:lnTo>
                    <a:pt x="38121" y="52374"/>
                  </a:lnTo>
                  <a:lnTo>
                    <a:pt x="34449" y="56390"/>
                  </a:lnTo>
                  <a:lnTo>
                    <a:pt x="30910" y="60523"/>
                  </a:lnTo>
                  <a:lnTo>
                    <a:pt x="27507" y="64770"/>
                  </a:lnTo>
                  <a:lnTo>
                    <a:pt x="24244" y="69125"/>
                  </a:lnTo>
                  <a:lnTo>
                    <a:pt x="21125" y="73584"/>
                  </a:lnTo>
                  <a:lnTo>
                    <a:pt x="18152" y="78142"/>
                  </a:lnTo>
                  <a:lnTo>
                    <a:pt x="15330" y="82795"/>
                  </a:lnTo>
                  <a:lnTo>
                    <a:pt x="12660" y="87536"/>
                  </a:lnTo>
                  <a:lnTo>
                    <a:pt x="10146" y="92363"/>
                  </a:lnTo>
                  <a:lnTo>
                    <a:pt x="7790" y="97268"/>
                  </a:lnTo>
                  <a:lnTo>
                    <a:pt x="5596" y="102248"/>
                  </a:lnTo>
                  <a:lnTo>
                    <a:pt x="3564" y="107296"/>
                  </a:lnTo>
                  <a:lnTo>
                    <a:pt x="1698" y="112408"/>
                  </a:lnTo>
                  <a:lnTo>
                    <a:pt x="0" y="117578"/>
                  </a:lnTo>
                  <a:lnTo>
                    <a:pt x="159643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756348" y="3685415"/>
              <a:ext cx="334305" cy="334202"/>
            </a:xfrm>
            <a:custGeom>
              <a:avLst/>
              <a:pathLst>
                <a:path w="334305" h="334202">
                  <a:moveTo>
                    <a:pt x="7503" y="117446"/>
                  </a:moveTo>
                  <a:lnTo>
                    <a:pt x="6013" y="122528"/>
                  </a:lnTo>
                  <a:lnTo>
                    <a:pt x="4684" y="127654"/>
                  </a:lnTo>
                  <a:lnTo>
                    <a:pt x="3518" y="132820"/>
                  </a:lnTo>
                  <a:lnTo>
                    <a:pt x="2516" y="138020"/>
                  </a:lnTo>
                  <a:lnTo>
                    <a:pt x="1680" y="143249"/>
                  </a:lnTo>
                  <a:lnTo>
                    <a:pt x="1010" y="148503"/>
                  </a:lnTo>
                  <a:lnTo>
                    <a:pt x="506" y="153774"/>
                  </a:lnTo>
                  <a:lnTo>
                    <a:pt x="169" y="159059"/>
                  </a:lnTo>
                  <a:lnTo>
                    <a:pt x="1" y="164352"/>
                  </a:lnTo>
                  <a:lnTo>
                    <a:pt x="0" y="169648"/>
                  </a:lnTo>
                  <a:lnTo>
                    <a:pt x="166" y="174941"/>
                  </a:lnTo>
                  <a:lnTo>
                    <a:pt x="500" y="180226"/>
                  </a:lnTo>
                  <a:lnTo>
                    <a:pt x="1002" y="185498"/>
                  </a:lnTo>
                  <a:lnTo>
                    <a:pt x="1670" y="190752"/>
                  </a:lnTo>
                  <a:lnTo>
                    <a:pt x="2504" y="195981"/>
                  </a:lnTo>
                  <a:lnTo>
                    <a:pt x="3504" y="201182"/>
                  </a:lnTo>
                  <a:lnTo>
                    <a:pt x="4667" y="206348"/>
                  </a:lnTo>
                  <a:lnTo>
                    <a:pt x="5994" y="211475"/>
                  </a:lnTo>
                  <a:lnTo>
                    <a:pt x="7483" y="216557"/>
                  </a:lnTo>
                  <a:lnTo>
                    <a:pt x="9132" y="221590"/>
                  </a:lnTo>
                  <a:lnTo>
                    <a:pt x="10939" y="226568"/>
                  </a:lnTo>
                  <a:lnTo>
                    <a:pt x="12903" y="231486"/>
                  </a:lnTo>
                  <a:lnTo>
                    <a:pt x="15022" y="236339"/>
                  </a:lnTo>
                  <a:lnTo>
                    <a:pt x="17293" y="241123"/>
                  </a:lnTo>
                  <a:lnTo>
                    <a:pt x="19715" y="245832"/>
                  </a:lnTo>
                  <a:lnTo>
                    <a:pt x="22285" y="250463"/>
                  </a:lnTo>
                  <a:lnTo>
                    <a:pt x="25001" y="255009"/>
                  </a:lnTo>
                  <a:lnTo>
                    <a:pt x="27858" y="259468"/>
                  </a:lnTo>
                  <a:lnTo>
                    <a:pt x="30856" y="263833"/>
                  </a:lnTo>
                  <a:lnTo>
                    <a:pt x="33991" y="268102"/>
                  </a:lnTo>
                  <a:lnTo>
                    <a:pt x="37259" y="272269"/>
                  </a:lnTo>
                  <a:lnTo>
                    <a:pt x="40657" y="276330"/>
                  </a:lnTo>
                  <a:lnTo>
                    <a:pt x="44183" y="280282"/>
                  </a:lnTo>
                  <a:lnTo>
                    <a:pt x="47832" y="284120"/>
                  </a:lnTo>
                  <a:lnTo>
                    <a:pt x="51600" y="287841"/>
                  </a:lnTo>
                  <a:lnTo>
                    <a:pt x="55485" y="291440"/>
                  </a:lnTo>
                  <a:lnTo>
                    <a:pt x="59481" y="294915"/>
                  </a:lnTo>
                  <a:lnTo>
                    <a:pt x="63586" y="298261"/>
                  </a:lnTo>
                  <a:lnTo>
                    <a:pt x="67794" y="301475"/>
                  </a:lnTo>
                  <a:lnTo>
                    <a:pt x="72103" y="304555"/>
                  </a:lnTo>
                  <a:lnTo>
                    <a:pt x="76506" y="307496"/>
                  </a:lnTo>
                  <a:lnTo>
                    <a:pt x="81001" y="310297"/>
                  </a:lnTo>
                  <a:lnTo>
                    <a:pt x="85582" y="312954"/>
                  </a:lnTo>
                  <a:lnTo>
                    <a:pt x="90245" y="315464"/>
                  </a:lnTo>
                  <a:lnTo>
                    <a:pt x="94985" y="317825"/>
                  </a:lnTo>
                  <a:lnTo>
                    <a:pt x="99798" y="320035"/>
                  </a:lnTo>
                  <a:lnTo>
                    <a:pt x="104678" y="322092"/>
                  </a:lnTo>
                  <a:lnTo>
                    <a:pt x="109621" y="323993"/>
                  </a:lnTo>
                  <a:lnTo>
                    <a:pt x="114621" y="325736"/>
                  </a:lnTo>
                  <a:lnTo>
                    <a:pt x="119674" y="327320"/>
                  </a:lnTo>
                  <a:lnTo>
                    <a:pt x="124775" y="328744"/>
                  </a:lnTo>
                  <a:lnTo>
                    <a:pt x="129919" y="330005"/>
                  </a:lnTo>
                  <a:lnTo>
                    <a:pt x="135100" y="331102"/>
                  </a:lnTo>
                  <a:lnTo>
                    <a:pt x="140313" y="332035"/>
                  </a:lnTo>
                  <a:lnTo>
                    <a:pt x="145552" y="332802"/>
                  </a:lnTo>
                  <a:lnTo>
                    <a:pt x="150814" y="333403"/>
                  </a:lnTo>
                  <a:lnTo>
                    <a:pt x="156092" y="333837"/>
                  </a:lnTo>
                  <a:lnTo>
                    <a:pt x="161381" y="334103"/>
                  </a:lnTo>
                  <a:lnTo>
                    <a:pt x="166676" y="334202"/>
                  </a:lnTo>
                  <a:lnTo>
                    <a:pt x="171971" y="334133"/>
                  </a:lnTo>
                  <a:lnTo>
                    <a:pt x="177261" y="333896"/>
                  </a:lnTo>
                  <a:lnTo>
                    <a:pt x="182542" y="333492"/>
                  </a:lnTo>
                  <a:lnTo>
                    <a:pt x="187807" y="332921"/>
                  </a:lnTo>
                  <a:lnTo>
                    <a:pt x="193051" y="332183"/>
                  </a:lnTo>
                  <a:lnTo>
                    <a:pt x="198269" y="331280"/>
                  </a:lnTo>
                  <a:lnTo>
                    <a:pt x="203456" y="330212"/>
                  </a:lnTo>
                  <a:lnTo>
                    <a:pt x="208606" y="328980"/>
                  </a:lnTo>
                  <a:lnTo>
                    <a:pt x="213715" y="327585"/>
                  </a:lnTo>
                  <a:lnTo>
                    <a:pt x="218777" y="326030"/>
                  </a:lnTo>
                  <a:lnTo>
                    <a:pt x="223787" y="324314"/>
                  </a:lnTo>
                  <a:lnTo>
                    <a:pt x="228741" y="322441"/>
                  </a:lnTo>
                  <a:lnTo>
                    <a:pt x="233632" y="320412"/>
                  </a:lnTo>
                  <a:lnTo>
                    <a:pt x="238457" y="318229"/>
                  </a:lnTo>
                  <a:lnTo>
                    <a:pt x="243211" y="315895"/>
                  </a:lnTo>
                  <a:lnTo>
                    <a:pt x="247888" y="313411"/>
                  </a:lnTo>
                  <a:lnTo>
                    <a:pt x="252484" y="310780"/>
                  </a:lnTo>
                  <a:lnTo>
                    <a:pt x="256994" y="308005"/>
                  </a:lnTo>
                  <a:lnTo>
                    <a:pt x="261414" y="305088"/>
                  </a:lnTo>
                  <a:lnTo>
                    <a:pt x="265740" y="302033"/>
                  </a:lnTo>
                  <a:lnTo>
                    <a:pt x="269966" y="298842"/>
                  </a:lnTo>
                  <a:lnTo>
                    <a:pt x="274090" y="295519"/>
                  </a:lnTo>
                  <a:lnTo>
                    <a:pt x="278106" y="292067"/>
                  </a:lnTo>
                  <a:lnTo>
                    <a:pt x="282011" y="288490"/>
                  </a:lnTo>
                  <a:lnTo>
                    <a:pt x="285800" y="284790"/>
                  </a:lnTo>
                  <a:lnTo>
                    <a:pt x="289470" y="280973"/>
                  </a:lnTo>
                  <a:lnTo>
                    <a:pt x="293018" y="277041"/>
                  </a:lnTo>
                  <a:lnTo>
                    <a:pt x="296439" y="272999"/>
                  </a:lnTo>
                  <a:lnTo>
                    <a:pt x="299731" y="268850"/>
                  </a:lnTo>
                  <a:lnTo>
                    <a:pt x="302889" y="264600"/>
                  </a:lnTo>
                  <a:lnTo>
                    <a:pt x="305912" y="260251"/>
                  </a:lnTo>
                  <a:lnTo>
                    <a:pt x="308795" y="255809"/>
                  </a:lnTo>
                  <a:lnTo>
                    <a:pt x="311536" y="251277"/>
                  </a:lnTo>
                  <a:lnTo>
                    <a:pt x="314132" y="246662"/>
                  </a:lnTo>
                  <a:lnTo>
                    <a:pt x="316580" y="241966"/>
                  </a:lnTo>
                  <a:lnTo>
                    <a:pt x="318878" y="237195"/>
                  </a:lnTo>
                  <a:lnTo>
                    <a:pt x="321025" y="232354"/>
                  </a:lnTo>
                  <a:lnTo>
                    <a:pt x="323016" y="227447"/>
                  </a:lnTo>
                  <a:lnTo>
                    <a:pt x="324852" y="222479"/>
                  </a:lnTo>
                  <a:lnTo>
                    <a:pt x="326529" y="217456"/>
                  </a:lnTo>
                  <a:lnTo>
                    <a:pt x="328046" y="212382"/>
                  </a:lnTo>
                  <a:lnTo>
                    <a:pt x="329402" y="207263"/>
                  </a:lnTo>
                  <a:lnTo>
                    <a:pt x="330594" y="202103"/>
                  </a:lnTo>
                  <a:lnTo>
                    <a:pt x="331623" y="196908"/>
                  </a:lnTo>
                  <a:lnTo>
                    <a:pt x="332487" y="191683"/>
                  </a:lnTo>
                  <a:lnTo>
                    <a:pt x="333185" y="186434"/>
                  </a:lnTo>
                  <a:lnTo>
                    <a:pt x="333716" y="181165"/>
                  </a:lnTo>
                  <a:lnTo>
                    <a:pt x="334080" y="175882"/>
                  </a:lnTo>
                  <a:lnTo>
                    <a:pt x="334276" y="170590"/>
                  </a:lnTo>
                  <a:lnTo>
                    <a:pt x="334305" y="165294"/>
                  </a:lnTo>
                  <a:lnTo>
                    <a:pt x="334166" y="160000"/>
                  </a:lnTo>
                  <a:lnTo>
                    <a:pt x="333859" y="154713"/>
                  </a:lnTo>
                  <a:lnTo>
                    <a:pt x="333385" y="149439"/>
                  </a:lnTo>
                  <a:lnTo>
                    <a:pt x="332744" y="144182"/>
                  </a:lnTo>
                  <a:lnTo>
                    <a:pt x="331937" y="138948"/>
                  </a:lnTo>
                  <a:lnTo>
                    <a:pt x="330965" y="133742"/>
                  </a:lnTo>
                  <a:lnTo>
                    <a:pt x="329828" y="128570"/>
                  </a:lnTo>
                  <a:lnTo>
                    <a:pt x="328528" y="123436"/>
                  </a:lnTo>
                  <a:lnTo>
                    <a:pt x="327066" y="118346"/>
                  </a:lnTo>
                  <a:lnTo>
                    <a:pt x="325444" y="113305"/>
                  </a:lnTo>
                  <a:lnTo>
                    <a:pt x="323663" y="108318"/>
                  </a:lnTo>
                  <a:lnTo>
                    <a:pt x="321724" y="103390"/>
                  </a:lnTo>
                  <a:lnTo>
                    <a:pt x="319631" y="98525"/>
                  </a:lnTo>
                  <a:lnTo>
                    <a:pt x="317384" y="93730"/>
                  </a:lnTo>
                  <a:lnTo>
                    <a:pt x="314987" y="89008"/>
                  </a:lnTo>
                  <a:lnTo>
                    <a:pt x="312441" y="84364"/>
                  </a:lnTo>
                  <a:lnTo>
                    <a:pt x="309749" y="79803"/>
                  </a:lnTo>
                  <a:lnTo>
                    <a:pt x="306915" y="75330"/>
                  </a:lnTo>
                  <a:lnTo>
                    <a:pt x="303940" y="70949"/>
                  </a:lnTo>
                  <a:lnTo>
                    <a:pt x="300828" y="66664"/>
                  </a:lnTo>
                  <a:lnTo>
                    <a:pt x="297581" y="62480"/>
                  </a:lnTo>
                  <a:lnTo>
                    <a:pt x="294204" y="58401"/>
                  </a:lnTo>
                  <a:lnTo>
                    <a:pt x="290699" y="54431"/>
                  </a:lnTo>
                  <a:lnTo>
                    <a:pt x="287070" y="50574"/>
                  </a:lnTo>
                  <a:lnTo>
                    <a:pt x="283321" y="46834"/>
                  </a:lnTo>
                  <a:lnTo>
                    <a:pt x="279456" y="43214"/>
                  </a:lnTo>
                  <a:lnTo>
                    <a:pt x="275477" y="39719"/>
                  </a:lnTo>
                  <a:lnTo>
                    <a:pt x="271390" y="36351"/>
                  </a:lnTo>
                  <a:lnTo>
                    <a:pt x="267198" y="33115"/>
                  </a:lnTo>
                  <a:lnTo>
                    <a:pt x="262906" y="30013"/>
                  </a:lnTo>
                  <a:lnTo>
                    <a:pt x="258518" y="27049"/>
                  </a:lnTo>
                  <a:lnTo>
                    <a:pt x="254038" y="24225"/>
                  </a:lnTo>
                  <a:lnTo>
                    <a:pt x="249471" y="21544"/>
                  </a:lnTo>
                  <a:lnTo>
                    <a:pt x="244821" y="19009"/>
                  </a:lnTo>
                  <a:lnTo>
                    <a:pt x="240093" y="16623"/>
                  </a:lnTo>
                  <a:lnTo>
                    <a:pt x="235292" y="14388"/>
                  </a:lnTo>
                  <a:lnTo>
                    <a:pt x="230423" y="12306"/>
                  </a:lnTo>
                  <a:lnTo>
                    <a:pt x="225490" y="10380"/>
                  </a:lnTo>
                  <a:lnTo>
                    <a:pt x="220499" y="8610"/>
                  </a:lnTo>
                  <a:lnTo>
                    <a:pt x="215454" y="7000"/>
                  </a:lnTo>
                  <a:lnTo>
                    <a:pt x="210360" y="5550"/>
                  </a:lnTo>
                  <a:lnTo>
                    <a:pt x="205224" y="4262"/>
                  </a:lnTo>
                  <a:lnTo>
                    <a:pt x="200049" y="3138"/>
                  </a:lnTo>
                  <a:lnTo>
                    <a:pt x="194841" y="2178"/>
                  </a:lnTo>
                  <a:lnTo>
                    <a:pt x="189605" y="1383"/>
                  </a:lnTo>
                  <a:lnTo>
                    <a:pt x="184347" y="755"/>
                  </a:lnTo>
                  <a:lnTo>
                    <a:pt x="179071" y="294"/>
                  </a:lnTo>
                  <a:lnTo>
                    <a:pt x="173783" y="0"/>
                  </a:lnTo>
                  <a:lnTo>
                    <a:pt x="167147" y="16703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923495" y="3685283"/>
              <a:ext cx="6636" cy="167167"/>
            </a:xfrm>
            <a:custGeom>
              <a:avLst/>
              <a:pathLst>
                <a:path w="6636" h="167167">
                  <a:moveTo>
                    <a:pt x="6636" y="13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tx820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6727739" y="2753836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6555392" y="2266703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6285813" y="1833590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5876387" y="1482170"/>
              <a:ext cx="412905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AMP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5410870" y="1222972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4982243" y="1069969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4410874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3904837" y="1135613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3412078" y="1335172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3043228" y="1650504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2661773" y="2041851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2455187" y="2505106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2335480" y="3009529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2324783" y="3527924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2449885" y="4032347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2688283" y="4495602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3048437" y="4898484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3449192" y="5208048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3936509" y="5413374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4431989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41" name="tx841"/>
            <p:cNvSpPr/>
            <p:nvPr/>
          </p:nvSpPr>
          <p:spPr>
            <a:xfrm>
              <a:off x="4987452" y="5467484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42" name="tx842"/>
            <p:cNvSpPr/>
            <p:nvPr/>
          </p:nvSpPr>
          <p:spPr>
            <a:xfrm>
              <a:off x="5447984" y="5320248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43" name="tx843"/>
            <p:cNvSpPr/>
            <p:nvPr/>
          </p:nvSpPr>
          <p:spPr>
            <a:xfrm>
              <a:off x="5881736" y="5059608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44" name="tx844"/>
            <p:cNvSpPr/>
            <p:nvPr/>
          </p:nvSpPr>
          <p:spPr>
            <a:xfrm>
              <a:off x="6280604" y="4703863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45" name="tx845"/>
            <p:cNvSpPr/>
            <p:nvPr/>
          </p:nvSpPr>
          <p:spPr>
            <a:xfrm>
              <a:off x="6550137" y="4272006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6" name="tx846"/>
            <p:cNvSpPr/>
            <p:nvPr/>
          </p:nvSpPr>
          <p:spPr>
            <a:xfrm>
              <a:off x="6743552" y="3783478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2025-06-26T11:28:13Z</dcterms:modified>
  <cp:category/>
</cp:coreProperties>
</file>