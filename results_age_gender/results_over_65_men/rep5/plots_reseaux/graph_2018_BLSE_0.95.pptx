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2415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186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284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415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415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3066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60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60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07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3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65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99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60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92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13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41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49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78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41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41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65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07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62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65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41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36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59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41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50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92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41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62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37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41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69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37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41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06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72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21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06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651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3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171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65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51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65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172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14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51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185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14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186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84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43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41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06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60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84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43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178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60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07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3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186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84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92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13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41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186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284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49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78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415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186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84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178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41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65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207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36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59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186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84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41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42538" y="3170392"/>
              <a:ext cx="41240" cy="167167"/>
            </a:xfrm>
            <a:custGeom>
              <a:avLst/>
              <a:pathLst>
                <a:path w="41240" h="167167">
                  <a:moveTo>
                    <a:pt x="41240" y="0"/>
                  </a:moveTo>
                  <a:lnTo>
                    <a:pt x="34297" y="144"/>
                  </a:lnTo>
                  <a:lnTo>
                    <a:pt x="27366" y="576"/>
                  </a:lnTo>
                  <a:lnTo>
                    <a:pt x="20458" y="1296"/>
                  </a:lnTo>
                  <a:lnTo>
                    <a:pt x="13587" y="2303"/>
                  </a:lnTo>
                  <a:lnTo>
                    <a:pt x="6764" y="3593"/>
                  </a:lnTo>
                  <a:lnTo>
                    <a:pt x="0" y="5166"/>
                  </a:lnTo>
                  <a:lnTo>
                    <a:pt x="4124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942538" y="3175559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816614" y="3171151"/>
              <a:ext cx="334325" cy="333560"/>
            </a:xfrm>
            <a:custGeom>
              <a:avLst/>
              <a:pathLst>
                <a:path w="334325" h="333560">
                  <a:moveTo>
                    <a:pt x="125924" y="4408"/>
                  </a:moveTo>
                  <a:lnTo>
                    <a:pt x="120828" y="5791"/>
                  </a:lnTo>
                  <a:lnTo>
                    <a:pt x="115779" y="7335"/>
                  </a:lnTo>
                  <a:lnTo>
                    <a:pt x="110780" y="9037"/>
                  </a:lnTo>
                  <a:lnTo>
                    <a:pt x="105838" y="10896"/>
                  </a:lnTo>
                  <a:lnTo>
                    <a:pt x="100957" y="12911"/>
                  </a:lnTo>
                  <a:lnTo>
                    <a:pt x="96142" y="15078"/>
                  </a:lnTo>
                  <a:lnTo>
                    <a:pt x="91398" y="17397"/>
                  </a:lnTo>
                  <a:lnTo>
                    <a:pt x="86730" y="19864"/>
                  </a:lnTo>
                  <a:lnTo>
                    <a:pt x="82142" y="22478"/>
                  </a:lnTo>
                  <a:lnTo>
                    <a:pt x="77638" y="25235"/>
                  </a:lnTo>
                  <a:lnTo>
                    <a:pt x="73224" y="28133"/>
                  </a:lnTo>
                  <a:lnTo>
                    <a:pt x="68904" y="31168"/>
                  </a:lnTo>
                  <a:lnTo>
                    <a:pt x="64682" y="34339"/>
                  </a:lnTo>
                  <a:lnTo>
                    <a:pt x="60562" y="37642"/>
                  </a:lnTo>
                  <a:lnTo>
                    <a:pt x="56548" y="41073"/>
                  </a:lnTo>
                  <a:lnTo>
                    <a:pt x="52645" y="44629"/>
                  </a:lnTo>
                  <a:lnTo>
                    <a:pt x="48856" y="48307"/>
                  </a:lnTo>
                  <a:lnTo>
                    <a:pt x="45185" y="52102"/>
                  </a:lnTo>
                  <a:lnTo>
                    <a:pt x="41636" y="56012"/>
                  </a:lnTo>
                  <a:lnTo>
                    <a:pt x="38211" y="60031"/>
                  </a:lnTo>
                  <a:lnTo>
                    <a:pt x="34916" y="64157"/>
                  </a:lnTo>
                  <a:lnTo>
                    <a:pt x="31753" y="68385"/>
                  </a:lnTo>
                  <a:lnTo>
                    <a:pt x="28724" y="72711"/>
                  </a:lnTo>
                  <a:lnTo>
                    <a:pt x="25834" y="77130"/>
                  </a:lnTo>
                  <a:lnTo>
                    <a:pt x="23085" y="81638"/>
                  </a:lnTo>
                  <a:lnTo>
                    <a:pt x="20480" y="86231"/>
                  </a:lnTo>
                  <a:lnTo>
                    <a:pt x="18021" y="90903"/>
                  </a:lnTo>
                  <a:lnTo>
                    <a:pt x="15710" y="95652"/>
                  </a:lnTo>
                  <a:lnTo>
                    <a:pt x="13551" y="100470"/>
                  </a:lnTo>
                  <a:lnTo>
                    <a:pt x="11545" y="105355"/>
                  </a:lnTo>
                  <a:lnTo>
                    <a:pt x="9695" y="110300"/>
                  </a:lnTo>
                  <a:lnTo>
                    <a:pt x="8001" y="115302"/>
                  </a:lnTo>
                  <a:lnTo>
                    <a:pt x="6466" y="120354"/>
                  </a:lnTo>
                  <a:lnTo>
                    <a:pt x="5092" y="125452"/>
                  </a:lnTo>
                  <a:lnTo>
                    <a:pt x="3879" y="130591"/>
                  </a:lnTo>
                  <a:lnTo>
                    <a:pt x="2830" y="135766"/>
                  </a:lnTo>
                  <a:lnTo>
                    <a:pt x="1944" y="140972"/>
                  </a:lnTo>
                  <a:lnTo>
                    <a:pt x="1223" y="146203"/>
                  </a:lnTo>
                  <a:lnTo>
                    <a:pt x="667" y="151454"/>
                  </a:lnTo>
                  <a:lnTo>
                    <a:pt x="278" y="156720"/>
                  </a:lnTo>
                  <a:lnTo>
                    <a:pt x="56" y="161995"/>
                  </a:lnTo>
                  <a:lnTo>
                    <a:pt x="0" y="167275"/>
                  </a:lnTo>
                  <a:lnTo>
                    <a:pt x="110" y="172554"/>
                  </a:lnTo>
                  <a:lnTo>
                    <a:pt x="388" y="177827"/>
                  </a:lnTo>
                  <a:lnTo>
                    <a:pt x="832" y="183089"/>
                  </a:lnTo>
                  <a:lnTo>
                    <a:pt x="1441" y="188334"/>
                  </a:lnTo>
                  <a:lnTo>
                    <a:pt x="2217" y="193557"/>
                  </a:lnTo>
                  <a:lnTo>
                    <a:pt x="3156" y="198753"/>
                  </a:lnTo>
                  <a:lnTo>
                    <a:pt x="4260" y="203917"/>
                  </a:lnTo>
                  <a:lnTo>
                    <a:pt x="5526" y="209043"/>
                  </a:lnTo>
                  <a:lnTo>
                    <a:pt x="6953" y="214127"/>
                  </a:lnTo>
                  <a:lnTo>
                    <a:pt x="8540" y="219163"/>
                  </a:lnTo>
                  <a:lnTo>
                    <a:pt x="10285" y="224147"/>
                  </a:lnTo>
                  <a:lnTo>
                    <a:pt x="12187" y="229073"/>
                  </a:lnTo>
                  <a:lnTo>
                    <a:pt x="14243" y="233936"/>
                  </a:lnTo>
                  <a:lnTo>
                    <a:pt x="16452" y="238732"/>
                  </a:lnTo>
                  <a:lnTo>
                    <a:pt x="18812" y="243456"/>
                  </a:lnTo>
                  <a:lnTo>
                    <a:pt x="21319" y="248103"/>
                  </a:lnTo>
                  <a:lnTo>
                    <a:pt x="23972" y="252669"/>
                  </a:lnTo>
                  <a:lnTo>
                    <a:pt x="26768" y="257148"/>
                  </a:lnTo>
                  <a:lnTo>
                    <a:pt x="29704" y="261537"/>
                  </a:lnTo>
                  <a:lnTo>
                    <a:pt x="32777" y="265831"/>
                  </a:lnTo>
                  <a:lnTo>
                    <a:pt x="35984" y="270026"/>
                  </a:lnTo>
                  <a:lnTo>
                    <a:pt x="39322" y="274117"/>
                  </a:lnTo>
                  <a:lnTo>
                    <a:pt x="42787" y="278101"/>
                  </a:lnTo>
                  <a:lnTo>
                    <a:pt x="46377" y="281973"/>
                  </a:lnTo>
                  <a:lnTo>
                    <a:pt x="50087" y="285731"/>
                  </a:lnTo>
                  <a:lnTo>
                    <a:pt x="53914" y="289369"/>
                  </a:lnTo>
                  <a:lnTo>
                    <a:pt x="57854" y="292884"/>
                  </a:lnTo>
                  <a:lnTo>
                    <a:pt x="61903" y="296273"/>
                  </a:lnTo>
                  <a:lnTo>
                    <a:pt x="66057" y="299533"/>
                  </a:lnTo>
                  <a:lnTo>
                    <a:pt x="70312" y="302660"/>
                  </a:lnTo>
                  <a:lnTo>
                    <a:pt x="74664" y="305651"/>
                  </a:lnTo>
                  <a:lnTo>
                    <a:pt x="79108" y="308503"/>
                  </a:lnTo>
                  <a:lnTo>
                    <a:pt x="83639" y="311213"/>
                  </a:lnTo>
                  <a:lnTo>
                    <a:pt x="88254" y="313779"/>
                  </a:lnTo>
                  <a:lnTo>
                    <a:pt x="92948" y="316198"/>
                  </a:lnTo>
                  <a:lnTo>
                    <a:pt x="97716" y="318467"/>
                  </a:lnTo>
                  <a:lnTo>
                    <a:pt x="102553" y="320584"/>
                  </a:lnTo>
                  <a:lnTo>
                    <a:pt x="107455" y="322548"/>
                  </a:lnTo>
                  <a:lnTo>
                    <a:pt x="112416" y="324356"/>
                  </a:lnTo>
                  <a:lnTo>
                    <a:pt x="117432" y="326006"/>
                  </a:lnTo>
                  <a:lnTo>
                    <a:pt x="122497" y="327498"/>
                  </a:lnTo>
                  <a:lnTo>
                    <a:pt x="127607" y="328828"/>
                  </a:lnTo>
                  <a:lnTo>
                    <a:pt x="132756" y="329996"/>
                  </a:lnTo>
                  <a:lnTo>
                    <a:pt x="137940" y="331001"/>
                  </a:lnTo>
                  <a:lnTo>
                    <a:pt x="143153" y="331842"/>
                  </a:lnTo>
                  <a:lnTo>
                    <a:pt x="148390" y="332518"/>
                  </a:lnTo>
                  <a:lnTo>
                    <a:pt x="153646" y="333028"/>
                  </a:lnTo>
                  <a:lnTo>
                    <a:pt x="158915" y="333372"/>
                  </a:lnTo>
                  <a:lnTo>
                    <a:pt x="164192" y="333549"/>
                  </a:lnTo>
                  <a:lnTo>
                    <a:pt x="169472" y="333560"/>
                  </a:lnTo>
                  <a:lnTo>
                    <a:pt x="174750" y="333403"/>
                  </a:lnTo>
                  <a:lnTo>
                    <a:pt x="180021" y="333081"/>
                  </a:lnTo>
                  <a:lnTo>
                    <a:pt x="185278" y="332591"/>
                  </a:lnTo>
                  <a:lnTo>
                    <a:pt x="190518" y="331936"/>
                  </a:lnTo>
                  <a:lnTo>
                    <a:pt x="195734" y="331116"/>
                  </a:lnTo>
                  <a:lnTo>
                    <a:pt x="200922" y="330132"/>
                  </a:lnTo>
                  <a:lnTo>
                    <a:pt x="206076" y="328984"/>
                  </a:lnTo>
                  <a:lnTo>
                    <a:pt x="211191" y="327674"/>
                  </a:lnTo>
                  <a:lnTo>
                    <a:pt x="216263" y="326203"/>
                  </a:lnTo>
                  <a:lnTo>
                    <a:pt x="221285" y="324573"/>
                  </a:lnTo>
                  <a:lnTo>
                    <a:pt x="226253" y="322784"/>
                  </a:lnTo>
                  <a:lnTo>
                    <a:pt x="231163" y="320840"/>
                  </a:lnTo>
                  <a:lnTo>
                    <a:pt x="236008" y="318742"/>
                  </a:lnTo>
                  <a:lnTo>
                    <a:pt x="240785" y="316492"/>
                  </a:lnTo>
                  <a:lnTo>
                    <a:pt x="245488" y="314092"/>
                  </a:lnTo>
                  <a:lnTo>
                    <a:pt x="250113" y="311544"/>
                  </a:lnTo>
                  <a:lnTo>
                    <a:pt x="254656" y="308852"/>
                  </a:lnTo>
                  <a:lnTo>
                    <a:pt x="259111" y="306018"/>
                  </a:lnTo>
                  <a:lnTo>
                    <a:pt x="263474" y="303044"/>
                  </a:lnTo>
                  <a:lnTo>
                    <a:pt x="267742" y="299934"/>
                  </a:lnTo>
                  <a:lnTo>
                    <a:pt x="271909" y="296691"/>
                  </a:lnTo>
                  <a:lnTo>
                    <a:pt x="275971" y="293318"/>
                  </a:lnTo>
                  <a:lnTo>
                    <a:pt x="279925" y="289818"/>
                  </a:lnTo>
                  <a:lnTo>
                    <a:pt x="283767" y="286195"/>
                  </a:lnTo>
                  <a:lnTo>
                    <a:pt x="287492" y="282453"/>
                  </a:lnTo>
                  <a:lnTo>
                    <a:pt x="291097" y="278595"/>
                  </a:lnTo>
                  <a:lnTo>
                    <a:pt x="294578" y="274625"/>
                  </a:lnTo>
                  <a:lnTo>
                    <a:pt x="297932" y="270547"/>
                  </a:lnTo>
                  <a:lnTo>
                    <a:pt x="301156" y="266365"/>
                  </a:lnTo>
                  <a:lnTo>
                    <a:pt x="304246" y="262083"/>
                  </a:lnTo>
                  <a:lnTo>
                    <a:pt x="307199" y="257706"/>
                  </a:lnTo>
                  <a:lnTo>
                    <a:pt x="310013" y="253237"/>
                  </a:lnTo>
                  <a:lnTo>
                    <a:pt x="312684" y="248683"/>
                  </a:lnTo>
                  <a:lnTo>
                    <a:pt x="315210" y="244046"/>
                  </a:lnTo>
                  <a:lnTo>
                    <a:pt x="317588" y="239331"/>
                  </a:lnTo>
                  <a:lnTo>
                    <a:pt x="319816" y="234544"/>
                  </a:lnTo>
                  <a:lnTo>
                    <a:pt x="321892" y="229689"/>
                  </a:lnTo>
                  <a:lnTo>
                    <a:pt x="323813" y="224770"/>
                  </a:lnTo>
                  <a:lnTo>
                    <a:pt x="325579" y="219794"/>
                  </a:lnTo>
                  <a:lnTo>
                    <a:pt x="327186" y="214764"/>
                  </a:lnTo>
                  <a:lnTo>
                    <a:pt x="328633" y="209686"/>
                  </a:lnTo>
                  <a:lnTo>
                    <a:pt x="329919" y="204565"/>
                  </a:lnTo>
                  <a:lnTo>
                    <a:pt x="331043" y="199405"/>
                  </a:lnTo>
                  <a:lnTo>
                    <a:pt x="332004" y="194213"/>
                  </a:lnTo>
                  <a:lnTo>
                    <a:pt x="332799" y="188993"/>
                  </a:lnTo>
                  <a:lnTo>
                    <a:pt x="333430" y="183751"/>
                  </a:lnTo>
                  <a:lnTo>
                    <a:pt x="333895" y="178491"/>
                  </a:lnTo>
                  <a:lnTo>
                    <a:pt x="334193" y="173219"/>
                  </a:lnTo>
                  <a:lnTo>
                    <a:pt x="334325" y="167940"/>
                  </a:lnTo>
                  <a:lnTo>
                    <a:pt x="334290" y="162660"/>
                  </a:lnTo>
                  <a:lnTo>
                    <a:pt x="334088" y="157384"/>
                  </a:lnTo>
                  <a:lnTo>
                    <a:pt x="333720" y="152116"/>
                  </a:lnTo>
                  <a:lnTo>
                    <a:pt x="333186" y="146863"/>
                  </a:lnTo>
                  <a:lnTo>
                    <a:pt x="332485" y="141629"/>
                  </a:lnTo>
                  <a:lnTo>
                    <a:pt x="331620" y="136420"/>
                  </a:lnTo>
                  <a:lnTo>
                    <a:pt x="330591" y="131241"/>
                  </a:lnTo>
                  <a:lnTo>
                    <a:pt x="329399" y="126097"/>
                  </a:lnTo>
                  <a:lnTo>
                    <a:pt x="328045" y="120993"/>
                  </a:lnTo>
                  <a:lnTo>
                    <a:pt x="326530" y="115935"/>
                  </a:lnTo>
                  <a:lnTo>
                    <a:pt x="324857" y="110927"/>
                  </a:lnTo>
                  <a:lnTo>
                    <a:pt x="323026" y="105974"/>
                  </a:lnTo>
                  <a:lnTo>
                    <a:pt x="321039" y="101082"/>
                  </a:lnTo>
                  <a:lnTo>
                    <a:pt x="318899" y="96255"/>
                  </a:lnTo>
                  <a:lnTo>
                    <a:pt x="316608" y="91497"/>
                  </a:lnTo>
                  <a:lnTo>
                    <a:pt x="314168" y="86815"/>
                  </a:lnTo>
                  <a:lnTo>
                    <a:pt x="311580" y="82212"/>
                  </a:lnTo>
                  <a:lnTo>
                    <a:pt x="308849" y="77693"/>
                  </a:lnTo>
                  <a:lnTo>
                    <a:pt x="305977" y="73262"/>
                  </a:lnTo>
                  <a:lnTo>
                    <a:pt x="302966" y="68924"/>
                  </a:lnTo>
                  <a:lnTo>
                    <a:pt x="299819" y="64684"/>
                  </a:lnTo>
                  <a:lnTo>
                    <a:pt x="296540" y="60545"/>
                  </a:lnTo>
                  <a:lnTo>
                    <a:pt x="293132" y="56512"/>
                  </a:lnTo>
                  <a:lnTo>
                    <a:pt x="289598" y="52588"/>
                  </a:lnTo>
                  <a:lnTo>
                    <a:pt x="285942" y="48778"/>
                  </a:lnTo>
                  <a:lnTo>
                    <a:pt x="282168" y="45086"/>
                  </a:lnTo>
                  <a:lnTo>
                    <a:pt x="278279" y="41514"/>
                  </a:lnTo>
                  <a:lnTo>
                    <a:pt x="274279" y="38067"/>
                  </a:lnTo>
                  <a:lnTo>
                    <a:pt x="270172" y="34748"/>
                  </a:lnTo>
                  <a:lnTo>
                    <a:pt x="265963" y="31560"/>
                  </a:lnTo>
                  <a:lnTo>
                    <a:pt x="261654" y="28507"/>
                  </a:lnTo>
                  <a:lnTo>
                    <a:pt x="257252" y="25592"/>
                  </a:lnTo>
                  <a:lnTo>
                    <a:pt x="252760" y="22817"/>
                  </a:lnTo>
                  <a:lnTo>
                    <a:pt x="248182" y="20185"/>
                  </a:lnTo>
                  <a:lnTo>
                    <a:pt x="243523" y="17699"/>
                  </a:lnTo>
                  <a:lnTo>
                    <a:pt x="238788" y="15362"/>
                  </a:lnTo>
                  <a:lnTo>
                    <a:pt x="233982" y="13175"/>
                  </a:lnTo>
                  <a:lnTo>
                    <a:pt x="229109" y="11141"/>
                  </a:lnTo>
                  <a:lnTo>
                    <a:pt x="224175" y="9262"/>
                  </a:lnTo>
                  <a:lnTo>
                    <a:pt x="219183" y="7540"/>
                  </a:lnTo>
                  <a:lnTo>
                    <a:pt x="214140" y="5977"/>
                  </a:lnTo>
                  <a:lnTo>
                    <a:pt x="209049" y="4573"/>
                  </a:lnTo>
                  <a:lnTo>
                    <a:pt x="203917" y="3331"/>
                  </a:lnTo>
                  <a:lnTo>
                    <a:pt x="198748" y="2251"/>
                  </a:lnTo>
                  <a:lnTo>
                    <a:pt x="193548" y="1336"/>
                  </a:lnTo>
                  <a:lnTo>
                    <a:pt x="188321" y="585"/>
                  </a:lnTo>
                  <a:lnTo>
                    <a:pt x="183073" y="0"/>
                  </a:lnTo>
                  <a:lnTo>
                    <a:pt x="167165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983779" y="3170392"/>
              <a:ext cx="15908" cy="167167"/>
            </a:xfrm>
            <a:custGeom>
              <a:avLst/>
              <a:pathLst>
                <a:path w="15908" h="167167">
                  <a:moveTo>
                    <a:pt x="15908" y="758"/>
                  </a:moveTo>
                  <a:lnTo>
                    <a:pt x="7963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1848" y="2633064"/>
              <a:ext cx="167162" cy="187644"/>
            </a:xfrm>
            <a:custGeom>
              <a:avLst/>
              <a:pathLst>
                <a:path w="167162" h="187644">
                  <a:moveTo>
                    <a:pt x="167162" y="0"/>
                  </a:moveTo>
                  <a:lnTo>
                    <a:pt x="161719" y="88"/>
                  </a:lnTo>
                  <a:lnTo>
                    <a:pt x="156281" y="354"/>
                  </a:lnTo>
                  <a:lnTo>
                    <a:pt x="150855" y="797"/>
                  </a:lnTo>
                  <a:lnTo>
                    <a:pt x="145446" y="1416"/>
                  </a:lnTo>
                  <a:lnTo>
                    <a:pt x="140060" y="2211"/>
                  </a:lnTo>
                  <a:lnTo>
                    <a:pt x="134703" y="3181"/>
                  </a:lnTo>
                  <a:lnTo>
                    <a:pt x="129380" y="4325"/>
                  </a:lnTo>
                  <a:lnTo>
                    <a:pt x="124097" y="5642"/>
                  </a:lnTo>
                  <a:lnTo>
                    <a:pt x="118860" y="7130"/>
                  </a:lnTo>
                  <a:lnTo>
                    <a:pt x="113675" y="8788"/>
                  </a:lnTo>
                  <a:lnTo>
                    <a:pt x="108546" y="10613"/>
                  </a:lnTo>
                  <a:lnTo>
                    <a:pt x="103479" y="12605"/>
                  </a:lnTo>
                  <a:lnTo>
                    <a:pt x="98479" y="14761"/>
                  </a:lnTo>
                  <a:lnTo>
                    <a:pt x="93553" y="17078"/>
                  </a:lnTo>
                  <a:lnTo>
                    <a:pt x="88705" y="19555"/>
                  </a:lnTo>
                  <a:lnTo>
                    <a:pt x="83939" y="22188"/>
                  </a:lnTo>
                  <a:lnTo>
                    <a:pt x="79263" y="24975"/>
                  </a:lnTo>
                  <a:lnTo>
                    <a:pt x="74679" y="27913"/>
                  </a:lnTo>
                  <a:lnTo>
                    <a:pt x="70193" y="30998"/>
                  </a:lnTo>
                  <a:lnTo>
                    <a:pt x="65811" y="34228"/>
                  </a:lnTo>
                  <a:lnTo>
                    <a:pt x="61535" y="37599"/>
                  </a:lnTo>
                  <a:lnTo>
                    <a:pt x="57372" y="41107"/>
                  </a:lnTo>
                  <a:lnTo>
                    <a:pt x="53325" y="44749"/>
                  </a:lnTo>
                  <a:lnTo>
                    <a:pt x="49400" y="48521"/>
                  </a:lnTo>
                  <a:lnTo>
                    <a:pt x="45598" y="52419"/>
                  </a:lnTo>
                  <a:lnTo>
                    <a:pt x="41926" y="56438"/>
                  </a:lnTo>
                  <a:lnTo>
                    <a:pt x="38387" y="60575"/>
                  </a:lnTo>
                  <a:lnTo>
                    <a:pt x="34984" y="64825"/>
                  </a:lnTo>
                  <a:lnTo>
                    <a:pt x="31722" y="69183"/>
                  </a:lnTo>
                  <a:lnTo>
                    <a:pt x="28603" y="73646"/>
                  </a:lnTo>
                  <a:lnTo>
                    <a:pt x="25631" y="78207"/>
                  </a:lnTo>
                  <a:lnTo>
                    <a:pt x="22809" y="82863"/>
                  </a:lnTo>
                  <a:lnTo>
                    <a:pt x="20141" y="87608"/>
                  </a:lnTo>
                  <a:lnTo>
                    <a:pt x="17628" y="92438"/>
                  </a:lnTo>
                  <a:lnTo>
                    <a:pt x="15274" y="97347"/>
                  </a:lnTo>
                  <a:lnTo>
                    <a:pt x="13081" y="102330"/>
                  </a:lnTo>
                  <a:lnTo>
                    <a:pt x="11051" y="107382"/>
                  </a:lnTo>
                  <a:lnTo>
                    <a:pt x="9187" y="112497"/>
                  </a:lnTo>
                  <a:lnTo>
                    <a:pt x="7491" y="117670"/>
                  </a:lnTo>
                  <a:lnTo>
                    <a:pt x="5963" y="122896"/>
                  </a:lnTo>
                  <a:lnTo>
                    <a:pt x="4607" y="128169"/>
                  </a:lnTo>
                  <a:lnTo>
                    <a:pt x="3424" y="133483"/>
                  </a:lnTo>
                  <a:lnTo>
                    <a:pt x="2414" y="138833"/>
                  </a:lnTo>
                  <a:lnTo>
                    <a:pt x="1578" y="144212"/>
                  </a:lnTo>
                  <a:lnTo>
                    <a:pt x="919" y="149617"/>
                  </a:lnTo>
                  <a:lnTo>
                    <a:pt x="435" y="155039"/>
                  </a:lnTo>
                  <a:lnTo>
                    <a:pt x="129" y="160475"/>
                  </a:lnTo>
                  <a:lnTo>
                    <a:pt x="0" y="165918"/>
                  </a:lnTo>
                  <a:lnTo>
                    <a:pt x="47" y="171362"/>
                  </a:lnTo>
                  <a:lnTo>
                    <a:pt x="273" y="176801"/>
                  </a:lnTo>
                  <a:lnTo>
                    <a:pt x="675" y="182231"/>
                  </a:lnTo>
                  <a:lnTo>
                    <a:pt x="1254" y="187644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53102" y="2800231"/>
              <a:ext cx="165908" cy="20477"/>
            </a:xfrm>
            <a:custGeom>
              <a:avLst/>
              <a:pathLst>
                <a:path w="165908" h="20477">
                  <a:moveTo>
                    <a:pt x="0" y="20477"/>
                  </a:moveTo>
                  <a:lnTo>
                    <a:pt x="16590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753102" y="2663072"/>
              <a:ext cx="333072" cy="304308"/>
            </a:xfrm>
            <a:custGeom>
              <a:avLst/>
              <a:pathLst>
                <a:path w="333072" h="304308">
                  <a:moveTo>
                    <a:pt x="0" y="157637"/>
                  </a:moveTo>
                  <a:lnTo>
                    <a:pt x="736" y="162909"/>
                  </a:lnTo>
                  <a:lnTo>
                    <a:pt x="1639" y="168156"/>
                  </a:lnTo>
                  <a:lnTo>
                    <a:pt x="2710" y="173371"/>
                  </a:lnTo>
                  <a:lnTo>
                    <a:pt x="3946" y="178549"/>
                  </a:lnTo>
                  <a:lnTo>
                    <a:pt x="5346" y="183686"/>
                  </a:lnTo>
                  <a:lnTo>
                    <a:pt x="6909" y="188775"/>
                  </a:lnTo>
                  <a:lnTo>
                    <a:pt x="8633" y="193812"/>
                  </a:lnTo>
                  <a:lnTo>
                    <a:pt x="10517" y="198791"/>
                  </a:lnTo>
                  <a:lnTo>
                    <a:pt x="12558" y="203708"/>
                  </a:lnTo>
                  <a:lnTo>
                    <a:pt x="14755" y="208557"/>
                  </a:lnTo>
                  <a:lnTo>
                    <a:pt x="17105" y="213334"/>
                  </a:lnTo>
                  <a:lnTo>
                    <a:pt x="19606" y="218034"/>
                  </a:lnTo>
                  <a:lnTo>
                    <a:pt x="22256" y="222652"/>
                  </a:lnTo>
                  <a:lnTo>
                    <a:pt x="25051" y="227183"/>
                  </a:lnTo>
                  <a:lnTo>
                    <a:pt x="27989" y="231622"/>
                  </a:lnTo>
                  <a:lnTo>
                    <a:pt x="31067" y="235966"/>
                  </a:lnTo>
                  <a:lnTo>
                    <a:pt x="34282" y="240210"/>
                  </a:lnTo>
                  <a:lnTo>
                    <a:pt x="37630" y="244349"/>
                  </a:lnTo>
                  <a:lnTo>
                    <a:pt x="41108" y="248379"/>
                  </a:lnTo>
                  <a:lnTo>
                    <a:pt x="44713" y="252297"/>
                  </a:lnTo>
                  <a:lnTo>
                    <a:pt x="48441" y="256098"/>
                  </a:lnTo>
                  <a:lnTo>
                    <a:pt x="52288" y="259778"/>
                  </a:lnTo>
                  <a:lnTo>
                    <a:pt x="56250" y="263334"/>
                  </a:lnTo>
                  <a:lnTo>
                    <a:pt x="60323" y="266762"/>
                  </a:lnTo>
                  <a:lnTo>
                    <a:pt x="64504" y="270058"/>
                  </a:lnTo>
                  <a:lnTo>
                    <a:pt x="68787" y="273220"/>
                  </a:lnTo>
                  <a:lnTo>
                    <a:pt x="73169" y="276244"/>
                  </a:lnTo>
                  <a:lnTo>
                    <a:pt x="77645" y="279126"/>
                  </a:lnTo>
                  <a:lnTo>
                    <a:pt x="82210" y="281865"/>
                  </a:lnTo>
                  <a:lnTo>
                    <a:pt x="86861" y="284456"/>
                  </a:lnTo>
                  <a:lnTo>
                    <a:pt x="91591" y="286899"/>
                  </a:lnTo>
                  <a:lnTo>
                    <a:pt x="96397" y="289189"/>
                  </a:lnTo>
                  <a:lnTo>
                    <a:pt x="101273" y="291326"/>
                  </a:lnTo>
                  <a:lnTo>
                    <a:pt x="106215" y="293306"/>
                  </a:lnTo>
                  <a:lnTo>
                    <a:pt x="111218" y="295127"/>
                  </a:lnTo>
                  <a:lnTo>
                    <a:pt x="116276" y="296789"/>
                  </a:lnTo>
                  <a:lnTo>
                    <a:pt x="121384" y="298288"/>
                  </a:lnTo>
                  <a:lnTo>
                    <a:pt x="126537" y="299624"/>
                  </a:lnTo>
                  <a:lnTo>
                    <a:pt x="131731" y="300796"/>
                  </a:lnTo>
                  <a:lnTo>
                    <a:pt x="136959" y="301801"/>
                  </a:lnTo>
                  <a:lnTo>
                    <a:pt x="142216" y="302639"/>
                  </a:lnTo>
                  <a:lnTo>
                    <a:pt x="147498" y="303310"/>
                  </a:lnTo>
                  <a:lnTo>
                    <a:pt x="152798" y="303812"/>
                  </a:lnTo>
                  <a:lnTo>
                    <a:pt x="158111" y="304145"/>
                  </a:lnTo>
                  <a:lnTo>
                    <a:pt x="163432" y="304308"/>
                  </a:lnTo>
                  <a:lnTo>
                    <a:pt x="168756" y="304302"/>
                  </a:lnTo>
                  <a:lnTo>
                    <a:pt x="174077" y="304127"/>
                  </a:lnTo>
                  <a:lnTo>
                    <a:pt x="179390" y="303782"/>
                  </a:lnTo>
                  <a:lnTo>
                    <a:pt x="184689" y="303268"/>
                  </a:lnTo>
                  <a:lnTo>
                    <a:pt x="189969" y="302586"/>
                  </a:lnTo>
                  <a:lnTo>
                    <a:pt x="195224" y="301736"/>
                  </a:lnTo>
                  <a:lnTo>
                    <a:pt x="200450" y="300719"/>
                  </a:lnTo>
                  <a:lnTo>
                    <a:pt x="205641" y="299536"/>
                  </a:lnTo>
                  <a:lnTo>
                    <a:pt x="210791" y="298189"/>
                  </a:lnTo>
                  <a:lnTo>
                    <a:pt x="215896" y="296678"/>
                  </a:lnTo>
                  <a:lnTo>
                    <a:pt x="220950" y="295005"/>
                  </a:lnTo>
                  <a:lnTo>
                    <a:pt x="225949" y="293172"/>
                  </a:lnTo>
                  <a:lnTo>
                    <a:pt x="230886" y="291181"/>
                  </a:lnTo>
                  <a:lnTo>
                    <a:pt x="235758" y="289034"/>
                  </a:lnTo>
                  <a:lnTo>
                    <a:pt x="240558" y="286733"/>
                  </a:lnTo>
                  <a:lnTo>
                    <a:pt x="245283" y="284280"/>
                  </a:lnTo>
                  <a:lnTo>
                    <a:pt x="249928" y="281678"/>
                  </a:lnTo>
                  <a:lnTo>
                    <a:pt x="254487" y="278929"/>
                  </a:lnTo>
                  <a:lnTo>
                    <a:pt x="258957" y="276036"/>
                  </a:lnTo>
                  <a:lnTo>
                    <a:pt x="263332" y="273003"/>
                  </a:lnTo>
                  <a:lnTo>
                    <a:pt x="267608" y="269832"/>
                  </a:lnTo>
                  <a:lnTo>
                    <a:pt x="271781" y="266526"/>
                  </a:lnTo>
                  <a:lnTo>
                    <a:pt x="275847" y="263089"/>
                  </a:lnTo>
                  <a:lnTo>
                    <a:pt x="279801" y="259525"/>
                  </a:lnTo>
                  <a:lnTo>
                    <a:pt x="283640" y="255836"/>
                  </a:lnTo>
                  <a:lnTo>
                    <a:pt x="287359" y="252027"/>
                  </a:lnTo>
                  <a:lnTo>
                    <a:pt x="290955" y="248101"/>
                  </a:lnTo>
                  <a:lnTo>
                    <a:pt x="294425" y="244063"/>
                  </a:lnTo>
                  <a:lnTo>
                    <a:pt x="297764" y="239916"/>
                  </a:lnTo>
                  <a:lnTo>
                    <a:pt x="300969" y="235666"/>
                  </a:lnTo>
                  <a:lnTo>
                    <a:pt x="304037" y="231315"/>
                  </a:lnTo>
                  <a:lnTo>
                    <a:pt x="306965" y="226869"/>
                  </a:lnTo>
                  <a:lnTo>
                    <a:pt x="309750" y="222331"/>
                  </a:lnTo>
                  <a:lnTo>
                    <a:pt x="312390" y="217708"/>
                  </a:lnTo>
                  <a:lnTo>
                    <a:pt x="314880" y="213003"/>
                  </a:lnTo>
                  <a:lnTo>
                    <a:pt x="317220" y="208220"/>
                  </a:lnTo>
                  <a:lnTo>
                    <a:pt x="319406" y="203366"/>
                  </a:lnTo>
                  <a:lnTo>
                    <a:pt x="321436" y="198445"/>
                  </a:lnTo>
                  <a:lnTo>
                    <a:pt x="323309" y="193461"/>
                  </a:lnTo>
                  <a:lnTo>
                    <a:pt x="325022" y="188420"/>
                  </a:lnTo>
                  <a:lnTo>
                    <a:pt x="326574" y="183328"/>
                  </a:lnTo>
                  <a:lnTo>
                    <a:pt x="327962" y="178188"/>
                  </a:lnTo>
                  <a:lnTo>
                    <a:pt x="329187" y="173007"/>
                  </a:lnTo>
                  <a:lnTo>
                    <a:pt x="330245" y="167790"/>
                  </a:lnTo>
                  <a:lnTo>
                    <a:pt x="331137" y="162541"/>
                  </a:lnTo>
                  <a:lnTo>
                    <a:pt x="331862" y="157267"/>
                  </a:lnTo>
                  <a:lnTo>
                    <a:pt x="332418" y="151972"/>
                  </a:lnTo>
                  <a:lnTo>
                    <a:pt x="332805" y="146662"/>
                  </a:lnTo>
                  <a:lnTo>
                    <a:pt x="333023" y="141343"/>
                  </a:lnTo>
                  <a:lnTo>
                    <a:pt x="333072" y="136019"/>
                  </a:lnTo>
                  <a:lnTo>
                    <a:pt x="332950" y="130697"/>
                  </a:lnTo>
                  <a:lnTo>
                    <a:pt x="332660" y="125381"/>
                  </a:lnTo>
                  <a:lnTo>
                    <a:pt x="332200" y="120077"/>
                  </a:lnTo>
                  <a:lnTo>
                    <a:pt x="331572" y="114791"/>
                  </a:lnTo>
                  <a:lnTo>
                    <a:pt x="330776" y="109527"/>
                  </a:lnTo>
                  <a:lnTo>
                    <a:pt x="329812" y="104291"/>
                  </a:lnTo>
                  <a:lnTo>
                    <a:pt x="328683" y="99088"/>
                  </a:lnTo>
                  <a:lnTo>
                    <a:pt x="327388" y="93924"/>
                  </a:lnTo>
                  <a:lnTo>
                    <a:pt x="325929" y="88804"/>
                  </a:lnTo>
                  <a:lnTo>
                    <a:pt x="324308" y="83733"/>
                  </a:lnTo>
                  <a:lnTo>
                    <a:pt x="322527" y="78716"/>
                  </a:lnTo>
                  <a:lnTo>
                    <a:pt x="320586" y="73759"/>
                  </a:lnTo>
                  <a:lnTo>
                    <a:pt x="318489" y="68865"/>
                  </a:lnTo>
                  <a:lnTo>
                    <a:pt x="316237" y="64041"/>
                  </a:lnTo>
                  <a:lnTo>
                    <a:pt x="313832" y="59292"/>
                  </a:lnTo>
                  <a:lnTo>
                    <a:pt x="311278" y="54621"/>
                  </a:lnTo>
                  <a:lnTo>
                    <a:pt x="308576" y="50034"/>
                  </a:lnTo>
                  <a:lnTo>
                    <a:pt x="305729" y="45535"/>
                  </a:lnTo>
                  <a:lnTo>
                    <a:pt x="302740" y="41129"/>
                  </a:lnTo>
                  <a:lnTo>
                    <a:pt x="299613" y="36820"/>
                  </a:lnTo>
                  <a:lnTo>
                    <a:pt x="296350" y="32614"/>
                  </a:lnTo>
                  <a:lnTo>
                    <a:pt x="292955" y="28513"/>
                  </a:lnTo>
                  <a:lnTo>
                    <a:pt x="289431" y="24523"/>
                  </a:lnTo>
                  <a:lnTo>
                    <a:pt x="285782" y="20646"/>
                  </a:lnTo>
                  <a:lnTo>
                    <a:pt x="282011" y="16888"/>
                  </a:lnTo>
                  <a:lnTo>
                    <a:pt x="278122" y="13252"/>
                  </a:lnTo>
                  <a:lnTo>
                    <a:pt x="274120" y="9742"/>
                  </a:lnTo>
                  <a:lnTo>
                    <a:pt x="270007" y="6361"/>
                  </a:lnTo>
                  <a:lnTo>
                    <a:pt x="265789" y="3112"/>
                  </a:lnTo>
                  <a:lnTo>
                    <a:pt x="261470" y="0"/>
                  </a:lnTo>
                  <a:lnTo>
                    <a:pt x="165908" y="13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919011" y="2633064"/>
              <a:ext cx="95562" cy="167167"/>
            </a:xfrm>
            <a:custGeom>
              <a:avLst/>
              <a:pathLst>
                <a:path w="95562" h="167167">
                  <a:moveTo>
                    <a:pt x="95562" y="30007"/>
                  </a:moveTo>
                  <a:lnTo>
                    <a:pt x="90871" y="26856"/>
                  </a:lnTo>
                  <a:lnTo>
                    <a:pt x="86077" y="23864"/>
                  </a:lnTo>
                  <a:lnTo>
                    <a:pt x="81184" y="21037"/>
                  </a:lnTo>
                  <a:lnTo>
                    <a:pt x="76198" y="18376"/>
                  </a:lnTo>
                  <a:lnTo>
                    <a:pt x="71125" y="15886"/>
                  </a:lnTo>
                  <a:lnTo>
                    <a:pt x="65971" y="13568"/>
                  </a:lnTo>
                  <a:lnTo>
                    <a:pt x="60742" y="11426"/>
                  </a:lnTo>
                  <a:lnTo>
                    <a:pt x="55443" y="9462"/>
                  </a:lnTo>
                  <a:lnTo>
                    <a:pt x="50081" y="7678"/>
                  </a:lnTo>
                  <a:lnTo>
                    <a:pt x="44662" y="6076"/>
                  </a:lnTo>
                  <a:lnTo>
                    <a:pt x="39191" y="4659"/>
                  </a:lnTo>
                  <a:lnTo>
                    <a:pt x="33676" y="3427"/>
                  </a:lnTo>
                  <a:lnTo>
                    <a:pt x="28122" y="2382"/>
                  </a:lnTo>
                  <a:lnTo>
                    <a:pt x="22536" y="1526"/>
                  </a:lnTo>
                  <a:lnTo>
                    <a:pt x="16925" y="859"/>
                  </a:lnTo>
                  <a:lnTo>
                    <a:pt x="11294" y="381"/>
                  </a:lnTo>
                  <a:lnTo>
                    <a:pt x="5650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46396" y="2126963"/>
              <a:ext cx="82075" cy="167167"/>
            </a:xfrm>
            <a:custGeom>
              <a:avLst/>
              <a:pathLst>
                <a:path w="82075" h="167167">
                  <a:moveTo>
                    <a:pt x="82075" y="0"/>
                  </a:moveTo>
                  <a:lnTo>
                    <a:pt x="76357" y="97"/>
                  </a:lnTo>
                  <a:lnTo>
                    <a:pt x="70645" y="391"/>
                  </a:lnTo>
                  <a:lnTo>
                    <a:pt x="64947" y="879"/>
                  </a:lnTo>
                  <a:lnTo>
                    <a:pt x="59268" y="1563"/>
                  </a:lnTo>
                  <a:lnTo>
                    <a:pt x="53617" y="2440"/>
                  </a:lnTo>
                  <a:lnTo>
                    <a:pt x="47999" y="3510"/>
                  </a:lnTo>
                  <a:lnTo>
                    <a:pt x="42420" y="4771"/>
                  </a:lnTo>
                  <a:lnTo>
                    <a:pt x="36888" y="6223"/>
                  </a:lnTo>
                  <a:lnTo>
                    <a:pt x="31409" y="7862"/>
                  </a:lnTo>
                  <a:lnTo>
                    <a:pt x="25990" y="9689"/>
                  </a:lnTo>
                  <a:lnTo>
                    <a:pt x="20635" y="11700"/>
                  </a:lnTo>
                  <a:lnTo>
                    <a:pt x="15353" y="13892"/>
                  </a:lnTo>
                  <a:lnTo>
                    <a:pt x="10149" y="16264"/>
                  </a:lnTo>
                  <a:lnTo>
                    <a:pt x="5029" y="18813"/>
                  </a:lnTo>
                  <a:lnTo>
                    <a:pt x="0" y="21535"/>
                  </a:lnTo>
                  <a:lnTo>
                    <a:pt x="8207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646396" y="2148499"/>
              <a:ext cx="82075" cy="145631"/>
            </a:xfrm>
            <a:custGeom>
              <a:avLst/>
              <a:pathLst>
                <a:path w="82075" h="145631">
                  <a:moveTo>
                    <a:pt x="0" y="0"/>
                  </a:moveTo>
                  <a:lnTo>
                    <a:pt x="82075" y="1456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561310" y="2148499"/>
              <a:ext cx="259173" cy="312789"/>
            </a:xfrm>
            <a:custGeom>
              <a:avLst/>
              <a:pathLst>
                <a:path w="259173" h="312789">
                  <a:moveTo>
                    <a:pt x="85086" y="0"/>
                  </a:moveTo>
                  <a:lnTo>
                    <a:pt x="80497" y="2682"/>
                  </a:lnTo>
                  <a:lnTo>
                    <a:pt x="75997" y="5509"/>
                  </a:lnTo>
                  <a:lnTo>
                    <a:pt x="71589" y="8478"/>
                  </a:lnTo>
                  <a:lnTo>
                    <a:pt x="67277" y="11586"/>
                  </a:lnTo>
                  <a:lnTo>
                    <a:pt x="63066" y="14829"/>
                  </a:lnTo>
                  <a:lnTo>
                    <a:pt x="58961" y="18204"/>
                  </a:lnTo>
                  <a:lnTo>
                    <a:pt x="54965" y="21708"/>
                  </a:lnTo>
                  <a:lnTo>
                    <a:pt x="51082" y="25337"/>
                  </a:lnTo>
                  <a:lnTo>
                    <a:pt x="47317" y="29088"/>
                  </a:lnTo>
                  <a:lnTo>
                    <a:pt x="43673" y="32957"/>
                  </a:lnTo>
                  <a:lnTo>
                    <a:pt x="40153" y="36939"/>
                  </a:lnTo>
                  <a:lnTo>
                    <a:pt x="36762" y="41032"/>
                  </a:lnTo>
                  <a:lnTo>
                    <a:pt x="33503" y="45230"/>
                  </a:lnTo>
                  <a:lnTo>
                    <a:pt x="30379" y="49529"/>
                  </a:lnTo>
                  <a:lnTo>
                    <a:pt x="27393" y="53926"/>
                  </a:lnTo>
                  <a:lnTo>
                    <a:pt x="24548" y="58416"/>
                  </a:lnTo>
                  <a:lnTo>
                    <a:pt x="21848" y="62993"/>
                  </a:lnTo>
                  <a:lnTo>
                    <a:pt x="19294" y="67654"/>
                  </a:lnTo>
                  <a:lnTo>
                    <a:pt x="16890" y="72394"/>
                  </a:lnTo>
                  <a:lnTo>
                    <a:pt x="14638" y="77208"/>
                  </a:lnTo>
                  <a:lnTo>
                    <a:pt x="12540" y="82091"/>
                  </a:lnTo>
                  <a:lnTo>
                    <a:pt x="10598" y="87039"/>
                  </a:lnTo>
                  <a:lnTo>
                    <a:pt x="8815" y="92045"/>
                  </a:lnTo>
                  <a:lnTo>
                    <a:pt x="7191" y="97106"/>
                  </a:lnTo>
                  <a:lnTo>
                    <a:pt x="5730" y="102216"/>
                  </a:lnTo>
                  <a:lnTo>
                    <a:pt x="4431" y="107370"/>
                  </a:lnTo>
                  <a:lnTo>
                    <a:pt x="3297" y="112562"/>
                  </a:lnTo>
                  <a:lnTo>
                    <a:pt x="2329" y="117788"/>
                  </a:lnTo>
                  <a:lnTo>
                    <a:pt x="1527" y="123042"/>
                  </a:lnTo>
                  <a:lnTo>
                    <a:pt x="893" y="128319"/>
                  </a:lnTo>
                  <a:lnTo>
                    <a:pt x="426" y="133613"/>
                  </a:lnTo>
                  <a:lnTo>
                    <a:pt x="128" y="138919"/>
                  </a:lnTo>
                  <a:lnTo>
                    <a:pt x="0" y="144233"/>
                  </a:lnTo>
                  <a:lnTo>
                    <a:pt x="40" y="149547"/>
                  </a:lnTo>
                  <a:lnTo>
                    <a:pt x="248" y="154858"/>
                  </a:lnTo>
                  <a:lnTo>
                    <a:pt x="626" y="160159"/>
                  </a:lnTo>
                  <a:lnTo>
                    <a:pt x="1172" y="165446"/>
                  </a:lnTo>
                  <a:lnTo>
                    <a:pt x="1886" y="170712"/>
                  </a:lnTo>
                  <a:lnTo>
                    <a:pt x="2767" y="175954"/>
                  </a:lnTo>
                  <a:lnTo>
                    <a:pt x="3814" y="181164"/>
                  </a:lnTo>
                  <a:lnTo>
                    <a:pt x="5026" y="186339"/>
                  </a:lnTo>
                  <a:lnTo>
                    <a:pt x="6402" y="191473"/>
                  </a:lnTo>
                  <a:lnTo>
                    <a:pt x="7940" y="196560"/>
                  </a:lnTo>
                  <a:lnTo>
                    <a:pt x="9640" y="201596"/>
                  </a:lnTo>
                  <a:lnTo>
                    <a:pt x="11499" y="206575"/>
                  </a:lnTo>
                  <a:lnTo>
                    <a:pt x="13515" y="211492"/>
                  </a:lnTo>
                  <a:lnTo>
                    <a:pt x="15686" y="216343"/>
                  </a:lnTo>
                  <a:lnTo>
                    <a:pt x="18010" y="221123"/>
                  </a:lnTo>
                  <a:lnTo>
                    <a:pt x="20486" y="225826"/>
                  </a:lnTo>
                  <a:lnTo>
                    <a:pt x="23109" y="230448"/>
                  </a:lnTo>
                  <a:lnTo>
                    <a:pt x="25878" y="234985"/>
                  </a:lnTo>
                  <a:lnTo>
                    <a:pt x="28790" y="239431"/>
                  </a:lnTo>
                  <a:lnTo>
                    <a:pt x="31842" y="243782"/>
                  </a:lnTo>
                  <a:lnTo>
                    <a:pt x="35030" y="248034"/>
                  </a:lnTo>
                  <a:lnTo>
                    <a:pt x="38352" y="252183"/>
                  </a:lnTo>
                  <a:lnTo>
                    <a:pt x="41805" y="256224"/>
                  </a:lnTo>
                  <a:lnTo>
                    <a:pt x="45384" y="260153"/>
                  </a:lnTo>
                  <a:lnTo>
                    <a:pt x="49086" y="263966"/>
                  </a:lnTo>
                  <a:lnTo>
                    <a:pt x="52907" y="267660"/>
                  </a:lnTo>
                  <a:lnTo>
                    <a:pt x="56844" y="271230"/>
                  </a:lnTo>
                  <a:lnTo>
                    <a:pt x="60893" y="274673"/>
                  </a:lnTo>
                  <a:lnTo>
                    <a:pt x="65048" y="277986"/>
                  </a:lnTo>
                  <a:lnTo>
                    <a:pt x="69307" y="281166"/>
                  </a:lnTo>
                  <a:lnTo>
                    <a:pt x="73665" y="284208"/>
                  </a:lnTo>
                  <a:lnTo>
                    <a:pt x="78118" y="287110"/>
                  </a:lnTo>
                  <a:lnTo>
                    <a:pt x="82660" y="289869"/>
                  </a:lnTo>
                  <a:lnTo>
                    <a:pt x="87288" y="292482"/>
                  </a:lnTo>
                  <a:lnTo>
                    <a:pt x="91997" y="294947"/>
                  </a:lnTo>
                  <a:lnTo>
                    <a:pt x="96782" y="297261"/>
                  </a:lnTo>
                  <a:lnTo>
                    <a:pt x="101637" y="299422"/>
                  </a:lnTo>
                  <a:lnTo>
                    <a:pt x="106559" y="301427"/>
                  </a:lnTo>
                  <a:lnTo>
                    <a:pt x="111543" y="303275"/>
                  </a:lnTo>
                  <a:lnTo>
                    <a:pt x="116582" y="304963"/>
                  </a:lnTo>
                  <a:lnTo>
                    <a:pt x="121673" y="306490"/>
                  </a:lnTo>
                  <a:lnTo>
                    <a:pt x="126809" y="307855"/>
                  </a:lnTo>
                  <a:lnTo>
                    <a:pt x="131987" y="309056"/>
                  </a:lnTo>
                  <a:lnTo>
                    <a:pt x="137199" y="310092"/>
                  </a:lnTo>
                  <a:lnTo>
                    <a:pt x="142443" y="310961"/>
                  </a:lnTo>
                  <a:lnTo>
                    <a:pt x="147711" y="311663"/>
                  </a:lnTo>
                  <a:lnTo>
                    <a:pt x="152999" y="312198"/>
                  </a:lnTo>
                  <a:lnTo>
                    <a:pt x="158301" y="312564"/>
                  </a:lnTo>
                  <a:lnTo>
                    <a:pt x="163612" y="312761"/>
                  </a:lnTo>
                  <a:lnTo>
                    <a:pt x="168927" y="312789"/>
                  </a:lnTo>
                  <a:lnTo>
                    <a:pt x="174240" y="312649"/>
                  </a:lnTo>
                  <a:lnTo>
                    <a:pt x="179545" y="312339"/>
                  </a:lnTo>
                  <a:lnTo>
                    <a:pt x="184839" y="311861"/>
                  </a:lnTo>
                  <a:lnTo>
                    <a:pt x="190114" y="311215"/>
                  </a:lnTo>
                  <a:lnTo>
                    <a:pt x="195366" y="310402"/>
                  </a:lnTo>
                  <a:lnTo>
                    <a:pt x="200590" y="309422"/>
                  </a:lnTo>
                  <a:lnTo>
                    <a:pt x="205780" y="308277"/>
                  </a:lnTo>
                  <a:lnTo>
                    <a:pt x="210931" y="306967"/>
                  </a:lnTo>
                  <a:lnTo>
                    <a:pt x="216037" y="305494"/>
                  </a:lnTo>
                  <a:lnTo>
                    <a:pt x="221094" y="303859"/>
                  </a:lnTo>
                  <a:lnTo>
                    <a:pt x="226097" y="302065"/>
                  </a:lnTo>
                  <a:lnTo>
                    <a:pt x="231040" y="300112"/>
                  </a:lnTo>
                  <a:lnTo>
                    <a:pt x="235919" y="298003"/>
                  </a:lnTo>
                  <a:lnTo>
                    <a:pt x="240728" y="295741"/>
                  </a:lnTo>
                  <a:lnTo>
                    <a:pt x="245462" y="293326"/>
                  </a:lnTo>
                  <a:lnTo>
                    <a:pt x="250118" y="290762"/>
                  </a:lnTo>
                  <a:lnTo>
                    <a:pt x="254690" y="288052"/>
                  </a:lnTo>
                  <a:lnTo>
                    <a:pt x="259173" y="285198"/>
                  </a:lnTo>
                  <a:lnTo>
                    <a:pt x="167161" y="1456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728472" y="2126963"/>
              <a:ext cx="167166" cy="306733"/>
            </a:xfrm>
            <a:custGeom>
              <a:avLst/>
              <a:pathLst>
                <a:path w="167166" h="306733">
                  <a:moveTo>
                    <a:pt x="92011" y="306733"/>
                  </a:moveTo>
                  <a:lnTo>
                    <a:pt x="96427" y="303720"/>
                  </a:lnTo>
                  <a:lnTo>
                    <a:pt x="100745" y="300566"/>
                  </a:lnTo>
                  <a:lnTo>
                    <a:pt x="104959" y="297276"/>
                  </a:lnTo>
                  <a:lnTo>
                    <a:pt x="109066" y="293853"/>
                  </a:lnTo>
                  <a:lnTo>
                    <a:pt x="113062" y="290301"/>
                  </a:lnTo>
                  <a:lnTo>
                    <a:pt x="116941" y="286622"/>
                  </a:lnTo>
                  <a:lnTo>
                    <a:pt x="120702" y="282821"/>
                  </a:lnTo>
                  <a:lnTo>
                    <a:pt x="124338" y="278902"/>
                  </a:lnTo>
                  <a:lnTo>
                    <a:pt x="127848" y="274869"/>
                  </a:lnTo>
                  <a:lnTo>
                    <a:pt x="131227" y="270725"/>
                  </a:lnTo>
                  <a:lnTo>
                    <a:pt x="134471" y="266476"/>
                  </a:lnTo>
                  <a:lnTo>
                    <a:pt x="137578" y="262125"/>
                  </a:lnTo>
                  <a:lnTo>
                    <a:pt x="140545" y="257677"/>
                  </a:lnTo>
                  <a:lnTo>
                    <a:pt x="143367" y="253136"/>
                  </a:lnTo>
                  <a:lnTo>
                    <a:pt x="146043" y="248507"/>
                  </a:lnTo>
                  <a:lnTo>
                    <a:pt x="148569" y="243796"/>
                  </a:lnTo>
                  <a:lnTo>
                    <a:pt x="150944" y="239005"/>
                  </a:lnTo>
                  <a:lnTo>
                    <a:pt x="153164" y="234142"/>
                  </a:lnTo>
                  <a:lnTo>
                    <a:pt x="155227" y="229209"/>
                  </a:lnTo>
                  <a:lnTo>
                    <a:pt x="157132" y="224214"/>
                  </a:lnTo>
                  <a:lnTo>
                    <a:pt x="158876" y="219160"/>
                  </a:lnTo>
                  <a:lnTo>
                    <a:pt x="160457" y="214052"/>
                  </a:lnTo>
                  <a:lnTo>
                    <a:pt x="161875" y="208897"/>
                  </a:lnTo>
                  <a:lnTo>
                    <a:pt x="163126" y="203699"/>
                  </a:lnTo>
                  <a:lnTo>
                    <a:pt x="164211" y="198464"/>
                  </a:lnTo>
                  <a:lnTo>
                    <a:pt x="165128" y="193197"/>
                  </a:lnTo>
                  <a:lnTo>
                    <a:pt x="165876" y="187903"/>
                  </a:lnTo>
                  <a:lnTo>
                    <a:pt x="166454" y="182588"/>
                  </a:lnTo>
                  <a:lnTo>
                    <a:pt x="166862" y="177257"/>
                  </a:lnTo>
                  <a:lnTo>
                    <a:pt x="167099" y="171916"/>
                  </a:lnTo>
                  <a:lnTo>
                    <a:pt x="167166" y="166569"/>
                  </a:lnTo>
                  <a:lnTo>
                    <a:pt x="167061" y="161224"/>
                  </a:lnTo>
                  <a:lnTo>
                    <a:pt x="166786" y="155885"/>
                  </a:lnTo>
                  <a:lnTo>
                    <a:pt x="166340" y="150557"/>
                  </a:lnTo>
                  <a:lnTo>
                    <a:pt x="165723" y="145246"/>
                  </a:lnTo>
                  <a:lnTo>
                    <a:pt x="164938" y="139958"/>
                  </a:lnTo>
                  <a:lnTo>
                    <a:pt x="163983" y="134697"/>
                  </a:lnTo>
                  <a:lnTo>
                    <a:pt x="162861" y="129470"/>
                  </a:lnTo>
                  <a:lnTo>
                    <a:pt x="161572" y="124281"/>
                  </a:lnTo>
                  <a:lnTo>
                    <a:pt x="160118" y="119136"/>
                  </a:lnTo>
                  <a:lnTo>
                    <a:pt x="158500" y="114040"/>
                  </a:lnTo>
                  <a:lnTo>
                    <a:pt x="156720" y="108999"/>
                  </a:lnTo>
                  <a:lnTo>
                    <a:pt x="154780" y="104017"/>
                  </a:lnTo>
                  <a:lnTo>
                    <a:pt x="152681" y="99099"/>
                  </a:lnTo>
                  <a:lnTo>
                    <a:pt x="150427" y="94251"/>
                  </a:lnTo>
                  <a:lnTo>
                    <a:pt x="148018" y="89478"/>
                  </a:lnTo>
                  <a:lnTo>
                    <a:pt x="145458" y="84785"/>
                  </a:lnTo>
                  <a:lnTo>
                    <a:pt x="142749" y="80175"/>
                  </a:lnTo>
                  <a:lnTo>
                    <a:pt x="139894" y="75655"/>
                  </a:lnTo>
                  <a:lnTo>
                    <a:pt x="136896" y="71228"/>
                  </a:lnTo>
                  <a:lnTo>
                    <a:pt x="133758" y="66899"/>
                  </a:lnTo>
                  <a:lnTo>
                    <a:pt x="130483" y="62673"/>
                  </a:lnTo>
                  <a:lnTo>
                    <a:pt x="127075" y="58554"/>
                  </a:lnTo>
                  <a:lnTo>
                    <a:pt x="123537" y="54546"/>
                  </a:lnTo>
                  <a:lnTo>
                    <a:pt x="119872" y="50653"/>
                  </a:lnTo>
                  <a:lnTo>
                    <a:pt x="116085" y="46879"/>
                  </a:lnTo>
                  <a:lnTo>
                    <a:pt x="112179" y="43228"/>
                  </a:lnTo>
                  <a:lnTo>
                    <a:pt x="108158" y="39704"/>
                  </a:lnTo>
                  <a:lnTo>
                    <a:pt x="104026" y="36311"/>
                  </a:lnTo>
                  <a:lnTo>
                    <a:pt x="99789" y="33051"/>
                  </a:lnTo>
                  <a:lnTo>
                    <a:pt x="95449" y="29928"/>
                  </a:lnTo>
                  <a:lnTo>
                    <a:pt x="91011" y="26946"/>
                  </a:lnTo>
                  <a:lnTo>
                    <a:pt x="86481" y="24108"/>
                  </a:lnTo>
                  <a:lnTo>
                    <a:pt x="81861" y="21415"/>
                  </a:lnTo>
                  <a:lnTo>
                    <a:pt x="77159" y="18872"/>
                  </a:lnTo>
                  <a:lnTo>
                    <a:pt x="72377" y="16480"/>
                  </a:lnTo>
                  <a:lnTo>
                    <a:pt x="67521" y="14243"/>
                  </a:lnTo>
                  <a:lnTo>
                    <a:pt x="62596" y="12162"/>
                  </a:lnTo>
                  <a:lnTo>
                    <a:pt x="57607" y="10239"/>
                  </a:lnTo>
                  <a:lnTo>
                    <a:pt x="52560" y="8477"/>
                  </a:lnTo>
                  <a:lnTo>
                    <a:pt x="47458" y="6878"/>
                  </a:lnTo>
                  <a:lnTo>
                    <a:pt x="42308" y="5442"/>
                  </a:lnTo>
                  <a:lnTo>
                    <a:pt x="37115" y="4172"/>
                  </a:lnTo>
                  <a:lnTo>
                    <a:pt x="31883" y="3068"/>
                  </a:lnTo>
                  <a:lnTo>
                    <a:pt x="26619" y="2133"/>
                  </a:lnTo>
                  <a:lnTo>
                    <a:pt x="21328" y="1366"/>
                  </a:lnTo>
                  <a:lnTo>
                    <a:pt x="16015" y="768"/>
                  </a:lnTo>
                  <a:lnTo>
                    <a:pt x="10686" y="341"/>
                  </a:lnTo>
                  <a:lnTo>
                    <a:pt x="534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8441" y="1681503"/>
              <a:ext cx="44793" cy="167167"/>
            </a:xfrm>
            <a:custGeom>
              <a:avLst/>
              <a:pathLst>
                <a:path w="44793" h="167167">
                  <a:moveTo>
                    <a:pt x="44793" y="0"/>
                  </a:moveTo>
                  <a:lnTo>
                    <a:pt x="38316" y="125"/>
                  </a:lnTo>
                  <a:lnTo>
                    <a:pt x="31849" y="501"/>
                  </a:lnTo>
                  <a:lnTo>
                    <a:pt x="25402" y="1128"/>
                  </a:lnTo>
                  <a:lnTo>
                    <a:pt x="18984" y="2004"/>
                  </a:lnTo>
                  <a:lnTo>
                    <a:pt x="12604" y="3128"/>
                  </a:lnTo>
                  <a:lnTo>
                    <a:pt x="6273" y="4498"/>
                  </a:lnTo>
                  <a:lnTo>
                    <a:pt x="0" y="6113"/>
                  </a:lnTo>
                  <a:lnTo>
                    <a:pt x="4479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378441" y="168761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256067" y="1687616"/>
              <a:ext cx="334325" cy="328214"/>
            </a:xfrm>
            <a:custGeom>
              <a:avLst/>
              <a:pathLst>
                <a:path w="334325" h="328214">
                  <a:moveTo>
                    <a:pt x="122373" y="0"/>
                  </a:moveTo>
                  <a:lnTo>
                    <a:pt x="117300" y="1497"/>
                  </a:lnTo>
                  <a:lnTo>
                    <a:pt x="112276" y="3155"/>
                  </a:lnTo>
                  <a:lnTo>
                    <a:pt x="107308" y="4971"/>
                  </a:lnTo>
                  <a:lnTo>
                    <a:pt x="102399" y="6943"/>
                  </a:lnTo>
                  <a:lnTo>
                    <a:pt x="97555" y="9070"/>
                  </a:lnTo>
                  <a:lnTo>
                    <a:pt x="92781" y="11348"/>
                  </a:lnTo>
                  <a:lnTo>
                    <a:pt x="88082" y="13777"/>
                  </a:lnTo>
                  <a:lnTo>
                    <a:pt x="83461" y="16353"/>
                  </a:lnTo>
                  <a:lnTo>
                    <a:pt x="78925" y="19074"/>
                  </a:lnTo>
                  <a:lnTo>
                    <a:pt x="74477" y="21937"/>
                  </a:lnTo>
                  <a:lnTo>
                    <a:pt x="70121" y="24939"/>
                  </a:lnTo>
                  <a:lnTo>
                    <a:pt x="65863" y="28078"/>
                  </a:lnTo>
                  <a:lnTo>
                    <a:pt x="61706" y="31350"/>
                  </a:lnTo>
                  <a:lnTo>
                    <a:pt x="57655" y="34752"/>
                  </a:lnTo>
                  <a:lnTo>
                    <a:pt x="53714" y="38280"/>
                  </a:lnTo>
                  <a:lnTo>
                    <a:pt x="49886" y="41931"/>
                  </a:lnTo>
                  <a:lnTo>
                    <a:pt x="46176" y="45702"/>
                  </a:lnTo>
                  <a:lnTo>
                    <a:pt x="42586" y="49588"/>
                  </a:lnTo>
                  <a:lnTo>
                    <a:pt x="39122" y="53585"/>
                  </a:lnTo>
                  <a:lnTo>
                    <a:pt x="35786" y="57690"/>
                  </a:lnTo>
                  <a:lnTo>
                    <a:pt x="32581" y="61899"/>
                  </a:lnTo>
                  <a:lnTo>
                    <a:pt x="29511" y="66207"/>
                  </a:lnTo>
                  <a:lnTo>
                    <a:pt x="26579" y="70610"/>
                  </a:lnTo>
                  <a:lnTo>
                    <a:pt x="23788" y="75104"/>
                  </a:lnTo>
                  <a:lnTo>
                    <a:pt x="21140" y="79684"/>
                  </a:lnTo>
                  <a:lnTo>
                    <a:pt x="18638" y="84345"/>
                  </a:lnTo>
                  <a:lnTo>
                    <a:pt x="16286" y="89083"/>
                  </a:lnTo>
                  <a:lnTo>
                    <a:pt x="14084" y="93893"/>
                  </a:lnTo>
                  <a:lnTo>
                    <a:pt x="12035" y="98770"/>
                  </a:lnTo>
                  <a:lnTo>
                    <a:pt x="10142" y="103710"/>
                  </a:lnTo>
                  <a:lnTo>
                    <a:pt x="8407" y="108707"/>
                  </a:lnTo>
                  <a:lnTo>
                    <a:pt x="6830" y="113756"/>
                  </a:lnTo>
                  <a:lnTo>
                    <a:pt x="5414" y="118853"/>
                  </a:lnTo>
                  <a:lnTo>
                    <a:pt x="4159" y="123992"/>
                  </a:lnTo>
                  <a:lnTo>
                    <a:pt x="3068" y="129168"/>
                  </a:lnTo>
                  <a:lnTo>
                    <a:pt x="2142" y="134376"/>
                  </a:lnTo>
                  <a:lnTo>
                    <a:pt x="1380" y="139611"/>
                  </a:lnTo>
                  <a:lnTo>
                    <a:pt x="785" y="144868"/>
                  </a:lnTo>
                  <a:lnTo>
                    <a:pt x="356" y="150140"/>
                  </a:lnTo>
                  <a:lnTo>
                    <a:pt x="94" y="155424"/>
                  </a:lnTo>
                  <a:lnTo>
                    <a:pt x="0" y="160713"/>
                  </a:lnTo>
                  <a:lnTo>
                    <a:pt x="72" y="166002"/>
                  </a:lnTo>
                  <a:lnTo>
                    <a:pt x="313" y="171287"/>
                  </a:lnTo>
                  <a:lnTo>
                    <a:pt x="720" y="176561"/>
                  </a:lnTo>
                  <a:lnTo>
                    <a:pt x="1294" y="181820"/>
                  </a:lnTo>
                  <a:lnTo>
                    <a:pt x="2034" y="187058"/>
                  </a:lnTo>
                  <a:lnTo>
                    <a:pt x="2940" y="192270"/>
                  </a:lnTo>
                  <a:lnTo>
                    <a:pt x="4009" y="197450"/>
                  </a:lnTo>
                  <a:lnTo>
                    <a:pt x="5243" y="202594"/>
                  </a:lnTo>
                  <a:lnTo>
                    <a:pt x="6638" y="207697"/>
                  </a:lnTo>
                  <a:lnTo>
                    <a:pt x="8194" y="212753"/>
                  </a:lnTo>
                  <a:lnTo>
                    <a:pt x="9910" y="217757"/>
                  </a:lnTo>
                  <a:lnTo>
                    <a:pt x="11783" y="222704"/>
                  </a:lnTo>
                  <a:lnTo>
                    <a:pt x="13811" y="227590"/>
                  </a:lnTo>
                  <a:lnTo>
                    <a:pt x="15993" y="232409"/>
                  </a:lnTo>
                  <a:lnTo>
                    <a:pt x="18327" y="237156"/>
                  </a:lnTo>
                  <a:lnTo>
                    <a:pt x="20809" y="241828"/>
                  </a:lnTo>
                  <a:lnTo>
                    <a:pt x="23438" y="246418"/>
                  </a:lnTo>
                  <a:lnTo>
                    <a:pt x="26211" y="250923"/>
                  </a:lnTo>
                  <a:lnTo>
                    <a:pt x="29125" y="255338"/>
                  </a:lnTo>
                  <a:lnTo>
                    <a:pt x="32177" y="259659"/>
                  </a:lnTo>
                  <a:lnTo>
                    <a:pt x="35365" y="263880"/>
                  </a:lnTo>
                  <a:lnTo>
                    <a:pt x="38684" y="267999"/>
                  </a:lnTo>
                  <a:lnTo>
                    <a:pt x="42133" y="272011"/>
                  </a:lnTo>
                  <a:lnTo>
                    <a:pt x="45706" y="275912"/>
                  </a:lnTo>
                  <a:lnTo>
                    <a:pt x="49401" y="279697"/>
                  </a:lnTo>
                  <a:lnTo>
                    <a:pt x="53214" y="283364"/>
                  </a:lnTo>
                  <a:lnTo>
                    <a:pt x="57141" y="286908"/>
                  </a:lnTo>
                  <a:lnTo>
                    <a:pt x="61178" y="290326"/>
                  </a:lnTo>
                  <a:lnTo>
                    <a:pt x="65322" y="293615"/>
                  </a:lnTo>
                  <a:lnTo>
                    <a:pt x="69567" y="296771"/>
                  </a:lnTo>
                  <a:lnTo>
                    <a:pt x="73910" y="299792"/>
                  </a:lnTo>
                  <a:lnTo>
                    <a:pt x="78346" y="302673"/>
                  </a:lnTo>
                  <a:lnTo>
                    <a:pt x="82872" y="305412"/>
                  </a:lnTo>
                  <a:lnTo>
                    <a:pt x="87482" y="308007"/>
                  </a:lnTo>
                  <a:lnTo>
                    <a:pt x="92171" y="310455"/>
                  </a:lnTo>
                  <a:lnTo>
                    <a:pt x="96936" y="312753"/>
                  </a:lnTo>
                  <a:lnTo>
                    <a:pt x="101771" y="314899"/>
                  </a:lnTo>
                  <a:lnTo>
                    <a:pt x="106671" y="316891"/>
                  </a:lnTo>
                  <a:lnTo>
                    <a:pt x="111633" y="318727"/>
                  </a:lnTo>
                  <a:lnTo>
                    <a:pt x="116649" y="320406"/>
                  </a:lnTo>
                  <a:lnTo>
                    <a:pt x="121717" y="321924"/>
                  </a:lnTo>
                  <a:lnTo>
                    <a:pt x="126829" y="323282"/>
                  </a:lnTo>
                  <a:lnTo>
                    <a:pt x="131983" y="324477"/>
                  </a:lnTo>
                  <a:lnTo>
                    <a:pt x="137171" y="325508"/>
                  </a:lnTo>
                  <a:lnTo>
                    <a:pt x="142390" y="326375"/>
                  </a:lnTo>
                  <a:lnTo>
                    <a:pt x="147633" y="327076"/>
                  </a:lnTo>
                  <a:lnTo>
                    <a:pt x="152896" y="327611"/>
                  </a:lnTo>
                  <a:lnTo>
                    <a:pt x="158173" y="327979"/>
                  </a:lnTo>
                  <a:lnTo>
                    <a:pt x="163459" y="328180"/>
                  </a:lnTo>
                  <a:lnTo>
                    <a:pt x="168749" y="328214"/>
                  </a:lnTo>
                  <a:lnTo>
                    <a:pt x="174037" y="328080"/>
                  </a:lnTo>
                  <a:lnTo>
                    <a:pt x="179318" y="327779"/>
                  </a:lnTo>
                  <a:lnTo>
                    <a:pt x="184588" y="327311"/>
                  </a:lnTo>
                  <a:lnTo>
                    <a:pt x="189839" y="326677"/>
                  </a:lnTo>
                  <a:lnTo>
                    <a:pt x="195069" y="325876"/>
                  </a:lnTo>
                  <a:lnTo>
                    <a:pt x="200270" y="324911"/>
                  </a:lnTo>
                  <a:lnTo>
                    <a:pt x="205438" y="323782"/>
                  </a:lnTo>
                  <a:lnTo>
                    <a:pt x="210567" y="322489"/>
                  </a:lnTo>
                  <a:lnTo>
                    <a:pt x="215654" y="321035"/>
                  </a:lnTo>
                  <a:lnTo>
                    <a:pt x="220691" y="319421"/>
                  </a:lnTo>
                  <a:lnTo>
                    <a:pt x="225675" y="317648"/>
                  </a:lnTo>
                  <a:lnTo>
                    <a:pt x="230601" y="315718"/>
                  </a:lnTo>
                  <a:lnTo>
                    <a:pt x="235463" y="313634"/>
                  </a:lnTo>
                  <a:lnTo>
                    <a:pt x="240256" y="311396"/>
                  </a:lnTo>
                  <a:lnTo>
                    <a:pt x="244976" y="309009"/>
                  </a:lnTo>
                  <a:lnTo>
                    <a:pt x="249619" y="306472"/>
                  </a:lnTo>
                  <a:lnTo>
                    <a:pt x="254179" y="303791"/>
                  </a:lnTo>
                  <a:lnTo>
                    <a:pt x="258652" y="300966"/>
                  </a:lnTo>
                  <a:lnTo>
                    <a:pt x="263033" y="298002"/>
                  </a:lnTo>
                  <a:lnTo>
                    <a:pt x="267318" y="294900"/>
                  </a:lnTo>
                  <a:lnTo>
                    <a:pt x="271503" y="291664"/>
                  </a:lnTo>
                  <a:lnTo>
                    <a:pt x="275583" y="288297"/>
                  </a:lnTo>
                  <a:lnTo>
                    <a:pt x="279555" y="284803"/>
                  </a:lnTo>
                  <a:lnTo>
                    <a:pt x="283414" y="281185"/>
                  </a:lnTo>
                  <a:lnTo>
                    <a:pt x="287157" y="277447"/>
                  </a:lnTo>
                  <a:lnTo>
                    <a:pt x="290780" y="273592"/>
                  </a:lnTo>
                  <a:lnTo>
                    <a:pt x="294278" y="269624"/>
                  </a:lnTo>
                  <a:lnTo>
                    <a:pt x="297650" y="265548"/>
                  </a:lnTo>
                  <a:lnTo>
                    <a:pt x="300891" y="261367"/>
                  </a:lnTo>
                  <a:lnTo>
                    <a:pt x="303998" y="257086"/>
                  </a:lnTo>
                  <a:lnTo>
                    <a:pt x="306968" y="252708"/>
                  </a:lnTo>
                  <a:lnTo>
                    <a:pt x="309798" y="248239"/>
                  </a:lnTo>
                  <a:lnTo>
                    <a:pt x="312485" y="243682"/>
                  </a:lnTo>
                  <a:lnTo>
                    <a:pt x="315027" y="239043"/>
                  </a:lnTo>
                  <a:lnTo>
                    <a:pt x="317420" y="234326"/>
                  </a:lnTo>
                  <a:lnTo>
                    <a:pt x="319664" y="229535"/>
                  </a:lnTo>
                  <a:lnTo>
                    <a:pt x="321754" y="224675"/>
                  </a:lnTo>
                  <a:lnTo>
                    <a:pt x="323690" y="219752"/>
                  </a:lnTo>
                  <a:lnTo>
                    <a:pt x="325469" y="214770"/>
                  </a:lnTo>
                  <a:lnTo>
                    <a:pt x="327089" y="209735"/>
                  </a:lnTo>
                  <a:lnTo>
                    <a:pt x="328549" y="204650"/>
                  </a:lnTo>
                  <a:lnTo>
                    <a:pt x="329848" y="199522"/>
                  </a:lnTo>
                  <a:lnTo>
                    <a:pt x="330983" y="194355"/>
                  </a:lnTo>
                  <a:lnTo>
                    <a:pt x="331955" y="189155"/>
                  </a:lnTo>
                  <a:lnTo>
                    <a:pt x="332762" y="183927"/>
                  </a:lnTo>
                  <a:lnTo>
                    <a:pt x="333403" y="178676"/>
                  </a:lnTo>
                  <a:lnTo>
                    <a:pt x="333877" y="173408"/>
                  </a:lnTo>
                  <a:lnTo>
                    <a:pt x="334184" y="168127"/>
                  </a:lnTo>
                  <a:lnTo>
                    <a:pt x="334325" y="162839"/>
                  </a:lnTo>
                  <a:lnTo>
                    <a:pt x="334297" y="157549"/>
                  </a:lnTo>
                  <a:lnTo>
                    <a:pt x="334103" y="152262"/>
                  </a:lnTo>
                  <a:lnTo>
                    <a:pt x="333741" y="146985"/>
                  </a:lnTo>
                  <a:lnTo>
                    <a:pt x="333212" y="141721"/>
                  </a:lnTo>
                  <a:lnTo>
                    <a:pt x="332518" y="136477"/>
                  </a:lnTo>
                  <a:lnTo>
                    <a:pt x="331657" y="131258"/>
                  </a:lnTo>
                  <a:lnTo>
                    <a:pt x="330632" y="126068"/>
                  </a:lnTo>
                  <a:lnTo>
                    <a:pt x="329443" y="120913"/>
                  </a:lnTo>
                  <a:lnTo>
                    <a:pt x="328092" y="115799"/>
                  </a:lnTo>
                  <a:lnTo>
                    <a:pt x="326579" y="110730"/>
                  </a:lnTo>
                  <a:lnTo>
                    <a:pt x="324907" y="105711"/>
                  </a:lnTo>
                  <a:lnTo>
                    <a:pt x="323077" y="100748"/>
                  </a:lnTo>
                  <a:lnTo>
                    <a:pt x="321091" y="95845"/>
                  </a:lnTo>
                  <a:lnTo>
                    <a:pt x="318951" y="91007"/>
                  </a:lnTo>
                  <a:lnTo>
                    <a:pt x="316658" y="86240"/>
                  </a:lnTo>
                  <a:lnTo>
                    <a:pt x="314216" y="81547"/>
                  </a:lnTo>
                  <a:lnTo>
                    <a:pt x="311627" y="76934"/>
                  </a:lnTo>
                  <a:lnTo>
                    <a:pt x="308893" y="72405"/>
                  </a:lnTo>
                  <a:lnTo>
                    <a:pt x="306017" y="67965"/>
                  </a:lnTo>
                  <a:lnTo>
                    <a:pt x="303002" y="63619"/>
                  </a:lnTo>
                  <a:lnTo>
                    <a:pt x="299851" y="59369"/>
                  </a:lnTo>
                  <a:lnTo>
                    <a:pt x="296568" y="55222"/>
                  </a:lnTo>
                  <a:lnTo>
                    <a:pt x="293154" y="51181"/>
                  </a:lnTo>
                  <a:lnTo>
                    <a:pt x="289615" y="47249"/>
                  </a:lnTo>
                  <a:lnTo>
                    <a:pt x="285952" y="43432"/>
                  </a:lnTo>
                  <a:lnTo>
                    <a:pt x="282171" y="39733"/>
                  </a:lnTo>
                  <a:lnTo>
                    <a:pt x="278275" y="36154"/>
                  </a:lnTo>
                  <a:lnTo>
                    <a:pt x="274267" y="32701"/>
                  </a:lnTo>
                  <a:lnTo>
                    <a:pt x="270153" y="29377"/>
                  </a:lnTo>
                  <a:lnTo>
                    <a:pt x="265935" y="26184"/>
                  </a:lnTo>
                  <a:lnTo>
                    <a:pt x="261618" y="23127"/>
                  </a:lnTo>
                  <a:lnTo>
                    <a:pt x="257207" y="20207"/>
                  </a:lnTo>
                  <a:lnTo>
                    <a:pt x="252705" y="17429"/>
                  </a:lnTo>
                  <a:lnTo>
                    <a:pt x="248118" y="14794"/>
                  </a:lnTo>
                  <a:lnTo>
                    <a:pt x="243449" y="12306"/>
                  </a:lnTo>
                  <a:lnTo>
                    <a:pt x="238705" y="9967"/>
                  </a:lnTo>
                  <a:lnTo>
                    <a:pt x="233888" y="7779"/>
                  </a:lnTo>
                  <a:lnTo>
                    <a:pt x="167167" y="1610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423235" y="1681503"/>
              <a:ext cx="66721" cy="167167"/>
            </a:xfrm>
            <a:custGeom>
              <a:avLst/>
              <a:pathLst>
                <a:path w="66721" h="167167">
                  <a:moveTo>
                    <a:pt x="66721" y="13892"/>
                  </a:moveTo>
                  <a:lnTo>
                    <a:pt x="61439" y="11700"/>
                  </a:lnTo>
                  <a:lnTo>
                    <a:pt x="56085" y="9689"/>
                  </a:lnTo>
                  <a:lnTo>
                    <a:pt x="50665" y="7862"/>
                  </a:lnTo>
                  <a:lnTo>
                    <a:pt x="45186" y="6223"/>
                  </a:lnTo>
                  <a:lnTo>
                    <a:pt x="39654" y="4771"/>
                  </a:lnTo>
                  <a:lnTo>
                    <a:pt x="34076" y="3510"/>
                  </a:lnTo>
                  <a:lnTo>
                    <a:pt x="28458" y="2440"/>
                  </a:lnTo>
                  <a:lnTo>
                    <a:pt x="22806" y="1563"/>
                  </a:lnTo>
                  <a:lnTo>
                    <a:pt x="17128" y="879"/>
                  </a:lnTo>
                  <a:lnTo>
                    <a:pt x="11430" y="391"/>
                  </a:lnTo>
                  <a:lnTo>
                    <a:pt x="5718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853883" y="1322571"/>
              <a:ext cx="334320" cy="334330"/>
            </a:xfrm>
            <a:custGeom>
              <a:avLst/>
              <a:pathLst>
                <a:path w="334320" h="334330">
                  <a:moveTo>
                    <a:pt x="167155" y="0"/>
                  </a:moveTo>
                  <a:lnTo>
                    <a:pt x="161863" y="83"/>
                  </a:lnTo>
                  <a:lnTo>
                    <a:pt x="156577" y="334"/>
                  </a:lnTo>
                  <a:lnTo>
                    <a:pt x="151301" y="753"/>
                  </a:lnTo>
                  <a:lnTo>
                    <a:pt x="146042" y="1338"/>
                  </a:lnTo>
                  <a:lnTo>
                    <a:pt x="140803" y="2090"/>
                  </a:lnTo>
                  <a:lnTo>
                    <a:pt x="135591" y="3006"/>
                  </a:lnTo>
                  <a:lnTo>
                    <a:pt x="130410" y="4088"/>
                  </a:lnTo>
                  <a:lnTo>
                    <a:pt x="125267" y="5333"/>
                  </a:lnTo>
                  <a:lnTo>
                    <a:pt x="120165" y="6740"/>
                  </a:lnTo>
                  <a:lnTo>
                    <a:pt x="115110" y="8307"/>
                  </a:lnTo>
                  <a:lnTo>
                    <a:pt x="110108" y="10034"/>
                  </a:lnTo>
                  <a:lnTo>
                    <a:pt x="105163" y="11919"/>
                  </a:lnTo>
                  <a:lnTo>
                    <a:pt x="100280" y="13959"/>
                  </a:lnTo>
                  <a:lnTo>
                    <a:pt x="95463" y="16153"/>
                  </a:lnTo>
                  <a:lnTo>
                    <a:pt x="90719" y="18498"/>
                  </a:lnTo>
                  <a:lnTo>
                    <a:pt x="86051" y="20992"/>
                  </a:lnTo>
                  <a:lnTo>
                    <a:pt x="81465" y="23632"/>
                  </a:lnTo>
                  <a:lnTo>
                    <a:pt x="76965" y="26416"/>
                  </a:lnTo>
                  <a:lnTo>
                    <a:pt x="72554" y="29342"/>
                  </a:lnTo>
                  <a:lnTo>
                    <a:pt x="68239" y="32405"/>
                  </a:lnTo>
                  <a:lnTo>
                    <a:pt x="64023" y="35604"/>
                  </a:lnTo>
                  <a:lnTo>
                    <a:pt x="59910" y="38934"/>
                  </a:lnTo>
                  <a:lnTo>
                    <a:pt x="55905" y="42393"/>
                  </a:lnTo>
                  <a:lnTo>
                    <a:pt x="52011" y="45977"/>
                  </a:lnTo>
                  <a:lnTo>
                    <a:pt x="48233" y="49683"/>
                  </a:lnTo>
                  <a:lnTo>
                    <a:pt x="44573" y="53506"/>
                  </a:lnTo>
                  <a:lnTo>
                    <a:pt x="41037" y="57443"/>
                  </a:lnTo>
                  <a:lnTo>
                    <a:pt x="37627" y="61490"/>
                  </a:lnTo>
                  <a:lnTo>
                    <a:pt x="34347" y="65643"/>
                  </a:lnTo>
                  <a:lnTo>
                    <a:pt x="31200" y="69898"/>
                  </a:lnTo>
                  <a:lnTo>
                    <a:pt x="28189" y="74250"/>
                  </a:lnTo>
                  <a:lnTo>
                    <a:pt x="25317" y="78696"/>
                  </a:lnTo>
                  <a:lnTo>
                    <a:pt x="22588" y="83230"/>
                  </a:lnTo>
                  <a:lnTo>
                    <a:pt x="20004" y="87848"/>
                  </a:lnTo>
                  <a:lnTo>
                    <a:pt x="17567" y="92545"/>
                  </a:lnTo>
                  <a:lnTo>
                    <a:pt x="15279" y="97318"/>
                  </a:lnTo>
                  <a:lnTo>
                    <a:pt x="13145" y="102160"/>
                  </a:lnTo>
                  <a:lnTo>
                    <a:pt x="11164" y="107068"/>
                  </a:lnTo>
                  <a:lnTo>
                    <a:pt x="9340" y="112036"/>
                  </a:lnTo>
                  <a:lnTo>
                    <a:pt x="7674" y="117059"/>
                  </a:lnTo>
                  <a:lnTo>
                    <a:pt x="6168" y="122132"/>
                  </a:lnTo>
                  <a:lnTo>
                    <a:pt x="4823" y="127251"/>
                  </a:lnTo>
                  <a:lnTo>
                    <a:pt x="3641" y="132409"/>
                  </a:lnTo>
                  <a:lnTo>
                    <a:pt x="2622" y="137602"/>
                  </a:lnTo>
                  <a:lnTo>
                    <a:pt x="1769" y="142825"/>
                  </a:lnTo>
                  <a:lnTo>
                    <a:pt x="1081" y="148073"/>
                  </a:lnTo>
                  <a:lnTo>
                    <a:pt x="560" y="153339"/>
                  </a:lnTo>
                  <a:lnTo>
                    <a:pt x="206" y="158619"/>
                  </a:lnTo>
                  <a:lnTo>
                    <a:pt x="19" y="163908"/>
                  </a:lnTo>
                  <a:lnTo>
                    <a:pt x="0" y="169200"/>
                  </a:lnTo>
                  <a:lnTo>
                    <a:pt x="148" y="174490"/>
                  </a:lnTo>
                  <a:lnTo>
                    <a:pt x="463" y="179773"/>
                  </a:lnTo>
                  <a:lnTo>
                    <a:pt x="946" y="185043"/>
                  </a:lnTo>
                  <a:lnTo>
                    <a:pt x="1595" y="190295"/>
                  </a:lnTo>
                  <a:lnTo>
                    <a:pt x="2410" y="195524"/>
                  </a:lnTo>
                  <a:lnTo>
                    <a:pt x="3390" y="200725"/>
                  </a:lnTo>
                  <a:lnTo>
                    <a:pt x="4534" y="205892"/>
                  </a:lnTo>
                  <a:lnTo>
                    <a:pt x="5842" y="211020"/>
                  </a:lnTo>
                  <a:lnTo>
                    <a:pt x="7311" y="216104"/>
                  </a:lnTo>
                  <a:lnTo>
                    <a:pt x="8940" y="221140"/>
                  </a:lnTo>
                  <a:lnTo>
                    <a:pt x="10728" y="226121"/>
                  </a:lnTo>
                  <a:lnTo>
                    <a:pt x="12672" y="231043"/>
                  </a:lnTo>
                  <a:lnTo>
                    <a:pt x="14771" y="235901"/>
                  </a:lnTo>
                  <a:lnTo>
                    <a:pt x="17023" y="240690"/>
                  </a:lnTo>
                  <a:lnTo>
                    <a:pt x="19426" y="245405"/>
                  </a:lnTo>
                  <a:lnTo>
                    <a:pt x="21977" y="250042"/>
                  </a:lnTo>
                  <a:lnTo>
                    <a:pt x="24673" y="254596"/>
                  </a:lnTo>
                  <a:lnTo>
                    <a:pt x="27511" y="259062"/>
                  </a:lnTo>
                  <a:lnTo>
                    <a:pt x="30490" y="263436"/>
                  </a:lnTo>
                  <a:lnTo>
                    <a:pt x="33606" y="267714"/>
                  </a:lnTo>
                  <a:lnTo>
                    <a:pt x="36856" y="271891"/>
                  </a:lnTo>
                  <a:lnTo>
                    <a:pt x="40236" y="275963"/>
                  </a:lnTo>
                  <a:lnTo>
                    <a:pt x="43743" y="279926"/>
                  </a:lnTo>
                  <a:lnTo>
                    <a:pt x="47374" y="283776"/>
                  </a:lnTo>
                  <a:lnTo>
                    <a:pt x="51126" y="287509"/>
                  </a:lnTo>
                  <a:lnTo>
                    <a:pt x="54993" y="291122"/>
                  </a:lnTo>
                  <a:lnTo>
                    <a:pt x="58973" y="294610"/>
                  </a:lnTo>
                  <a:lnTo>
                    <a:pt x="63061" y="297970"/>
                  </a:lnTo>
                  <a:lnTo>
                    <a:pt x="67254" y="301200"/>
                  </a:lnTo>
                  <a:lnTo>
                    <a:pt x="71547" y="304295"/>
                  </a:lnTo>
                  <a:lnTo>
                    <a:pt x="75935" y="307252"/>
                  </a:lnTo>
                  <a:lnTo>
                    <a:pt x="80415" y="310070"/>
                  </a:lnTo>
                  <a:lnTo>
                    <a:pt x="84982" y="312744"/>
                  </a:lnTo>
                  <a:lnTo>
                    <a:pt x="89631" y="315272"/>
                  </a:lnTo>
                  <a:lnTo>
                    <a:pt x="94358" y="317652"/>
                  </a:lnTo>
                  <a:lnTo>
                    <a:pt x="99158" y="319880"/>
                  </a:lnTo>
                  <a:lnTo>
                    <a:pt x="104026" y="321956"/>
                  </a:lnTo>
                  <a:lnTo>
                    <a:pt x="108957" y="323877"/>
                  </a:lnTo>
                  <a:lnTo>
                    <a:pt x="113947" y="325641"/>
                  </a:lnTo>
                  <a:lnTo>
                    <a:pt x="118990" y="327245"/>
                  </a:lnTo>
                  <a:lnTo>
                    <a:pt x="124081" y="328690"/>
                  </a:lnTo>
                  <a:lnTo>
                    <a:pt x="129216" y="329972"/>
                  </a:lnTo>
                  <a:lnTo>
                    <a:pt x="134388" y="331092"/>
                  </a:lnTo>
                  <a:lnTo>
                    <a:pt x="139593" y="332047"/>
                  </a:lnTo>
                  <a:lnTo>
                    <a:pt x="144826" y="332837"/>
                  </a:lnTo>
                  <a:lnTo>
                    <a:pt x="150082" y="333460"/>
                  </a:lnTo>
                  <a:lnTo>
                    <a:pt x="155354" y="333917"/>
                  </a:lnTo>
                  <a:lnTo>
                    <a:pt x="160638" y="334207"/>
                  </a:lnTo>
                  <a:lnTo>
                    <a:pt x="165929" y="334330"/>
                  </a:lnTo>
                  <a:lnTo>
                    <a:pt x="171221" y="334285"/>
                  </a:lnTo>
                  <a:lnTo>
                    <a:pt x="176509" y="334072"/>
                  </a:lnTo>
                  <a:lnTo>
                    <a:pt x="181787" y="333693"/>
                  </a:lnTo>
                  <a:lnTo>
                    <a:pt x="187051" y="333146"/>
                  </a:lnTo>
                  <a:lnTo>
                    <a:pt x="192295" y="332433"/>
                  </a:lnTo>
                  <a:lnTo>
                    <a:pt x="197514" y="331554"/>
                  </a:lnTo>
                  <a:lnTo>
                    <a:pt x="202702" y="330511"/>
                  </a:lnTo>
                  <a:lnTo>
                    <a:pt x="207855" y="329304"/>
                  </a:lnTo>
                  <a:lnTo>
                    <a:pt x="212967" y="327934"/>
                  </a:lnTo>
                  <a:lnTo>
                    <a:pt x="218033" y="326404"/>
                  </a:lnTo>
                  <a:lnTo>
                    <a:pt x="223048" y="324713"/>
                  </a:lnTo>
                  <a:lnTo>
                    <a:pt x="228007" y="322865"/>
                  </a:lnTo>
                  <a:lnTo>
                    <a:pt x="232905" y="320861"/>
                  </a:lnTo>
                  <a:lnTo>
                    <a:pt x="237737" y="318703"/>
                  </a:lnTo>
                  <a:lnTo>
                    <a:pt x="242498" y="316393"/>
                  </a:lnTo>
                  <a:lnTo>
                    <a:pt x="247184" y="313933"/>
                  </a:lnTo>
                  <a:lnTo>
                    <a:pt x="251789" y="311326"/>
                  </a:lnTo>
                  <a:lnTo>
                    <a:pt x="256310" y="308575"/>
                  </a:lnTo>
                  <a:lnTo>
                    <a:pt x="260742" y="305682"/>
                  </a:lnTo>
                  <a:lnTo>
                    <a:pt x="265079" y="302650"/>
                  </a:lnTo>
                  <a:lnTo>
                    <a:pt x="269319" y="299483"/>
                  </a:lnTo>
                  <a:lnTo>
                    <a:pt x="273456" y="296182"/>
                  </a:lnTo>
                  <a:lnTo>
                    <a:pt x="277487" y="292753"/>
                  </a:lnTo>
                  <a:lnTo>
                    <a:pt x="281407" y="289197"/>
                  </a:lnTo>
                  <a:lnTo>
                    <a:pt x="285212" y="285520"/>
                  </a:lnTo>
                  <a:lnTo>
                    <a:pt x="288899" y="281724"/>
                  </a:lnTo>
                  <a:lnTo>
                    <a:pt x="292464" y="277812"/>
                  </a:lnTo>
                  <a:lnTo>
                    <a:pt x="295904" y="273790"/>
                  </a:lnTo>
                  <a:lnTo>
                    <a:pt x="299214" y="269662"/>
                  </a:lnTo>
                  <a:lnTo>
                    <a:pt x="302393" y="265430"/>
                  </a:lnTo>
                  <a:lnTo>
                    <a:pt x="305435" y="261100"/>
                  </a:lnTo>
                  <a:lnTo>
                    <a:pt x="308339" y="256676"/>
                  </a:lnTo>
                  <a:lnTo>
                    <a:pt x="311102" y="252162"/>
                  </a:lnTo>
                  <a:lnTo>
                    <a:pt x="313720" y="247563"/>
                  </a:lnTo>
                  <a:lnTo>
                    <a:pt x="316192" y="242883"/>
                  </a:lnTo>
                  <a:lnTo>
                    <a:pt x="318514" y="238128"/>
                  </a:lnTo>
                  <a:lnTo>
                    <a:pt x="320684" y="233301"/>
                  </a:lnTo>
                  <a:lnTo>
                    <a:pt x="322700" y="228408"/>
                  </a:lnTo>
                  <a:lnTo>
                    <a:pt x="324561" y="223454"/>
                  </a:lnTo>
                  <a:lnTo>
                    <a:pt x="326264" y="218443"/>
                  </a:lnTo>
                  <a:lnTo>
                    <a:pt x="327807" y="213381"/>
                  </a:lnTo>
                  <a:lnTo>
                    <a:pt x="329189" y="208272"/>
                  </a:lnTo>
                  <a:lnTo>
                    <a:pt x="330409" y="203123"/>
                  </a:lnTo>
                  <a:lnTo>
                    <a:pt x="331466" y="197937"/>
                  </a:lnTo>
                  <a:lnTo>
                    <a:pt x="332357" y="192721"/>
                  </a:lnTo>
                  <a:lnTo>
                    <a:pt x="333083" y="187478"/>
                  </a:lnTo>
                  <a:lnTo>
                    <a:pt x="333643" y="182216"/>
                  </a:lnTo>
                  <a:lnTo>
                    <a:pt x="334036" y="176938"/>
                  </a:lnTo>
                  <a:lnTo>
                    <a:pt x="334262" y="171651"/>
                  </a:lnTo>
                  <a:lnTo>
                    <a:pt x="334320" y="166359"/>
                  </a:lnTo>
                  <a:lnTo>
                    <a:pt x="334211" y="161068"/>
                  </a:lnTo>
                  <a:lnTo>
                    <a:pt x="333934" y="155783"/>
                  </a:lnTo>
                  <a:lnTo>
                    <a:pt x="333490" y="150510"/>
                  </a:lnTo>
                  <a:lnTo>
                    <a:pt x="332879" y="145253"/>
                  </a:lnTo>
                  <a:lnTo>
                    <a:pt x="332103" y="140018"/>
                  </a:lnTo>
                  <a:lnTo>
                    <a:pt x="331161" y="134810"/>
                  </a:lnTo>
                  <a:lnTo>
                    <a:pt x="330054" y="129635"/>
                  </a:lnTo>
                  <a:lnTo>
                    <a:pt x="328785" y="124498"/>
                  </a:lnTo>
                  <a:lnTo>
                    <a:pt x="327353" y="119403"/>
                  </a:lnTo>
                  <a:lnTo>
                    <a:pt x="325761" y="114356"/>
                  </a:lnTo>
                  <a:lnTo>
                    <a:pt x="324010" y="109362"/>
                  </a:lnTo>
                  <a:lnTo>
                    <a:pt x="322101" y="104426"/>
                  </a:lnTo>
                  <a:lnTo>
                    <a:pt x="320038" y="99552"/>
                  </a:lnTo>
                  <a:lnTo>
                    <a:pt x="317821" y="94747"/>
                  </a:lnTo>
                  <a:lnTo>
                    <a:pt x="315453" y="90014"/>
                  </a:lnTo>
                  <a:lnTo>
                    <a:pt x="312936" y="85358"/>
                  </a:lnTo>
                  <a:lnTo>
                    <a:pt x="310274" y="80785"/>
                  </a:lnTo>
                  <a:lnTo>
                    <a:pt x="307468" y="76298"/>
                  </a:lnTo>
                  <a:lnTo>
                    <a:pt x="304521" y="71902"/>
                  </a:lnTo>
                  <a:lnTo>
                    <a:pt x="301437" y="67601"/>
                  </a:lnTo>
                  <a:lnTo>
                    <a:pt x="298218" y="63401"/>
                  </a:lnTo>
                  <a:lnTo>
                    <a:pt x="294867" y="59304"/>
                  </a:lnTo>
                  <a:lnTo>
                    <a:pt x="291389" y="55316"/>
                  </a:lnTo>
                  <a:lnTo>
                    <a:pt x="287786" y="51439"/>
                  </a:lnTo>
                  <a:lnTo>
                    <a:pt x="284063" y="47679"/>
                  </a:lnTo>
                  <a:lnTo>
                    <a:pt x="280222" y="44038"/>
                  </a:lnTo>
                  <a:lnTo>
                    <a:pt x="276268" y="40521"/>
                  </a:lnTo>
                  <a:lnTo>
                    <a:pt x="272204" y="37130"/>
                  </a:lnTo>
                  <a:lnTo>
                    <a:pt x="268035" y="33870"/>
                  </a:lnTo>
                  <a:lnTo>
                    <a:pt x="263765" y="30744"/>
                  </a:lnTo>
                  <a:lnTo>
                    <a:pt x="259399" y="27754"/>
                  </a:lnTo>
                  <a:lnTo>
                    <a:pt x="254939" y="24904"/>
                  </a:lnTo>
                  <a:lnTo>
                    <a:pt x="250392" y="22196"/>
                  </a:lnTo>
                  <a:lnTo>
                    <a:pt x="245762" y="19634"/>
                  </a:lnTo>
                  <a:lnTo>
                    <a:pt x="241052" y="17220"/>
                  </a:lnTo>
                  <a:lnTo>
                    <a:pt x="236269" y="14956"/>
                  </a:lnTo>
                  <a:lnTo>
                    <a:pt x="231416" y="12845"/>
                  </a:lnTo>
                  <a:lnTo>
                    <a:pt x="226499" y="10888"/>
                  </a:lnTo>
                  <a:lnTo>
                    <a:pt x="221522" y="9088"/>
                  </a:lnTo>
                  <a:lnTo>
                    <a:pt x="216491" y="7446"/>
                  </a:lnTo>
                  <a:lnTo>
                    <a:pt x="211411" y="5964"/>
                  </a:lnTo>
                  <a:lnTo>
                    <a:pt x="206286" y="4644"/>
                  </a:lnTo>
                  <a:lnTo>
                    <a:pt x="201122" y="3487"/>
                  </a:lnTo>
                  <a:lnTo>
                    <a:pt x="195924" y="2494"/>
                  </a:lnTo>
                  <a:lnTo>
                    <a:pt x="190697" y="1666"/>
                  </a:lnTo>
                  <a:lnTo>
                    <a:pt x="185446" y="1003"/>
                  </a:lnTo>
                  <a:lnTo>
                    <a:pt x="180177" y="508"/>
                  </a:lnTo>
                  <a:lnTo>
                    <a:pt x="174895" y="179"/>
                  </a:lnTo>
                  <a:lnTo>
                    <a:pt x="169606" y="17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021039" y="1322571"/>
              <a:ext cx="2451" cy="167167"/>
            </a:xfrm>
            <a:custGeom>
              <a:avLst/>
              <a:pathLst>
                <a:path w="2451" h="167167">
                  <a:moveTo>
                    <a:pt x="2451" y="1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378109" y="1071028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9" y="337"/>
                  </a:lnTo>
                  <a:lnTo>
                    <a:pt x="151247" y="757"/>
                  </a:lnTo>
                  <a:lnTo>
                    <a:pt x="145972" y="1346"/>
                  </a:lnTo>
                  <a:lnTo>
                    <a:pt x="140718" y="2102"/>
                  </a:lnTo>
                  <a:lnTo>
                    <a:pt x="135490" y="3025"/>
                  </a:lnTo>
                  <a:lnTo>
                    <a:pt x="130295" y="4113"/>
                  </a:lnTo>
                  <a:lnTo>
                    <a:pt x="125136" y="5365"/>
                  </a:lnTo>
                  <a:lnTo>
                    <a:pt x="120020" y="6780"/>
                  </a:lnTo>
                  <a:lnTo>
                    <a:pt x="114952" y="8357"/>
                  </a:lnTo>
                  <a:lnTo>
                    <a:pt x="109936" y="10095"/>
                  </a:lnTo>
                  <a:lnTo>
                    <a:pt x="104978" y="11990"/>
                  </a:lnTo>
                  <a:lnTo>
                    <a:pt x="100082" y="14043"/>
                  </a:lnTo>
                  <a:lnTo>
                    <a:pt x="95254" y="16249"/>
                  </a:lnTo>
                  <a:lnTo>
                    <a:pt x="90499" y="18608"/>
                  </a:lnTo>
                  <a:lnTo>
                    <a:pt x="85821" y="21116"/>
                  </a:lnTo>
                  <a:lnTo>
                    <a:pt x="81225" y="23772"/>
                  </a:lnTo>
                  <a:lnTo>
                    <a:pt x="76715" y="26573"/>
                  </a:lnTo>
                  <a:lnTo>
                    <a:pt x="72297" y="29515"/>
                  </a:lnTo>
                  <a:lnTo>
                    <a:pt x="67974" y="32596"/>
                  </a:lnTo>
                  <a:lnTo>
                    <a:pt x="63752" y="35812"/>
                  </a:lnTo>
                  <a:lnTo>
                    <a:pt x="59633" y="39161"/>
                  </a:lnTo>
                  <a:lnTo>
                    <a:pt x="55623" y="42639"/>
                  </a:lnTo>
                  <a:lnTo>
                    <a:pt x="51726" y="46243"/>
                  </a:lnTo>
                  <a:lnTo>
                    <a:pt x="47945" y="49969"/>
                  </a:lnTo>
                  <a:lnTo>
                    <a:pt x="44284" y="53813"/>
                  </a:lnTo>
                  <a:lnTo>
                    <a:pt x="40747" y="57771"/>
                  </a:lnTo>
                  <a:lnTo>
                    <a:pt x="37337" y="61839"/>
                  </a:lnTo>
                  <a:lnTo>
                    <a:pt x="34059" y="66014"/>
                  </a:lnTo>
                  <a:lnTo>
                    <a:pt x="30914" y="70290"/>
                  </a:lnTo>
                  <a:lnTo>
                    <a:pt x="27907" y="74665"/>
                  </a:lnTo>
                  <a:lnTo>
                    <a:pt x="25040" y="79132"/>
                  </a:lnTo>
                  <a:lnTo>
                    <a:pt x="22317" y="83689"/>
                  </a:lnTo>
                  <a:lnTo>
                    <a:pt x="19739" y="88329"/>
                  </a:lnTo>
                  <a:lnTo>
                    <a:pt x="17310" y="93049"/>
                  </a:lnTo>
                  <a:lnTo>
                    <a:pt x="15033" y="97844"/>
                  </a:lnTo>
                  <a:lnTo>
                    <a:pt x="12908" y="102708"/>
                  </a:lnTo>
                  <a:lnTo>
                    <a:pt x="10940" y="107638"/>
                  </a:lnTo>
                  <a:lnTo>
                    <a:pt x="9128" y="112628"/>
                  </a:lnTo>
                  <a:lnTo>
                    <a:pt x="7476" y="117672"/>
                  </a:lnTo>
                  <a:lnTo>
                    <a:pt x="5985" y="122767"/>
                  </a:lnTo>
                  <a:lnTo>
                    <a:pt x="4657" y="127906"/>
                  </a:lnTo>
                  <a:lnTo>
                    <a:pt x="3492" y="133085"/>
                  </a:lnTo>
                  <a:lnTo>
                    <a:pt x="2493" y="138298"/>
                  </a:lnTo>
                  <a:lnTo>
                    <a:pt x="1659" y="143541"/>
                  </a:lnTo>
                  <a:lnTo>
                    <a:pt x="993" y="148807"/>
                  </a:lnTo>
                  <a:lnTo>
                    <a:pt x="493" y="154092"/>
                  </a:lnTo>
                  <a:lnTo>
                    <a:pt x="162" y="159389"/>
                  </a:lnTo>
                  <a:lnTo>
                    <a:pt x="0" y="164695"/>
                  </a:lnTo>
                  <a:lnTo>
                    <a:pt x="5" y="170003"/>
                  </a:lnTo>
                  <a:lnTo>
                    <a:pt x="180" y="175309"/>
                  </a:lnTo>
                  <a:lnTo>
                    <a:pt x="522" y="180606"/>
                  </a:lnTo>
                  <a:lnTo>
                    <a:pt x="1033" y="185889"/>
                  </a:lnTo>
                  <a:lnTo>
                    <a:pt x="1711" y="191154"/>
                  </a:lnTo>
                  <a:lnTo>
                    <a:pt x="2556" y="196395"/>
                  </a:lnTo>
                  <a:lnTo>
                    <a:pt x="3567" y="201606"/>
                  </a:lnTo>
                  <a:lnTo>
                    <a:pt x="4743" y="206782"/>
                  </a:lnTo>
                  <a:lnTo>
                    <a:pt x="6083" y="211919"/>
                  </a:lnTo>
                  <a:lnTo>
                    <a:pt x="7585" y="217010"/>
                  </a:lnTo>
                  <a:lnTo>
                    <a:pt x="9248" y="222051"/>
                  </a:lnTo>
                  <a:lnTo>
                    <a:pt x="11070" y="227037"/>
                  </a:lnTo>
                  <a:lnTo>
                    <a:pt x="13049" y="231962"/>
                  </a:lnTo>
                  <a:lnTo>
                    <a:pt x="15184" y="236822"/>
                  </a:lnTo>
                  <a:lnTo>
                    <a:pt x="17473" y="241612"/>
                  </a:lnTo>
                  <a:lnTo>
                    <a:pt x="19912" y="246326"/>
                  </a:lnTo>
                  <a:lnTo>
                    <a:pt x="22499" y="250961"/>
                  </a:lnTo>
                  <a:lnTo>
                    <a:pt x="25233" y="255511"/>
                  </a:lnTo>
                  <a:lnTo>
                    <a:pt x="28109" y="259973"/>
                  </a:lnTo>
                  <a:lnTo>
                    <a:pt x="31126" y="264340"/>
                  </a:lnTo>
                  <a:lnTo>
                    <a:pt x="34280" y="268610"/>
                  </a:lnTo>
                  <a:lnTo>
                    <a:pt x="37567" y="272778"/>
                  </a:lnTo>
                  <a:lnTo>
                    <a:pt x="40986" y="276839"/>
                  </a:lnTo>
                  <a:lnTo>
                    <a:pt x="44531" y="280789"/>
                  </a:lnTo>
                  <a:lnTo>
                    <a:pt x="48201" y="284625"/>
                  </a:lnTo>
                  <a:lnTo>
                    <a:pt x="51990" y="288342"/>
                  </a:lnTo>
                  <a:lnTo>
                    <a:pt x="55895" y="291937"/>
                  </a:lnTo>
                  <a:lnTo>
                    <a:pt x="59913" y="295407"/>
                  </a:lnTo>
                  <a:lnTo>
                    <a:pt x="64039" y="298747"/>
                  </a:lnTo>
                  <a:lnTo>
                    <a:pt x="68268" y="301954"/>
                  </a:lnTo>
                  <a:lnTo>
                    <a:pt x="72598" y="305026"/>
                  </a:lnTo>
                  <a:lnTo>
                    <a:pt x="77022" y="307958"/>
                  </a:lnTo>
                  <a:lnTo>
                    <a:pt x="81538" y="310749"/>
                  </a:lnTo>
                  <a:lnTo>
                    <a:pt x="86140" y="313395"/>
                  </a:lnTo>
                  <a:lnTo>
                    <a:pt x="90823" y="315893"/>
                  </a:lnTo>
                  <a:lnTo>
                    <a:pt x="95584" y="318241"/>
                  </a:lnTo>
                  <a:lnTo>
                    <a:pt x="100416" y="320437"/>
                  </a:lnTo>
                  <a:lnTo>
                    <a:pt x="105316" y="322479"/>
                  </a:lnTo>
                  <a:lnTo>
                    <a:pt x="110279" y="324364"/>
                  </a:lnTo>
                  <a:lnTo>
                    <a:pt x="115298" y="326090"/>
                  </a:lnTo>
                  <a:lnTo>
                    <a:pt x="120370" y="327656"/>
                  </a:lnTo>
                  <a:lnTo>
                    <a:pt x="125489" y="329060"/>
                  </a:lnTo>
                  <a:lnTo>
                    <a:pt x="130651" y="330301"/>
                  </a:lnTo>
                  <a:lnTo>
                    <a:pt x="135848" y="331378"/>
                  </a:lnTo>
                  <a:lnTo>
                    <a:pt x="141078" y="332289"/>
                  </a:lnTo>
                  <a:lnTo>
                    <a:pt x="146334" y="333033"/>
                  </a:lnTo>
                  <a:lnTo>
                    <a:pt x="151610" y="333611"/>
                  </a:lnTo>
                  <a:lnTo>
                    <a:pt x="156903" y="334020"/>
                  </a:lnTo>
                  <a:lnTo>
                    <a:pt x="162206" y="334261"/>
                  </a:lnTo>
                  <a:lnTo>
                    <a:pt x="167513" y="334334"/>
                  </a:lnTo>
                  <a:lnTo>
                    <a:pt x="172821" y="334238"/>
                  </a:lnTo>
                  <a:lnTo>
                    <a:pt x="178122" y="333974"/>
                  </a:lnTo>
                  <a:lnTo>
                    <a:pt x="183413" y="333541"/>
                  </a:lnTo>
                  <a:lnTo>
                    <a:pt x="188687" y="332941"/>
                  </a:lnTo>
                  <a:lnTo>
                    <a:pt x="193940" y="332174"/>
                  </a:lnTo>
                  <a:lnTo>
                    <a:pt x="199165" y="331240"/>
                  </a:lnTo>
                  <a:lnTo>
                    <a:pt x="204358" y="330141"/>
                  </a:lnTo>
                  <a:lnTo>
                    <a:pt x="209514" y="328877"/>
                  </a:lnTo>
                  <a:lnTo>
                    <a:pt x="214627" y="327450"/>
                  </a:lnTo>
                  <a:lnTo>
                    <a:pt x="219692" y="325862"/>
                  </a:lnTo>
                  <a:lnTo>
                    <a:pt x="224704" y="324114"/>
                  </a:lnTo>
                  <a:lnTo>
                    <a:pt x="229658" y="322207"/>
                  </a:lnTo>
                  <a:lnTo>
                    <a:pt x="234549" y="320145"/>
                  </a:lnTo>
                  <a:lnTo>
                    <a:pt x="239372" y="317927"/>
                  </a:lnTo>
                  <a:lnTo>
                    <a:pt x="244122" y="315558"/>
                  </a:lnTo>
                  <a:lnTo>
                    <a:pt x="248795" y="313040"/>
                  </a:lnTo>
                  <a:lnTo>
                    <a:pt x="253385" y="310374"/>
                  </a:lnTo>
                  <a:lnTo>
                    <a:pt x="257888" y="307564"/>
                  </a:lnTo>
                  <a:lnTo>
                    <a:pt x="262300" y="304612"/>
                  </a:lnTo>
                  <a:lnTo>
                    <a:pt x="266616" y="301522"/>
                  </a:lnTo>
                  <a:lnTo>
                    <a:pt x="270832" y="298296"/>
                  </a:lnTo>
                  <a:lnTo>
                    <a:pt x="274943" y="294938"/>
                  </a:lnTo>
                  <a:lnTo>
                    <a:pt x="278945" y="291451"/>
                  </a:lnTo>
                  <a:lnTo>
                    <a:pt x="282835" y="287839"/>
                  </a:lnTo>
                  <a:lnTo>
                    <a:pt x="286608" y="284105"/>
                  </a:lnTo>
                  <a:lnTo>
                    <a:pt x="290260" y="280253"/>
                  </a:lnTo>
                  <a:lnTo>
                    <a:pt x="293789" y="276287"/>
                  </a:lnTo>
                  <a:lnTo>
                    <a:pt x="297190" y="272211"/>
                  </a:lnTo>
                  <a:lnTo>
                    <a:pt x="300459" y="268030"/>
                  </a:lnTo>
                  <a:lnTo>
                    <a:pt x="303594" y="263746"/>
                  </a:lnTo>
                  <a:lnTo>
                    <a:pt x="306592" y="259365"/>
                  </a:lnTo>
                  <a:lnTo>
                    <a:pt x="309449" y="254891"/>
                  </a:lnTo>
                  <a:lnTo>
                    <a:pt x="312162" y="250329"/>
                  </a:lnTo>
                  <a:lnTo>
                    <a:pt x="314730" y="245683"/>
                  </a:lnTo>
                  <a:lnTo>
                    <a:pt x="317148" y="240958"/>
                  </a:lnTo>
                  <a:lnTo>
                    <a:pt x="319415" y="236158"/>
                  </a:lnTo>
                  <a:lnTo>
                    <a:pt x="321529" y="231289"/>
                  </a:lnTo>
                  <a:lnTo>
                    <a:pt x="323487" y="226355"/>
                  </a:lnTo>
                  <a:lnTo>
                    <a:pt x="325288" y="221361"/>
                  </a:lnTo>
                  <a:lnTo>
                    <a:pt x="326929" y="216313"/>
                  </a:lnTo>
                  <a:lnTo>
                    <a:pt x="328408" y="211215"/>
                  </a:lnTo>
                  <a:lnTo>
                    <a:pt x="329726" y="206073"/>
                  </a:lnTo>
                  <a:lnTo>
                    <a:pt x="330879" y="200892"/>
                  </a:lnTo>
                  <a:lnTo>
                    <a:pt x="331867" y="195676"/>
                  </a:lnTo>
                  <a:lnTo>
                    <a:pt x="332689" y="190432"/>
                  </a:lnTo>
                  <a:lnTo>
                    <a:pt x="333344" y="185165"/>
                  </a:lnTo>
                  <a:lnTo>
                    <a:pt x="333832" y="179879"/>
                  </a:lnTo>
                  <a:lnTo>
                    <a:pt x="334152" y="174580"/>
                  </a:lnTo>
                  <a:lnTo>
                    <a:pt x="334303" y="169274"/>
                  </a:lnTo>
                  <a:lnTo>
                    <a:pt x="334285" y="163966"/>
                  </a:lnTo>
                  <a:lnTo>
                    <a:pt x="334100" y="158661"/>
                  </a:lnTo>
                  <a:lnTo>
                    <a:pt x="333745" y="153365"/>
                  </a:lnTo>
                  <a:lnTo>
                    <a:pt x="333223" y="148082"/>
                  </a:lnTo>
                  <a:lnTo>
                    <a:pt x="332533" y="142819"/>
                  </a:lnTo>
                  <a:lnTo>
                    <a:pt x="331677" y="137580"/>
                  </a:lnTo>
                  <a:lnTo>
                    <a:pt x="330655" y="132371"/>
                  </a:lnTo>
                  <a:lnTo>
                    <a:pt x="329467" y="127198"/>
                  </a:lnTo>
                  <a:lnTo>
                    <a:pt x="328117" y="122064"/>
                  </a:lnTo>
                  <a:lnTo>
                    <a:pt x="326603" y="116976"/>
                  </a:lnTo>
                  <a:lnTo>
                    <a:pt x="324930" y="111939"/>
                  </a:lnTo>
                  <a:lnTo>
                    <a:pt x="323096" y="106957"/>
                  </a:lnTo>
                  <a:lnTo>
                    <a:pt x="321106" y="102036"/>
                  </a:lnTo>
                  <a:lnTo>
                    <a:pt x="318961" y="97181"/>
                  </a:lnTo>
                  <a:lnTo>
                    <a:pt x="316662" y="92396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545258" y="1162331"/>
              <a:ext cx="149513" cy="75865"/>
            </a:xfrm>
            <a:custGeom>
              <a:avLst/>
              <a:pathLst>
                <a:path w="149513" h="75865">
                  <a:moveTo>
                    <a:pt x="149513" y="1094"/>
                  </a:moveTo>
                  <a:lnTo>
                    <a:pt x="148961" y="0"/>
                  </a:lnTo>
                  <a:lnTo>
                    <a:pt x="0" y="758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545258" y="1071028"/>
              <a:ext cx="148961" cy="167167"/>
            </a:xfrm>
            <a:custGeom>
              <a:avLst/>
              <a:pathLst>
                <a:path w="148961" h="167167">
                  <a:moveTo>
                    <a:pt x="148961" y="91302"/>
                  </a:moveTo>
                  <a:lnTo>
                    <a:pt x="146429" y="86524"/>
                  </a:lnTo>
                  <a:lnTo>
                    <a:pt x="143745" y="81831"/>
                  </a:lnTo>
                  <a:lnTo>
                    <a:pt x="140910" y="77227"/>
                  </a:lnTo>
                  <a:lnTo>
                    <a:pt x="137927" y="72717"/>
                  </a:lnTo>
                  <a:lnTo>
                    <a:pt x="134801" y="68306"/>
                  </a:lnTo>
                  <a:lnTo>
                    <a:pt x="131533" y="63998"/>
                  </a:lnTo>
                  <a:lnTo>
                    <a:pt x="128128" y="59798"/>
                  </a:lnTo>
                  <a:lnTo>
                    <a:pt x="124589" y="55711"/>
                  </a:lnTo>
                  <a:lnTo>
                    <a:pt x="120919" y="51740"/>
                  </a:lnTo>
                  <a:lnTo>
                    <a:pt x="117123" y="47890"/>
                  </a:lnTo>
                  <a:lnTo>
                    <a:pt x="113204" y="44164"/>
                  </a:lnTo>
                  <a:lnTo>
                    <a:pt x="109167" y="40568"/>
                  </a:lnTo>
                  <a:lnTo>
                    <a:pt x="105016" y="37103"/>
                  </a:lnTo>
                  <a:lnTo>
                    <a:pt x="100755" y="33775"/>
                  </a:lnTo>
                  <a:lnTo>
                    <a:pt x="96388" y="30587"/>
                  </a:lnTo>
                  <a:lnTo>
                    <a:pt x="91921" y="27541"/>
                  </a:lnTo>
                  <a:lnTo>
                    <a:pt x="87357" y="24641"/>
                  </a:lnTo>
                  <a:lnTo>
                    <a:pt x="82702" y="21891"/>
                  </a:lnTo>
                  <a:lnTo>
                    <a:pt x="77961" y="19292"/>
                  </a:lnTo>
                  <a:lnTo>
                    <a:pt x="73138" y="16848"/>
                  </a:lnTo>
                  <a:lnTo>
                    <a:pt x="68238" y="14562"/>
                  </a:lnTo>
                  <a:lnTo>
                    <a:pt x="63268" y="12435"/>
                  </a:lnTo>
                  <a:lnTo>
                    <a:pt x="58230" y="10469"/>
                  </a:lnTo>
                  <a:lnTo>
                    <a:pt x="53132" y="8668"/>
                  </a:lnTo>
                  <a:lnTo>
                    <a:pt x="47979" y="7033"/>
                  </a:lnTo>
                  <a:lnTo>
                    <a:pt x="42775" y="5565"/>
                  </a:lnTo>
                  <a:lnTo>
                    <a:pt x="37527" y="4266"/>
                  </a:lnTo>
                  <a:lnTo>
                    <a:pt x="32239" y="3138"/>
                  </a:lnTo>
                  <a:lnTo>
                    <a:pt x="26917" y="2181"/>
                  </a:lnTo>
                  <a:lnTo>
                    <a:pt x="21568" y="1397"/>
                  </a:lnTo>
                  <a:lnTo>
                    <a:pt x="16195" y="786"/>
                  </a:lnTo>
                  <a:lnTo>
                    <a:pt x="10806" y="349"/>
                  </a:lnTo>
                  <a:lnTo>
                    <a:pt x="5406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4583" y="941493"/>
              <a:ext cx="118961" cy="167167"/>
            </a:xfrm>
            <a:custGeom>
              <a:avLst/>
              <a:pathLst>
                <a:path w="118961" h="167167">
                  <a:moveTo>
                    <a:pt x="118961" y="0"/>
                  </a:moveTo>
                  <a:lnTo>
                    <a:pt x="113446" y="90"/>
                  </a:lnTo>
                  <a:lnTo>
                    <a:pt x="107938" y="363"/>
                  </a:lnTo>
                  <a:lnTo>
                    <a:pt x="102442" y="818"/>
                  </a:lnTo>
                  <a:lnTo>
                    <a:pt x="96964" y="1453"/>
                  </a:lnTo>
                  <a:lnTo>
                    <a:pt x="91509" y="2269"/>
                  </a:lnTo>
                  <a:lnTo>
                    <a:pt x="86085" y="3264"/>
                  </a:lnTo>
                  <a:lnTo>
                    <a:pt x="80696" y="4438"/>
                  </a:lnTo>
                  <a:lnTo>
                    <a:pt x="75349" y="5788"/>
                  </a:lnTo>
                  <a:lnTo>
                    <a:pt x="70050" y="7315"/>
                  </a:lnTo>
                  <a:lnTo>
                    <a:pt x="64803" y="9015"/>
                  </a:lnTo>
                  <a:lnTo>
                    <a:pt x="59616" y="10888"/>
                  </a:lnTo>
                  <a:lnTo>
                    <a:pt x="54493" y="12930"/>
                  </a:lnTo>
                  <a:lnTo>
                    <a:pt x="49441" y="15141"/>
                  </a:lnTo>
                  <a:lnTo>
                    <a:pt x="44464" y="17517"/>
                  </a:lnTo>
                  <a:lnTo>
                    <a:pt x="39568" y="20056"/>
                  </a:lnTo>
                  <a:lnTo>
                    <a:pt x="34758" y="22754"/>
                  </a:lnTo>
                  <a:lnTo>
                    <a:pt x="30041" y="25611"/>
                  </a:lnTo>
                  <a:lnTo>
                    <a:pt x="25420" y="28621"/>
                  </a:lnTo>
                  <a:lnTo>
                    <a:pt x="20900" y="31782"/>
                  </a:lnTo>
                  <a:lnTo>
                    <a:pt x="16488" y="35090"/>
                  </a:lnTo>
                  <a:lnTo>
                    <a:pt x="12187" y="38542"/>
                  </a:lnTo>
                  <a:lnTo>
                    <a:pt x="8002" y="42134"/>
                  </a:lnTo>
                  <a:lnTo>
                    <a:pt x="3938" y="45862"/>
                  </a:lnTo>
                  <a:lnTo>
                    <a:pt x="0" y="49722"/>
                  </a:lnTo>
                  <a:lnTo>
                    <a:pt x="1189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904583" y="991216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856387" y="956890"/>
              <a:ext cx="334323" cy="318929"/>
            </a:xfrm>
            <a:custGeom>
              <a:avLst/>
              <a:pathLst>
                <a:path w="334323" h="318929">
                  <a:moveTo>
                    <a:pt x="48195" y="34325"/>
                  </a:moveTo>
                  <a:lnTo>
                    <a:pt x="44542" y="38145"/>
                  </a:lnTo>
                  <a:lnTo>
                    <a:pt x="41011" y="42077"/>
                  </a:lnTo>
                  <a:lnTo>
                    <a:pt x="37606" y="46120"/>
                  </a:lnTo>
                  <a:lnTo>
                    <a:pt x="34331" y="50268"/>
                  </a:lnTo>
                  <a:lnTo>
                    <a:pt x="31189" y="54518"/>
                  </a:lnTo>
                  <a:lnTo>
                    <a:pt x="28183" y="58865"/>
                  </a:lnTo>
                  <a:lnTo>
                    <a:pt x="25315" y="63304"/>
                  </a:lnTo>
                  <a:lnTo>
                    <a:pt x="22589" y="67832"/>
                  </a:lnTo>
                  <a:lnTo>
                    <a:pt x="20008" y="72445"/>
                  </a:lnTo>
                  <a:lnTo>
                    <a:pt x="17574" y="77136"/>
                  </a:lnTo>
                  <a:lnTo>
                    <a:pt x="15290" y="81902"/>
                  </a:lnTo>
                  <a:lnTo>
                    <a:pt x="13157" y="86738"/>
                  </a:lnTo>
                  <a:lnTo>
                    <a:pt x="11178" y="91638"/>
                  </a:lnTo>
                  <a:lnTo>
                    <a:pt x="9355" y="96599"/>
                  </a:lnTo>
                  <a:lnTo>
                    <a:pt x="7690" y="101615"/>
                  </a:lnTo>
                  <a:lnTo>
                    <a:pt x="6184" y="106681"/>
                  </a:lnTo>
                  <a:lnTo>
                    <a:pt x="4839" y="111793"/>
                  </a:lnTo>
                  <a:lnTo>
                    <a:pt x="3656" y="116944"/>
                  </a:lnTo>
                  <a:lnTo>
                    <a:pt x="2637" y="122130"/>
                  </a:lnTo>
                  <a:lnTo>
                    <a:pt x="1782" y="127345"/>
                  </a:lnTo>
                  <a:lnTo>
                    <a:pt x="1093" y="132585"/>
                  </a:lnTo>
                  <a:lnTo>
                    <a:pt x="570" y="137845"/>
                  </a:lnTo>
                  <a:lnTo>
                    <a:pt x="213" y="143118"/>
                  </a:lnTo>
                  <a:lnTo>
                    <a:pt x="23" y="148400"/>
                  </a:lnTo>
                  <a:lnTo>
                    <a:pt x="0" y="153685"/>
                  </a:lnTo>
                  <a:lnTo>
                    <a:pt x="144" y="158968"/>
                  </a:lnTo>
                  <a:lnTo>
                    <a:pt x="455" y="164244"/>
                  </a:lnTo>
                  <a:lnTo>
                    <a:pt x="932" y="169508"/>
                  </a:lnTo>
                  <a:lnTo>
                    <a:pt x="1576" y="174753"/>
                  </a:lnTo>
                  <a:lnTo>
                    <a:pt x="2385" y="179976"/>
                  </a:lnTo>
                  <a:lnTo>
                    <a:pt x="3359" y="185171"/>
                  </a:lnTo>
                  <a:lnTo>
                    <a:pt x="4497" y="190332"/>
                  </a:lnTo>
                  <a:lnTo>
                    <a:pt x="5798" y="195455"/>
                  </a:lnTo>
                  <a:lnTo>
                    <a:pt x="7259" y="200534"/>
                  </a:lnTo>
                  <a:lnTo>
                    <a:pt x="8881" y="205564"/>
                  </a:lnTo>
                  <a:lnTo>
                    <a:pt x="10660" y="210541"/>
                  </a:lnTo>
                  <a:lnTo>
                    <a:pt x="12596" y="215459"/>
                  </a:lnTo>
                  <a:lnTo>
                    <a:pt x="14687" y="220313"/>
                  </a:lnTo>
                  <a:lnTo>
                    <a:pt x="16930" y="225099"/>
                  </a:lnTo>
                  <a:lnTo>
                    <a:pt x="19323" y="229811"/>
                  </a:lnTo>
                  <a:lnTo>
                    <a:pt x="21864" y="234445"/>
                  </a:lnTo>
                  <a:lnTo>
                    <a:pt x="24550" y="238997"/>
                  </a:lnTo>
                  <a:lnTo>
                    <a:pt x="27379" y="243461"/>
                  </a:lnTo>
                  <a:lnTo>
                    <a:pt x="30347" y="247834"/>
                  </a:lnTo>
                  <a:lnTo>
                    <a:pt x="33453" y="252111"/>
                  </a:lnTo>
                  <a:lnTo>
                    <a:pt x="36692" y="256288"/>
                  </a:lnTo>
                  <a:lnTo>
                    <a:pt x="40061" y="260360"/>
                  </a:lnTo>
                  <a:lnTo>
                    <a:pt x="43557" y="264323"/>
                  </a:lnTo>
                  <a:lnTo>
                    <a:pt x="47177" y="268174"/>
                  </a:lnTo>
                  <a:lnTo>
                    <a:pt x="50917" y="271909"/>
                  </a:lnTo>
                  <a:lnTo>
                    <a:pt x="54773" y="275523"/>
                  </a:lnTo>
                  <a:lnTo>
                    <a:pt x="58741" y="279014"/>
                  </a:lnTo>
                  <a:lnTo>
                    <a:pt x="62818" y="282378"/>
                  </a:lnTo>
                  <a:lnTo>
                    <a:pt x="66999" y="285611"/>
                  </a:lnTo>
                  <a:lnTo>
                    <a:pt x="71280" y="288710"/>
                  </a:lnTo>
                  <a:lnTo>
                    <a:pt x="75657" y="291673"/>
                  </a:lnTo>
                  <a:lnTo>
                    <a:pt x="80125" y="294495"/>
                  </a:lnTo>
                  <a:lnTo>
                    <a:pt x="84680" y="297175"/>
                  </a:lnTo>
                  <a:lnTo>
                    <a:pt x="89318" y="299710"/>
                  </a:lnTo>
                  <a:lnTo>
                    <a:pt x="94034" y="302096"/>
                  </a:lnTo>
                  <a:lnTo>
                    <a:pt x="98822" y="304333"/>
                  </a:lnTo>
                  <a:lnTo>
                    <a:pt x="103679" y="306417"/>
                  </a:lnTo>
                  <a:lnTo>
                    <a:pt x="108600" y="308346"/>
                  </a:lnTo>
                  <a:lnTo>
                    <a:pt x="113579" y="310119"/>
                  </a:lnTo>
                  <a:lnTo>
                    <a:pt x="118612" y="311733"/>
                  </a:lnTo>
                  <a:lnTo>
                    <a:pt x="123693" y="313188"/>
                  </a:lnTo>
                  <a:lnTo>
                    <a:pt x="128817" y="314481"/>
                  </a:lnTo>
                  <a:lnTo>
                    <a:pt x="133980" y="315612"/>
                  </a:lnTo>
                  <a:lnTo>
                    <a:pt x="139176" y="316579"/>
                  </a:lnTo>
                  <a:lnTo>
                    <a:pt x="144400" y="317381"/>
                  </a:lnTo>
                  <a:lnTo>
                    <a:pt x="149647" y="318018"/>
                  </a:lnTo>
                  <a:lnTo>
                    <a:pt x="154911" y="318488"/>
                  </a:lnTo>
                  <a:lnTo>
                    <a:pt x="160187" y="318792"/>
                  </a:lnTo>
                  <a:lnTo>
                    <a:pt x="165471" y="318929"/>
                  </a:lnTo>
                  <a:lnTo>
                    <a:pt x="170756" y="318898"/>
                  </a:lnTo>
                  <a:lnTo>
                    <a:pt x="176037" y="318701"/>
                  </a:lnTo>
                  <a:lnTo>
                    <a:pt x="181310" y="318337"/>
                  </a:lnTo>
                  <a:lnTo>
                    <a:pt x="186569" y="317806"/>
                  </a:lnTo>
                  <a:lnTo>
                    <a:pt x="191808" y="317110"/>
                  </a:lnTo>
                  <a:lnTo>
                    <a:pt x="197022" y="316248"/>
                  </a:lnTo>
                  <a:lnTo>
                    <a:pt x="202207" y="315221"/>
                  </a:lnTo>
                  <a:lnTo>
                    <a:pt x="207356" y="314032"/>
                  </a:lnTo>
                  <a:lnTo>
                    <a:pt x="212466" y="312680"/>
                  </a:lnTo>
                  <a:lnTo>
                    <a:pt x="217530" y="311167"/>
                  </a:lnTo>
                  <a:lnTo>
                    <a:pt x="222543" y="309495"/>
                  </a:lnTo>
                  <a:lnTo>
                    <a:pt x="227502" y="307665"/>
                  </a:lnTo>
                  <a:lnTo>
                    <a:pt x="232400" y="305679"/>
                  </a:lnTo>
                  <a:lnTo>
                    <a:pt x="237233" y="303540"/>
                  </a:lnTo>
                  <a:lnTo>
                    <a:pt x="241995" y="301249"/>
                  </a:lnTo>
                  <a:lnTo>
                    <a:pt x="246683" y="298808"/>
                  </a:lnTo>
                  <a:lnTo>
                    <a:pt x="251292" y="296221"/>
                  </a:lnTo>
                  <a:lnTo>
                    <a:pt x="255816" y="293489"/>
                  </a:lnTo>
                  <a:lnTo>
                    <a:pt x="260252" y="290615"/>
                  </a:lnTo>
                  <a:lnTo>
                    <a:pt x="264595" y="287603"/>
                  </a:lnTo>
                  <a:lnTo>
                    <a:pt x="268840" y="284455"/>
                  </a:lnTo>
                  <a:lnTo>
                    <a:pt x="272984" y="281174"/>
                  </a:lnTo>
                  <a:lnTo>
                    <a:pt x="277022" y="277764"/>
                  </a:lnTo>
                  <a:lnTo>
                    <a:pt x="280950" y="274228"/>
                  </a:lnTo>
                  <a:lnTo>
                    <a:pt x="284764" y="270569"/>
                  </a:lnTo>
                  <a:lnTo>
                    <a:pt x="288461" y="266792"/>
                  </a:lnTo>
                  <a:lnTo>
                    <a:pt x="292036" y="262900"/>
                  </a:lnTo>
                  <a:lnTo>
                    <a:pt x="295487" y="258897"/>
                  </a:lnTo>
                  <a:lnTo>
                    <a:pt x="298809" y="254786"/>
                  </a:lnTo>
                  <a:lnTo>
                    <a:pt x="302000" y="250573"/>
                  </a:lnTo>
                  <a:lnTo>
                    <a:pt x="305056" y="246261"/>
                  </a:lnTo>
                  <a:lnTo>
                    <a:pt x="307974" y="241854"/>
                  </a:lnTo>
                  <a:lnTo>
                    <a:pt x="310752" y="237358"/>
                  </a:lnTo>
                  <a:lnTo>
                    <a:pt x="313385" y="232775"/>
                  </a:lnTo>
                  <a:lnTo>
                    <a:pt x="315873" y="228112"/>
                  </a:lnTo>
                  <a:lnTo>
                    <a:pt x="318212" y="223373"/>
                  </a:lnTo>
                  <a:lnTo>
                    <a:pt x="320400" y="218562"/>
                  </a:lnTo>
                  <a:lnTo>
                    <a:pt x="322435" y="213684"/>
                  </a:lnTo>
                  <a:lnTo>
                    <a:pt x="324315" y="208744"/>
                  </a:lnTo>
                  <a:lnTo>
                    <a:pt x="326037" y="203748"/>
                  </a:lnTo>
                  <a:lnTo>
                    <a:pt x="327601" y="198699"/>
                  </a:lnTo>
                  <a:lnTo>
                    <a:pt x="329004" y="193604"/>
                  </a:lnTo>
                  <a:lnTo>
                    <a:pt x="330246" y="188466"/>
                  </a:lnTo>
                  <a:lnTo>
                    <a:pt x="331324" y="183292"/>
                  </a:lnTo>
                  <a:lnTo>
                    <a:pt x="332239" y="178087"/>
                  </a:lnTo>
                  <a:lnTo>
                    <a:pt x="332988" y="172855"/>
                  </a:lnTo>
                  <a:lnTo>
                    <a:pt x="333572" y="167602"/>
                  </a:lnTo>
                  <a:lnTo>
                    <a:pt x="333989" y="162334"/>
                  </a:lnTo>
                  <a:lnTo>
                    <a:pt x="334240" y="157054"/>
                  </a:lnTo>
                  <a:lnTo>
                    <a:pt x="334323" y="151770"/>
                  </a:lnTo>
                  <a:lnTo>
                    <a:pt x="334240" y="146485"/>
                  </a:lnTo>
                  <a:lnTo>
                    <a:pt x="333989" y="141206"/>
                  </a:lnTo>
                  <a:lnTo>
                    <a:pt x="333572" y="135937"/>
                  </a:lnTo>
                  <a:lnTo>
                    <a:pt x="332988" y="130684"/>
                  </a:lnTo>
                  <a:lnTo>
                    <a:pt x="332239" y="125453"/>
                  </a:lnTo>
                  <a:lnTo>
                    <a:pt x="331324" y="120247"/>
                  </a:lnTo>
                  <a:lnTo>
                    <a:pt x="330246" y="115073"/>
                  </a:lnTo>
                  <a:lnTo>
                    <a:pt x="329004" y="109936"/>
                  </a:lnTo>
                  <a:lnTo>
                    <a:pt x="327601" y="104840"/>
                  </a:lnTo>
                  <a:lnTo>
                    <a:pt x="326037" y="99792"/>
                  </a:lnTo>
                  <a:lnTo>
                    <a:pt x="324315" y="94795"/>
                  </a:lnTo>
                  <a:lnTo>
                    <a:pt x="322435" y="89855"/>
                  </a:lnTo>
                  <a:lnTo>
                    <a:pt x="320400" y="84978"/>
                  </a:lnTo>
                  <a:lnTo>
                    <a:pt x="318212" y="80167"/>
                  </a:lnTo>
                  <a:lnTo>
                    <a:pt x="315873" y="75427"/>
                  </a:lnTo>
                  <a:lnTo>
                    <a:pt x="313385" y="70764"/>
                  </a:lnTo>
                  <a:lnTo>
                    <a:pt x="310752" y="66182"/>
                  </a:lnTo>
                  <a:lnTo>
                    <a:pt x="307974" y="61685"/>
                  </a:lnTo>
                  <a:lnTo>
                    <a:pt x="305056" y="57279"/>
                  </a:lnTo>
                  <a:lnTo>
                    <a:pt x="302000" y="52967"/>
                  </a:lnTo>
                  <a:lnTo>
                    <a:pt x="298809" y="48753"/>
                  </a:lnTo>
                  <a:lnTo>
                    <a:pt x="295487" y="44643"/>
                  </a:lnTo>
                  <a:lnTo>
                    <a:pt x="292036" y="40640"/>
                  </a:lnTo>
                  <a:lnTo>
                    <a:pt x="288461" y="36747"/>
                  </a:lnTo>
                  <a:lnTo>
                    <a:pt x="284764" y="32970"/>
                  </a:lnTo>
                  <a:lnTo>
                    <a:pt x="280950" y="29312"/>
                  </a:lnTo>
                  <a:lnTo>
                    <a:pt x="277022" y="25776"/>
                  </a:lnTo>
                  <a:lnTo>
                    <a:pt x="272984" y="22366"/>
                  </a:lnTo>
                  <a:lnTo>
                    <a:pt x="268840" y="19085"/>
                  </a:lnTo>
                  <a:lnTo>
                    <a:pt x="264595" y="15937"/>
                  </a:lnTo>
                  <a:lnTo>
                    <a:pt x="260252" y="12924"/>
                  </a:lnTo>
                  <a:lnTo>
                    <a:pt x="255816" y="10051"/>
                  </a:lnTo>
                  <a:lnTo>
                    <a:pt x="251292" y="7319"/>
                  </a:lnTo>
                  <a:lnTo>
                    <a:pt x="246683" y="4731"/>
                  </a:lnTo>
                  <a:lnTo>
                    <a:pt x="241995" y="2291"/>
                  </a:lnTo>
                  <a:lnTo>
                    <a:pt x="237233" y="0"/>
                  </a:lnTo>
                  <a:lnTo>
                    <a:pt x="167156" y="1517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5023544" y="941493"/>
              <a:ext cx="70076" cy="167167"/>
            </a:xfrm>
            <a:custGeom>
              <a:avLst/>
              <a:pathLst>
                <a:path w="70076" h="167167">
                  <a:moveTo>
                    <a:pt x="70076" y="15397"/>
                  </a:moveTo>
                  <a:lnTo>
                    <a:pt x="64561" y="12970"/>
                  </a:lnTo>
                  <a:lnTo>
                    <a:pt x="58962" y="10743"/>
                  </a:lnTo>
                  <a:lnTo>
                    <a:pt x="53286" y="8720"/>
                  </a:lnTo>
                  <a:lnTo>
                    <a:pt x="47541" y="6902"/>
                  </a:lnTo>
                  <a:lnTo>
                    <a:pt x="41735" y="5293"/>
                  </a:lnTo>
                  <a:lnTo>
                    <a:pt x="35874" y="3894"/>
                  </a:lnTo>
                  <a:lnTo>
                    <a:pt x="29966" y="2707"/>
                  </a:lnTo>
                  <a:lnTo>
                    <a:pt x="24020" y="1734"/>
                  </a:lnTo>
                  <a:lnTo>
                    <a:pt x="18042" y="976"/>
                  </a:lnTo>
                  <a:lnTo>
                    <a:pt x="12041" y="434"/>
                  </a:lnTo>
                  <a:lnTo>
                    <a:pt x="6024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5257" y="941493"/>
              <a:ext cx="110958" cy="167167"/>
            </a:xfrm>
            <a:custGeom>
              <a:avLst/>
              <a:pathLst>
                <a:path w="110958" h="167167">
                  <a:moveTo>
                    <a:pt x="110958" y="0"/>
                  </a:moveTo>
                  <a:lnTo>
                    <a:pt x="105444" y="90"/>
                  </a:lnTo>
                  <a:lnTo>
                    <a:pt x="99935" y="363"/>
                  </a:lnTo>
                  <a:lnTo>
                    <a:pt x="94439" y="818"/>
                  </a:lnTo>
                  <a:lnTo>
                    <a:pt x="88961" y="1453"/>
                  </a:lnTo>
                  <a:lnTo>
                    <a:pt x="83507" y="2269"/>
                  </a:lnTo>
                  <a:lnTo>
                    <a:pt x="78082" y="3264"/>
                  </a:lnTo>
                  <a:lnTo>
                    <a:pt x="72694" y="4438"/>
                  </a:lnTo>
                  <a:lnTo>
                    <a:pt x="67347" y="5788"/>
                  </a:lnTo>
                  <a:lnTo>
                    <a:pt x="62047" y="7315"/>
                  </a:lnTo>
                  <a:lnTo>
                    <a:pt x="56801" y="9015"/>
                  </a:lnTo>
                  <a:lnTo>
                    <a:pt x="51613" y="10888"/>
                  </a:lnTo>
                  <a:lnTo>
                    <a:pt x="46491" y="12930"/>
                  </a:lnTo>
                  <a:lnTo>
                    <a:pt x="41438" y="15141"/>
                  </a:lnTo>
                  <a:lnTo>
                    <a:pt x="36461" y="17517"/>
                  </a:lnTo>
                  <a:lnTo>
                    <a:pt x="31565" y="20056"/>
                  </a:lnTo>
                  <a:lnTo>
                    <a:pt x="26756" y="22754"/>
                  </a:lnTo>
                  <a:lnTo>
                    <a:pt x="22038" y="25611"/>
                  </a:lnTo>
                  <a:lnTo>
                    <a:pt x="17417" y="28621"/>
                  </a:lnTo>
                  <a:lnTo>
                    <a:pt x="12898" y="31782"/>
                  </a:lnTo>
                  <a:lnTo>
                    <a:pt x="8485" y="35090"/>
                  </a:lnTo>
                  <a:lnTo>
                    <a:pt x="4184" y="38542"/>
                  </a:lnTo>
                  <a:lnTo>
                    <a:pt x="0" y="42134"/>
                  </a:lnTo>
                  <a:lnTo>
                    <a:pt x="1109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5257" y="983627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5257" y="983627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5257" y="983627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5257" y="983627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5257" y="983627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5257" y="983627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5257" y="983627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5257" y="983627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5257" y="983627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75257" y="983627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75257" y="983627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75257" y="983627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75257" y="983627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75257" y="983627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75257" y="983627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375257" y="983627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375257" y="983627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75257" y="983627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319060" y="983627"/>
              <a:ext cx="167155" cy="254437"/>
            </a:xfrm>
            <a:custGeom>
              <a:avLst/>
              <a:pathLst>
                <a:path w="167155" h="254437">
                  <a:moveTo>
                    <a:pt x="56197" y="0"/>
                  </a:moveTo>
                  <a:lnTo>
                    <a:pt x="52248" y="3618"/>
                  </a:lnTo>
                  <a:lnTo>
                    <a:pt x="48417" y="7362"/>
                  </a:lnTo>
                  <a:lnTo>
                    <a:pt x="44709" y="11226"/>
                  </a:lnTo>
                  <a:lnTo>
                    <a:pt x="41126" y="15207"/>
                  </a:lnTo>
                  <a:lnTo>
                    <a:pt x="37672" y="19301"/>
                  </a:lnTo>
                  <a:lnTo>
                    <a:pt x="34351" y="23504"/>
                  </a:lnTo>
                  <a:lnTo>
                    <a:pt x="31167" y="27810"/>
                  </a:lnTo>
                  <a:lnTo>
                    <a:pt x="28122" y="32217"/>
                  </a:lnTo>
                  <a:lnTo>
                    <a:pt x="25220" y="36719"/>
                  </a:lnTo>
                  <a:lnTo>
                    <a:pt x="22463" y="41311"/>
                  </a:lnTo>
                  <a:lnTo>
                    <a:pt x="19856" y="45989"/>
                  </a:lnTo>
                  <a:lnTo>
                    <a:pt x="17399" y="50749"/>
                  </a:lnTo>
                  <a:lnTo>
                    <a:pt x="15096" y="55585"/>
                  </a:lnTo>
                  <a:lnTo>
                    <a:pt x="12949" y="60492"/>
                  </a:lnTo>
                  <a:lnTo>
                    <a:pt x="10961" y="65465"/>
                  </a:lnTo>
                  <a:lnTo>
                    <a:pt x="9133" y="70500"/>
                  </a:lnTo>
                  <a:lnTo>
                    <a:pt x="7467" y="75590"/>
                  </a:lnTo>
                  <a:lnTo>
                    <a:pt x="5965" y="80731"/>
                  </a:lnTo>
                  <a:lnTo>
                    <a:pt x="4628" y="85918"/>
                  </a:lnTo>
                  <a:lnTo>
                    <a:pt x="3459" y="91145"/>
                  </a:lnTo>
                  <a:lnTo>
                    <a:pt x="2457" y="96406"/>
                  </a:lnTo>
                  <a:lnTo>
                    <a:pt x="1624" y="101697"/>
                  </a:lnTo>
                  <a:lnTo>
                    <a:pt x="962" y="107012"/>
                  </a:lnTo>
                  <a:lnTo>
                    <a:pt x="470" y="112346"/>
                  </a:lnTo>
                  <a:lnTo>
                    <a:pt x="149" y="117692"/>
                  </a:lnTo>
                  <a:lnTo>
                    <a:pt x="0" y="123046"/>
                  </a:lnTo>
                  <a:lnTo>
                    <a:pt x="22" y="128402"/>
                  </a:lnTo>
                  <a:lnTo>
                    <a:pt x="215" y="133755"/>
                  </a:lnTo>
                  <a:lnTo>
                    <a:pt x="581" y="139099"/>
                  </a:lnTo>
                  <a:lnTo>
                    <a:pt x="1117" y="144428"/>
                  </a:lnTo>
                  <a:lnTo>
                    <a:pt x="1823" y="149737"/>
                  </a:lnTo>
                  <a:lnTo>
                    <a:pt x="2700" y="155021"/>
                  </a:lnTo>
                  <a:lnTo>
                    <a:pt x="3745" y="160274"/>
                  </a:lnTo>
                  <a:lnTo>
                    <a:pt x="4958" y="165491"/>
                  </a:lnTo>
                  <a:lnTo>
                    <a:pt x="6337" y="170667"/>
                  </a:lnTo>
                  <a:lnTo>
                    <a:pt x="7882" y="175795"/>
                  </a:lnTo>
                  <a:lnTo>
                    <a:pt x="9590" y="180872"/>
                  </a:lnTo>
                  <a:lnTo>
                    <a:pt x="11459" y="185891"/>
                  </a:lnTo>
                  <a:lnTo>
                    <a:pt x="13489" y="190848"/>
                  </a:lnTo>
                  <a:lnTo>
                    <a:pt x="15676" y="195737"/>
                  </a:lnTo>
                  <a:lnTo>
                    <a:pt x="18019" y="200553"/>
                  </a:lnTo>
                  <a:lnTo>
                    <a:pt x="20515" y="205292"/>
                  </a:lnTo>
                  <a:lnTo>
                    <a:pt x="23162" y="209949"/>
                  </a:lnTo>
                  <a:lnTo>
                    <a:pt x="25956" y="214518"/>
                  </a:lnTo>
                  <a:lnTo>
                    <a:pt x="28895" y="218996"/>
                  </a:lnTo>
                  <a:lnTo>
                    <a:pt x="31977" y="223377"/>
                  </a:lnTo>
                  <a:lnTo>
                    <a:pt x="35197" y="227657"/>
                  </a:lnTo>
                  <a:lnTo>
                    <a:pt x="38552" y="231832"/>
                  </a:lnTo>
                  <a:lnTo>
                    <a:pt x="42040" y="235897"/>
                  </a:lnTo>
                  <a:lnTo>
                    <a:pt x="45655" y="239849"/>
                  </a:lnTo>
                  <a:lnTo>
                    <a:pt x="49396" y="243682"/>
                  </a:lnTo>
                  <a:lnTo>
                    <a:pt x="53258" y="247394"/>
                  </a:lnTo>
                  <a:lnTo>
                    <a:pt x="57236" y="250980"/>
                  </a:lnTo>
                  <a:lnTo>
                    <a:pt x="61327" y="254437"/>
                  </a:lnTo>
                  <a:lnTo>
                    <a:pt x="167155" y="125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4380388" y="941493"/>
              <a:ext cx="272989" cy="334314"/>
            </a:xfrm>
            <a:custGeom>
              <a:avLst/>
              <a:pathLst>
                <a:path w="272989" h="334314">
                  <a:moveTo>
                    <a:pt x="0" y="296571"/>
                  </a:moveTo>
                  <a:lnTo>
                    <a:pt x="4180" y="299880"/>
                  </a:lnTo>
                  <a:lnTo>
                    <a:pt x="8463" y="303054"/>
                  </a:lnTo>
                  <a:lnTo>
                    <a:pt x="12846" y="306089"/>
                  </a:lnTo>
                  <a:lnTo>
                    <a:pt x="17323" y="308983"/>
                  </a:lnTo>
                  <a:lnTo>
                    <a:pt x="21890" y="311733"/>
                  </a:lnTo>
                  <a:lnTo>
                    <a:pt x="26542" y="314336"/>
                  </a:lnTo>
                  <a:lnTo>
                    <a:pt x="31276" y="316790"/>
                  </a:lnTo>
                  <a:lnTo>
                    <a:pt x="36084" y="319091"/>
                  </a:lnTo>
                  <a:lnTo>
                    <a:pt x="40964" y="321238"/>
                  </a:lnTo>
                  <a:lnTo>
                    <a:pt x="45910" y="323228"/>
                  </a:lnTo>
                  <a:lnTo>
                    <a:pt x="50917" y="325059"/>
                  </a:lnTo>
                  <a:lnTo>
                    <a:pt x="55980" y="326729"/>
                  </a:lnTo>
                  <a:lnTo>
                    <a:pt x="61093" y="328238"/>
                  </a:lnTo>
                  <a:lnTo>
                    <a:pt x="66252" y="329582"/>
                  </a:lnTo>
                  <a:lnTo>
                    <a:pt x="71451" y="330762"/>
                  </a:lnTo>
                  <a:lnTo>
                    <a:pt x="76685" y="331775"/>
                  </a:lnTo>
                  <a:lnTo>
                    <a:pt x="81949" y="332620"/>
                  </a:lnTo>
                  <a:lnTo>
                    <a:pt x="87237" y="333297"/>
                  </a:lnTo>
                  <a:lnTo>
                    <a:pt x="92543" y="333806"/>
                  </a:lnTo>
                  <a:lnTo>
                    <a:pt x="97864" y="334145"/>
                  </a:lnTo>
                  <a:lnTo>
                    <a:pt x="103192" y="334314"/>
                  </a:lnTo>
                  <a:lnTo>
                    <a:pt x="108523" y="334313"/>
                  </a:lnTo>
                  <a:lnTo>
                    <a:pt x="113852" y="334142"/>
                  </a:lnTo>
                  <a:lnTo>
                    <a:pt x="119172" y="333801"/>
                  </a:lnTo>
                  <a:lnTo>
                    <a:pt x="124479" y="333291"/>
                  </a:lnTo>
                  <a:lnTo>
                    <a:pt x="129766" y="332611"/>
                  </a:lnTo>
                  <a:lnTo>
                    <a:pt x="135030" y="331764"/>
                  </a:lnTo>
                  <a:lnTo>
                    <a:pt x="140264" y="330749"/>
                  </a:lnTo>
                  <a:lnTo>
                    <a:pt x="145462" y="329568"/>
                  </a:lnTo>
                  <a:lnTo>
                    <a:pt x="150620" y="328221"/>
                  </a:lnTo>
                  <a:lnTo>
                    <a:pt x="155733" y="326711"/>
                  </a:lnTo>
                  <a:lnTo>
                    <a:pt x="160795" y="325039"/>
                  </a:lnTo>
                  <a:lnTo>
                    <a:pt x="165801" y="323206"/>
                  </a:lnTo>
                  <a:lnTo>
                    <a:pt x="170747" y="321214"/>
                  </a:lnTo>
                  <a:lnTo>
                    <a:pt x="175626" y="319065"/>
                  </a:lnTo>
                  <a:lnTo>
                    <a:pt x="180434" y="316762"/>
                  </a:lnTo>
                  <a:lnTo>
                    <a:pt x="185166" y="314307"/>
                  </a:lnTo>
                  <a:lnTo>
                    <a:pt x="189817" y="311703"/>
                  </a:lnTo>
                  <a:lnTo>
                    <a:pt x="194384" y="308951"/>
                  </a:lnTo>
                  <a:lnTo>
                    <a:pt x="198860" y="306055"/>
                  </a:lnTo>
                  <a:lnTo>
                    <a:pt x="203241" y="303018"/>
                  </a:lnTo>
                  <a:lnTo>
                    <a:pt x="207523" y="299843"/>
                  </a:lnTo>
                  <a:lnTo>
                    <a:pt x="211702" y="296532"/>
                  </a:lnTo>
                  <a:lnTo>
                    <a:pt x="215774" y="293091"/>
                  </a:lnTo>
                  <a:lnTo>
                    <a:pt x="219733" y="289521"/>
                  </a:lnTo>
                  <a:lnTo>
                    <a:pt x="223577" y="285826"/>
                  </a:lnTo>
                  <a:lnTo>
                    <a:pt x="227300" y="282011"/>
                  </a:lnTo>
                  <a:lnTo>
                    <a:pt x="230901" y="278079"/>
                  </a:lnTo>
                  <a:lnTo>
                    <a:pt x="234374" y="274035"/>
                  </a:lnTo>
                  <a:lnTo>
                    <a:pt x="237716" y="269881"/>
                  </a:lnTo>
                  <a:lnTo>
                    <a:pt x="240924" y="265624"/>
                  </a:lnTo>
                  <a:lnTo>
                    <a:pt x="243995" y="261266"/>
                  </a:lnTo>
                  <a:lnTo>
                    <a:pt x="246925" y="256812"/>
                  </a:lnTo>
                  <a:lnTo>
                    <a:pt x="249712" y="252267"/>
                  </a:lnTo>
                  <a:lnTo>
                    <a:pt x="252353" y="247636"/>
                  </a:lnTo>
                  <a:lnTo>
                    <a:pt x="254844" y="242923"/>
                  </a:lnTo>
                  <a:lnTo>
                    <a:pt x="257184" y="238133"/>
                  </a:lnTo>
                  <a:lnTo>
                    <a:pt x="259370" y="233270"/>
                  </a:lnTo>
                  <a:lnTo>
                    <a:pt x="261400" y="228341"/>
                  </a:lnTo>
                  <a:lnTo>
                    <a:pt x="263271" y="223349"/>
                  </a:lnTo>
                  <a:lnTo>
                    <a:pt x="264982" y="218300"/>
                  </a:lnTo>
                  <a:lnTo>
                    <a:pt x="266532" y="213199"/>
                  </a:lnTo>
                  <a:lnTo>
                    <a:pt x="267918" y="208051"/>
                  </a:lnTo>
                  <a:lnTo>
                    <a:pt x="269139" y="202862"/>
                  </a:lnTo>
                  <a:lnTo>
                    <a:pt x="270194" y="197636"/>
                  </a:lnTo>
                  <a:lnTo>
                    <a:pt x="271082" y="192379"/>
                  </a:lnTo>
                  <a:lnTo>
                    <a:pt x="271802" y="187097"/>
                  </a:lnTo>
                  <a:lnTo>
                    <a:pt x="272353" y="181794"/>
                  </a:lnTo>
                  <a:lnTo>
                    <a:pt x="272735" y="176477"/>
                  </a:lnTo>
                  <a:lnTo>
                    <a:pt x="272947" y="171150"/>
                  </a:lnTo>
                  <a:lnTo>
                    <a:pt x="272989" y="165819"/>
                  </a:lnTo>
                  <a:lnTo>
                    <a:pt x="272861" y="160489"/>
                  </a:lnTo>
                  <a:lnTo>
                    <a:pt x="272563" y="155166"/>
                  </a:lnTo>
                  <a:lnTo>
                    <a:pt x="272096" y="149856"/>
                  </a:lnTo>
                  <a:lnTo>
                    <a:pt x="271459" y="144563"/>
                  </a:lnTo>
                  <a:lnTo>
                    <a:pt x="270654" y="139293"/>
                  </a:lnTo>
                  <a:lnTo>
                    <a:pt x="269682" y="134051"/>
                  </a:lnTo>
                  <a:lnTo>
                    <a:pt x="268542" y="128843"/>
                  </a:lnTo>
                  <a:lnTo>
                    <a:pt x="267238" y="123674"/>
                  </a:lnTo>
                  <a:lnTo>
                    <a:pt x="265769" y="118549"/>
                  </a:lnTo>
                  <a:lnTo>
                    <a:pt x="264137" y="113474"/>
                  </a:lnTo>
                  <a:lnTo>
                    <a:pt x="262344" y="108453"/>
                  </a:lnTo>
                  <a:lnTo>
                    <a:pt x="260393" y="103492"/>
                  </a:lnTo>
                  <a:lnTo>
                    <a:pt x="258284" y="98596"/>
                  </a:lnTo>
                  <a:lnTo>
                    <a:pt x="256020" y="93769"/>
                  </a:lnTo>
                  <a:lnTo>
                    <a:pt x="253603" y="89017"/>
                  </a:lnTo>
                  <a:lnTo>
                    <a:pt x="251036" y="84345"/>
                  </a:lnTo>
                  <a:lnTo>
                    <a:pt x="248321" y="79757"/>
                  </a:lnTo>
                  <a:lnTo>
                    <a:pt x="245461" y="75258"/>
                  </a:lnTo>
                  <a:lnTo>
                    <a:pt x="242459" y="70852"/>
                  </a:lnTo>
                  <a:lnTo>
                    <a:pt x="239319" y="66544"/>
                  </a:lnTo>
                  <a:lnTo>
                    <a:pt x="236042" y="62339"/>
                  </a:lnTo>
                  <a:lnTo>
                    <a:pt x="232633" y="58240"/>
                  </a:lnTo>
                  <a:lnTo>
                    <a:pt x="229096" y="54252"/>
                  </a:lnTo>
                  <a:lnTo>
                    <a:pt x="225432" y="50378"/>
                  </a:lnTo>
                  <a:lnTo>
                    <a:pt x="221647" y="46624"/>
                  </a:lnTo>
                  <a:lnTo>
                    <a:pt x="217745" y="42992"/>
                  </a:lnTo>
                  <a:lnTo>
                    <a:pt x="213728" y="39486"/>
                  </a:lnTo>
                  <a:lnTo>
                    <a:pt x="209602" y="36111"/>
                  </a:lnTo>
                  <a:lnTo>
                    <a:pt x="205370" y="32868"/>
                  </a:lnTo>
                  <a:lnTo>
                    <a:pt x="201037" y="29762"/>
                  </a:lnTo>
                  <a:lnTo>
                    <a:pt x="196607" y="26796"/>
                  </a:lnTo>
                  <a:lnTo>
                    <a:pt x="192085" y="23973"/>
                  </a:lnTo>
                  <a:lnTo>
                    <a:pt x="187475" y="21295"/>
                  </a:lnTo>
                  <a:lnTo>
                    <a:pt x="182782" y="18766"/>
                  </a:lnTo>
                  <a:lnTo>
                    <a:pt x="178011" y="16388"/>
                  </a:lnTo>
                  <a:lnTo>
                    <a:pt x="173167" y="14162"/>
                  </a:lnTo>
                  <a:lnTo>
                    <a:pt x="168253" y="12093"/>
                  </a:lnTo>
                  <a:lnTo>
                    <a:pt x="163277" y="10181"/>
                  </a:lnTo>
                  <a:lnTo>
                    <a:pt x="158242" y="8429"/>
                  </a:lnTo>
                  <a:lnTo>
                    <a:pt x="153154" y="6839"/>
                  </a:lnTo>
                  <a:lnTo>
                    <a:pt x="148017" y="5411"/>
                  </a:lnTo>
                  <a:lnTo>
                    <a:pt x="142838" y="4148"/>
                  </a:lnTo>
                  <a:lnTo>
                    <a:pt x="137621" y="3051"/>
                  </a:lnTo>
                  <a:lnTo>
                    <a:pt x="132371" y="2120"/>
                  </a:lnTo>
                  <a:lnTo>
                    <a:pt x="127095" y="1358"/>
                  </a:lnTo>
                  <a:lnTo>
                    <a:pt x="121797" y="764"/>
                  </a:lnTo>
                  <a:lnTo>
                    <a:pt x="116483" y="339"/>
                  </a:lnTo>
                  <a:lnTo>
                    <a:pt x="111158" y="85"/>
                  </a:lnTo>
                  <a:lnTo>
                    <a:pt x="105827" y="0"/>
                  </a:lnTo>
                  <a:lnTo>
                    <a:pt x="10582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797352" y="1071028"/>
              <a:ext cx="262207" cy="334334"/>
            </a:xfrm>
            <a:custGeom>
              <a:avLst/>
              <a:pathLst>
                <a:path w="262207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5" y="3024"/>
                  </a:lnTo>
                  <a:lnTo>
                    <a:pt x="130301" y="4111"/>
                  </a:lnTo>
                  <a:lnTo>
                    <a:pt x="125143" y="5363"/>
                  </a:lnTo>
                  <a:lnTo>
                    <a:pt x="120028" y="6778"/>
                  </a:lnTo>
                  <a:lnTo>
                    <a:pt x="114960" y="8354"/>
                  </a:lnTo>
                  <a:lnTo>
                    <a:pt x="109945" y="10091"/>
                  </a:lnTo>
                  <a:lnTo>
                    <a:pt x="104988" y="11986"/>
                  </a:lnTo>
                  <a:lnTo>
                    <a:pt x="100093" y="14038"/>
                  </a:lnTo>
                  <a:lnTo>
                    <a:pt x="95266" y="16243"/>
                  </a:lnTo>
                  <a:lnTo>
                    <a:pt x="90511" y="18601"/>
                  </a:lnTo>
                  <a:lnTo>
                    <a:pt x="85834" y="21109"/>
                  </a:lnTo>
                  <a:lnTo>
                    <a:pt x="81238" y="23764"/>
                  </a:lnTo>
                  <a:lnTo>
                    <a:pt x="76729" y="26563"/>
                  </a:lnTo>
                  <a:lnTo>
                    <a:pt x="72311" y="29504"/>
                  </a:lnTo>
                  <a:lnTo>
                    <a:pt x="67989" y="32584"/>
                  </a:lnTo>
                  <a:lnTo>
                    <a:pt x="63767" y="35800"/>
                  </a:lnTo>
                  <a:lnTo>
                    <a:pt x="59649" y="39148"/>
                  </a:lnTo>
                  <a:lnTo>
                    <a:pt x="55639" y="42625"/>
                  </a:lnTo>
                  <a:lnTo>
                    <a:pt x="51742" y="46227"/>
                  </a:lnTo>
                  <a:lnTo>
                    <a:pt x="47961" y="49952"/>
                  </a:lnTo>
                  <a:lnTo>
                    <a:pt x="44300" y="53794"/>
                  </a:lnTo>
                  <a:lnTo>
                    <a:pt x="40763" y="57751"/>
                  </a:lnTo>
                  <a:lnTo>
                    <a:pt x="37353" y="61818"/>
                  </a:lnTo>
                  <a:lnTo>
                    <a:pt x="34075" y="65992"/>
                  </a:lnTo>
                  <a:lnTo>
                    <a:pt x="30930" y="70267"/>
                  </a:lnTo>
                  <a:lnTo>
                    <a:pt x="27923" y="74640"/>
                  </a:lnTo>
                  <a:lnTo>
                    <a:pt x="25056" y="79106"/>
                  </a:lnTo>
                  <a:lnTo>
                    <a:pt x="22332" y="83661"/>
                  </a:lnTo>
                  <a:lnTo>
                    <a:pt x="19754" y="88300"/>
                  </a:lnTo>
                  <a:lnTo>
                    <a:pt x="17325" y="93019"/>
                  </a:lnTo>
                  <a:lnTo>
                    <a:pt x="15046" y="97812"/>
                  </a:lnTo>
                  <a:lnTo>
                    <a:pt x="12921" y="102676"/>
                  </a:lnTo>
                  <a:lnTo>
                    <a:pt x="10952" y="107604"/>
                  </a:lnTo>
                  <a:lnTo>
                    <a:pt x="9140" y="112592"/>
                  </a:lnTo>
                  <a:lnTo>
                    <a:pt x="7487" y="117636"/>
                  </a:lnTo>
                  <a:lnTo>
                    <a:pt x="5995" y="122729"/>
                  </a:lnTo>
                  <a:lnTo>
                    <a:pt x="4666" y="127867"/>
                  </a:lnTo>
                  <a:lnTo>
                    <a:pt x="3500" y="133045"/>
                  </a:lnTo>
                  <a:lnTo>
                    <a:pt x="2499" y="138257"/>
                  </a:lnTo>
                  <a:lnTo>
                    <a:pt x="1665" y="143498"/>
                  </a:lnTo>
                  <a:lnTo>
                    <a:pt x="997" y="148763"/>
                  </a:lnTo>
                  <a:lnTo>
                    <a:pt x="496" y="154047"/>
                  </a:lnTo>
                  <a:lnTo>
                    <a:pt x="164" y="159344"/>
                  </a:lnTo>
                  <a:lnTo>
                    <a:pt x="0" y="164648"/>
                  </a:lnTo>
                  <a:lnTo>
                    <a:pt x="4" y="169956"/>
                  </a:lnTo>
                  <a:lnTo>
                    <a:pt x="177" y="175260"/>
                  </a:lnTo>
                  <a:lnTo>
                    <a:pt x="518" y="180556"/>
                  </a:lnTo>
                  <a:lnTo>
                    <a:pt x="1027" y="185839"/>
                  </a:lnTo>
                  <a:lnTo>
                    <a:pt x="1703" y="191103"/>
                  </a:lnTo>
                  <a:lnTo>
                    <a:pt x="2546" y="196343"/>
                  </a:lnTo>
                  <a:lnTo>
                    <a:pt x="3555" y="201553"/>
                  </a:lnTo>
                  <a:lnTo>
                    <a:pt x="4729" y="206729"/>
                  </a:lnTo>
                  <a:lnTo>
                    <a:pt x="6067" y="211865"/>
                  </a:lnTo>
                  <a:lnTo>
                    <a:pt x="7567" y="216956"/>
                  </a:lnTo>
                  <a:lnTo>
                    <a:pt x="9228" y="221997"/>
                  </a:lnTo>
                  <a:lnTo>
                    <a:pt x="11048" y="226982"/>
                  </a:lnTo>
                  <a:lnTo>
                    <a:pt x="13026" y="231907"/>
                  </a:lnTo>
                  <a:lnTo>
                    <a:pt x="15159" y="236767"/>
                  </a:lnTo>
                  <a:lnTo>
                    <a:pt x="17445" y="241557"/>
                  </a:lnTo>
                  <a:lnTo>
                    <a:pt x="19881" y="246272"/>
                  </a:lnTo>
                  <a:lnTo>
                    <a:pt x="22467" y="250907"/>
                  </a:lnTo>
                  <a:lnTo>
                    <a:pt x="25198" y="255457"/>
                  </a:lnTo>
                  <a:lnTo>
                    <a:pt x="28072" y="259919"/>
                  </a:lnTo>
                  <a:lnTo>
                    <a:pt x="31087" y="264287"/>
                  </a:lnTo>
                  <a:lnTo>
                    <a:pt x="34238" y="268557"/>
                  </a:lnTo>
                  <a:lnTo>
                    <a:pt x="37524" y="272725"/>
                  </a:lnTo>
                  <a:lnTo>
                    <a:pt x="40940" y="276787"/>
                  </a:lnTo>
                  <a:lnTo>
                    <a:pt x="44483" y="280738"/>
                  </a:lnTo>
                  <a:lnTo>
                    <a:pt x="48150" y="284574"/>
                  </a:lnTo>
                  <a:lnTo>
                    <a:pt x="51937" y="288293"/>
                  </a:lnTo>
                  <a:lnTo>
                    <a:pt x="55840" y="291889"/>
                  </a:lnTo>
                  <a:lnTo>
                    <a:pt x="59856" y="295360"/>
                  </a:lnTo>
                  <a:lnTo>
                    <a:pt x="63979" y="298701"/>
                  </a:lnTo>
                  <a:lnTo>
                    <a:pt x="68207" y="301910"/>
                  </a:lnTo>
                  <a:lnTo>
                    <a:pt x="72534" y="304982"/>
                  </a:lnTo>
                  <a:lnTo>
                    <a:pt x="76956" y="307916"/>
                  </a:lnTo>
                  <a:lnTo>
                    <a:pt x="81470" y="310709"/>
                  </a:lnTo>
                  <a:lnTo>
                    <a:pt x="86070" y="313356"/>
                  </a:lnTo>
                  <a:lnTo>
                    <a:pt x="90751" y="315856"/>
                  </a:lnTo>
                  <a:lnTo>
                    <a:pt x="95510" y="318206"/>
                  </a:lnTo>
                  <a:lnTo>
                    <a:pt x="100340" y="320404"/>
                  </a:lnTo>
                  <a:lnTo>
                    <a:pt x="105238" y="322448"/>
                  </a:lnTo>
                  <a:lnTo>
                    <a:pt x="110199" y="324335"/>
                  </a:lnTo>
                  <a:lnTo>
                    <a:pt x="115217" y="326063"/>
                  </a:lnTo>
                  <a:lnTo>
                    <a:pt x="120287" y="327632"/>
                  </a:lnTo>
                  <a:lnTo>
                    <a:pt x="125405" y="329039"/>
                  </a:lnTo>
                  <a:lnTo>
                    <a:pt x="130564" y="330282"/>
                  </a:lnTo>
                  <a:lnTo>
                    <a:pt x="135760" y="331361"/>
                  </a:lnTo>
                  <a:lnTo>
                    <a:pt x="140988" y="332275"/>
                  </a:lnTo>
                  <a:lnTo>
                    <a:pt x="146243" y="333022"/>
                  </a:lnTo>
                  <a:lnTo>
                    <a:pt x="151518" y="333602"/>
                  </a:lnTo>
                  <a:lnTo>
                    <a:pt x="156810" y="334014"/>
                  </a:lnTo>
                  <a:lnTo>
                    <a:pt x="162111" y="334258"/>
                  </a:lnTo>
                  <a:lnTo>
                    <a:pt x="167418" y="334334"/>
                  </a:lnTo>
                  <a:lnTo>
                    <a:pt x="172724" y="334241"/>
                  </a:lnTo>
                  <a:lnTo>
                    <a:pt x="178025" y="333980"/>
                  </a:lnTo>
                  <a:lnTo>
                    <a:pt x="183315" y="333551"/>
                  </a:lnTo>
                  <a:lnTo>
                    <a:pt x="188589" y="332954"/>
                  </a:lnTo>
                  <a:lnTo>
                    <a:pt x="193841" y="332190"/>
                  </a:lnTo>
                  <a:lnTo>
                    <a:pt x="199066" y="331259"/>
                  </a:lnTo>
                  <a:lnTo>
                    <a:pt x="204259" y="330163"/>
                  </a:lnTo>
                  <a:lnTo>
                    <a:pt x="209414" y="328903"/>
                  </a:lnTo>
                  <a:lnTo>
                    <a:pt x="214527" y="327480"/>
                  </a:lnTo>
                  <a:lnTo>
                    <a:pt x="219592" y="325895"/>
                  </a:lnTo>
                  <a:lnTo>
                    <a:pt x="224604" y="324150"/>
                  </a:lnTo>
                  <a:lnTo>
                    <a:pt x="229559" y="322247"/>
                  </a:lnTo>
                  <a:lnTo>
                    <a:pt x="234450" y="320188"/>
                  </a:lnTo>
                  <a:lnTo>
                    <a:pt x="239274" y="317974"/>
                  </a:lnTo>
                  <a:lnTo>
                    <a:pt x="244025" y="315609"/>
                  </a:lnTo>
                  <a:lnTo>
                    <a:pt x="248698" y="313093"/>
                  </a:lnTo>
                  <a:lnTo>
                    <a:pt x="253289" y="310431"/>
                  </a:lnTo>
                  <a:lnTo>
                    <a:pt x="257794" y="307624"/>
                  </a:lnTo>
                  <a:lnTo>
                    <a:pt x="262207" y="304676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95058" cy="137509"/>
            </a:xfrm>
            <a:custGeom>
              <a:avLst/>
              <a:pathLst>
                <a:path w="95058" h="137509">
                  <a:moveTo>
                    <a:pt x="95058" y="1375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95058" cy="137509"/>
            </a:xfrm>
            <a:custGeom>
              <a:avLst/>
              <a:pathLst>
                <a:path w="95058" h="137509">
                  <a:moveTo>
                    <a:pt x="95058" y="1375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95058" cy="137509"/>
            </a:xfrm>
            <a:custGeom>
              <a:avLst/>
              <a:pathLst>
                <a:path w="95058" h="137509">
                  <a:moveTo>
                    <a:pt x="95058" y="1375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95058" cy="137509"/>
            </a:xfrm>
            <a:custGeom>
              <a:avLst/>
              <a:pathLst>
                <a:path w="95058" h="137509">
                  <a:moveTo>
                    <a:pt x="95058" y="1375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95058" cy="137509"/>
            </a:xfrm>
            <a:custGeom>
              <a:avLst/>
              <a:pathLst>
                <a:path w="95058" h="137509">
                  <a:moveTo>
                    <a:pt x="95058" y="1375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95058" cy="137509"/>
            </a:xfrm>
            <a:custGeom>
              <a:avLst/>
              <a:pathLst>
                <a:path w="95058" h="137509">
                  <a:moveTo>
                    <a:pt x="95058" y="1375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95058" cy="137509"/>
            </a:xfrm>
            <a:custGeom>
              <a:avLst/>
              <a:pathLst>
                <a:path w="95058" h="137509">
                  <a:moveTo>
                    <a:pt x="95058" y="1375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95058" cy="137509"/>
            </a:xfrm>
            <a:custGeom>
              <a:avLst/>
              <a:pathLst>
                <a:path w="95058" h="137509">
                  <a:moveTo>
                    <a:pt x="95058" y="1375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95058" cy="137509"/>
            </a:xfrm>
            <a:custGeom>
              <a:avLst/>
              <a:pathLst>
                <a:path w="95058" h="137509">
                  <a:moveTo>
                    <a:pt x="95058" y="1375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95058" cy="137509"/>
            </a:xfrm>
            <a:custGeom>
              <a:avLst/>
              <a:pathLst>
                <a:path w="95058" h="137509">
                  <a:moveTo>
                    <a:pt x="95058" y="1375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95058" cy="137509"/>
            </a:xfrm>
            <a:custGeom>
              <a:avLst/>
              <a:pathLst>
                <a:path w="95058" h="137509">
                  <a:moveTo>
                    <a:pt x="95058" y="1375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95058" cy="137509"/>
            </a:xfrm>
            <a:custGeom>
              <a:avLst/>
              <a:pathLst>
                <a:path w="95058" h="137509">
                  <a:moveTo>
                    <a:pt x="95058" y="1375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238196"/>
              <a:ext cx="95058" cy="137509"/>
            </a:xfrm>
            <a:custGeom>
              <a:avLst/>
              <a:pathLst>
                <a:path w="95058" h="137509">
                  <a:moveTo>
                    <a:pt x="95058" y="1375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238196"/>
              <a:ext cx="95058" cy="137509"/>
            </a:xfrm>
            <a:custGeom>
              <a:avLst/>
              <a:pathLst>
                <a:path w="95058" h="137509">
                  <a:moveTo>
                    <a:pt x="95058" y="1375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64501" y="1238196"/>
              <a:ext cx="95058" cy="137509"/>
            </a:xfrm>
            <a:custGeom>
              <a:avLst/>
              <a:pathLst>
                <a:path w="95058" h="137509">
                  <a:moveTo>
                    <a:pt x="95058" y="1375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64501" y="1238196"/>
              <a:ext cx="95058" cy="137509"/>
            </a:xfrm>
            <a:custGeom>
              <a:avLst/>
              <a:pathLst>
                <a:path w="95058" h="137509">
                  <a:moveTo>
                    <a:pt x="95058" y="1375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64501" y="1238196"/>
              <a:ext cx="95058" cy="137509"/>
            </a:xfrm>
            <a:custGeom>
              <a:avLst/>
              <a:pathLst>
                <a:path w="95058" h="137509">
                  <a:moveTo>
                    <a:pt x="95058" y="1375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964501" y="1083031"/>
              <a:ext cx="167167" cy="292674"/>
            </a:xfrm>
            <a:custGeom>
              <a:avLst/>
              <a:pathLst>
                <a:path w="167167" h="292674">
                  <a:moveTo>
                    <a:pt x="95058" y="292674"/>
                  </a:moveTo>
                  <a:lnTo>
                    <a:pt x="99432" y="289545"/>
                  </a:lnTo>
                  <a:lnTo>
                    <a:pt x="103703" y="286277"/>
                  </a:lnTo>
                  <a:lnTo>
                    <a:pt x="107867" y="282874"/>
                  </a:lnTo>
                  <a:lnTo>
                    <a:pt x="111919" y="279338"/>
                  </a:lnTo>
                  <a:lnTo>
                    <a:pt x="115855" y="275674"/>
                  </a:lnTo>
                  <a:lnTo>
                    <a:pt x="119672" y="271885"/>
                  </a:lnTo>
                  <a:lnTo>
                    <a:pt x="123364" y="267975"/>
                  </a:lnTo>
                  <a:lnTo>
                    <a:pt x="126929" y="263948"/>
                  </a:lnTo>
                  <a:lnTo>
                    <a:pt x="130362" y="259809"/>
                  </a:lnTo>
                  <a:lnTo>
                    <a:pt x="133661" y="255562"/>
                  </a:lnTo>
                  <a:lnTo>
                    <a:pt x="136821" y="251211"/>
                  </a:lnTo>
                  <a:lnTo>
                    <a:pt x="139840" y="246760"/>
                  </a:lnTo>
                  <a:lnTo>
                    <a:pt x="142714" y="242214"/>
                  </a:lnTo>
                  <a:lnTo>
                    <a:pt x="145440" y="237579"/>
                  </a:lnTo>
                  <a:lnTo>
                    <a:pt x="148015" y="232858"/>
                  </a:lnTo>
                  <a:lnTo>
                    <a:pt x="150438" y="228057"/>
                  </a:lnTo>
                  <a:lnTo>
                    <a:pt x="152705" y="223180"/>
                  </a:lnTo>
                  <a:lnTo>
                    <a:pt x="154814" y="218233"/>
                  </a:lnTo>
                  <a:lnTo>
                    <a:pt x="156762" y="213220"/>
                  </a:lnTo>
                  <a:lnTo>
                    <a:pt x="158548" y="208148"/>
                  </a:lnTo>
                  <a:lnTo>
                    <a:pt x="160171" y="203021"/>
                  </a:lnTo>
                  <a:lnTo>
                    <a:pt x="161627" y="197844"/>
                  </a:lnTo>
                  <a:lnTo>
                    <a:pt x="162916" y="192623"/>
                  </a:lnTo>
                  <a:lnTo>
                    <a:pt x="164037" y="187363"/>
                  </a:lnTo>
                  <a:lnTo>
                    <a:pt x="164988" y="182070"/>
                  </a:lnTo>
                  <a:lnTo>
                    <a:pt x="165768" y="176749"/>
                  </a:lnTo>
                  <a:lnTo>
                    <a:pt x="166376" y="171406"/>
                  </a:lnTo>
                  <a:lnTo>
                    <a:pt x="166812" y="166046"/>
                  </a:lnTo>
                  <a:lnTo>
                    <a:pt x="167076" y="160674"/>
                  </a:lnTo>
                  <a:lnTo>
                    <a:pt x="167167" y="155297"/>
                  </a:lnTo>
                  <a:lnTo>
                    <a:pt x="167085" y="149920"/>
                  </a:lnTo>
                  <a:lnTo>
                    <a:pt x="166829" y="144548"/>
                  </a:lnTo>
                  <a:lnTo>
                    <a:pt x="166402" y="139188"/>
                  </a:lnTo>
                  <a:lnTo>
                    <a:pt x="165802" y="133844"/>
                  </a:lnTo>
                  <a:lnTo>
                    <a:pt x="165030" y="128521"/>
                  </a:lnTo>
                  <a:lnTo>
                    <a:pt x="164088" y="123227"/>
                  </a:lnTo>
                  <a:lnTo>
                    <a:pt x="162975" y="117965"/>
                  </a:lnTo>
                  <a:lnTo>
                    <a:pt x="161695" y="112742"/>
                  </a:lnTo>
                  <a:lnTo>
                    <a:pt x="160246" y="107563"/>
                  </a:lnTo>
                  <a:lnTo>
                    <a:pt x="158632" y="102433"/>
                  </a:lnTo>
                  <a:lnTo>
                    <a:pt x="156854" y="97358"/>
                  </a:lnTo>
                  <a:lnTo>
                    <a:pt x="154913" y="92342"/>
                  </a:lnTo>
                  <a:lnTo>
                    <a:pt x="152812" y="87392"/>
                  </a:lnTo>
                  <a:lnTo>
                    <a:pt x="150553" y="82512"/>
                  </a:lnTo>
                  <a:lnTo>
                    <a:pt x="148139" y="77707"/>
                  </a:lnTo>
                  <a:lnTo>
                    <a:pt x="145570" y="72982"/>
                  </a:lnTo>
                  <a:lnTo>
                    <a:pt x="142852" y="68342"/>
                  </a:lnTo>
                  <a:lnTo>
                    <a:pt x="139985" y="63792"/>
                  </a:lnTo>
                  <a:lnTo>
                    <a:pt x="136973" y="59336"/>
                  </a:lnTo>
                  <a:lnTo>
                    <a:pt x="133820" y="54980"/>
                  </a:lnTo>
                  <a:lnTo>
                    <a:pt x="130528" y="50727"/>
                  </a:lnTo>
                  <a:lnTo>
                    <a:pt x="127101" y="46583"/>
                  </a:lnTo>
                  <a:lnTo>
                    <a:pt x="123543" y="42551"/>
                  </a:lnTo>
                  <a:lnTo>
                    <a:pt x="119857" y="38635"/>
                  </a:lnTo>
                  <a:lnTo>
                    <a:pt x="116046" y="34840"/>
                  </a:lnTo>
                  <a:lnTo>
                    <a:pt x="112116" y="31169"/>
                  </a:lnTo>
                  <a:lnTo>
                    <a:pt x="108070" y="27627"/>
                  </a:lnTo>
                  <a:lnTo>
                    <a:pt x="103911" y="24217"/>
                  </a:lnTo>
                  <a:lnTo>
                    <a:pt x="99645" y="20942"/>
                  </a:lnTo>
                  <a:lnTo>
                    <a:pt x="95276" y="17807"/>
                  </a:lnTo>
                  <a:lnTo>
                    <a:pt x="90809" y="14813"/>
                  </a:lnTo>
                  <a:lnTo>
                    <a:pt x="86247" y="11965"/>
                  </a:lnTo>
                  <a:lnTo>
                    <a:pt x="81597" y="9265"/>
                  </a:lnTo>
                  <a:lnTo>
                    <a:pt x="76861" y="6715"/>
                  </a:lnTo>
                  <a:lnTo>
                    <a:pt x="72047" y="4320"/>
                  </a:lnTo>
                  <a:lnTo>
                    <a:pt x="67157" y="2080"/>
                  </a:lnTo>
                  <a:lnTo>
                    <a:pt x="62198" y="0"/>
                  </a:lnTo>
                  <a:lnTo>
                    <a:pt x="0" y="155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964501" y="1071028"/>
              <a:ext cx="62198" cy="167167"/>
            </a:xfrm>
            <a:custGeom>
              <a:avLst/>
              <a:pathLst>
                <a:path w="62198" h="167167">
                  <a:moveTo>
                    <a:pt x="62198" y="12002"/>
                  </a:moveTo>
                  <a:lnTo>
                    <a:pt x="56784" y="9940"/>
                  </a:lnTo>
                  <a:lnTo>
                    <a:pt x="51302" y="8066"/>
                  </a:lnTo>
                  <a:lnTo>
                    <a:pt x="45758" y="6384"/>
                  </a:lnTo>
                  <a:lnTo>
                    <a:pt x="40159" y="4895"/>
                  </a:lnTo>
                  <a:lnTo>
                    <a:pt x="34512" y="3601"/>
                  </a:lnTo>
                  <a:lnTo>
                    <a:pt x="28824" y="2503"/>
                  </a:lnTo>
                  <a:lnTo>
                    <a:pt x="23100" y="1603"/>
                  </a:lnTo>
                  <a:lnTo>
                    <a:pt x="17350" y="902"/>
                  </a:lnTo>
                  <a:lnTo>
                    <a:pt x="11578" y="401"/>
                  </a:lnTo>
                  <a:lnTo>
                    <a:pt x="5792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1476" y="1322571"/>
              <a:ext cx="127244" cy="167167"/>
            </a:xfrm>
            <a:custGeom>
              <a:avLst/>
              <a:pathLst>
                <a:path w="127244" h="167167">
                  <a:moveTo>
                    <a:pt x="127244" y="0"/>
                  </a:moveTo>
                  <a:lnTo>
                    <a:pt x="121683" y="92"/>
                  </a:lnTo>
                  <a:lnTo>
                    <a:pt x="116127" y="370"/>
                  </a:lnTo>
                  <a:lnTo>
                    <a:pt x="110584" y="832"/>
                  </a:lnTo>
                  <a:lnTo>
                    <a:pt x="105060" y="1478"/>
                  </a:lnTo>
                  <a:lnTo>
                    <a:pt x="99560" y="2308"/>
                  </a:lnTo>
                  <a:lnTo>
                    <a:pt x="94091" y="3320"/>
                  </a:lnTo>
                  <a:lnTo>
                    <a:pt x="88658" y="4514"/>
                  </a:lnTo>
                  <a:lnTo>
                    <a:pt x="83269" y="5887"/>
                  </a:lnTo>
                  <a:lnTo>
                    <a:pt x="77928" y="7440"/>
                  </a:lnTo>
                  <a:lnTo>
                    <a:pt x="72641" y="9169"/>
                  </a:lnTo>
                  <a:lnTo>
                    <a:pt x="67415" y="11073"/>
                  </a:lnTo>
                  <a:lnTo>
                    <a:pt x="62255" y="13149"/>
                  </a:lnTo>
                  <a:lnTo>
                    <a:pt x="57167" y="15397"/>
                  </a:lnTo>
                  <a:lnTo>
                    <a:pt x="52157" y="17812"/>
                  </a:lnTo>
                  <a:lnTo>
                    <a:pt x="47230" y="20393"/>
                  </a:lnTo>
                  <a:lnTo>
                    <a:pt x="42391" y="23136"/>
                  </a:lnTo>
                  <a:lnTo>
                    <a:pt x="37646" y="26038"/>
                  </a:lnTo>
                  <a:lnTo>
                    <a:pt x="33001" y="29097"/>
                  </a:lnTo>
                  <a:lnTo>
                    <a:pt x="28460" y="32309"/>
                  </a:lnTo>
                  <a:lnTo>
                    <a:pt x="24028" y="35670"/>
                  </a:lnTo>
                  <a:lnTo>
                    <a:pt x="19710" y="39177"/>
                  </a:lnTo>
                  <a:lnTo>
                    <a:pt x="15512" y="42825"/>
                  </a:lnTo>
                  <a:lnTo>
                    <a:pt x="11437" y="46611"/>
                  </a:lnTo>
                  <a:lnTo>
                    <a:pt x="7491" y="50530"/>
                  </a:lnTo>
                  <a:lnTo>
                    <a:pt x="3677" y="54579"/>
                  </a:lnTo>
                  <a:lnTo>
                    <a:pt x="0" y="58752"/>
                  </a:lnTo>
                  <a:lnTo>
                    <a:pt x="12724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361476" y="1381324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321557" y="1381324"/>
              <a:ext cx="334330" cy="275572"/>
            </a:xfrm>
            <a:custGeom>
              <a:avLst/>
              <a:pathLst>
                <a:path w="334330" h="275572">
                  <a:moveTo>
                    <a:pt x="39919" y="0"/>
                  </a:moveTo>
                  <a:lnTo>
                    <a:pt x="36539" y="4096"/>
                  </a:lnTo>
                  <a:lnTo>
                    <a:pt x="33291" y="8298"/>
                  </a:lnTo>
                  <a:lnTo>
                    <a:pt x="30179" y="12601"/>
                  </a:lnTo>
                  <a:lnTo>
                    <a:pt x="27204" y="17001"/>
                  </a:lnTo>
                  <a:lnTo>
                    <a:pt x="24371" y="21493"/>
                  </a:lnTo>
                  <a:lnTo>
                    <a:pt x="21682" y="26072"/>
                  </a:lnTo>
                  <a:lnTo>
                    <a:pt x="19140" y="30735"/>
                  </a:lnTo>
                  <a:lnTo>
                    <a:pt x="16747" y="35476"/>
                  </a:lnTo>
                  <a:lnTo>
                    <a:pt x="14506" y="40291"/>
                  </a:lnTo>
                  <a:lnTo>
                    <a:pt x="12419" y="45174"/>
                  </a:lnTo>
                  <a:lnTo>
                    <a:pt x="10489" y="50122"/>
                  </a:lnTo>
                  <a:lnTo>
                    <a:pt x="8716" y="55128"/>
                  </a:lnTo>
                  <a:lnTo>
                    <a:pt x="7103" y="60188"/>
                  </a:lnTo>
                  <a:lnTo>
                    <a:pt x="5652" y="65296"/>
                  </a:lnTo>
                  <a:lnTo>
                    <a:pt x="4364" y="70449"/>
                  </a:lnTo>
                  <a:lnTo>
                    <a:pt x="3240" y="75639"/>
                  </a:lnTo>
                  <a:lnTo>
                    <a:pt x="2282" y="80863"/>
                  </a:lnTo>
                  <a:lnTo>
                    <a:pt x="1490" y="86114"/>
                  </a:lnTo>
                  <a:lnTo>
                    <a:pt x="865" y="91388"/>
                  </a:lnTo>
                  <a:lnTo>
                    <a:pt x="408" y="96679"/>
                  </a:lnTo>
                  <a:lnTo>
                    <a:pt x="120" y="101982"/>
                  </a:lnTo>
                  <a:lnTo>
                    <a:pt x="0" y="107291"/>
                  </a:lnTo>
                  <a:lnTo>
                    <a:pt x="48" y="112602"/>
                  </a:lnTo>
                  <a:lnTo>
                    <a:pt x="266" y="117908"/>
                  </a:lnTo>
                  <a:lnTo>
                    <a:pt x="651" y="123205"/>
                  </a:lnTo>
                  <a:lnTo>
                    <a:pt x="1205" y="128486"/>
                  </a:lnTo>
                  <a:lnTo>
                    <a:pt x="1926" y="133748"/>
                  </a:lnTo>
                  <a:lnTo>
                    <a:pt x="2815" y="138984"/>
                  </a:lnTo>
                  <a:lnTo>
                    <a:pt x="3869" y="144189"/>
                  </a:lnTo>
                  <a:lnTo>
                    <a:pt x="5087" y="149358"/>
                  </a:lnTo>
                  <a:lnTo>
                    <a:pt x="6470" y="154486"/>
                  </a:lnTo>
                  <a:lnTo>
                    <a:pt x="8014" y="159567"/>
                  </a:lnTo>
                  <a:lnTo>
                    <a:pt x="9719" y="164596"/>
                  </a:lnTo>
                  <a:lnTo>
                    <a:pt x="11583" y="169569"/>
                  </a:lnTo>
                  <a:lnTo>
                    <a:pt x="13604" y="174480"/>
                  </a:lnTo>
                  <a:lnTo>
                    <a:pt x="15781" y="179325"/>
                  </a:lnTo>
                  <a:lnTo>
                    <a:pt x="18109" y="184098"/>
                  </a:lnTo>
                  <a:lnTo>
                    <a:pt x="20589" y="188794"/>
                  </a:lnTo>
                  <a:lnTo>
                    <a:pt x="23216" y="193409"/>
                  </a:lnTo>
                  <a:lnTo>
                    <a:pt x="25988" y="197939"/>
                  </a:lnTo>
                  <a:lnTo>
                    <a:pt x="28903" y="202378"/>
                  </a:lnTo>
                  <a:lnTo>
                    <a:pt x="31958" y="206723"/>
                  </a:lnTo>
                  <a:lnTo>
                    <a:pt x="35149" y="210968"/>
                  </a:lnTo>
                  <a:lnTo>
                    <a:pt x="38473" y="215110"/>
                  </a:lnTo>
                  <a:lnTo>
                    <a:pt x="41927" y="219144"/>
                  </a:lnTo>
                  <a:lnTo>
                    <a:pt x="45508" y="223066"/>
                  </a:lnTo>
                  <a:lnTo>
                    <a:pt x="49211" y="226872"/>
                  </a:lnTo>
                  <a:lnTo>
                    <a:pt x="53033" y="230559"/>
                  </a:lnTo>
                  <a:lnTo>
                    <a:pt x="56971" y="234123"/>
                  </a:lnTo>
                  <a:lnTo>
                    <a:pt x="61020" y="237560"/>
                  </a:lnTo>
                  <a:lnTo>
                    <a:pt x="65175" y="240866"/>
                  </a:lnTo>
                  <a:lnTo>
                    <a:pt x="69434" y="244039"/>
                  </a:lnTo>
                  <a:lnTo>
                    <a:pt x="73792" y="247075"/>
                  </a:lnTo>
                  <a:lnTo>
                    <a:pt x="78243" y="249971"/>
                  </a:lnTo>
                  <a:lnTo>
                    <a:pt x="82785" y="252724"/>
                  </a:lnTo>
                  <a:lnTo>
                    <a:pt x="87411" y="255331"/>
                  </a:lnTo>
                  <a:lnTo>
                    <a:pt x="92118" y="257791"/>
                  </a:lnTo>
                  <a:lnTo>
                    <a:pt x="96901" y="260099"/>
                  </a:lnTo>
                  <a:lnTo>
                    <a:pt x="101755" y="262254"/>
                  </a:lnTo>
                  <a:lnTo>
                    <a:pt x="106674" y="264254"/>
                  </a:lnTo>
                  <a:lnTo>
                    <a:pt x="111655" y="266097"/>
                  </a:lnTo>
                  <a:lnTo>
                    <a:pt x="116692" y="267781"/>
                  </a:lnTo>
                  <a:lnTo>
                    <a:pt x="121780" y="269304"/>
                  </a:lnTo>
                  <a:lnTo>
                    <a:pt x="126913" y="270664"/>
                  </a:lnTo>
                  <a:lnTo>
                    <a:pt x="132087" y="271861"/>
                  </a:lnTo>
                  <a:lnTo>
                    <a:pt x="137297" y="272892"/>
                  </a:lnTo>
                  <a:lnTo>
                    <a:pt x="142537" y="273758"/>
                  </a:lnTo>
                  <a:lnTo>
                    <a:pt x="147801" y="274457"/>
                  </a:lnTo>
                  <a:lnTo>
                    <a:pt x="153085" y="274988"/>
                  </a:lnTo>
                  <a:lnTo>
                    <a:pt x="158384" y="275351"/>
                  </a:lnTo>
                  <a:lnTo>
                    <a:pt x="163691" y="275546"/>
                  </a:lnTo>
                  <a:lnTo>
                    <a:pt x="169002" y="275572"/>
                  </a:lnTo>
                  <a:lnTo>
                    <a:pt x="174310" y="275429"/>
                  </a:lnTo>
                  <a:lnTo>
                    <a:pt x="179612" y="275118"/>
                  </a:lnTo>
                  <a:lnTo>
                    <a:pt x="184901" y="274638"/>
                  </a:lnTo>
                  <a:lnTo>
                    <a:pt x="190172" y="273991"/>
                  </a:lnTo>
                  <a:lnTo>
                    <a:pt x="195420" y="273177"/>
                  </a:lnTo>
                  <a:lnTo>
                    <a:pt x="200639" y="272196"/>
                  </a:lnTo>
                  <a:lnTo>
                    <a:pt x="205825" y="271050"/>
                  </a:lnTo>
                  <a:lnTo>
                    <a:pt x="210972" y="269740"/>
                  </a:lnTo>
                  <a:lnTo>
                    <a:pt x="216074" y="268267"/>
                  </a:lnTo>
                  <a:lnTo>
                    <a:pt x="221127" y="266632"/>
                  </a:lnTo>
                  <a:lnTo>
                    <a:pt x="226126" y="264838"/>
                  </a:lnTo>
                  <a:lnTo>
                    <a:pt x="231065" y="262886"/>
                  </a:lnTo>
                  <a:lnTo>
                    <a:pt x="235939" y="260779"/>
                  </a:lnTo>
                  <a:lnTo>
                    <a:pt x="240744" y="258517"/>
                  </a:lnTo>
                  <a:lnTo>
                    <a:pt x="245475" y="256104"/>
                  </a:lnTo>
                  <a:lnTo>
                    <a:pt x="250127" y="253542"/>
                  </a:lnTo>
                  <a:lnTo>
                    <a:pt x="254695" y="250833"/>
                  </a:lnTo>
                  <a:lnTo>
                    <a:pt x="259175" y="247981"/>
                  </a:lnTo>
                  <a:lnTo>
                    <a:pt x="263562" y="244988"/>
                  </a:lnTo>
                  <a:lnTo>
                    <a:pt x="267851" y="241857"/>
                  </a:lnTo>
                  <a:lnTo>
                    <a:pt x="272039" y="238591"/>
                  </a:lnTo>
                  <a:lnTo>
                    <a:pt x="276121" y="235194"/>
                  </a:lnTo>
                  <a:lnTo>
                    <a:pt x="280094" y="231669"/>
                  </a:lnTo>
                  <a:lnTo>
                    <a:pt x="283952" y="228020"/>
                  </a:lnTo>
                  <a:lnTo>
                    <a:pt x="287692" y="224249"/>
                  </a:lnTo>
                  <a:lnTo>
                    <a:pt x="291311" y="220362"/>
                  </a:lnTo>
                  <a:lnTo>
                    <a:pt x="294804" y="216362"/>
                  </a:lnTo>
                  <a:lnTo>
                    <a:pt x="298169" y="212253"/>
                  </a:lnTo>
                  <a:lnTo>
                    <a:pt x="301401" y="208040"/>
                  </a:lnTo>
                  <a:lnTo>
                    <a:pt x="304498" y="203725"/>
                  </a:lnTo>
                  <a:lnTo>
                    <a:pt x="307456" y="199315"/>
                  </a:lnTo>
                  <a:lnTo>
                    <a:pt x="310273" y="194813"/>
                  </a:lnTo>
                  <a:lnTo>
                    <a:pt x="312945" y="190223"/>
                  </a:lnTo>
                  <a:lnTo>
                    <a:pt x="315470" y="185551"/>
                  </a:lnTo>
                  <a:lnTo>
                    <a:pt x="317845" y="180801"/>
                  </a:lnTo>
                  <a:lnTo>
                    <a:pt x="320069" y="175978"/>
                  </a:lnTo>
                  <a:lnTo>
                    <a:pt x="322138" y="171087"/>
                  </a:lnTo>
                  <a:lnTo>
                    <a:pt x="324050" y="166133"/>
                  </a:lnTo>
                  <a:lnTo>
                    <a:pt x="325805" y="161120"/>
                  </a:lnTo>
                  <a:lnTo>
                    <a:pt x="327399" y="156054"/>
                  </a:lnTo>
                  <a:lnTo>
                    <a:pt x="328831" y="150940"/>
                  </a:lnTo>
                  <a:lnTo>
                    <a:pt x="330100" y="145783"/>
                  </a:lnTo>
                  <a:lnTo>
                    <a:pt x="331205" y="140589"/>
                  </a:lnTo>
                  <a:lnTo>
                    <a:pt x="332144" y="135362"/>
                  </a:lnTo>
                  <a:lnTo>
                    <a:pt x="332917" y="130108"/>
                  </a:lnTo>
                  <a:lnTo>
                    <a:pt x="333523" y="124832"/>
                  </a:lnTo>
                  <a:lnTo>
                    <a:pt x="333960" y="119539"/>
                  </a:lnTo>
                  <a:lnTo>
                    <a:pt x="334229" y="114235"/>
                  </a:lnTo>
                  <a:lnTo>
                    <a:pt x="334330" y="108925"/>
                  </a:lnTo>
                  <a:lnTo>
                    <a:pt x="334262" y="103615"/>
                  </a:lnTo>
                  <a:lnTo>
                    <a:pt x="334025" y="98309"/>
                  </a:lnTo>
                  <a:lnTo>
                    <a:pt x="333620" y="93014"/>
                  </a:lnTo>
                  <a:lnTo>
                    <a:pt x="333047" y="87735"/>
                  </a:lnTo>
                  <a:lnTo>
                    <a:pt x="332306" y="82476"/>
                  </a:lnTo>
                  <a:lnTo>
                    <a:pt x="331399" y="77243"/>
                  </a:lnTo>
                  <a:lnTo>
                    <a:pt x="330326" y="72042"/>
                  </a:lnTo>
                  <a:lnTo>
                    <a:pt x="329088" y="66877"/>
                  </a:lnTo>
                  <a:lnTo>
                    <a:pt x="327687" y="61755"/>
                  </a:lnTo>
                  <a:lnTo>
                    <a:pt x="326124" y="56679"/>
                  </a:lnTo>
                  <a:lnTo>
                    <a:pt x="324400" y="51656"/>
                  </a:lnTo>
                  <a:lnTo>
                    <a:pt x="322518" y="46690"/>
                  </a:lnTo>
                  <a:lnTo>
                    <a:pt x="320479" y="41786"/>
                  </a:lnTo>
                  <a:lnTo>
                    <a:pt x="318285" y="36950"/>
                  </a:lnTo>
                  <a:lnTo>
                    <a:pt x="315939" y="32186"/>
                  </a:lnTo>
                  <a:lnTo>
                    <a:pt x="313442" y="27498"/>
                  </a:lnTo>
                  <a:lnTo>
                    <a:pt x="310798" y="22893"/>
                  </a:lnTo>
                  <a:lnTo>
                    <a:pt x="167163" y="1084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488720" y="1322571"/>
              <a:ext cx="143634" cy="167167"/>
            </a:xfrm>
            <a:custGeom>
              <a:avLst/>
              <a:pathLst>
                <a:path w="143634" h="167167">
                  <a:moveTo>
                    <a:pt x="143634" y="81645"/>
                  </a:moveTo>
                  <a:lnTo>
                    <a:pt x="140703" y="76904"/>
                  </a:lnTo>
                  <a:lnTo>
                    <a:pt x="137615" y="72263"/>
                  </a:lnTo>
                  <a:lnTo>
                    <a:pt x="134375" y="67727"/>
                  </a:lnTo>
                  <a:lnTo>
                    <a:pt x="130985" y="63302"/>
                  </a:lnTo>
                  <a:lnTo>
                    <a:pt x="127449" y="58993"/>
                  </a:lnTo>
                  <a:lnTo>
                    <a:pt x="123771" y="54804"/>
                  </a:lnTo>
                  <a:lnTo>
                    <a:pt x="119956" y="50740"/>
                  </a:lnTo>
                  <a:lnTo>
                    <a:pt x="116008" y="46805"/>
                  </a:lnTo>
                  <a:lnTo>
                    <a:pt x="111930" y="43004"/>
                  </a:lnTo>
                  <a:lnTo>
                    <a:pt x="107728" y="39341"/>
                  </a:lnTo>
                  <a:lnTo>
                    <a:pt x="103407" y="35820"/>
                  </a:lnTo>
                  <a:lnTo>
                    <a:pt x="98970" y="32446"/>
                  </a:lnTo>
                  <a:lnTo>
                    <a:pt x="94423" y="29221"/>
                  </a:lnTo>
                  <a:lnTo>
                    <a:pt x="89771" y="26149"/>
                  </a:lnTo>
                  <a:lnTo>
                    <a:pt x="85020" y="23235"/>
                  </a:lnTo>
                  <a:lnTo>
                    <a:pt x="80174" y="20480"/>
                  </a:lnTo>
                  <a:lnTo>
                    <a:pt x="75239" y="17889"/>
                  </a:lnTo>
                  <a:lnTo>
                    <a:pt x="70220" y="15463"/>
                  </a:lnTo>
                  <a:lnTo>
                    <a:pt x="65123" y="13206"/>
                  </a:lnTo>
                  <a:lnTo>
                    <a:pt x="59953" y="11121"/>
                  </a:lnTo>
                  <a:lnTo>
                    <a:pt x="54717" y="9208"/>
                  </a:lnTo>
                  <a:lnTo>
                    <a:pt x="49420" y="7472"/>
                  </a:lnTo>
                  <a:lnTo>
                    <a:pt x="44069" y="5913"/>
                  </a:lnTo>
                  <a:lnTo>
                    <a:pt x="38668" y="4533"/>
                  </a:lnTo>
                  <a:lnTo>
                    <a:pt x="33224" y="3334"/>
                  </a:lnTo>
                  <a:lnTo>
                    <a:pt x="27743" y="2318"/>
                  </a:lnTo>
                  <a:lnTo>
                    <a:pt x="22232" y="1484"/>
                  </a:lnTo>
                  <a:lnTo>
                    <a:pt x="16695" y="835"/>
                  </a:lnTo>
                  <a:lnTo>
                    <a:pt x="11140" y="371"/>
                  </a:lnTo>
                  <a:lnTo>
                    <a:pt x="5573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77411" y="1681503"/>
              <a:ext cx="109113" cy="167167"/>
            </a:xfrm>
            <a:custGeom>
              <a:avLst/>
              <a:pathLst>
                <a:path w="109113" h="167167">
                  <a:moveTo>
                    <a:pt x="109113" y="0"/>
                  </a:moveTo>
                  <a:lnTo>
                    <a:pt x="103453" y="95"/>
                  </a:lnTo>
                  <a:lnTo>
                    <a:pt x="97799" y="383"/>
                  </a:lnTo>
                  <a:lnTo>
                    <a:pt x="92158" y="861"/>
                  </a:lnTo>
                  <a:lnTo>
                    <a:pt x="86537" y="1531"/>
                  </a:lnTo>
                  <a:lnTo>
                    <a:pt x="80942" y="2390"/>
                  </a:lnTo>
                  <a:lnTo>
                    <a:pt x="75379" y="3439"/>
                  </a:lnTo>
                  <a:lnTo>
                    <a:pt x="69855" y="4675"/>
                  </a:lnTo>
                  <a:lnTo>
                    <a:pt x="64376" y="6097"/>
                  </a:lnTo>
                  <a:lnTo>
                    <a:pt x="58948" y="7704"/>
                  </a:lnTo>
                  <a:lnTo>
                    <a:pt x="53577" y="9494"/>
                  </a:lnTo>
                  <a:lnTo>
                    <a:pt x="48270" y="11465"/>
                  </a:lnTo>
                  <a:lnTo>
                    <a:pt x="43033" y="13614"/>
                  </a:lnTo>
                  <a:lnTo>
                    <a:pt x="37872" y="15939"/>
                  </a:lnTo>
                  <a:lnTo>
                    <a:pt x="32793" y="18438"/>
                  </a:lnTo>
                  <a:lnTo>
                    <a:pt x="27801" y="21108"/>
                  </a:lnTo>
                  <a:lnTo>
                    <a:pt x="22902" y="23944"/>
                  </a:lnTo>
                  <a:lnTo>
                    <a:pt x="18102" y="26945"/>
                  </a:lnTo>
                  <a:lnTo>
                    <a:pt x="13407" y="30107"/>
                  </a:lnTo>
                  <a:lnTo>
                    <a:pt x="8821" y="33426"/>
                  </a:lnTo>
                  <a:lnTo>
                    <a:pt x="4350" y="36899"/>
                  </a:lnTo>
                  <a:lnTo>
                    <a:pt x="0" y="40521"/>
                  </a:lnTo>
                  <a:lnTo>
                    <a:pt x="10911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77411" y="172202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77411" y="172202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77411" y="172202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77411" y="172202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77411" y="172202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77411" y="172202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77411" y="172202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77411" y="172202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77411" y="172202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77411" y="172202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77411" y="172202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77411" y="172202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977411" y="172202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977411" y="172202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977411" y="172202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977411" y="172202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919359" y="1681503"/>
              <a:ext cx="334320" cy="334330"/>
            </a:xfrm>
            <a:custGeom>
              <a:avLst/>
              <a:pathLst>
                <a:path w="334320" h="334330">
                  <a:moveTo>
                    <a:pt x="58052" y="40521"/>
                  </a:moveTo>
                  <a:lnTo>
                    <a:pt x="54098" y="44038"/>
                  </a:lnTo>
                  <a:lnTo>
                    <a:pt x="50257" y="47679"/>
                  </a:lnTo>
                  <a:lnTo>
                    <a:pt x="46533" y="51439"/>
                  </a:lnTo>
                  <a:lnTo>
                    <a:pt x="42930" y="55316"/>
                  </a:lnTo>
                  <a:lnTo>
                    <a:pt x="39452" y="59304"/>
                  </a:lnTo>
                  <a:lnTo>
                    <a:pt x="36102" y="63401"/>
                  </a:lnTo>
                  <a:lnTo>
                    <a:pt x="32883" y="67601"/>
                  </a:lnTo>
                  <a:lnTo>
                    <a:pt x="29799" y="71902"/>
                  </a:lnTo>
                  <a:lnTo>
                    <a:pt x="26852" y="76298"/>
                  </a:lnTo>
                  <a:lnTo>
                    <a:pt x="24046" y="80785"/>
                  </a:lnTo>
                  <a:lnTo>
                    <a:pt x="21383" y="85358"/>
                  </a:lnTo>
                  <a:lnTo>
                    <a:pt x="18867" y="90014"/>
                  </a:lnTo>
                  <a:lnTo>
                    <a:pt x="16499" y="94747"/>
                  </a:lnTo>
                  <a:lnTo>
                    <a:pt x="14282" y="99552"/>
                  </a:lnTo>
                  <a:lnTo>
                    <a:pt x="12218" y="104426"/>
                  </a:lnTo>
                  <a:lnTo>
                    <a:pt x="10310" y="109362"/>
                  </a:lnTo>
                  <a:lnTo>
                    <a:pt x="8559" y="114356"/>
                  </a:lnTo>
                  <a:lnTo>
                    <a:pt x="6967" y="119403"/>
                  </a:lnTo>
                  <a:lnTo>
                    <a:pt x="5535" y="124498"/>
                  </a:lnTo>
                  <a:lnTo>
                    <a:pt x="4265" y="129635"/>
                  </a:lnTo>
                  <a:lnTo>
                    <a:pt x="3159" y="134810"/>
                  </a:lnTo>
                  <a:lnTo>
                    <a:pt x="2217" y="140018"/>
                  </a:lnTo>
                  <a:lnTo>
                    <a:pt x="1440" y="145253"/>
                  </a:lnTo>
                  <a:lnTo>
                    <a:pt x="830" y="150510"/>
                  </a:lnTo>
                  <a:lnTo>
                    <a:pt x="386" y="155783"/>
                  </a:lnTo>
                  <a:lnTo>
                    <a:pt x="109" y="161068"/>
                  </a:lnTo>
                  <a:lnTo>
                    <a:pt x="0" y="166359"/>
                  </a:lnTo>
                  <a:lnTo>
                    <a:pt x="58" y="171651"/>
                  </a:lnTo>
                  <a:lnTo>
                    <a:pt x="283" y="176938"/>
                  </a:lnTo>
                  <a:lnTo>
                    <a:pt x="676" y="182216"/>
                  </a:lnTo>
                  <a:lnTo>
                    <a:pt x="1236" y="187478"/>
                  </a:lnTo>
                  <a:lnTo>
                    <a:pt x="1962" y="192721"/>
                  </a:lnTo>
                  <a:lnTo>
                    <a:pt x="2854" y="197937"/>
                  </a:lnTo>
                  <a:lnTo>
                    <a:pt x="3910" y="203123"/>
                  </a:lnTo>
                  <a:lnTo>
                    <a:pt x="5130" y="208272"/>
                  </a:lnTo>
                  <a:lnTo>
                    <a:pt x="6512" y="213381"/>
                  </a:lnTo>
                  <a:lnTo>
                    <a:pt x="8056" y="218443"/>
                  </a:lnTo>
                  <a:lnTo>
                    <a:pt x="9759" y="223454"/>
                  </a:lnTo>
                  <a:lnTo>
                    <a:pt x="11619" y="228408"/>
                  </a:lnTo>
                  <a:lnTo>
                    <a:pt x="13636" y="233301"/>
                  </a:lnTo>
                  <a:lnTo>
                    <a:pt x="15806" y="238128"/>
                  </a:lnTo>
                  <a:lnTo>
                    <a:pt x="18128" y="242883"/>
                  </a:lnTo>
                  <a:lnTo>
                    <a:pt x="20599" y="247563"/>
                  </a:lnTo>
                  <a:lnTo>
                    <a:pt x="23218" y="252162"/>
                  </a:lnTo>
                  <a:lnTo>
                    <a:pt x="25980" y="256676"/>
                  </a:lnTo>
                  <a:lnTo>
                    <a:pt x="28884" y="261100"/>
                  </a:lnTo>
                  <a:lnTo>
                    <a:pt x="31927" y="265430"/>
                  </a:lnTo>
                  <a:lnTo>
                    <a:pt x="35105" y="269662"/>
                  </a:lnTo>
                  <a:lnTo>
                    <a:pt x="38416" y="273790"/>
                  </a:lnTo>
                  <a:lnTo>
                    <a:pt x="41855" y="277812"/>
                  </a:lnTo>
                  <a:lnTo>
                    <a:pt x="45420" y="281724"/>
                  </a:lnTo>
                  <a:lnTo>
                    <a:pt x="49108" y="285520"/>
                  </a:lnTo>
                  <a:lnTo>
                    <a:pt x="52913" y="289197"/>
                  </a:lnTo>
                  <a:lnTo>
                    <a:pt x="56833" y="292753"/>
                  </a:lnTo>
                  <a:lnTo>
                    <a:pt x="60864" y="296182"/>
                  </a:lnTo>
                  <a:lnTo>
                    <a:pt x="65001" y="299483"/>
                  </a:lnTo>
                  <a:lnTo>
                    <a:pt x="69240" y="302650"/>
                  </a:lnTo>
                  <a:lnTo>
                    <a:pt x="73578" y="305682"/>
                  </a:lnTo>
                  <a:lnTo>
                    <a:pt x="78009" y="308575"/>
                  </a:lnTo>
                  <a:lnTo>
                    <a:pt x="82530" y="311326"/>
                  </a:lnTo>
                  <a:lnTo>
                    <a:pt x="87136" y="313933"/>
                  </a:lnTo>
                  <a:lnTo>
                    <a:pt x="91822" y="316393"/>
                  </a:lnTo>
                  <a:lnTo>
                    <a:pt x="96583" y="318703"/>
                  </a:lnTo>
                  <a:lnTo>
                    <a:pt x="101415" y="320861"/>
                  </a:lnTo>
                  <a:lnTo>
                    <a:pt x="106313" y="322865"/>
                  </a:lnTo>
                  <a:lnTo>
                    <a:pt x="111272" y="324713"/>
                  </a:lnTo>
                  <a:lnTo>
                    <a:pt x="116287" y="326404"/>
                  </a:lnTo>
                  <a:lnTo>
                    <a:pt x="121353" y="327934"/>
                  </a:lnTo>
                  <a:lnTo>
                    <a:pt x="126465" y="329304"/>
                  </a:lnTo>
                  <a:lnTo>
                    <a:pt x="131617" y="330511"/>
                  </a:lnTo>
                  <a:lnTo>
                    <a:pt x="136806" y="331554"/>
                  </a:lnTo>
                  <a:lnTo>
                    <a:pt x="142024" y="332433"/>
                  </a:lnTo>
                  <a:lnTo>
                    <a:pt x="147268" y="333146"/>
                  </a:lnTo>
                  <a:lnTo>
                    <a:pt x="152532" y="333693"/>
                  </a:lnTo>
                  <a:lnTo>
                    <a:pt x="157811" y="334072"/>
                  </a:lnTo>
                  <a:lnTo>
                    <a:pt x="163099" y="334285"/>
                  </a:lnTo>
                  <a:lnTo>
                    <a:pt x="168391" y="334330"/>
                  </a:lnTo>
                  <a:lnTo>
                    <a:pt x="173681" y="334207"/>
                  </a:lnTo>
                  <a:lnTo>
                    <a:pt x="178966" y="333917"/>
                  </a:lnTo>
                  <a:lnTo>
                    <a:pt x="184238" y="333460"/>
                  </a:lnTo>
                  <a:lnTo>
                    <a:pt x="189493" y="332837"/>
                  </a:lnTo>
                  <a:lnTo>
                    <a:pt x="194726" y="332047"/>
                  </a:lnTo>
                  <a:lnTo>
                    <a:pt x="199931" y="331092"/>
                  </a:lnTo>
                  <a:lnTo>
                    <a:pt x="205104" y="329972"/>
                  </a:lnTo>
                  <a:lnTo>
                    <a:pt x="210238" y="328690"/>
                  </a:lnTo>
                  <a:lnTo>
                    <a:pt x="215330" y="327245"/>
                  </a:lnTo>
                  <a:lnTo>
                    <a:pt x="220372" y="325641"/>
                  </a:lnTo>
                  <a:lnTo>
                    <a:pt x="225362" y="323877"/>
                  </a:lnTo>
                  <a:lnTo>
                    <a:pt x="230293" y="321956"/>
                  </a:lnTo>
                  <a:lnTo>
                    <a:pt x="235162" y="319880"/>
                  </a:lnTo>
                  <a:lnTo>
                    <a:pt x="239961" y="317652"/>
                  </a:lnTo>
                  <a:lnTo>
                    <a:pt x="244688" y="315272"/>
                  </a:lnTo>
                  <a:lnTo>
                    <a:pt x="249338" y="312744"/>
                  </a:lnTo>
                  <a:lnTo>
                    <a:pt x="253905" y="310070"/>
                  </a:lnTo>
                  <a:lnTo>
                    <a:pt x="258384" y="307252"/>
                  </a:lnTo>
                  <a:lnTo>
                    <a:pt x="262773" y="304295"/>
                  </a:lnTo>
                  <a:lnTo>
                    <a:pt x="267066" y="301200"/>
                  </a:lnTo>
                  <a:lnTo>
                    <a:pt x="271258" y="297970"/>
                  </a:lnTo>
                  <a:lnTo>
                    <a:pt x="275347" y="294610"/>
                  </a:lnTo>
                  <a:lnTo>
                    <a:pt x="279326" y="291122"/>
                  </a:lnTo>
                  <a:lnTo>
                    <a:pt x="283194" y="287509"/>
                  </a:lnTo>
                  <a:lnTo>
                    <a:pt x="286945" y="283776"/>
                  </a:lnTo>
                  <a:lnTo>
                    <a:pt x="290576" y="279926"/>
                  </a:lnTo>
                  <a:lnTo>
                    <a:pt x="294084" y="275963"/>
                  </a:lnTo>
                  <a:lnTo>
                    <a:pt x="297464" y="271891"/>
                  </a:lnTo>
                  <a:lnTo>
                    <a:pt x="300713" y="267714"/>
                  </a:lnTo>
                  <a:lnTo>
                    <a:pt x="303829" y="263436"/>
                  </a:lnTo>
                  <a:lnTo>
                    <a:pt x="306808" y="259062"/>
                  </a:lnTo>
                  <a:lnTo>
                    <a:pt x="309647" y="254596"/>
                  </a:lnTo>
                  <a:lnTo>
                    <a:pt x="312343" y="250042"/>
                  </a:lnTo>
                  <a:lnTo>
                    <a:pt x="314894" y="245405"/>
                  </a:lnTo>
                  <a:lnTo>
                    <a:pt x="317296" y="240690"/>
                  </a:lnTo>
                  <a:lnTo>
                    <a:pt x="319548" y="235901"/>
                  </a:lnTo>
                  <a:lnTo>
                    <a:pt x="321648" y="231043"/>
                  </a:lnTo>
                  <a:lnTo>
                    <a:pt x="323592" y="226121"/>
                  </a:lnTo>
                  <a:lnTo>
                    <a:pt x="325380" y="221140"/>
                  </a:lnTo>
                  <a:lnTo>
                    <a:pt x="327009" y="216104"/>
                  </a:lnTo>
                  <a:lnTo>
                    <a:pt x="328478" y="211020"/>
                  </a:lnTo>
                  <a:lnTo>
                    <a:pt x="329785" y="205892"/>
                  </a:lnTo>
                  <a:lnTo>
                    <a:pt x="330929" y="200725"/>
                  </a:lnTo>
                  <a:lnTo>
                    <a:pt x="331910" y="195524"/>
                  </a:lnTo>
                  <a:lnTo>
                    <a:pt x="332725" y="190295"/>
                  </a:lnTo>
                  <a:lnTo>
                    <a:pt x="333374" y="185043"/>
                  </a:lnTo>
                  <a:lnTo>
                    <a:pt x="333856" y="179773"/>
                  </a:lnTo>
                  <a:lnTo>
                    <a:pt x="334172" y="174490"/>
                  </a:lnTo>
                  <a:lnTo>
                    <a:pt x="334320" y="169200"/>
                  </a:lnTo>
                  <a:lnTo>
                    <a:pt x="334301" y="163908"/>
                  </a:lnTo>
                  <a:lnTo>
                    <a:pt x="334114" y="158619"/>
                  </a:lnTo>
                  <a:lnTo>
                    <a:pt x="333760" y="153339"/>
                  </a:lnTo>
                  <a:lnTo>
                    <a:pt x="333238" y="148073"/>
                  </a:lnTo>
                  <a:lnTo>
                    <a:pt x="332551" y="142825"/>
                  </a:lnTo>
                  <a:lnTo>
                    <a:pt x="331697" y="137602"/>
                  </a:lnTo>
                  <a:lnTo>
                    <a:pt x="330679" y="132409"/>
                  </a:lnTo>
                  <a:lnTo>
                    <a:pt x="329497" y="127251"/>
                  </a:lnTo>
                  <a:lnTo>
                    <a:pt x="328152" y="122132"/>
                  </a:lnTo>
                  <a:lnTo>
                    <a:pt x="326646" y="117059"/>
                  </a:lnTo>
                  <a:lnTo>
                    <a:pt x="324980" y="112036"/>
                  </a:lnTo>
                  <a:lnTo>
                    <a:pt x="323156" y="107068"/>
                  </a:lnTo>
                  <a:lnTo>
                    <a:pt x="321175" y="102160"/>
                  </a:lnTo>
                  <a:lnTo>
                    <a:pt x="319040" y="97318"/>
                  </a:lnTo>
                  <a:lnTo>
                    <a:pt x="316753" y="92545"/>
                  </a:lnTo>
                  <a:lnTo>
                    <a:pt x="314316" y="87848"/>
                  </a:lnTo>
                  <a:lnTo>
                    <a:pt x="311732" y="83230"/>
                  </a:lnTo>
                  <a:lnTo>
                    <a:pt x="309002" y="78696"/>
                  </a:lnTo>
                  <a:lnTo>
                    <a:pt x="306131" y="74250"/>
                  </a:lnTo>
                  <a:lnTo>
                    <a:pt x="303120" y="69898"/>
                  </a:lnTo>
                  <a:lnTo>
                    <a:pt x="299973" y="65643"/>
                  </a:lnTo>
                  <a:lnTo>
                    <a:pt x="296693" y="61490"/>
                  </a:lnTo>
                  <a:lnTo>
                    <a:pt x="293283" y="57443"/>
                  </a:lnTo>
                  <a:lnTo>
                    <a:pt x="289746" y="53506"/>
                  </a:lnTo>
                  <a:lnTo>
                    <a:pt x="286087" y="49683"/>
                  </a:lnTo>
                  <a:lnTo>
                    <a:pt x="282309" y="45977"/>
                  </a:lnTo>
                  <a:lnTo>
                    <a:pt x="278415" y="42393"/>
                  </a:lnTo>
                  <a:lnTo>
                    <a:pt x="274409" y="38934"/>
                  </a:lnTo>
                  <a:lnTo>
                    <a:pt x="270297" y="35604"/>
                  </a:lnTo>
                  <a:lnTo>
                    <a:pt x="266080" y="32405"/>
                  </a:lnTo>
                  <a:lnTo>
                    <a:pt x="261765" y="29342"/>
                  </a:lnTo>
                  <a:lnTo>
                    <a:pt x="257355" y="26416"/>
                  </a:lnTo>
                  <a:lnTo>
                    <a:pt x="252854" y="23632"/>
                  </a:lnTo>
                  <a:lnTo>
                    <a:pt x="248268" y="20992"/>
                  </a:lnTo>
                  <a:lnTo>
                    <a:pt x="243600" y="18498"/>
                  </a:lnTo>
                  <a:lnTo>
                    <a:pt x="238856" y="16153"/>
                  </a:lnTo>
                  <a:lnTo>
                    <a:pt x="234040" y="13959"/>
                  </a:lnTo>
                  <a:lnTo>
                    <a:pt x="229157" y="11919"/>
                  </a:lnTo>
                  <a:lnTo>
                    <a:pt x="224212" y="10034"/>
                  </a:lnTo>
                  <a:lnTo>
                    <a:pt x="219209" y="8307"/>
                  </a:lnTo>
                  <a:lnTo>
                    <a:pt x="214155" y="6740"/>
                  </a:lnTo>
                  <a:lnTo>
                    <a:pt x="209053" y="5333"/>
                  </a:lnTo>
                  <a:lnTo>
                    <a:pt x="203909" y="4088"/>
                  </a:lnTo>
                  <a:lnTo>
                    <a:pt x="198729" y="3006"/>
                  </a:lnTo>
                  <a:lnTo>
                    <a:pt x="193517" y="2090"/>
                  </a:lnTo>
                  <a:lnTo>
                    <a:pt x="188278" y="1338"/>
                  </a:lnTo>
                  <a:lnTo>
                    <a:pt x="183018" y="753"/>
                  </a:lnTo>
                  <a:lnTo>
                    <a:pt x="177743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37676" y="2126963"/>
              <a:ext cx="43611" cy="167167"/>
            </a:xfrm>
            <a:custGeom>
              <a:avLst/>
              <a:pathLst>
                <a:path w="43611" h="167167">
                  <a:moveTo>
                    <a:pt x="43611" y="0"/>
                  </a:moveTo>
                  <a:lnTo>
                    <a:pt x="37309" y="118"/>
                  </a:lnTo>
                  <a:lnTo>
                    <a:pt x="31017" y="475"/>
                  </a:lnTo>
                  <a:lnTo>
                    <a:pt x="24742" y="1068"/>
                  </a:lnTo>
                  <a:lnTo>
                    <a:pt x="18494" y="1897"/>
                  </a:lnTo>
                  <a:lnTo>
                    <a:pt x="12282" y="2961"/>
                  </a:lnTo>
                  <a:lnTo>
                    <a:pt x="6114" y="4259"/>
                  </a:lnTo>
                  <a:lnTo>
                    <a:pt x="0" y="5788"/>
                  </a:lnTo>
                  <a:lnTo>
                    <a:pt x="4361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37676" y="213275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37676" y="213275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37676" y="213275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37676" y="213275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37676" y="213275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737676" y="213275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737676" y="213275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737676" y="213275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737676" y="213275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737676" y="213275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737676" y="213275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737676" y="213275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737676" y="213275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737676" y="213275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614130" y="2127973"/>
              <a:ext cx="334319" cy="333324"/>
            </a:xfrm>
            <a:custGeom>
              <a:avLst/>
              <a:pathLst>
                <a:path w="334319" h="333324">
                  <a:moveTo>
                    <a:pt x="123545" y="4779"/>
                  </a:moveTo>
                  <a:lnTo>
                    <a:pt x="118468" y="6237"/>
                  </a:lnTo>
                  <a:lnTo>
                    <a:pt x="113440" y="7855"/>
                  </a:lnTo>
                  <a:lnTo>
                    <a:pt x="108465" y="9631"/>
                  </a:lnTo>
                  <a:lnTo>
                    <a:pt x="103549" y="11564"/>
                  </a:lnTo>
                  <a:lnTo>
                    <a:pt x="98696" y="13651"/>
                  </a:lnTo>
                  <a:lnTo>
                    <a:pt x="93912" y="15890"/>
                  </a:lnTo>
                  <a:lnTo>
                    <a:pt x="89201" y="18279"/>
                  </a:lnTo>
                  <a:lnTo>
                    <a:pt x="84567" y="20816"/>
                  </a:lnTo>
                  <a:lnTo>
                    <a:pt x="80017" y="23498"/>
                  </a:lnTo>
                  <a:lnTo>
                    <a:pt x="75553" y="26322"/>
                  </a:lnTo>
                  <a:lnTo>
                    <a:pt x="71180" y="29286"/>
                  </a:lnTo>
                  <a:lnTo>
                    <a:pt x="66904" y="32387"/>
                  </a:lnTo>
                  <a:lnTo>
                    <a:pt x="62727" y="35621"/>
                  </a:lnTo>
                  <a:lnTo>
                    <a:pt x="58655" y="38986"/>
                  </a:lnTo>
                  <a:lnTo>
                    <a:pt x="54691" y="42478"/>
                  </a:lnTo>
                  <a:lnTo>
                    <a:pt x="50840" y="46093"/>
                  </a:lnTo>
                  <a:lnTo>
                    <a:pt x="47105" y="49828"/>
                  </a:lnTo>
                  <a:lnTo>
                    <a:pt x="43489" y="53679"/>
                  </a:lnTo>
                  <a:lnTo>
                    <a:pt x="39997" y="57642"/>
                  </a:lnTo>
                  <a:lnTo>
                    <a:pt x="36632" y="61714"/>
                  </a:lnTo>
                  <a:lnTo>
                    <a:pt x="33397" y="65890"/>
                  </a:lnTo>
                  <a:lnTo>
                    <a:pt x="30296" y="70166"/>
                  </a:lnTo>
                  <a:lnTo>
                    <a:pt x="27332" y="74538"/>
                  </a:lnTo>
                  <a:lnTo>
                    <a:pt x="24507" y="79002"/>
                  </a:lnTo>
                  <a:lnTo>
                    <a:pt x="21824" y="83552"/>
                  </a:lnTo>
                  <a:lnTo>
                    <a:pt x="19287" y="88185"/>
                  </a:lnTo>
                  <a:lnTo>
                    <a:pt x="16897" y="92896"/>
                  </a:lnTo>
                  <a:lnTo>
                    <a:pt x="14658" y="97680"/>
                  </a:lnTo>
                  <a:lnTo>
                    <a:pt x="12570" y="102533"/>
                  </a:lnTo>
                  <a:lnTo>
                    <a:pt x="10637" y="107449"/>
                  </a:lnTo>
                  <a:lnTo>
                    <a:pt x="8860" y="112423"/>
                  </a:lnTo>
                  <a:lnTo>
                    <a:pt x="7242" y="117452"/>
                  </a:lnTo>
                  <a:lnTo>
                    <a:pt x="5783" y="122528"/>
                  </a:lnTo>
                  <a:lnTo>
                    <a:pt x="4485" y="127649"/>
                  </a:lnTo>
                  <a:lnTo>
                    <a:pt x="3349" y="132808"/>
                  </a:lnTo>
                  <a:lnTo>
                    <a:pt x="2377" y="138000"/>
                  </a:lnTo>
                  <a:lnTo>
                    <a:pt x="1570" y="143220"/>
                  </a:lnTo>
                  <a:lnTo>
                    <a:pt x="928" y="148463"/>
                  </a:lnTo>
                  <a:lnTo>
                    <a:pt x="452" y="153724"/>
                  </a:lnTo>
                  <a:lnTo>
                    <a:pt x="142" y="158997"/>
                  </a:lnTo>
                  <a:lnTo>
                    <a:pt x="0" y="164278"/>
                  </a:lnTo>
                  <a:lnTo>
                    <a:pt x="24" y="169560"/>
                  </a:lnTo>
                  <a:lnTo>
                    <a:pt x="215" y="174839"/>
                  </a:lnTo>
                  <a:lnTo>
                    <a:pt x="572" y="180109"/>
                  </a:lnTo>
                  <a:lnTo>
                    <a:pt x="1096" y="185365"/>
                  </a:lnTo>
                  <a:lnTo>
                    <a:pt x="1786" y="190603"/>
                  </a:lnTo>
                  <a:lnTo>
                    <a:pt x="2641" y="195815"/>
                  </a:lnTo>
                  <a:lnTo>
                    <a:pt x="3660" y="200998"/>
                  </a:lnTo>
                  <a:lnTo>
                    <a:pt x="4843" y="206147"/>
                  </a:lnTo>
                  <a:lnTo>
                    <a:pt x="6187" y="211255"/>
                  </a:lnTo>
                  <a:lnTo>
                    <a:pt x="7692" y="216318"/>
                  </a:lnTo>
                  <a:lnTo>
                    <a:pt x="9357" y="221332"/>
                  </a:lnTo>
                  <a:lnTo>
                    <a:pt x="11179" y="226290"/>
                  </a:lnTo>
                  <a:lnTo>
                    <a:pt x="13157" y="231188"/>
                  </a:lnTo>
                  <a:lnTo>
                    <a:pt x="15288" y="236021"/>
                  </a:lnTo>
                  <a:lnTo>
                    <a:pt x="17571" y="240784"/>
                  </a:lnTo>
                  <a:lnTo>
                    <a:pt x="20004" y="245473"/>
                  </a:lnTo>
                  <a:lnTo>
                    <a:pt x="22583" y="250083"/>
                  </a:lnTo>
                  <a:lnTo>
                    <a:pt x="25307" y="254609"/>
                  </a:lnTo>
                  <a:lnTo>
                    <a:pt x="28173" y="259047"/>
                  </a:lnTo>
                  <a:lnTo>
                    <a:pt x="31177" y="263391"/>
                  </a:lnTo>
                  <a:lnTo>
                    <a:pt x="34317" y="267639"/>
                  </a:lnTo>
                  <a:lnTo>
                    <a:pt x="37589" y="271786"/>
                  </a:lnTo>
                  <a:lnTo>
                    <a:pt x="40991" y="275826"/>
                  </a:lnTo>
                  <a:lnTo>
                    <a:pt x="44519" y="279758"/>
                  </a:lnTo>
                  <a:lnTo>
                    <a:pt x="48170" y="283576"/>
                  </a:lnTo>
                  <a:lnTo>
                    <a:pt x="51939" y="287277"/>
                  </a:lnTo>
                  <a:lnTo>
                    <a:pt x="55824" y="290857"/>
                  </a:lnTo>
                  <a:lnTo>
                    <a:pt x="59819" y="294312"/>
                  </a:lnTo>
                  <a:lnTo>
                    <a:pt x="63922" y="297639"/>
                  </a:lnTo>
                  <a:lnTo>
                    <a:pt x="68127" y="300835"/>
                  </a:lnTo>
                  <a:lnTo>
                    <a:pt x="72432" y="303897"/>
                  </a:lnTo>
                  <a:lnTo>
                    <a:pt x="76831" y="306821"/>
                  </a:lnTo>
                  <a:lnTo>
                    <a:pt x="81321" y="309605"/>
                  </a:lnTo>
                  <a:lnTo>
                    <a:pt x="85896" y="312245"/>
                  </a:lnTo>
                  <a:lnTo>
                    <a:pt x="90552" y="314739"/>
                  </a:lnTo>
                  <a:lnTo>
                    <a:pt x="95285" y="317086"/>
                  </a:lnTo>
                  <a:lnTo>
                    <a:pt x="100089" y="319281"/>
                  </a:lnTo>
                  <a:lnTo>
                    <a:pt x="104961" y="321324"/>
                  </a:lnTo>
                  <a:lnTo>
                    <a:pt x="109894" y="323211"/>
                  </a:lnTo>
                  <a:lnTo>
                    <a:pt x="114885" y="324942"/>
                  </a:lnTo>
                  <a:lnTo>
                    <a:pt x="119928" y="326514"/>
                  </a:lnTo>
                  <a:lnTo>
                    <a:pt x="125018" y="327926"/>
                  </a:lnTo>
                  <a:lnTo>
                    <a:pt x="130150" y="329177"/>
                  </a:lnTo>
                  <a:lnTo>
                    <a:pt x="135319" y="330265"/>
                  </a:lnTo>
                  <a:lnTo>
                    <a:pt x="140520" y="331189"/>
                  </a:lnTo>
                  <a:lnTo>
                    <a:pt x="145748" y="331948"/>
                  </a:lnTo>
                  <a:lnTo>
                    <a:pt x="150996" y="332542"/>
                  </a:lnTo>
                  <a:lnTo>
                    <a:pt x="156261" y="332969"/>
                  </a:lnTo>
                  <a:lnTo>
                    <a:pt x="161537" y="333230"/>
                  </a:lnTo>
                  <a:lnTo>
                    <a:pt x="166819" y="333324"/>
                  </a:lnTo>
                  <a:lnTo>
                    <a:pt x="172101" y="333251"/>
                  </a:lnTo>
                  <a:lnTo>
                    <a:pt x="177378" y="333012"/>
                  </a:lnTo>
                  <a:lnTo>
                    <a:pt x="182644" y="332606"/>
                  </a:lnTo>
                  <a:lnTo>
                    <a:pt x="187895" y="332033"/>
                  </a:lnTo>
                  <a:lnTo>
                    <a:pt x="193126" y="331295"/>
                  </a:lnTo>
                  <a:lnTo>
                    <a:pt x="198331" y="330392"/>
                  </a:lnTo>
                  <a:lnTo>
                    <a:pt x="203504" y="329325"/>
                  </a:lnTo>
                  <a:lnTo>
                    <a:pt x="208641" y="328095"/>
                  </a:lnTo>
                  <a:lnTo>
                    <a:pt x="213737" y="326704"/>
                  </a:lnTo>
                  <a:lnTo>
                    <a:pt x="218786" y="325152"/>
                  </a:lnTo>
                  <a:lnTo>
                    <a:pt x="223784" y="323441"/>
                  </a:lnTo>
                  <a:lnTo>
                    <a:pt x="228725" y="321573"/>
                  </a:lnTo>
                  <a:lnTo>
                    <a:pt x="233605" y="319551"/>
                  </a:lnTo>
                  <a:lnTo>
                    <a:pt x="238418" y="317375"/>
                  </a:lnTo>
                  <a:lnTo>
                    <a:pt x="243160" y="315048"/>
                  </a:lnTo>
                  <a:lnTo>
                    <a:pt x="247826" y="312572"/>
                  </a:lnTo>
                  <a:lnTo>
                    <a:pt x="252412" y="309950"/>
                  </a:lnTo>
                  <a:lnTo>
                    <a:pt x="256913" y="307185"/>
                  </a:lnTo>
                  <a:lnTo>
                    <a:pt x="261324" y="304278"/>
                  </a:lnTo>
                  <a:lnTo>
                    <a:pt x="265641" y="301234"/>
                  </a:lnTo>
                  <a:lnTo>
                    <a:pt x="269859" y="298055"/>
                  </a:lnTo>
                  <a:lnTo>
                    <a:pt x="273975" y="294744"/>
                  </a:lnTo>
                  <a:lnTo>
                    <a:pt x="277985" y="291305"/>
                  </a:lnTo>
                  <a:lnTo>
                    <a:pt x="281883" y="287741"/>
                  </a:lnTo>
                  <a:lnTo>
                    <a:pt x="285668" y="284055"/>
                  </a:lnTo>
                  <a:lnTo>
                    <a:pt x="289334" y="280252"/>
                  </a:lnTo>
                  <a:lnTo>
                    <a:pt x="292877" y="276335"/>
                  </a:lnTo>
                  <a:lnTo>
                    <a:pt x="296296" y="272308"/>
                  </a:lnTo>
                  <a:lnTo>
                    <a:pt x="299585" y="268175"/>
                  </a:lnTo>
                  <a:lnTo>
                    <a:pt x="302742" y="263940"/>
                  </a:lnTo>
                  <a:lnTo>
                    <a:pt x="305764" y="259607"/>
                  </a:lnTo>
                  <a:lnTo>
                    <a:pt x="308647" y="255181"/>
                  </a:lnTo>
                  <a:lnTo>
                    <a:pt x="311389" y="250666"/>
                  </a:lnTo>
                  <a:lnTo>
                    <a:pt x="313987" y="246067"/>
                  </a:lnTo>
                  <a:lnTo>
                    <a:pt x="316439" y="241388"/>
                  </a:lnTo>
                  <a:lnTo>
                    <a:pt x="318741" y="236634"/>
                  </a:lnTo>
                  <a:lnTo>
                    <a:pt x="320892" y="231809"/>
                  </a:lnTo>
                  <a:lnTo>
                    <a:pt x="322890" y="226919"/>
                  </a:lnTo>
                  <a:lnTo>
                    <a:pt x="324732" y="221968"/>
                  </a:lnTo>
                  <a:lnTo>
                    <a:pt x="326417" y="216962"/>
                  </a:lnTo>
                  <a:lnTo>
                    <a:pt x="327942" y="211905"/>
                  </a:lnTo>
                  <a:lnTo>
                    <a:pt x="329307" y="206802"/>
                  </a:lnTo>
                  <a:lnTo>
                    <a:pt x="330511" y="201658"/>
                  </a:lnTo>
                  <a:lnTo>
                    <a:pt x="331551" y="196479"/>
                  </a:lnTo>
                  <a:lnTo>
                    <a:pt x="332427" y="191270"/>
                  </a:lnTo>
                  <a:lnTo>
                    <a:pt x="333138" y="186036"/>
                  </a:lnTo>
                  <a:lnTo>
                    <a:pt x="333683" y="180782"/>
                  </a:lnTo>
                  <a:lnTo>
                    <a:pt x="334062" y="175513"/>
                  </a:lnTo>
                  <a:lnTo>
                    <a:pt x="334274" y="170235"/>
                  </a:lnTo>
                  <a:lnTo>
                    <a:pt x="334319" y="164953"/>
                  </a:lnTo>
                  <a:lnTo>
                    <a:pt x="334198" y="159672"/>
                  </a:lnTo>
                  <a:lnTo>
                    <a:pt x="333910" y="154397"/>
                  </a:lnTo>
                  <a:lnTo>
                    <a:pt x="333455" y="149135"/>
                  </a:lnTo>
                  <a:lnTo>
                    <a:pt x="332834" y="143889"/>
                  </a:lnTo>
                  <a:lnTo>
                    <a:pt x="332048" y="138665"/>
                  </a:lnTo>
                  <a:lnTo>
                    <a:pt x="331097" y="133469"/>
                  </a:lnTo>
                  <a:lnTo>
                    <a:pt x="329982" y="128306"/>
                  </a:lnTo>
                  <a:lnTo>
                    <a:pt x="328705" y="123180"/>
                  </a:lnTo>
                  <a:lnTo>
                    <a:pt x="327266" y="118098"/>
                  </a:lnTo>
                  <a:lnTo>
                    <a:pt x="325668" y="113063"/>
                  </a:lnTo>
                  <a:lnTo>
                    <a:pt x="323911" y="108081"/>
                  </a:lnTo>
                  <a:lnTo>
                    <a:pt x="321998" y="103158"/>
                  </a:lnTo>
                  <a:lnTo>
                    <a:pt x="319931" y="98297"/>
                  </a:lnTo>
                  <a:lnTo>
                    <a:pt x="317710" y="93504"/>
                  </a:lnTo>
                  <a:lnTo>
                    <a:pt x="315340" y="88783"/>
                  </a:lnTo>
                  <a:lnTo>
                    <a:pt x="312821" y="84140"/>
                  </a:lnTo>
                  <a:lnTo>
                    <a:pt x="310157" y="79579"/>
                  </a:lnTo>
                  <a:lnTo>
                    <a:pt x="307350" y="75104"/>
                  </a:lnTo>
                  <a:lnTo>
                    <a:pt x="304403" y="70720"/>
                  </a:lnTo>
                  <a:lnTo>
                    <a:pt x="301319" y="66431"/>
                  </a:lnTo>
                  <a:lnTo>
                    <a:pt x="298101" y="62242"/>
                  </a:lnTo>
                  <a:lnTo>
                    <a:pt x="294753" y="58157"/>
                  </a:lnTo>
                  <a:lnTo>
                    <a:pt x="291277" y="54179"/>
                  </a:lnTo>
                  <a:lnTo>
                    <a:pt x="287677" y="50313"/>
                  </a:lnTo>
                  <a:lnTo>
                    <a:pt x="283957" y="46563"/>
                  </a:lnTo>
                  <a:lnTo>
                    <a:pt x="280120" y="42933"/>
                  </a:lnTo>
                  <a:lnTo>
                    <a:pt x="276170" y="39425"/>
                  </a:lnTo>
                  <a:lnTo>
                    <a:pt x="272112" y="36044"/>
                  </a:lnTo>
                  <a:lnTo>
                    <a:pt x="267948" y="32793"/>
                  </a:lnTo>
                  <a:lnTo>
                    <a:pt x="263684" y="29675"/>
                  </a:lnTo>
                  <a:lnTo>
                    <a:pt x="259324" y="26693"/>
                  </a:lnTo>
                  <a:lnTo>
                    <a:pt x="254872" y="23851"/>
                  </a:lnTo>
                  <a:lnTo>
                    <a:pt x="250332" y="21151"/>
                  </a:lnTo>
                  <a:lnTo>
                    <a:pt x="245709" y="18595"/>
                  </a:lnTo>
                  <a:lnTo>
                    <a:pt x="241007" y="16187"/>
                  </a:lnTo>
                  <a:lnTo>
                    <a:pt x="236232" y="13929"/>
                  </a:lnTo>
                  <a:lnTo>
                    <a:pt x="231388" y="11822"/>
                  </a:lnTo>
                  <a:lnTo>
                    <a:pt x="226479" y="9870"/>
                  </a:lnTo>
                  <a:lnTo>
                    <a:pt x="221512" y="8073"/>
                  </a:lnTo>
                  <a:lnTo>
                    <a:pt x="216490" y="6435"/>
                  </a:lnTo>
                  <a:lnTo>
                    <a:pt x="211419" y="4956"/>
                  </a:lnTo>
                  <a:lnTo>
                    <a:pt x="206304" y="3638"/>
                  </a:lnTo>
                  <a:lnTo>
                    <a:pt x="201149" y="2482"/>
                  </a:lnTo>
                  <a:lnTo>
                    <a:pt x="195961" y="1490"/>
                  </a:lnTo>
                  <a:lnTo>
                    <a:pt x="190744" y="662"/>
                  </a:lnTo>
                  <a:lnTo>
                    <a:pt x="185503" y="0"/>
                  </a:lnTo>
                  <a:lnTo>
                    <a:pt x="167156" y="166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781287" y="2126963"/>
              <a:ext cx="18347" cy="167167"/>
            </a:xfrm>
            <a:custGeom>
              <a:avLst/>
              <a:pathLst>
                <a:path w="18347" h="167167">
                  <a:moveTo>
                    <a:pt x="18347" y="1009"/>
                  </a:moveTo>
                  <a:lnTo>
                    <a:pt x="9187" y="25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423596" y="2633064"/>
              <a:ext cx="333699" cy="334333"/>
            </a:xfrm>
            <a:custGeom>
              <a:avLst/>
              <a:pathLst>
                <a:path w="333699" h="334333">
                  <a:moveTo>
                    <a:pt x="167152" y="0"/>
                  </a:moveTo>
                  <a:lnTo>
                    <a:pt x="161856" y="83"/>
                  </a:lnTo>
                  <a:lnTo>
                    <a:pt x="156565" y="335"/>
                  </a:lnTo>
                  <a:lnTo>
                    <a:pt x="151285" y="754"/>
                  </a:lnTo>
                  <a:lnTo>
                    <a:pt x="146020" y="1340"/>
                  </a:lnTo>
                  <a:lnTo>
                    <a:pt x="140777" y="2093"/>
                  </a:lnTo>
                  <a:lnTo>
                    <a:pt x="135561" y="3012"/>
                  </a:lnTo>
                  <a:lnTo>
                    <a:pt x="130376" y="4095"/>
                  </a:lnTo>
                  <a:lnTo>
                    <a:pt x="125228" y="5342"/>
                  </a:lnTo>
                  <a:lnTo>
                    <a:pt x="120122" y="6751"/>
                  </a:lnTo>
                  <a:lnTo>
                    <a:pt x="115064" y="8322"/>
                  </a:lnTo>
                  <a:lnTo>
                    <a:pt x="110058" y="10052"/>
                  </a:lnTo>
                  <a:lnTo>
                    <a:pt x="105109" y="11939"/>
                  </a:lnTo>
                  <a:lnTo>
                    <a:pt x="100222" y="13983"/>
                  </a:lnTo>
                  <a:lnTo>
                    <a:pt x="95403" y="16180"/>
                  </a:lnTo>
                  <a:lnTo>
                    <a:pt x="90655" y="18529"/>
                  </a:lnTo>
                  <a:lnTo>
                    <a:pt x="85984" y="21027"/>
                  </a:lnTo>
                  <a:lnTo>
                    <a:pt x="81395" y="23672"/>
                  </a:lnTo>
                  <a:lnTo>
                    <a:pt x="76892" y="26461"/>
                  </a:lnTo>
                  <a:lnTo>
                    <a:pt x="72480" y="29391"/>
                  </a:lnTo>
                  <a:lnTo>
                    <a:pt x="68162" y="32460"/>
                  </a:lnTo>
                  <a:lnTo>
                    <a:pt x="63944" y="35663"/>
                  </a:lnTo>
                  <a:lnTo>
                    <a:pt x="59830" y="38999"/>
                  </a:lnTo>
                  <a:lnTo>
                    <a:pt x="55823" y="42463"/>
                  </a:lnTo>
                  <a:lnTo>
                    <a:pt x="51928" y="46053"/>
                  </a:lnTo>
                  <a:lnTo>
                    <a:pt x="48149" y="49764"/>
                  </a:lnTo>
                  <a:lnTo>
                    <a:pt x="44490" y="53593"/>
                  </a:lnTo>
                  <a:lnTo>
                    <a:pt x="40953" y="57536"/>
                  </a:lnTo>
                  <a:lnTo>
                    <a:pt x="37543" y="61590"/>
                  </a:lnTo>
                  <a:lnTo>
                    <a:pt x="34263" y="65749"/>
                  </a:lnTo>
                  <a:lnTo>
                    <a:pt x="31117" y="70010"/>
                  </a:lnTo>
                  <a:lnTo>
                    <a:pt x="28107" y="74368"/>
                  </a:lnTo>
                  <a:lnTo>
                    <a:pt x="25237" y="78820"/>
                  </a:lnTo>
                  <a:lnTo>
                    <a:pt x="22509" y="83360"/>
                  </a:lnTo>
                  <a:lnTo>
                    <a:pt x="19927" y="87985"/>
                  </a:lnTo>
                  <a:lnTo>
                    <a:pt x="17492" y="92689"/>
                  </a:lnTo>
                  <a:lnTo>
                    <a:pt x="15208" y="97468"/>
                  </a:lnTo>
                  <a:lnTo>
                    <a:pt x="13076" y="102316"/>
                  </a:lnTo>
                  <a:lnTo>
                    <a:pt x="11099" y="107230"/>
                  </a:lnTo>
                  <a:lnTo>
                    <a:pt x="9278" y="112204"/>
                  </a:lnTo>
                  <a:lnTo>
                    <a:pt x="7616" y="117234"/>
                  </a:lnTo>
                  <a:lnTo>
                    <a:pt x="6114" y="122313"/>
                  </a:lnTo>
                  <a:lnTo>
                    <a:pt x="4774" y="127437"/>
                  </a:lnTo>
                  <a:lnTo>
                    <a:pt x="3597" y="132602"/>
                  </a:lnTo>
                  <a:lnTo>
                    <a:pt x="2584" y="137801"/>
                  </a:lnTo>
                  <a:lnTo>
                    <a:pt x="1736" y="143029"/>
                  </a:lnTo>
                  <a:lnTo>
                    <a:pt x="1054" y="148282"/>
                  </a:lnTo>
                  <a:lnTo>
                    <a:pt x="539" y="153553"/>
                  </a:lnTo>
                  <a:lnTo>
                    <a:pt x="192" y="158839"/>
                  </a:lnTo>
                  <a:lnTo>
                    <a:pt x="12" y="164132"/>
                  </a:lnTo>
                  <a:lnTo>
                    <a:pt x="0" y="169429"/>
                  </a:lnTo>
                  <a:lnTo>
                    <a:pt x="155" y="174724"/>
                  </a:lnTo>
                  <a:lnTo>
                    <a:pt x="478" y="180011"/>
                  </a:lnTo>
                  <a:lnTo>
                    <a:pt x="969" y="185285"/>
                  </a:lnTo>
                  <a:lnTo>
                    <a:pt x="1626" y="190540"/>
                  </a:lnTo>
                  <a:lnTo>
                    <a:pt x="2450" y="195773"/>
                  </a:lnTo>
                  <a:lnTo>
                    <a:pt x="3439" y="200976"/>
                  </a:lnTo>
                  <a:lnTo>
                    <a:pt x="4592" y="206146"/>
                  </a:lnTo>
                  <a:lnTo>
                    <a:pt x="5909" y="211276"/>
                  </a:lnTo>
                  <a:lnTo>
                    <a:pt x="7387" y="216363"/>
                  </a:lnTo>
                  <a:lnTo>
                    <a:pt x="9026" y="221400"/>
                  </a:lnTo>
                  <a:lnTo>
                    <a:pt x="10823" y="226382"/>
                  </a:lnTo>
                  <a:lnTo>
                    <a:pt x="12778" y="231305"/>
                  </a:lnTo>
                  <a:lnTo>
                    <a:pt x="14887" y="236163"/>
                  </a:lnTo>
                  <a:lnTo>
                    <a:pt x="17150" y="240953"/>
                  </a:lnTo>
                  <a:lnTo>
                    <a:pt x="19563" y="245668"/>
                  </a:lnTo>
                  <a:lnTo>
                    <a:pt x="22124" y="250304"/>
                  </a:lnTo>
                  <a:lnTo>
                    <a:pt x="24830" y="254857"/>
                  </a:lnTo>
                  <a:lnTo>
                    <a:pt x="27680" y="259322"/>
                  </a:lnTo>
                  <a:lnTo>
                    <a:pt x="30670" y="263695"/>
                  </a:lnTo>
                  <a:lnTo>
                    <a:pt x="33796" y="267970"/>
                  </a:lnTo>
                  <a:lnTo>
                    <a:pt x="37057" y="272144"/>
                  </a:lnTo>
                  <a:lnTo>
                    <a:pt x="40448" y="276213"/>
                  </a:lnTo>
                  <a:lnTo>
                    <a:pt x="43966" y="280173"/>
                  </a:lnTo>
                  <a:lnTo>
                    <a:pt x="47608" y="284019"/>
                  </a:lnTo>
                  <a:lnTo>
                    <a:pt x="51370" y="287747"/>
                  </a:lnTo>
                  <a:lnTo>
                    <a:pt x="55248" y="291355"/>
                  </a:lnTo>
                  <a:lnTo>
                    <a:pt x="59239" y="294838"/>
                  </a:lnTo>
                  <a:lnTo>
                    <a:pt x="63338" y="298192"/>
                  </a:lnTo>
                  <a:lnTo>
                    <a:pt x="67541" y="301416"/>
                  </a:lnTo>
                  <a:lnTo>
                    <a:pt x="71844" y="304504"/>
                  </a:lnTo>
                  <a:lnTo>
                    <a:pt x="76243" y="307455"/>
                  </a:lnTo>
                  <a:lnTo>
                    <a:pt x="80733" y="310264"/>
                  </a:lnTo>
                  <a:lnTo>
                    <a:pt x="85310" y="312930"/>
                  </a:lnTo>
                  <a:lnTo>
                    <a:pt x="89969" y="315450"/>
                  </a:lnTo>
                  <a:lnTo>
                    <a:pt x="94706" y="317821"/>
                  </a:lnTo>
                  <a:lnTo>
                    <a:pt x="99515" y="320040"/>
                  </a:lnTo>
                  <a:lnTo>
                    <a:pt x="104392" y="322106"/>
                  </a:lnTo>
                  <a:lnTo>
                    <a:pt x="109332" y="324017"/>
                  </a:lnTo>
                  <a:lnTo>
                    <a:pt x="114331" y="325770"/>
                  </a:lnTo>
                  <a:lnTo>
                    <a:pt x="119382" y="327364"/>
                  </a:lnTo>
                  <a:lnTo>
                    <a:pt x="124481" y="328797"/>
                  </a:lnTo>
                  <a:lnTo>
                    <a:pt x="129623" y="330067"/>
                  </a:lnTo>
                  <a:lnTo>
                    <a:pt x="134803" y="331175"/>
                  </a:lnTo>
                  <a:lnTo>
                    <a:pt x="140015" y="332117"/>
                  </a:lnTo>
                  <a:lnTo>
                    <a:pt x="145255" y="332894"/>
                  </a:lnTo>
                  <a:lnTo>
                    <a:pt x="150516" y="333505"/>
                  </a:lnTo>
                  <a:lnTo>
                    <a:pt x="155794" y="333948"/>
                  </a:lnTo>
                  <a:lnTo>
                    <a:pt x="161084" y="334224"/>
                  </a:lnTo>
                  <a:lnTo>
                    <a:pt x="166379" y="334333"/>
                  </a:lnTo>
                  <a:lnTo>
                    <a:pt x="171676" y="334273"/>
                  </a:lnTo>
                  <a:lnTo>
                    <a:pt x="176968" y="334046"/>
                  </a:lnTo>
                  <a:lnTo>
                    <a:pt x="182250" y="333651"/>
                  </a:lnTo>
                  <a:lnTo>
                    <a:pt x="187516" y="333089"/>
                  </a:lnTo>
                  <a:lnTo>
                    <a:pt x="192763" y="332361"/>
                  </a:lnTo>
                  <a:lnTo>
                    <a:pt x="197984" y="331466"/>
                  </a:lnTo>
                  <a:lnTo>
                    <a:pt x="203173" y="330407"/>
                  </a:lnTo>
                  <a:lnTo>
                    <a:pt x="208327" y="329184"/>
                  </a:lnTo>
                  <a:lnTo>
                    <a:pt x="213439" y="327798"/>
                  </a:lnTo>
                  <a:lnTo>
                    <a:pt x="218505" y="326251"/>
                  </a:lnTo>
                  <a:lnTo>
                    <a:pt x="223519" y="324544"/>
                  </a:lnTo>
                  <a:lnTo>
                    <a:pt x="228477" y="322680"/>
                  </a:lnTo>
                  <a:lnTo>
                    <a:pt x="233373" y="320659"/>
                  </a:lnTo>
                  <a:lnTo>
                    <a:pt x="238202" y="318484"/>
                  </a:lnTo>
                  <a:lnTo>
                    <a:pt x="242961" y="316157"/>
                  </a:lnTo>
                  <a:lnTo>
                    <a:pt x="247643" y="313680"/>
                  </a:lnTo>
                  <a:lnTo>
                    <a:pt x="252244" y="311057"/>
                  </a:lnTo>
                  <a:lnTo>
                    <a:pt x="256760" y="308288"/>
                  </a:lnTo>
                  <a:lnTo>
                    <a:pt x="261186" y="305379"/>
                  </a:lnTo>
                  <a:lnTo>
                    <a:pt x="265517" y="302330"/>
                  </a:lnTo>
                  <a:lnTo>
                    <a:pt x="269750" y="299146"/>
                  </a:lnTo>
                  <a:lnTo>
                    <a:pt x="273880" y="295829"/>
                  </a:lnTo>
                  <a:lnTo>
                    <a:pt x="277903" y="292383"/>
                  </a:lnTo>
                  <a:lnTo>
                    <a:pt x="281814" y="288812"/>
                  </a:lnTo>
                  <a:lnTo>
                    <a:pt x="285610" y="285118"/>
                  </a:lnTo>
                  <a:lnTo>
                    <a:pt x="289288" y="281306"/>
                  </a:lnTo>
                  <a:lnTo>
                    <a:pt x="292842" y="277379"/>
                  </a:lnTo>
                  <a:lnTo>
                    <a:pt x="296271" y="273342"/>
                  </a:lnTo>
                  <a:lnTo>
                    <a:pt x="299570" y="269198"/>
                  </a:lnTo>
                  <a:lnTo>
                    <a:pt x="302736" y="264952"/>
                  </a:lnTo>
                  <a:lnTo>
                    <a:pt x="305766" y="260607"/>
                  </a:lnTo>
                  <a:lnTo>
                    <a:pt x="308657" y="256169"/>
                  </a:lnTo>
                  <a:lnTo>
                    <a:pt x="311405" y="251641"/>
                  </a:lnTo>
                  <a:lnTo>
                    <a:pt x="314009" y="247028"/>
                  </a:lnTo>
                  <a:lnTo>
                    <a:pt x="316465" y="242336"/>
                  </a:lnTo>
                  <a:lnTo>
                    <a:pt x="318772" y="237567"/>
                  </a:lnTo>
                  <a:lnTo>
                    <a:pt x="320926" y="232729"/>
                  </a:lnTo>
                  <a:lnTo>
                    <a:pt x="322926" y="227824"/>
                  </a:lnTo>
                  <a:lnTo>
                    <a:pt x="324770" y="222858"/>
                  </a:lnTo>
                  <a:lnTo>
                    <a:pt x="326455" y="217837"/>
                  </a:lnTo>
                  <a:lnTo>
                    <a:pt x="327980" y="212764"/>
                  </a:lnTo>
                  <a:lnTo>
                    <a:pt x="329344" y="207646"/>
                  </a:lnTo>
                  <a:lnTo>
                    <a:pt x="330545" y="202487"/>
                  </a:lnTo>
                  <a:lnTo>
                    <a:pt x="331582" y="197293"/>
                  </a:lnTo>
                  <a:lnTo>
                    <a:pt x="332454" y="192069"/>
                  </a:lnTo>
                  <a:lnTo>
                    <a:pt x="333160" y="186819"/>
                  </a:lnTo>
                  <a:lnTo>
                    <a:pt x="333699" y="18155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800231"/>
              <a:ext cx="166547" cy="14383"/>
            </a:xfrm>
            <a:custGeom>
              <a:avLst/>
              <a:pathLst>
                <a:path w="166547" h="14383">
                  <a:moveTo>
                    <a:pt x="166547" y="143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800231"/>
              <a:ext cx="166547" cy="14383"/>
            </a:xfrm>
            <a:custGeom>
              <a:avLst/>
              <a:pathLst>
                <a:path w="166547" h="14383">
                  <a:moveTo>
                    <a:pt x="166547" y="143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800231"/>
              <a:ext cx="166547" cy="14383"/>
            </a:xfrm>
            <a:custGeom>
              <a:avLst/>
              <a:pathLst>
                <a:path w="166547" h="14383">
                  <a:moveTo>
                    <a:pt x="166547" y="143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800231"/>
              <a:ext cx="166547" cy="14383"/>
            </a:xfrm>
            <a:custGeom>
              <a:avLst/>
              <a:pathLst>
                <a:path w="166547" h="14383">
                  <a:moveTo>
                    <a:pt x="166547" y="143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800231"/>
              <a:ext cx="166547" cy="14383"/>
            </a:xfrm>
            <a:custGeom>
              <a:avLst/>
              <a:pathLst>
                <a:path w="166547" h="14383">
                  <a:moveTo>
                    <a:pt x="166547" y="143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800231"/>
              <a:ext cx="166547" cy="14383"/>
            </a:xfrm>
            <a:custGeom>
              <a:avLst/>
              <a:pathLst>
                <a:path w="166547" h="14383">
                  <a:moveTo>
                    <a:pt x="166547" y="143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800231"/>
              <a:ext cx="166547" cy="14383"/>
            </a:xfrm>
            <a:custGeom>
              <a:avLst/>
              <a:pathLst>
                <a:path w="166547" h="14383">
                  <a:moveTo>
                    <a:pt x="166547" y="143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800231"/>
              <a:ext cx="166547" cy="14383"/>
            </a:xfrm>
            <a:custGeom>
              <a:avLst/>
              <a:pathLst>
                <a:path w="166547" h="14383">
                  <a:moveTo>
                    <a:pt x="166547" y="143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800231"/>
              <a:ext cx="166547" cy="14383"/>
            </a:xfrm>
            <a:custGeom>
              <a:avLst/>
              <a:pathLst>
                <a:path w="166547" h="14383">
                  <a:moveTo>
                    <a:pt x="166547" y="143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800231"/>
              <a:ext cx="166547" cy="14383"/>
            </a:xfrm>
            <a:custGeom>
              <a:avLst/>
              <a:pathLst>
                <a:path w="166547" h="14383">
                  <a:moveTo>
                    <a:pt x="166547" y="143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800231"/>
              <a:ext cx="166547" cy="14383"/>
            </a:xfrm>
            <a:custGeom>
              <a:avLst/>
              <a:pathLst>
                <a:path w="166547" h="14383">
                  <a:moveTo>
                    <a:pt x="166547" y="143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800231"/>
              <a:ext cx="166547" cy="14383"/>
            </a:xfrm>
            <a:custGeom>
              <a:avLst/>
              <a:pathLst>
                <a:path w="166547" h="14383">
                  <a:moveTo>
                    <a:pt x="166547" y="143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800231"/>
              <a:ext cx="166547" cy="14383"/>
            </a:xfrm>
            <a:custGeom>
              <a:avLst/>
              <a:pathLst>
                <a:path w="166547" h="14383">
                  <a:moveTo>
                    <a:pt x="166547" y="143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2657069"/>
              <a:ext cx="167155" cy="157545"/>
            </a:xfrm>
            <a:custGeom>
              <a:avLst/>
              <a:pathLst>
                <a:path w="167155" h="157545">
                  <a:moveTo>
                    <a:pt x="166547" y="157545"/>
                  </a:moveTo>
                  <a:lnTo>
                    <a:pt x="166929" y="152079"/>
                  </a:lnTo>
                  <a:lnTo>
                    <a:pt x="167131" y="146604"/>
                  </a:lnTo>
                  <a:lnTo>
                    <a:pt x="167155" y="141125"/>
                  </a:lnTo>
                  <a:lnTo>
                    <a:pt x="166998" y="135648"/>
                  </a:lnTo>
                  <a:lnTo>
                    <a:pt x="166662" y="130180"/>
                  </a:lnTo>
                  <a:lnTo>
                    <a:pt x="166147" y="124725"/>
                  </a:lnTo>
                  <a:lnTo>
                    <a:pt x="165454" y="119290"/>
                  </a:lnTo>
                  <a:lnTo>
                    <a:pt x="164583" y="113881"/>
                  </a:lnTo>
                  <a:lnTo>
                    <a:pt x="163535" y="108503"/>
                  </a:lnTo>
                  <a:lnTo>
                    <a:pt x="162311" y="103163"/>
                  </a:lnTo>
                  <a:lnTo>
                    <a:pt x="160913" y="97865"/>
                  </a:lnTo>
                  <a:lnTo>
                    <a:pt x="159342" y="92616"/>
                  </a:lnTo>
                  <a:lnTo>
                    <a:pt x="157600" y="87422"/>
                  </a:lnTo>
                  <a:lnTo>
                    <a:pt x="155689" y="82287"/>
                  </a:lnTo>
                  <a:lnTo>
                    <a:pt x="153610" y="77218"/>
                  </a:lnTo>
                  <a:lnTo>
                    <a:pt x="151367" y="72219"/>
                  </a:lnTo>
                  <a:lnTo>
                    <a:pt x="148961" y="67297"/>
                  </a:lnTo>
                  <a:lnTo>
                    <a:pt x="146395" y="62456"/>
                  </a:lnTo>
                  <a:lnTo>
                    <a:pt x="143671" y="57702"/>
                  </a:lnTo>
                  <a:lnTo>
                    <a:pt x="140793" y="53039"/>
                  </a:lnTo>
                  <a:lnTo>
                    <a:pt x="137764" y="48474"/>
                  </a:lnTo>
                  <a:lnTo>
                    <a:pt x="134587" y="44010"/>
                  </a:lnTo>
                  <a:lnTo>
                    <a:pt x="131266" y="39653"/>
                  </a:lnTo>
                  <a:lnTo>
                    <a:pt x="127803" y="35407"/>
                  </a:lnTo>
                  <a:lnTo>
                    <a:pt x="124203" y="31276"/>
                  </a:lnTo>
                  <a:lnTo>
                    <a:pt x="120470" y="27266"/>
                  </a:lnTo>
                  <a:lnTo>
                    <a:pt x="116607" y="23381"/>
                  </a:lnTo>
                  <a:lnTo>
                    <a:pt x="112619" y="19624"/>
                  </a:lnTo>
                  <a:lnTo>
                    <a:pt x="108511" y="15999"/>
                  </a:lnTo>
                  <a:lnTo>
                    <a:pt x="104285" y="12512"/>
                  </a:lnTo>
                  <a:lnTo>
                    <a:pt x="99948" y="9164"/>
                  </a:lnTo>
                  <a:lnTo>
                    <a:pt x="95503" y="5961"/>
                  </a:lnTo>
                  <a:lnTo>
                    <a:pt x="90955" y="2905"/>
                  </a:lnTo>
                  <a:lnTo>
                    <a:pt x="86310" y="0"/>
                  </a:lnTo>
                  <a:lnTo>
                    <a:pt x="0" y="143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90748" y="2633064"/>
              <a:ext cx="86310" cy="167167"/>
            </a:xfrm>
            <a:custGeom>
              <a:avLst/>
              <a:pathLst>
                <a:path w="86310" h="167167">
                  <a:moveTo>
                    <a:pt x="86310" y="24005"/>
                  </a:moveTo>
                  <a:lnTo>
                    <a:pt x="81407" y="21161"/>
                  </a:lnTo>
                  <a:lnTo>
                    <a:pt x="76410" y="18485"/>
                  </a:lnTo>
                  <a:lnTo>
                    <a:pt x="71326" y="15980"/>
                  </a:lnTo>
                  <a:lnTo>
                    <a:pt x="66159" y="13649"/>
                  </a:lnTo>
                  <a:lnTo>
                    <a:pt x="60916" y="11494"/>
                  </a:lnTo>
                  <a:lnTo>
                    <a:pt x="55604" y="9518"/>
                  </a:lnTo>
                  <a:lnTo>
                    <a:pt x="50227" y="7724"/>
                  </a:lnTo>
                  <a:lnTo>
                    <a:pt x="44793" y="6113"/>
                  </a:lnTo>
                  <a:lnTo>
                    <a:pt x="39307" y="4687"/>
                  </a:lnTo>
                  <a:lnTo>
                    <a:pt x="33776" y="3447"/>
                  </a:lnTo>
                  <a:lnTo>
                    <a:pt x="28206" y="2396"/>
                  </a:lnTo>
                  <a:lnTo>
                    <a:pt x="22604" y="1535"/>
                  </a:lnTo>
                  <a:lnTo>
                    <a:pt x="16975" y="864"/>
                  </a:lnTo>
                  <a:lnTo>
                    <a:pt x="11328" y="384"/>
                  </a:lnTo>
                  <a:lnTo>
                    <a:pt x="5667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358828" y="3170392"/>
              <a:ext cx="334313" cy="334332"/>
            </a:xfrm>
            <a:custGeom>
              <a:avLst/>
              <a:pathLst>
                <a:path w="334313" h="334332">
                  <a:moveTo>
                    <a:pt x="167152" y="0"/>
                  </a:moveTo>
                  <a:lnTo>
                    <a:pt x="161856" y="83"/>
                  </a:lnTo>
                  <a:lnTo>
                    <a:pt x="156566" y="335"/>
                  </a:lnTo>
                  <a:lnTo>
                    <a:pt x="151286" y="754"/>
                  </a:lnTo>
                  <a:lnTo>
                    <a:pt x="146022" y="1340"/>
                  </a:lnTo>
                  <a:lnTo>
                    <a:pt x="140779" y="2093"/>
                  </a:lnTo>
                  <a:lnTo>
                    <a:pt x="135563" y="3011"/>
                  </a:lnTo>
                  <a:lnTo>
                    <a:pt x="130379" y="4094"/>
                  </a:lnTo>
                  <a:lnTo>
                    <a:pt x="125231" y="5341"/>
                  </a:lnTo>
                  <a:lnTo>
                    <a:pt x="120126" y="6750"/>
                  </a:lnTo>
                  <a:lnTo>
                    <a:pt x="115067" y="8321"/>
                  </a:lnTo>
                  <a:lnTo>
                    <a:pt x="110061" y="10050"/>
                  </a:lnTo>
                  <a:lnTo>
                    <a:pt x="105113" y="11938"/>
                  </a:lnTo>
                  <a:lnTo>
                    <a:pt x="100226" y="13981"/>
                  </a:lnTo>
                  <a:lnTo>
                    <a:pt x="95407" y="16178"/>
                  </a:lnTo>
                  <a:lnTo>
                    <a:pt x="90660" y="18527"/>
                  </a:lnTo>
                  <a:lnTo>
                    <a:pt x="85990" y="21024"/>
                  </a:lnTo>
                  <a:lnTo>
                    <a:pt x="81401" y="23669"/>
                  </a:lnTo>
                  <a:lnTo>
                    <a:pt x="76898" y="26458"/>
                  </a:lnTo>
                  <a:lnTo>
                    <a:pt x="72485" y="29387"/>
                  </a:lnTo>
                  <a:lnTo>
                    <a:pt x="68168" y="32455"/>
                  </a:lnTo>
                  <a:lnTo>
                    <a:pt x="63950" y="35659"/>
                  </a:lnTo>
                  <a:lnTo>
                    <a:pt x="59836" y="38994"/>
                  </a:lnTo>
                  <a:lnTo>
                    <a:pt x="55829" y="42458"/>
                  </a:lnTo>
                  <a:lnTo>
                    <a:pt x="51935" y="46047"/>
                  </a:lnTo>
                  <a:lnTo>
                    <a:pt x="48156" y="49758"/>
                  </a:lnTo>
                  <a:lnTo>
                    <a:pt x="44496" y="53587"/>
                  </a:lnTo>
                  <a:lnTo>
                    <a:pt x="40959" y="57529"/>
                  </a:lnTo>
                  <a:lnTo>
                    <a:pt x="37549" y="61582"/>
                  </a:lnTo>
                  <a:lnTo>
                    <a:pt x="34270" y="65741"/>
                  </a:lnTo>
                  <a:lnTo>
                    <a:pt x="31123" y="70001"/>
                  </a:lnTo>
                  <a:lnTo>
                    <a:pt x="28113" y="74359"/>
                  </a:lnTo>
                  <a:lnTo>
                    <a:pt x="25243" y="78811"/>
                  </a:lnTo>
                  <a:lnTo>
                    <a:pt x="22515" y="83351"/>
                  </a:lnTo>
                  <a:lnTo>
                    <a:pt x="19933" y="87975"/>
                  </a:lnTo>
                  <a:lnTo>
                    <a:pt x="17498" y="92678"/>
                  </a:lnTo>
                  <a:lnTo>
                    <a:pt x="15213" y="97456"/>
                  </a:lnTo>
                  <a:lnTo>
                    <a:pt x="13081" y="102305"/>
                  </a:lnTo>
                  <a:lnTo>
                    <a:pt x="11103" y="107218"/>
                  </a:lnTo>
                  <a:lnTo>
                    <a:pt x="9283" y="112192"/>
                  </a:lnTo>
                  <a:lnTo>
                    <a:pt x="7620" y="117221"/>
                  </a:lnTo>
                  <a:lnTo>
                    <a:pt x="6118" y="122299"/>
                  </a:lnTo>
                  <a:lnTo>
                    <a:pt x="4778" y="127423"/>
                  </a:lnTo>
                  <a:lnTo>
                    <a:pt x="3600" y="132587"/>
                  </a:lnTo>
                  <a:lnTo>
                    <a:pt x="2587" y="137786"/>
                  </a:lnTo>
                  <a:lnTo>
                    <a:pt x="1739" y="143014"/>
                  </a:lnTo>
                  <a:lnTo>
                    <a:pt x="1056" y="148266"/>
                  </a:lnTo>
                  <a:lnTo>
                    <a:pt x="541" y="153537"/>
                  </a:lnTo>
                  <a:lnTo>
                    <a:pt x="193" y="158822"/>
                  </a:lnTo>
                  <a:lnTo>
                    <a:pt x="12" y="164116"/>
                  </a:lnTo>
                  <a:lnTo>
                    <a:pt x="0" y="169412"/>
                  </a:lnTo>
                  <a:lnTo>
                    <a:pt x="155" y="174706"/>
                  </a:lnTo>
                  <a:lnTo>
                    <a:pt x="477" y="179993"/>
                  </a:lnTo>
                  <a:lnTo>
                    <a:pt x="967" y="185266"/>
                  </a:lnTo>
                  <a:lnTo>
                    <a:pt x="1624" y="190522"/>
                  </a:lnTo>
                  <a:lnTo>
                    <a:pt x="2447" y="195754"/>
                  </a:lnTo>
                  <a:lnTo>
                    <a:pt x="3435" y="200957"/>
                  </a:lnTo>
                  <a:lnTo>
                    <a:pt x="4588" y="206127"/>
                  </a:lnTo>
                  <a:lnTo>
                    <a:pt x="5904" y="211257"/>
                  </a:lnTo>
                  <a:lnTo>
                    <a:pt x="7381" y="216343"/>
                  </a:lnTo>
                  <a:lnTo>
                    <a:pt x="9019" y="221380"/>
                  </a:lnTo>
                  <a:lnTo>
                    <a:pt x="10816" y="226362"/>
                  </a:lnTo>
                  <a:lnTo>
                    <a:pt x="12770" y="231285"/>
                  </a:lnTo>
                  <a:lnTo>
                    <a:pt x="14879" y="236144"/>
                  </a:lnTo>
                  <a:lnTo>
                    <a:pt x="17140" y="240933"/>
                  </a:lnTo>
                  <a:lnTo>
                    <a:pt x="19552" y="245648"/>
                  </a:lnTo>
                  <a:lnTo>
                    <a:pt x="22113" y="250285"/>
                  </a:lnTo>
                  <a:lnTo>
                    <a:pt x="24818" y="254838"/>
                  </a:lnTo>
                  <a:lnTo>
                    <a:pt x="27667" y="259303"/>
                  </a:lnTo>
                  <a:lnTo>
                    <a:pt x="30656" y="263675"/>
                  </a:lnTo>
                  <a:lnTo>
                    <a:pt x="33782" y="267951"/>
                  </a:lnTo>
                  <a:lnTo>
                    <a:pt x="37042" y="272125"/>
                  </a:lnTo>
                  <a:lnTo>
                    <a:pt x="40432" y="276194"/>
                  </a:lnTo>
                  <a:lnTo>
                    <a:pt x="43949" y="280154"/>
                  </a:lnTo>
                  <a:lnTo>
                    <a:pt x="47591" y="284000"/>
                  </a:lnTo>
                  <a:lnTo>
                    <a:pt x="51352" y="287729"/>
                  </a:lnTo>
                  <a:lnTo>
                    <a:pt x="55229" y="291337"/>
                  </a:lnTo>
                  <a:lnTo>
                    <a:pt x="59219" y="294821"/>
                  </a:lnTo>
                  <a:lnTo>
                    <a:pt x="63317" y="298176"/>
                  </a:lnTo>
                  <a:lnTo>
                    <a:pt x="67520" y="301399"/>
                  </a:lnTo>
                  <a:lnTo>
                    <a:pt x="71822" y="304488"/>
                  </a:lnTo>
                  <a:lnTo>
                    <a:pt x="76220" y="307439"/>
                  </a:lnTo>
                  <a:lnTo>
                    <a:pt x="80709" y="310250"/>
                  </a:lnTo>
                  <a:lnTo>
                    <a:pt x="85286" y="312916"/>
                  </a:lnTo>
                  <a:lnTo>
                    <a:pt x="89944" y="315437"/>
                  </a:lnTo>
                  <a:lnTo>
                    <a:pt x="94680" y="317808"/>
                  </a:lnTo>
                  <a:lnTo>
                    <a:pt x="99488" y="320028"/>
                  </a:lnTo>
                  <a:lnTo>
                    <a:pt x="104365" y="322095"/>
                  </a:lnTo>
                  <a:lnTo>
                    <a:pt x="109304" y="324006"/>
                  </a:lnTo>
                  <a:lnTo>
                    <a:pt x="114302" y="325760"/>
                  </a:lnTo>
                  <a:lnTo>
                    <a:pt x="119352" y="327355"/>
                  </a:lnTo>
                  <a:lnTo>
                    <a:pt x="124451" y="328789"/>
                  </a:lnTo>
                  <a:lnTo>
                    <a:pt x="129593" y="330060"/>
                  </a:lnTo>
                  <a:lnTo>
                    <a:pt x="134772" y="331168"/>
                  </a:lnTo>
                  <a:lnTo>
                    <a:pt x="139983" y="332112"/>
                  </a:lnTo>
                  <a:lnTo>
                    <a:pt x="145222" y="332890"/>
                  </a:lnTo>
                  <a:lnTo>
                    <a:pt x="150483" y="333501"/>
                  </a:lnTo>
                  <a:lnTo>
                    <a:pt x="155761" y="333946"/>
                  </a:lnTo>
                  <a:lnTo>
                    <a:pt x="161050" y="334223"/>
                  </a:lnTo>
                  <a:lnTo>
                    <a:pt x="166346" y="334332"/>
                  </a:lnTo>
                  <a:lnTo>
                    <a:pt x="171642" y="334274"/>
                  </a:lnTo>
                  <a:lnTo>
                    <a:pt x="176933" y="334048"/>
                  </a:lnTo>
                  <a:lnTo>
                    <a:pt x="182215" y="333654"/>
                  </a:lnTo>
                  <a:lnTo>
                    <a:pt x="187482" y="333094"/>
                  </a:lnTo>
                  <a:lnTo>
                    <a:pt x="192728" y="332366"/>
                  </a:lnTo>
                  <a:lnTo>
                    <a:pt x="197948" y="331473"/>
                  </a:lnTo>
                  <a:lnTo>
                    <a:pt x="203138" y="330415"/>
                  </a:lnTo>
                  <a:lnTo>
                    <a:pt x="208292" y="329193"/>
                  </a:lnTo>
                  <a:lnTo>
                    <a:pt x="213404" y="327809"/>
                  </a:lnTo>
                  <a:lnTo>
                    <a:pt x="218470" y="326263"/>
                  </a:lnTo>
                  <a:lnTo>
                    <a:pt x="223484" y="324557"/>
                  </a:lnTo>
                  <a:lnTo>
                    <a:pt x="228442" y="322694"/>
                  </a:lnTo>
                  <a:lnTo>
                    <a:pt x="233338" y="320674"/>
                  </a:lnTo>
                  <a:lnTo>
                    <a:pt x="238167" y="318500"/>
                  </a:lnTo>
                  <a:lnTo>
                    <a:pt x="242926" y="316174"/>
                  </a:lnTo>
                  <a:lnTo>
                    <a:pt x="247608" y="313699"/>
                  </a:lnTo>
                  <a:lnTo>
                    <a:pt x="252210" y="311077"/>
                  </a:lnTo>
                  <a:lnTo>
                    <a:pt x="256726" y="308310"/>
                  </a:lnTo>
                  <a:lnTo>
                    <a:pt x="261153" y="305402"/>
                  </a:lnTo>
                  <a:lnTo>
                    <a:pt x="265485" y="302354"/>
                  </a:lnTo>
                  <a:lnTo>
                    <a:pt x="269718" y="299171"/>
                  </a:lnTo>
                  <a:lnTo>
                    <a:pt x="273848" y="295856"/>
                  </a:lnTo>
                  <a:lnTo>
                    <a:pt x="277871" y="292411"/>
                  </a:lnTo>
                  <a:lnTo>
                    <a:pt x="281784" y="288841"/>
                  </a:lnTo>
                  <a:lnTo>
                    <a:pt x="285581" y="285148"/>
                  </a:lnTo>
                  <a:lnTo>
                    <a:pt x="289259" y="281337"/>
                  </a:lnTo>
                  <a:lnTo>
                    <a:pt x="292814" y="277412"/>
                  </a:lnTo>
                  <a:lnTo>
                    <a:pt x="296244" y="273376"/>
                  </a:lnTo>
                  <a:lnTo>
                    <a:pt x="299543" y="269233"/>
                  </a:lnTo>
                  <a:lnTo>
                    <a:pt x="302710" y="264987"/>
                  </a:lnTo>
                  <a:lnTo>
                    <a:pt x="305741" y="260644"/>
                  </a:lnTo>
                  <a:lnTo>
                    <a:pt x="308633" y="256207"/>
                  </a:lnTo>
                  <a:lnTo>
                    <a:pt x="311383" y="251680"/>
                  </a:lnTo>
                  <a:lnTo>
                    <a:pt x="313987" y="247068"/>
                  </a:lnTo>
                  <a:lnTo>
                    <a:pt x="316445" y="242377"/>
                  </a:lnTo>
                  <a:lnTo>
                    <a:pt x="318753" y="237609"/>
                  </a:lnTo>
                  <a:lnTo>
                    <a:pt x="320908" y="232772"/>
                  </a:lnTo>
                  <a:lnTo>
                    <a:pt x="322909" y="227868"/>
                  </a:lnTo>
                  <a:lnTo>
                    <a:pt x="324754" y="222903"/>
                  </a:lnTo>
                  <a:lnTo>
                    <a:pt x="326441" y="217882"/>
                  </a:lnTo>
                  <a:lnTo>
                    <a:pt x="327967" y="212811"/>
                  </a:lnTo>
                  <a:lnTo>
                    <a:pt x="329333" y="207693"/>
                  </a:lnTo>
                  <a:lnTo>
                    <a:pt x="330535" y="202535"/>
                  </a:lnTo>
                  <a:lnTo>
                    <a:pt x="331573" y="197342"/>
                  </a:lnTo>
                  <a:lnTo>
                    <a:pt x="332447" y="192118"/>
                  </a:lnTo>
                  <a:lnTo>
                    <a:pt x="333154" y="186869"/>
                  </a:lnTo>
                  <a:lnTo>
                    <a:pt x="333695" y="181600"/>
                  </a:lnTo>
                  <a:lnTo>
                    <a:pt x="334069" y="176317"/>
                  </a:lnTo>
                  <a:lnTo>
                    <a:pt x="334275" y="171024"/>
                  </a:lnTo>
                  <a:lnTo>
                    <a:pt x="334313" y="165728"/>
                  </a:lnTo>
                  <a:lnTo>
                    <a:pt x="334184" y="160433"/>
                  </a:lnTo>
                  <a:lnTo>
                    <a:pt x="333886" y="155145"/>
                  </a:lnTo>
                  <a:lnTo>
                    <a:pt x="333422" y="149869"/>
                  </a:lnTo>
                  <a:lnTo>
                    <a:pt x="332791" y="144611"/>
                  </a:lnTo>
                  <a:lnTo>
                    <a:pt x="331993" y="139375"/>
                  </a:lnTo>
                  <a:lnTo>
                    <a:pt x="331030" y="134167"/>
                  </a:lnTo>
                  <a:lnTo>
                    <a:pt x="329902" y="128992"/>
                  </a:lnTo>
                  <a:lnTo>
                    <a:pt x="328611" y="123855"/>
                  </a:lnTo>
                  <a:lnTo>
                    <a:pt x="327158" y="118762"/>
                  </a:lnTo>
                  <a:lnTo>
                    <a:pt x="325544" y="113717"/>
                  </a:lnTo>
                  <a:lnTo>
                    <a:pt x="323771" y="108726"/>
                  </a:lnTo>
                  <a:lnTo>
                    <a:pt x="321841" y="103794"/>
                  </a:lnTo>
                  <a:lnTo>
                    <a:pt x="319756" y="98925"/>
                  </a:lnTo>
                  <a:lnTo>
                    <a:pt x="317518" y="94125"/>
                  </a:lnTo>
                  <a:lnTo>
                    <a:pt x="315128" y="89398"/>
                  </a:lnTo>
                  <a:lnTo>
                    <a:pt x="312590" y="84750"/>
                  </a:lnTo>
                  <a:lnTo>
                    <a:pt x="309906" y="80184"/>
                  </a:lnTo>
                  <a:lnTo>
                    <a:pt x="307079" y="75705"/>
                  </a:lnTo>
                  <a:lnTo>
                    <a:pt x="304112" y="71318"/>
                  </a:lnTo>
                  <a:lnTo>
                    <a:pt x="301006" y="67027"/>
                  </a:lnTo>
                  <a:lnTo>
                    <a:pt x="297767" y="62837"/>
                  </a:lnTo>
                  <a:lnTo>
                    <a:pt x="294396" y="58752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29144"/>
              <a:ext cx="127244" cy="108415"/>
            </a:xfrm>
            <a:custGeom>
              <a:avLst/>
              <a:pathLst>
                <a:path w="127244" h="108415">
                  <a:moveTo>
                    <a:pt x="127244" y="0"/>
                  </a:moveTo>
                  <a:lnTo>
                    <a:pt x="0" y="108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29144"/>
              <a:ext cx="127244" cy="108415"/>
            </a:xfrm>
            <a:custGeom>
              <a:avLst/>
              <a:pathLst>
                <a:path w="127244" h="108415">
                  <a:moveTo>
                    <a:pt x="127244" y="0"/>
                  </a:moveTo>
                  <a:lnTo>
                    <a:pt x="0" y="108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29144"/>
              <a:ext cx="127244" cy="108415"/>
            </a:xfrm>
            <a:custGeom>
              <a:avLst/>
              <a:pathLst>
                <a:path w="127244" h="108415">
                  <a:moveTo>
                    <a:pt x="127244" y="0"/>
                  </a:moveTo>
                  <a:lnTo>
                    <a:pt x="0" y="1084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29144"/>
              <a:ext cx="127244" cy="108415"/>
            </a:xfrm>
            <a:custGeom>
              <a:avLst/>
              <a:pathLst>
                <a:path w="127244" h="108415">
                  <a:moveTo>
                    <a:pt x="127244" y="0"/>
                  </a:moveTo>
                  <a:lnTo>
                    <a:pt x="0" y="1084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29144"/>
              <a:ext cx="127244" cy="108415"/>
            </a:xfrm>
            <a:custGeom>
              <a:avLst/>
              <a:pathLst>
                <a:path w="127244" h="108415">
                  <a:moveTo>
                    <a:pt x="127244" y="0"/>
                  </a:moveTo>
                  <a:lnTo>
                    <a:pt x="0" y="1084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29144"/>
              <a:ext cx="127244" cy="108415"/>
            </a:xfrm>
            <a:custGeom>
              <a:avLst/>
              <a:pathLst>
                <a:path w="127244" h="108415">
                  <a:moveTo>
                    <a:pt x="127244" y="0"/>
                  </a:moveTo>
                  <a:lnTo>
                    <a:pt x="0" y="1084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29144"/>
              <a:ext cx="127244" cy="108415"/>
            </a:xfrm>
            <a:custGeom>
              <a:avLst/>
              <a:pathLst>
                <a:path w="127244" h="108415">
                  <a:moveTo>
                    <a:pt x="127244" y="0"/>
                  </a:moveTo>
                  <a:lnTo>
                    <a:pt x="0" y="108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29144"/>
              <a:ext cx="127244" cy="108415"/>
            </a:xfrm>
            <a:custGeom>
              <a:avLst/>
              <a:pathLst>
                <a:path w="127244" h="108415">
                  <a:moveTo>
                    <a:pt x="127244" y="0"/>
                  </a:moveTo>
                  <a:lnTo>
                    <a:pt x="0" y="108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229144"/>
              <a:ext cx="127244" cy="108415"/>
            </a:xfrm>
            <a:custGeom>
              <a:avLst/>
              <a:pathLst>
                <a:path w="127244" h="108415">
                  <a:moveTo>
                    <a:pt x="127244" y="0"/>
                  </a:moveTo>
                  <a:lnTo>
                    <a:pt x="0" y="108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229144"/>
              <a:ext cx="127244" cy="108415"/>
            </a:xfrm>
            <a:custGeom>
              <a:avLst/>
              <a:pathLst>
                <a:path w="127244" h="108415">
                  <a:moveTo>
                    <a:pt x="127244" y="0"/>
                  </a:moveTo>
                  <a:lnTo>
                    <a:pt x="0" y="108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229144"/>
              <a:ext cx="127244" cy="108415"/>
            </a:xfrm>
            <a:custGeom>
              <a:avLst/>
              <a:pathLst>
                <a:path w="127244" h="108415">
                  <a:moveTo>
                    <a:pt x="127244" y="0"/>
                  </a:moveTo>
                  <a:lnTo>
                    <a:pt x="0" y="1084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229144"/>
              <a:ext cx="127244" cy="108415"/>
            </a:xfrm>
            <a:custGeom>
              <a:avLst/>
              <a:pathLst>
                <a:path w="127244" h="108415">
                  <a:moveTo>
                    <a:pt x="127244" y="0"/>
                  </a:moveTo>
                  <a:lnTo>
                    <a:pt x="0" y="1084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25980" y="3221872"/>
              <a:ext cx="127244" cy="115687"/>
            </a:xfrm>
            <a:custGeom>
              <a:avLst/>
              <a:pathLst>
                <a:path w="127244" h="115687">
                  <a:moveTo>
                    <a:pt x="127244" y="7272"/>
                  </a:moveTo>
                  <a:lnTo>
                    <a:pt x="120670" y="0"/>
                  </a:lnTo>
                  <a:lnTo>
                    <a:pt x="0" y="1156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25980" y="3170392"/>
              <a:ext cx="120670" cy="167167"/>
            </a:xfrm>
            <a:custGeom>
              <a:avLst/>
              <a:pathLst>
                <a:path w="120670" h="167167">
                  <a:moveTo>
                    <a:pt x="120670" y="51479"/>
                  </a:moveTo>
                  <a:lnTo>
                    <a:pt x="116715" y="47491"/>
                  </a:lnTo>
                  <a:lnTo>
                    <a:pt x="112628" y="43637"/>
                  </a:lnTo>
                  <a:lnTo>
                    <a:pt x="108415" y="39923"/>
                  </a:lnTo>
                  <a:lnTo>
                    <a:pt x="104078" y="36352"/>
                  </a:lnTo>
                  <a:lnTo>
                    <a:pt x="99625" y="32929"/>
                  </a:lnTo>
                  <a:lnTo>
                    <a:pt x="95058" y="29658"/>
                  </a:lnTo>
                  <a:lnTo>
                    <a:pt x="90385" y="26542"/>
                  </a:lnTo>
                  <a:lnTo>
                    <a:pt x="85609" y="23584"/>
                  </a:lnTo>
                  <a:lnTo>
                    <a:pt x="80737" y="20789"/>
                  </a:lnTo>
                  <a:lnTo>
                    <a:pt x="75774" y="18159"/>
                  </a:lnTo>
                  <a:lnTo>
                    <a:pt x="70725" y="15698"/>
                  </a:lnTo>
                  <a:lnTo>
                    <a:pt x="65596" y="13407"/>
                  </a:lnTo>
                  <a:lnTo>
                    <a:pt x="60393" y="11290"/>
                  </a:lnTo>
                  <a:lnTo>
                    <a:pt x="55122" y="9349"/>
                  </a:lnTo>
                  <a:lnTo>
                    <a:pt x="49789" y="7586"/>
                  </a:lnTo>
                  <a:lnTo>
                    <a:pt x="44399" y="6004"/>
                  </a:lnTo>
                  <a:lnTo>
                    <a:pt x="38959" y="4603"/>
                  </a:lnTo>
                  <a:lnTo>
                    <a:pt x="33476" y="3386"/>
                  </a:lnTo>
                  <a:lnTo>
                    <a:pt x="27954" y="2353"/>
                  </a:lnTo>
                  <a:lnTo>
                    <a:pt x="22401" y="1507"/>
                  </a:lnTo>
                  <a:lnTo>
                    <a:pt x="16823" y="848"/>
                  </a:lnTo>
                  <a:lnTo>
                    <a:pt x="11226" y="377"/>
                  </a:lnTo>
                  <a:lnTo>
                    <a:pt x="5616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423591" y="3707720"/>
              <a:ext cx="334324" cy="334327"/>
            </a:xfrm>
            <a:custGeom>
              <a:avLst/>
              <a:pathLst>
                <a:path w="334324" h="334327">
                  <a:moveTo>
                    <a:pt x="167156" y="0"/>
                  </a:moveTo>
                  <a:lnTo>
                    <a:pt x="161868" y="83"/>
                  </a:lnTo>
                  <a:lnTo>
                    <a:pt x="156585" y="334"/>
                  </a:lnTo>
                  <a:lnTo>
                    <a:pt x="151313" y="752"/>
                  </a:lnTo>
                  <a:lnTo>
                    <a:pt x="146056" y="1336"/>
                  </a:lnTo>
                  <a:lnTo>
                    <a:pt x="140821" y="2087"/>
                  </a:lnTo>
                  <a:lnTo>
                    <a:pt x="135612" y="3003"/>
                  </a:lnTo>
                  <a:lnTo>
                    <a:pt x="130435" y="4083"/>
                  </a:lnTo>
                  <a:lnTo>
                    <a:pt x="125294" y="5326"/>
                  </a:lnTo>
                  <a:lnTo>
                    <a:pt x="120195" y="6731"/>
                  </a:lnTo>
                  <a:lnTo>
                    <a:pt x="115143" y="8297"/>
                  </a:lnTo>
                  <a:lnTo>
                    <a:pt x="110144" y="10022"/>
                  </a:lnTo>
                  <a:lnTo>
                    <a:pt x="105201" y="11904"/>
                  </a:lnTo>
                  <a:lnTo>
                    <a:pt x="100320" y="13942"/>
                  </a:lnTo>
                  <a:lnTo>
                    <a:pt x="95507" y="16133"/>
                  </a:lnTo>
                  <a:lnTo>
                    <a:pt x="90765" y="18475"/>
                  </a:lnTo>
                  <a:lnTo>
                    <a:pt x="86099" y="20966"/>
                  </a:lnTo>
                  <a:lnTo>
                    <a:pt x="81515" y="23604"/>
                  </a:lnTo>
                  <a:lnTo>
                    <a:pt x="77016" y="26385"/>
                  </a:lnTo>
                  <a:lnTo>
                    <a:pt x="72608" y="29307"/>
                  </a:lnTo>
                  <a:lnTo>
                    <a:pt x="68294" y="32367"/>
                  </a:lnTo>
                  <a:lnTo>
                    <a:pt x="64079" y="35561"/>
                  </a:lnTo>
                  <a:lnTo>
                    <a:pt x="59967" y="38888"/>
                  </a:lnTo>
                  <a:lnTo>
                    <a:pt x="55963" y="42343"/>
                  </a:lnTo>
                  <a:lnTo>
                    <a:pt x="52070" y="45923"/>
                  </a:lnTo>
                  <a:lnTo>
                    <a:pt x="48292" y="49625"/>
                  </a:lnTo>
                  <a:lnTo>
                    <a:pt x="44633" y="53444"/>
                  </a:lnTo>
                  <a:lnTo>
                    <a:pt x="41097" y="57376"/>
                  </a:lnTo>
                  <a:lnTo>
                    <a:pt x="37687" y="61419"/>
                  </a:lnTo>
                  <a:lnTo>
                    <a:pt x="34406" y="65568"/>
                  </a:lnTo>
                  <a:lnTo>
                    <a:pt x="31259" y="69818"/>
                  </a:lnTo>
                  <a:lnTo>
                    <a:pt x="28247" y="74166"/>
                  </a:lnTo>
                  <a:lnTo>
                    <a:pt x="25375" y="78607"/>
                  </a:lnTo>
                  <a:lnTo>
                    <a:pt x="22644" y="83136"/>
                  </a:lnTo>
                  <a:lnTo>
                    <a:pt x="20058" y="87750"/>
                  </a:lnTo>
                  <a:lnTo>
                    <a:pt x="17620" y="92443"/>
                  </a:lnTo>
                  <a:lnTo>
                    <a:pt x="15331" y="97211"/>
                  </a:lnTo>
                  <a:lnTo>
                    <a:pt x="13194" y="102049"/>
                  </a:lnTo>
                  <a:lnTo>
                    <a:pt x="11211" y="106952"/>
                  </a:lnTo>
                  <a:lnTo>
                    <a:pt x="9384" y="111915"/>
                  </a:lnTo>
                  <a:lnTo>
                    <a:pt x="7715" y="116934"/>
                  </a:lnTo>
                  <a:lnTo>
                    <a:pt x="6206" y="122003"/>
                  </a:lnTo>
                  <a:lnTo>
                    <a:pt x="4858" y="127117"/>
                  </a:lnTo>
                  <a:lnTo>
                    <a:pt x="3672" y="132271"/>
                  </a:lnTo>
                  <a:lnTo>
                    <a:pt x="2650" y="137460"/>
                  </a:lnTo>
                  <a:lnTo>
                    <a:pt x="1792" y="142679"/>
                  </a:lnTo>
                  <a:lnTo>
                    <a:pt x="1100" y="147923"/>
                  </a:lnTo>
                  <a:lnTo>
                    <a:pt x="575" y="153186"/>
                  </a:lnTo>
                  <a:lnTo>
                    <a:pt x="216" y="158462"/>
                  </a:lnTo>
                  <a:lnTo>
                    <a:pt x="24" y="163748"/>
                  </a:lnTo>
                  <a:lnTo>
                    <a:pt x="0" y="169036"/>
                  </a:lnTo>
                  <a:lnTo>
                    <a:pt x="142" y="174323"/>
                  </a:lnTo>
                  <a:lnTo>
                    <a:pt x="452" y="179603"/>
                  </a:lnTo>
                  <a:lnTo>
                    <a:pt x="929" y="184871"/>
                  </a:lnTo>
                  <a:lnTo>
                    <a:pt x="1572" y="190120"/>
                  </a:lnTo>
                  <a:lnTo>
                    <a:pt x="2381" y="195347"/>
                  </a:lnTo>
                  <a:lnTo>
                    <a:pt x="3355" y="200545"/>
                  </a:lnTo>
                  <a:lnTo>
                    <a:pt x="4493" y="205710"/>
                  </a:lnTo>
                  <a:lnTo>
                    <a:pt x="5794" y="210837"/>
                  </a:lnTo>
                  <a:lnTo>
                    <a:pt x="7256" y="215920"/>
                  </a:lnTo>
                  <a:lnTo>
                    <a:pt x="8878" y="220953"/>
                  </a:lnTo>
                  <a:lnTo>
                    <a:pt x="10659" y="225934"/>
                  </a:lnTo>
                  <a:lnTo>
                    <a:pt x="12596" y="230855"/>
                  </a:lnTo>
                  <a:lnTo>
                    <a:pt x="14689" y="235712"/>
                  </a:lnTo>
                  <a:lnTo>
                    <a:pt x="16933" y="240501"/>
                  </a:lnTo>
                  <a:lnTo>
                    <a:pt x="19328" y="245217"/>
                  </a:lnTo>
                  <a:lnTo>
                    <a:pt x="21871" y="249854"/>
                  </a:lnTo>
                  <a:lnTo>
                    <a:pt x="24560" y="254409"/>
                  </a:lnTo>
                  <a:lnTo>
                    <a:pt x="27391" y="258876"/>
                  </a:lnTo>
                  <a:lnTo>
                    <a:pt x="30362" y="263252"/>
                  </a:lnTo>
                  <a:lnTo>
                    <a:pt x="33470" y="267531"/>
                  </a:lnTo>
                  <a:lnTo>
                    <a:pt x="36712" y="271710"/>
                  </a:lnTo>
                  <a:lnTo>
                    <a:pt x="40084" y="275784"/>
                  </a:lnTo>
                  <a:lnTo>
                    <a:pt x="43584" y="279749"/>
                  </a:lnTo>
                  <a:lnTo>
                    <a:pt x="47207" y="283602"/>
                  </a:lnTo>
                  <a:lnTo>
                    <a:pt x="50951" y="287338"/>
                  </a:lnTo>
                  <a:lnTo>
                    <a:pt x="54810" y="290954"/>
                  </a:lnTo>
                  <a:lnTo>
                    <a:pt x="58783" y="294446"/>
                  </a:lnTo>
                  <a:lnTo>
                    <a:pt x="62863" y="297811"/>
                  </a:lnTo>
                  <a:lnTo>
                    <a:pt x="67048" y="301045"/>
                  </a:lnTo>
                  <a:lnTo>
                    <a:pt x="71334" y="304145"/>
                  </a:lnTo>
                  <a:lnTo>
                    <a:pt x="75715" y="307107"/>
                  </a:lnTo>
                  <a:lnTo>
                    <a:pt x="80187" y="309930"/>
                  </a:lnTo>
                  <a:lnTo>
                    <a:pt x="84747" y="312610"/>
                  </a:lnTo>
                  <a:lnTo>
                    <a:pt x="89389" y="315144"/>
                  </a:lnTo>
                  <a:lnTo>
                    <a:pt x="94109" y="317530"/>
                  </a:lnTo>
                  <a:lnTo>
                    <a:pt x="98903" y="319766"/>
                  </a:lnTo>
                  <a:lnTo>
                    <a:pt x="103764" y="321848"/>
                  </a:lnTo>
                  <a:lnTo>
                    <a:pt x="108689" y="323776"/>
                  </a:lnTo>
                  <a:lnTo>
                    <a:pt x="113673" y="325548"/>
                  </a:lnTo>
                  <a:lnTo>
                    <a:pt x="118710" y="327160"/>
                  </a:lnTo>
                  <a:lnTo>
                    <a:pt x="123795" y="328613"/>
                  </a:lnTo>
                  <a:lnTo>
                    <a:pt x="128924" y="329904"/>
                  </a:lnTo>
                  <a:lnTo>
                    <a:pt x="134091" y="331032"/>
                  </a:lnTo>
                  <a:lnTo>
                    <a:pt x="139292" y="331996"/>
                  </a:lnTo>
                  <a:lnTo>
                    <a:pt x="144520" y="332795"/>
                  </a:lnTo>
                  <a:lnTo>
                    <a:pt x="149771" y="333428"/>
                  </a:lnTo>
                  <a:lnTo>
                    <a:pt x="155039" y="333895"/>
                  </a:lnTo>
                  <a:lnTo>
                    <a:pt x="160319" y="334195"/>
                  </a:lnTo>
                  <a:lnTo>
                    <a:pt x="165606" y="334327"/>
                  </a:lnTo>
                  <a:lnTo>
                    <a:pt x="170895" y="334293"/>
                  </a:lnTo>
                  <a:lnTo>
                    <a:pt x="176180" y="334091"/>
                  </a:lnTo>
                  <a:lnTo>
                    <a:pt x="181456" y="333722"/>
                  </a:lnTo>
                  <a:lnTo>
                    <a:pt x="186718" y="333186"/>
                  </a:lnTo>
                  <a:lnTo>
                    <a:pt x="191960" y="332484"/>
                  </a:lnTo>
                  <a:lnTo>
                    <a:pt x="197177" y="331617"/>
                  </a:lnTo>
                  <a:lnTo>
                    <a:pt x="202365" y="330585"/>
                  </a:lnTo>
                  <a:lnTo>
                    <a:pt x="207517" y="329389"/>
                  </a:lnTo>
                  <a:lnTo>
                    <a:pt x="212628" y="328031"/>
                  </a:lnTo>
                  <a:lnTo>
                    <a:pt x="217694" y="326512"/>
                  </a:lnTo>
                  <a:lnTo>
                    <a:pt x="222710" y="324834"/>
                  </a:lnTo>
                  <a:lnTo>
                    <a:pt x="227670" y="322997"/>
                  </a:lnTo>
                  <a:lnTo>
                    <a:pt x="232569" y="321005"/>
                  </a:lnTo>
                  <a:lnTo>
                    <a:pt x="237403" y="318859"/>
                  </a:lnTo>
                  <a:lnTo>
                    <a:pt x="242166" y="316561"/>
                  </a:lnTo>
                  <a:lnTo>
                    <a:pt x="246855" y="314113"/>
                  </a:lnTo>
                  <a:lnTo>
                    <a:pt x="251463" y="311518"/>
                  </a:lnTo>
                  <a:lnTo>
                    <a:pt x="255988" y="308779"/>
                  </a:lnTo>
                  <a:lnTo>
                    <a:pt x="260423" y="305898"/>
                  </a:lnTo>
                  <a:lnTo>
                    <a:pt x="264765" y="302878"/>
                  </a:lnTo>
                  <a:lnTo>
                    <a:pt x="269009" y="299723"/>
                  </a:lnTo>
                  <a:lnTo>
                    <a:pt x="273152" y="296434"/>
                  </a:lnTo>
                  <a:lnTo>
                    <a:pt x="277188" y="293016"/>
                  </a:lnTo>
                  <a:lnTo>
                    <a:pt x="281114" y="289473"/>
                  </a:lnTo>
                  <a:lnTo>
                    <a:pt x="284926" y="285806"/>
                  </a:lnTo>
                  <a:lnTo>
                    <a:pt x="288620" y="282021"/>
                  </a:lnTo>
                  <a:lnTo>
                    <a:pt x="292193" y="278122"/>
                  </a:lnTo>
                  <a:lnTo>
                    <a:pt x="295640" y="274111"/>
                  </a:lnTo>
                  <a:lnTo>
                    <a:pt x="298959" y="269993"/>
                  </a:lnTo>
                  <a:lnTo>
                    <a:pt x="302146" y="265772"/>
                  </a:lnTo>
                  <a:lnTo>
                    <a:pt x="305197" y="261452"/>
                  </a:lnTo>
                  <a:lnTo>
                    <a:pt x="308111" y="257038"/>
                  </a:lnTo>
                  <a:lnTo>
                    <a:pt x="310883" y="252534"/>
                  </a:lnTo>
                  <a:lnTo>
                    <a:pt x="313512" y="247945"/>
                  </a:lnTo>
                  <a:lnTo>
                    <a:pt x="315994" y="243274"/>
                  </a:lnTo>
                  <a:lnTo>
                    <a:pt x="318327" y="238528"/>
                  </a:lnTo>
                  <a:lnTo>
                    <a:pt x="320509" y="233710"/>
                  </a:lnTo>
                  <a:lnTo>
                    <a:pt x="322537" y="228825"/>
                  </a:lnTo>
                  <a:lnTo>
                    <a:pt x="324410" y="223879"/>
                  </a:lnTo>
                  <a:lnTo>
                    <a:pt x="326125" y="218876"/>
                  </a:lnTo>
                  <a:lnTo>
                    <a:pt x="327682" y="213822"/>
                  </a:lnTo>
                  <a:lnTo>
                    <a:pt x="329077" y="208720"/>
                  </a:lnTo>
                  <a:lnTo>
                    <a:pt x="330311" y="203577"/>
                  </a:lnTo>
                  <a:lnTo>
                    <a:pt x="331381" y="198398"/>
                  </a:lnTo>
                  <a:lnTo>
                    <a:pt x="332287" y="193187"/>
                  </a:lnTo>
                  <a:lnTo>
                    <a:pt x="333027" y="187950"/>
                  </a:lnTo>
                  <a:lnTo>
                    <a:pt x="333601" y="182692"/>
                  </a:lnTo>
                  <a:lnTo>
                    <a:pt x="334009" y="177419"/>
                  </a:lnTo>
                  <a:lnTo>
                    <a:pt x="334250" y="172136"/>
                  </a:lnTo>
                  <a:lnTo>
                    <a:pt x="334324" y="166847"/>
                  </a:lnTo>
                  <a:lnTo>
                    <a:pt x="334230" y="161559"/>
                  </a:lnTo>
                  <a:lnTo>
                    <a:pt x="333969" y="156277"/>
                  </a:lnTo>
                  <a:lnTo>
                    <a:pt x="333541" y="151005"/>
                  </a:lnTo>
                  <a:lnTo>
                    <a:pt x="332946" y="145750"/>
                  </a:lnTo>
                  <a:lnTo>
                    <a:pt x="332186" y="140516"/>
                  </a:lnTo>
                  <a:lnTo>
                    <a:pt x="331260" y="135309"/>
                  </a:lnTo>
                  <a:lnTo>
                    <a:pt x="330170" y="130133"/>
                  </a:lnTo>
                  <a:lnTo>
                    <a:pt x="328917" y="124995"/>
                  </a:lnTo>
                  <a:lnTo>
                    <a:pt x="327502" y="119899"/>
                  </a:lnTo>
                  <a:lnTo>
                    <a:pt x="325927" y="114850"/>
                  </a:lnTo>
                  <a:lnTo>
                    <a:pt x="324192" y="109854"/>
                  </a:lnTo>
                  <a:lnTo>
                    <a:pt x="322300" y="104915"/>
                  </a:lnTo>
                  <a:lnTo>
                    <a:pt x="320253" y="100038"/>
                  </a:lnTo>
                  <a:lnTo>
                    <a:pt x="318053" y="95229"/>
                  </a:lnTo>
                  <a:lnTo>
                    <a:pt x="315702" y="90491"/>
                  </a:lnTo>
                  <a:lnTo>
                    <a:pt x="313202" y="85830"/>
                  </a:lnTo>
                  <a:lnTo>
                    <a:pt x="310556" y="81251"/>
                  </a:lnTo>
                  <a:lnTo>
                    <a:pt x="307766" y="76758"/>
                  </a:lnTo>
                  <a:lnTo>
                    <a:pt x="304836" y="72355"/>
                  </a:lnTo>
                  <a:lnTo>
                    <a:pt x="301768" y="68047"/>
                  </a:lnTo>
                  <a:lnTo>
                    <a:pt x="298565" y="63838"/>
                  </a:lnTo>
                  <a:lnTo>
                    <a:pt x="295230" y="59733"/>
                  </a:lnTo>
                  <a:lnTo>
                    <a:pt x="291768" y="55735"/>
                  </a:lnTo>
                  <a:lnTo>
                    <a:pt x="288180" y="51849"/>
                  </a:lnTo>
                  <a:lnTo>
                    <a:pt x="284471" y="48078"/>
                  </a:lnTo>
                  <a:lnTo>
                    <a:pt x="280645" y="44427"/>
                  </a:lnTo>
                  <a:lnTo>
                    <a:pt x="276706" y="40898"/>
                  </a:lnTo>
                  <a:lnTo>
                    <a:pt x="272657" y="37496"/>
                  </a:lnTo>
                  <a:lnTo>
                    <a:pt x="268502" y="34223"/>
                  </a:lnTo>
                  <a:lnTo>
                    <a:pt x="264245" y="31084"/>
                  </a:lnTo>
                  <a:lnTo>
                    <a:pt x="259892" y="28080"/>
                  </a:lnTo>
                  <a:lnTo>
                    <a:pt x="255446" y="25216"/>
                  </a:lnTo>
                  <a:lnTo>
                    <a:pt x="250911" y="22494"/>
                  </a:lnTo>
                  <a:lnTo>
                    <a:pt x="246292" y="19917"/>
                  </a:lnTo>
                  <a:lnTo>
                    <a:pt x="241595" y="17488"/>
                  </a:lnTo>
                  <a:lnTo>
                    <a:pt x="236822" y="15208"/>
                  </a:lnTo>
                  <a:lnTo>
                    <a:pt x="231980" y="13080"/>
                  </a:lnTo>
                  <a:lnTo>
                    <a:pt x="227073" y="11106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18827"/>
              <a:ext cx="59916" cy="156060"/>
            </a:xfrm>
            <a:custGeom>
              <a:avLst/>
              <a:pathLst>
                <a:path w="59916" h="156060">
                  <a:moveTo>
                    <a:pt x="59916" y="0"/>
                  </a:moveTo>
                  <a:lnTo>
                    <a:pt x="0" y="156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18827"/>
              <a:ext cx="59916" cy="156060"/>
            </a:xfrm>
            <a:custGeom>
              <a:avLst/>
              <a:pathLst>
                <a:path w="59916" h="156060">
                  <a:moveTo>
                    <a:pt x="59916" y="0"/>
                  </a:moveTo>
                  <a:lnTo>
                    <a:pt x="0" y="1560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8827"/>
              <a:ext cx="59916" cy="156060"/>
            </a:xfrm>
            <a:custGeom>
              <a:avLst/>
              <a:pathLst>
                <a:path w="59916" h="156060">
                  <a:moveTo>
                    <a:pt x="59916" y="0"/>
                  </a:moveTo>
                  <a:lnTo>
                    <a:pt x="0" y="1560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18827"/>
              <a:ext cx="59916" cy="156060"/>
            </a:xfrm>
            <a:custGeom>
              <a:avLst/>
              <a:pathLst>
                <a:path w="59916" h="156060">
                  <a:moveTo>
                    <a:pt x="59916" y="0"/>
                  </a:moveTo>
                  <a:lnTo>
                    <a:pt x="0" y="1560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18827"/>
              <a:ext cx="59916" cy="156060"/>
            </a:xfrm>
            <a:custGeom>
              <a:avLst/>
              <a:pathLst>
                <a:path w="59916" h="156060">
                  <a:moveTo>
                    <a:pt x="59916" y="0"/>
                  </a:moveTo>
                  <a:lnTo>
                    <a:pt x="0" y="1560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8827"/>
              <a:ext cx="59916" cy="156060"/>
            </a:xfrm>
            <a:custGeom>
              <a:avLst/>
              <a:pathLst>
                <a:path w="59916" h="156060">
                  <a:moveTo>
                    <a:pt x="59916" y="0"/>
                  </a:moveTo>
                  <a:lnTo>
                    <a:pt x="0" y="156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8827"/>
              <a:ext cx="59916" cy="156060"/>
            </a:xfrm>
            <a:custGeom>
              <a:avLst/>
              <a:pathLst>
                <a:path w="59916" h="156060">
                  <a:moveTo>
                    <a:pt x="59916" y="0"/>
                  </a:moveTo>
                  <a:lnTo>
                    <a:pt x="0" y="156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18827"/>
              <a:ext cx="59916" cy="156060"/>
            </a:xfrm>
            <a:custGeom>
              <a:avLst/>
              <a:pathLst>
                <a:path w="59916" h="156060">
                  <a:moveTo>
                    <a:pt x="59916" y="0"/>
                  </a:moveTo>
                  <a:lnTo>
                    <a:pt x="0" y="156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18827"/>
              <a:ext cx="59916" cy="156060"/>
            </a:xfrm>
            <a:custGeom>
              <a:avLst/>
              <a:pathLst>
                <a:path w="59916" h="156060">
                  <a:moveTo>
                    <a:pt x="59916" y="0"/>
                  </a:moveTo>
                  <a:lnTo>
                    <a:pt x="0" y="156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18827"/>
              <a:ext cx="59916" cy="156060"/>
            </a:xfrm>
            <a:custGeom>
              <a:avLst/>
              <a:pathLst>
                <a:path w="59916" h="156060">
                  <a:moveTo>
                    <a:pt x="59916" y="0"/>
                  </a:moveTo>
                  <a:lnTo>
                    <a:pt x="0" y="1560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18827"/>
              <a:ext cx="59916" cy="156060"/>
            </a:xfrm>
            <a:custGeom>
              <a:avLst/>
              <a:pathLst>
                <a:path w="59916" h="156060">
                  <a:moveTo>
                    <a:pt x="59916" y="0"/>
                  </a:moveTo>
                  <a:lnTo>
                    <a:pt x="0" y="1560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3718827"/>
              <a:ext cx="59916" cy="156060"/>
            </a:xfrm>
            <a:custGeom>
              <a:avLst/>
              <a:pathLst>
                <a:path w="59916" h="156060">
                  <a:moveTo>
                    <a:pt x="59916" y="0"/>
                  </a:moveTo>
                  <a:lnTo>
                    <a:pt x="0" y="1560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3707720"/>
              <a:ext cx="59916" cy="167167"/>
            </a:xfrm>
            <a:custGeom>
              <a:avLst/>
              <a:pathLst>
                <a:path w="59916" h="167167">
                  <a:moveTo>
                    <a:pt x="59916" y="11106"/>
                  </a:moveTo>
                  <a:lnTo>
                    <a:pt x="54157" y="9015"/>
                  </a:lnTo>
                  <a:lnTo>
                    <a:pt x="48324" y="7137"/>
                  </a:lnTo>
                  <a:lnTo>
                    <a:pt x="42426" y="5473"/>
                  </a:lnTo>
                  <a:lnTo>
                    <a:pt x="36472" y="4027"/>
                  </a:lnTo>
                  <a:lnTo>
                    <a:pt x="30468" y="2800"/>
                  </a:lnTo>
                  <a:lnTo>
                    <a:pt x="24424" y="1793"/>
                  </a:lnTo>
                  <a:lnTo>
                    <a:pt x="18347" y="1009"/>
                  </a:lnTo>
                  <a:lnTo>
                    <a:pt x="12245" y="449"/>
                  </a:lnTo>
                  <a:lnTo>
                    <a:pt x="612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14134" y="4213821"/>
              <a:ext cx="267187" cy="334332"/>
            </a:xfrm>
            <a:custGeom>
              <a:avLst/>
              <a:pathLst>
                <a:path w="267187" h="334332">
                  <a:moveTo>
                    <a:pt x="167153" y="0"/>
                  </a:moveTo>
                  <a:lnTo>
                    <a:pt x="161839" y="84"/>
                  </a:lnTo>
                  <a:lnTo>
                    <a:pt x="156531" y="337"/>
                  </a:lnTo>
                  <a:lnTo>
                    <a:pt x="151234" y="759"/>
                  </a:lnTo>
                  <a:lnTo>
                    <a:pt x="145952" y="1349"/>
                  </a:lnTo>
                  <a:lnTo>
                    <a:pt x="140693" y="2107"/>
                  </a:lnTo>
                  <a:lnTo>
                    <a:pt x="135459" y="3031"/>
                  </a:lnTo>
                  <a:lnTo>
                    <a:pt x="130258" y="4122"/>
                  </a:lnTo>
                  <a:lnTo>
                    <a:pt x="125094" y="5377"/>
                  </a:lnTo>
                  <a:lnTo>
                    <a:pt x="119973" y="6795"/>
                  </a:lnTo>
                  <a:lnTo>
                    <a:pt x="114899" y="8376"/>
                  </a:lnTo>
                  <a:lnTo>
                    <a:pt x="109879" y="10117"/>
                  </a:lnTo>
                  <a:lnTo>
                    <a:pt x="104916" y="12017"/>
                  </a:lnTo>
                  <a:lnTo>
                    <a:pt x="100016" y="14074"/>
                  </a:lnTo>
                  <a:lnTo>
                    <a:pt x="95183" y="16285"/>
                  </a:lnTo>
                  <a:lnTo>
                    <a:pt x="90424" y="18649"/>
                  </a:lnTo>
                  <a:lnTo>
                    <a:pt x="85742" y="21163"/>
                  </a:lnTo>
                  <a:lnTo>
                    <a:pt x="81142" y="23824"/>
                  </a:lnTo>
                  <a:lnTo>
                    <a:pt x="76630" y="26630"/>
                  </a:lnTo>
                  <a:lnTo>
                    <a:pt x="72208" y="29579"/>
                  </a:lnTo>
                  <a:lnTo>
                    <a:pt x="67883" y="32666"/>
                  </a:lnTo>
                  <a:lnTo>
                    <a:pt x="63658" y="35889"/>
                  </a:lnTo>
                  <a:lnTo>
                    <a:pt x="59537" y="39245"/>
                  </a:lnTo>
                  <a:lnTo>
                    <a:pt x="55526" y="42731"/>
                  </a:lnTo>
                  <a:lnTo>
                    <a:pt x="51627" y="46342"/>
                  </a:lnTo>
                  <a:lnTo>
                    <a:pt x="47845" y="50075"/>
                  </a:lnTo>
                  <a:lnTo>
                    <a:pt x="44183" y="53926"/>
                  </a:lnTo>
                  <a:lnTo>
                    <a:pt x="40646" y="57892"/>
                  </a:lnTo>
                  <a:lnTo>
                    <a:pt x="37237" y="61968"/>
                  </a:lnTo>
                  <a:lnTo>
                    <a:pt x="33958" y="66151"/>
                  </a:lnTo>
                  <a:lnTo>
                    <a:pt x="30815" y="70436"/>
                  </a:lnTo>
                  <a:lnTo>
                    <a:pt x="27809" y="74818"/>
                  </a:lnTo>
                  <a:lnTo>
                    <a:pt x="24944" y="79294"/>
                  </a:lnTo>
                  <a:lnTo>
                    <a:pt x="22223" y="83858"/>
                  </a:lnTo>
                  <a:lnTo>
                    <a:pt x="19648" y="88507"/>
                  </a:lnTo>
                  <a:lnTo>
                    <a:pt x="17222" y="93235"/>
                  </a:lnTo>
                  <a:lnTo>
                    <a:pt x="14948" y="98038"/>
                  </a:lnTo>
                  <a:lnTo>
                    <a:pt x="12828" y="102911"/>
                  </a:lnTo>
                  <a:lnTo>
                    <a:pt x="10863" y="107849"/>
                  </a:lnTo>
                  <a:lnTo>
                    <a:pt x="9057" y="112847"/>
                  </a:lnTo>
                  <a:lnTo>
                    <a:pt x="7410" y="117899"/>
                  </a:lnTo>
                  <a:lnTo>
                    <a:pt x="5925" y="123002"/>
                  </a:lnTo>
                  <a:lnTo>
                    <a:pt x="4603" y="128149"/>
                  </a:lnTo>
                  <a:lnTo>
                    <a:pt x="3445" y="133335"/>
                  </a:lnTo>
                  <a:lnTo>
                    <a:pt x="2452" y="138556"/>
                  </a:lnTo>
                  <a:lnTo>
                    <a:pt x="1626" y="143805"/>
                  </a:lnTo>
                  <a:lnTo>
                    <a:pt x="967" y="149078"/>
                  </a:lnTo>
                  <a:lnTo>
                    <a:pt x="476" y="154370"/>
                  </a:lnTo>
                  <a:lnTo>
                    <a:pt x="153" y="159674"/>
                  </a:lnTo>
                  <a:lnTo>
                    <a:pt x="0" y="164986"/>
                  </a:lnTo>
                  <a:lnTo>
                    <a:pt x="15" y="170300"/>
                  </a:lnTo>
                  <a:lnTo>
                    <a:pt x="199" y="175611"/>
                  </a:lnTo>
                  <a:lnTo>
                    <a:pt x="551" y="180914"/>
                  </a:lnTo>
                  <a:lnTo>
                    <a:pt x="1073" y="186202"/>
                  </a:lnTo>
                  <a:lnTo>
                    <a:pt x="1762" y="191472"/>
                  </a:lnTo>
                  <a:lnTo>
                    <a:pt x="2618" y="196716"/>
                  </a:lnTo>
                  <a:lnTo>
                    <a:pt x="3640" y="201931"/>
                  </a:lnTo>
                  <a:lnTo>
                    <a:pt x="4828" y="207111"/>
                  </a:lnTo>
                  <a:lnTo>
                    <a:pt x="6179" y="212250"/>
                  </a:lnTo>
                  <a:lnTo>
                    <a:pt x="7694" y="217344"/>
                  </a:lnTo>
                  <a:lnTo>
                    <a:pt x="9369" y="222387"/>
                  </a:lnTo>
                  <a:lnTo>
                    <a:pt x="11204" y="227375"/>
                  </a:lnTo>
                  <a:lnTo>
                    <a:pt x="13197" y="232301"/>
                  </a:lnTo>
                  <a:lnTo>
                    <a:pt x="15345" y="237162"/>
                  </a:lnTo>
                  <a:lnTo>
                    <a:pt x="17646" y="241952"/>
                  </a:lnTo>
                  <a:lnTo>
                    <a:pt x="20099" y="246666"/>
                  </a:lnTo>
                  <a:lnTo>
                    <a:pt x="22700" y="251300"/>
                  </a:lnTo>
                  <a:lnTo>
                    <a:pt x="25447" y="255849"/>
                  </a:lnTo>
                  <a:lnTo>
                    <a:pt x="28338" y="260308"/>
                  </a:lnTo>
                  <a:lnTo>
                    <a:pt x="31368" y="264674"/>
                  </a:lnTo>
                  <a:lnTo>
                    <a:pt x="34536" y="268940"/>
                  </a:lnTo>
                  <a:lnTo>
                    <a:pt x="37838" y="273104"/>
                  </a:lnTo>
                  <a:lnTo>
                    <a:pt x="41271" y="277161"/>
                  </a:lnTo>
                  <a:lnTo>
                    <a:pt x="44831" y="281107"/>
                  </a:lnTo>
                  <a:lnTo>
                    <a:pt x="48514" y="284937"/>
                  </a:lnTo>
                  <a:lnTo>
                    <a:pt x="52317" y="288649"/>
                  </a:lnTo>
                  <a:lnTo>
                    <a:pt x="56237" y="292237"/>
                  </a:lnTo>
                  <a:lnTo>
                    <a:pt x="60268" y="295700"/>
                  </a:lnTo>
                  <a:lnTo>
                    <a:pt x="64408" y="299032"/>
                  </a:lnTo>
                  <a:lnTo>
                    <a:pt x="68651" y="302231"/>
                  </a:lnTo>
                  <a:lnTo>
                    <a:pt x="72994" y="305294"/>
                  </a:lnTo>
                  <a:lnTo>
                    <a:pt x="77432" y="308217"/>
                  </a:lnTo>
                  <a:lnTo>
                    <a:pt x="81961" y="310998"/>
                  </a:lnTo>
                  <a:lnTo>
                    <a:pt x="86575" y="313633"/>
                  </a:lnTo>
                  <a:lnTo>
                    <a:pt x="91272" y="316120"/>
                  </a:lnTo>
                  <a:lnTo>
                    <a:pt x="96044" y="318457"/>
                  </a:lnTo>
                  <a:lnTo>
                    <a:pt x="100889" y="320640"/>
                  </a:lnTo>
                  <a:lnTo>
                    <a:pt x="105801" y="322669"/>
                  </a:lnTo>
                  <a:lnTo>
                    <a:pt x="110775" y="324541"/>
                  </a:lnTo>
                  <a:lnTo>
                    <a:pt x="115805" y="326253"/>
                  </a:lnTo>
                  <a:lnTo>
                    <a:pt x="120888" y="327805"/>
                  </a:lnTo>
                  <a:lnTo>
                    <a:pt x="126017" y="329194"/>
                  </a:lnTo>
                  <a:lnTo>
                    <a:pt x="131188" y="330420"/>
                  </a:lnTo>
                  <a:lnTo>
                    <a:pt x="136395" y="331480"/>
                  </a:lnTo>
                  <a:lnTo>
                    <a:pt x="141634" y="332375"/>
                  </a:lnTo>
                  <a:lnTo>
                    <a:pt x="146898" y="333103"/>
                  </a:lnTo>
                  <a:lnTo>
                    <a:pt x="152182" y="333663"/>
                  </a:lnTo>
                  <a:lnTo>
                    <a:pt x="157482" y="334054"/>
                  </a:lnTo>
                  <a:lnTo>
                    <a:pt x="162791" y="334277"/>
                  </a:lnTo>
                  <a:lnTo>
                    <a:pt x="168105" y="334332"/>
                  </a:lnTo>
                  <a:lnTo>
                    <a:pt x="173418" y="334217"/>
                  </a:lnTo>
                  <a:lnTo>
                    <a:pt x="178725" y="333933"/>
                  </a:lnTo>
                  <a:lnTo>
                    <a:pt x="184020" y="333481"/>
                  </a:lnTo>
                  <a:lnTo>
                    <a:pt x="189298" y="332861"/>
                  </a:lnTo>
                  <a:lnTo>
                    <a:pt x="194553" y="332073"/>
                  </a:lnTo>
                  <a:lnTo>
                    <a:pt x="199781" y="331119"/>
                  </a:lnTo>
                  <a:lnTo>
                    <a:pt x="204976" y="329999"/>
                  </a:lnTo>
                  <a:lnTo>
                    <a:pt x="210132" y="328715"/>
                  </a:lnTo>
                  <a:lnTo>
                    <a:pt x="215245" y="327267"/>
                  </a:lnTo>
                  <a:lnTo>
                    <a:pt x="220310" y="325657"/>
                  </a:lnTo>
                  <a:lnTo>
                    <a:pt x="225321" y="323888"/>
                  </a:lnTo>
                  <a:lnTo>
                    <a:pt x="230273" y="321960"/>
                  </a:lnTo>
                  <a:lnTo>
                    <a:pt x="235161" y="319875"/>
                  </a:lnTo>
                  <a:lnTo>
                    <a:pt x="239981" y="317636"/>
                  </a:lnTo>
                  <a:lnTo>
                    <a:pt x="244727" y="315245"/>
                  </a:lnTo>
                  <a:lnTo>
                    <a:pt x="249394" y="312705"/>
                  </a:lnTo>
                  <a:lnTo>
                    <a:pt x="253979" y="310017"/>
                  </a:lnTo>
                  <a:lnTo>
                    <a:pt x="258475" y="307185"/>
                  </a:lnTo>
                  <a:lnTo>
                    <a:pt x="262880" y="304212"/>
                  </a:lnTo>
                  <a:lnTo>
                    <a:pt x="267187" y="30110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380988"/>
              <a:ext cx="100034" cy="133932"/>
            </a:xfrm>
            <a:custGeom>
              <a:avLst/>
              <a:pathLst>
                <a:path w="100034" h="133932">
                  <a:moveTo>
                    <a:pt x="100034" y="133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380988"/>
              <a:ext cx="100034" cy="133932"/>
            </a:xfrm>
            <a:custGeom>
              <a:avLst/>
              <a:pathLst>
                <a:path w="100034" h="133932">
                  <a:moveTo>
                    <a:pt x="100034" y="133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380988"/>
              <a:ext cx="100034" cy="133932"/>
            </a:xfrm>
            <a:custGeom>
              <a:avLst/>
              <a:pathLst>
                <a:path w="100034" h="133932">
                  <a:moveTo>
                    <a:pt x="100034" y="133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380988"/>
              <a:ext cx="100034" cy="133932"/>
            </a:xfrm>
            <a:custGeom>
              <a:avLst/>
              <a:pathLst>
                <a:path w="100034" h="133932">
                  <a:moveTo>
                    <a:pt x="100034" y="133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380988"/>
              <a:ext cx="100034" cy="133932"/>
            </a:xfrm>
            <a:custGeom>
              <a:avLst/>
              <a:pathLst>
                <a:path w="100034" h="133932">
                  <a:moveTo>
                    <a:pt x="100034" y="133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380988"/>
              <a:ext cx="100034" cy="133932"/>
            </a:xfrm>
            <a:custGeom>
              <a:avLst/>
              <a:pathLst>
                <a:path w="100034" h="133932">
                  <a:moveTo>
                    <a:pt x="100034" y="133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380988"/>
              <a:ext cx="100034" cy="133932"/>
            </a:xfrm>
            <a:custGeom>
              <a:avLst/>
              <a:pathLst>
                <a:path w="100034" h="133932">
                  <a:moveTo>
                    <a:pt x="100034" y="133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380988"/>
              <a:ext cx="100034" cy="133932"/>
            </a:xfrm>
            <a:custGeom>
              <a:avLst/>
              <a:pathLst>
                <a:path w="100034" h="133932">
                  <a:moveTo>
                    <a:pt x="100034" y="133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380988"/>
              <a:ext cx="100034" cy="133932"/>
            </a:xfrm>
            <a:custGeom>
              <a:avLst/>
              <a:pathLst>
                <a:path w="100034" h="133932">
                  <a:moveTo>
                    <a:pt x="100034" y="133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380988"/>
              <a:ext cx="100034" cy="133932"/>
            </a:xfrm>
            <a:custGeom>
              <a:avLst/>
              <a:pathLst>
                <a:path w="100034" h="133932">
                  <a:moveTo>
                    <a:pt x="100034" y="133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781287" y="4380988"/>
              <a:ext cx="100034" cy="133932"/>
            </a:xfrm>
            <a:custGeom>
              <a:avLst/>
              <a:pathLst>
                <a:path w="100034" h="133932">
                  <a:moveTo>
                    <a:pt x="100034" y="133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781287" y="4213821"/>
              <a:ext cx="167167" cy="301100"/>
            </a:xfrm>
            <a:custGeom>
              <a:avLst/>
              <a:pathLst>
                <a:path w="167167" h="301100">
                  <a:moveTo>
                    <a:pt x="100034" y="301100"/>
                  </a:moveTo>
                  <a:lnTo>
                    <a:pt x="104275" y="297825"/>
                  </a:lnTo>
                  <a:lnTo>
                    <a:pt x="108409" y="294416"/>
                  </a:lnTo>
                  <a:lnTo>
                    <a:pt x="112431" y="290877"/>
                  </a:lnTo>
                  <a:lnTo>
                    <a:pt x="116338" y="287210"/>
                  </a:lnTo>
                  <a:lnTo>
                    <a:pt x="120125" y="283420"/>
                  </a:lnTo>
                  <a:lnTo>
                    <a:pt x="123789" y="279511"/>
                  </a:lnTo>
                  <a:lnTo>
                    <a:pt x="127325" y="275486"/>
                  </a:lnTo>
                  <a:lnTo>
                    <a:pt x="130731" y="271350"/>
                  </a:lnTo>
                  <a:lnTo>
                    <a:pt x="134003" y="267107"/>
                  </a:lnTo>
                  <a:lnTo>
                    <a:pt x="137137" y="262762"/>
                  </a:lnTo>
                  <a:lnTo>
                    <a:pt x="140130" y="258318"/>
                  </a:lnTo>
                  <a:lnTo>
                    <a:pt x="142979" y="253780"/>
                  </a:lnTo>
                  <a:lnTo>
                    <a:pt x="145681" y="249154"/>
                  </a:lnTo>
                  <a:lnTo>
                    <a:pt x="148234" y="244443"/>
                  </a:lnTo>
                  <a:lnTo>
                    <a:pt x="150634" y="239653"/>
                  </a:lnTo>
                  <a:lnTo>
                    <a:pt x="152880" y="234788"/>
                  </a:lnTo>
                  <a:lnTo>
                    <a:pt x="154968" y="229854"/>
                  </a:lnTo>
                  <a:lnTo>
                    <a:pt x="156897" y="224856"/>
                  </a:lnTo>
                  <a:lnTo>
                    <a:pt x="158666" y="219798"/>
                  </a:lnTo>
                  <a:lnTo>
                    <a:pt x="160271" y="214686"/>
                  </a:lnTo>
                  <a:lnTo>
                    <a:pt x="161711" y="209526"/>
                  </a:lnTo>
                  <a:lnTo>
                    <a:pt x="162986" y="204321"/>
                  </a:lnTo>
                  <a:lnTo>
                    <a:pt x="164093" y="199079"/>
                  </a:lnTo>
                  <a:lnTo>
                    <a:pt x="165031" y="193804"/>
                  </a:lnTo>
                  <a:lnTo>
                    <a:pt x="165800" y="188502"/>
                  </a:lnTo>
                  <a:lnTo>
                    <a:pt x="166398" y="183177"/>
                  </a:lnTo>
                  <a:lnTo>
                    <a:pt x="166826" y="177837"/>
                  </a:lnTo>
                  <a:lnTo>
                    <a:pt x="167082" y="172485"/>
                  </a:lnTo>
                  <a:lnTo>
                    <a:pt x="167167" y="167128"/>
                  </a:lnTo>
                  <a:lnTo>
                    <a:pt x="167080" y="161771"/>
                  </a:lnTo>
                  <a:lnTo>
                    <a:pt x="166821" y="156419"/>
                  </a:lnTo>
                  <a:lnTo>
                    <a:pt x="166391" y="151078"/>
                  </a:lnTo>
                  <a:lnTo>
                    <a:pt x="165790" y="145754"/>
                  </a:lnTo>
                  <a:lnTo>
                    <a:pt x="165019" y="140452"/>
                  </a:lnTo>
                  <a:lnTo>
                    <a:pt x="164078" y="135178"/>
                  </a:lnTo>
                  <a:lnTo>
                    <a:pt x="162968" y="129936"/>
                  </a:lnTo>
                  <a:lnTo>
                    <a:pt x="161691" y="124732"/>
                  </a:lnTo>
                  <a:lnTo>
                    <a:pt x="160248" y="119572"/>
                  </a:lnTo>
                  <a:lnTo>
                    <a:pt x="158641" y="114461"/>
                  </a:lnTo>
                  <a:lnTo>
                    <a:pt x="156870" y="109405"/>
                  </a:lnTo>
                  <a:lnTo>
                    <a:pt x="154939" y="104407"/>
                  </a:lnTo>
                  <a:lnTo>
                    <a:pt x="152848" y="99474"/>
                  </a:lnTo>
                  <a:lnTo>
                    <a:pt x="150600" y="94610"/>
                  </a:lnTo>
                  <a:lnTo>
                    <a:pt x="148197" y="89821"/>
                  </a:lnTo>
                  <a:lnTo>
                    <a:pt x="145643" y="85112"/>
                  </a:lnTo>
                  <a:lnTo>
                    <a:pt x="142938" y="80487"/>
                  </a:lnTo>
                  <a:lnTo>
                    <a:pt x="140087" y="75950"/>
                  </a:lnTo>
                  <a:lnTo>
                    <a:pt x="137092" y="71508"/>
                  </a:lnTo>
                  <a:lnTo>
                    <a:pt x="133956" y="67164"/>
                  </a:lnTo>
                  <a:lnTo>
                    <a:pt x="130682" y="62922"/>
                  </a:lnTo>
                  <a:lnTo>
                    <a:pt x="127274" y="58788"/>
                  </a:lnTo>
                  <a:lnTo>
                    <a:pt x="123736" y="54765"/>
                  </a:lnTo>
                  <a:lnTo>
                    <a:pt x="120070" y="50857"/>
                  </a:lnTo>
                  <a:lnTo>
                    <a:pt x="116281" y="47069"/>
                  </a:lnTo>
                  <a:lnTo>
                    <a:pt x="112373" y="43404"/>
                  </a:lnTo>
                  <a:lnTo>
                    <a:pt x="108349" y="39867"/>
                  </a:lnTo>
                  <a:lnTo>
                    <a:pt x="104214" y="36460"/>
                  </a:lnTo>
                  <a:lnTo>
                    <a:pt x="99971" y="33187"/>
                  </a:lnTo>
                  <a:lnTo>
                    <a:pt x="95626" y="30052"/>
                  </a:lnTo>
                  <a:lnTo>
                    <a:pt x="91183" y="27058"/>
                  </a:lnTo>
                  <a:lnTo>
                    <a:pt x="86646" y="24208"/>
                  </a:lnTo>
                  <a:lnTo>
                    <a:pt x="82020" y="21505"/>
                  </a:lnTo>
                  <a:lnTo>
                    <a:pt x="77310" y="18951"/>
                  </a:lnTo>
                  <a:lnTo>
                    <a:pt x="72521" y="16549"/>
                  </a:lnTo>
                  <a:lnTo>
                    <a:pt x="67657" y="14303"/>
                  </a:lnTo>
                  <a:lnTo>
                    <a:pt x="62723" y="12213"/>
                  </a:lnTo>
                  <a:lnTo>
                    <a:pt x="57725" y="10283"/>
                  </a:lnTo>
                  <a:lnTo>
                    <a:pt x="52668" y="8513"/>
                  </a:lnTo>
                  <a:lnTo>
                    <a:pt x="47556" y="6907"/>
                  </a:lnTo>
                  <a:lnTo>
                    <a:pt x="42396" y="5465"/>
                  </a:lnTo>
                  <a:lnTo>
                    <a:pt x="37192" y="4189"/>
                  </a:lnTo>
                  <a:lnTo>
                    <a:pt x="31950" y="3081"/>
                  </a:lnTo>
                  <a:lnTo>
                    <a:pt x="26675" y="2142"/>
                  </a:lnTo>
                  <a:lnTo>
                    <a:pt x="21373" y="1372"/>
                  </a:lnTo>
                  <a:lnTo>
                    <a:pt x="16049" y="772"/>
                  </a:lnTo>
                  <a:lnTo>
                    <a:pt x="10708" y="343"/>
                  </a:lnTo>
                  <a:lnTo>
                    <a:pt x="535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19358" y="4659281"/>
              <a:ext cx="167166" cy="225651"/>
            </a:xfrm>
            <a:custGeom>
              <a:avLst/>
              <a:pathLst>
                <a:path w="167166" h="225651">
                  <a:moveTo>
                    <a:pt x="167166" y="0"/>
                  </a:moveTo>
                  <a:lnTo>
                    <a:pt x="161794" y="86"/>
                  </a:lnTo>
                  <a:lnTo>
                    <a:pt x="156429" y="345"/>
                  </a:lnTo>
                  <a:lnTo>
                    <a:pt x="151074" y="776"/>
                  </a:lnTo>
                  <a:lnTo>
                    <a:pt x="145736" y="1379"/>
                  </a:lnTo>
                  <a:lnTo>
                    <a:pt x="140420" y="2153"/>
                  </a:lnTo>
                  <a:lnTo>
                    <a:pt x="135132" y="3098"/>
                  </a:lnTo>
                  <a:lnTo>
                    <a:pt x="129876" y="4212"/>
                  </a:lnTo>
                  <a:lnTo>
                    <a:pt x="124660" y="5494"/>
                  </a:lnTo>
                  <a:lnTo>
                    <a:pt x="119487" y="6943"/>
                  </a:lnTo>
                  <a:lnTo>
                    <a:pt x="114363" y="8558"/>
                  </a:lnTo>
                  <a:lnTo>
                    <a:pt x="109294" y="10336"/>
                  </a:lnTo>
                  <a:lnTo>
                    <a:pt x="104285" y="12277"/>
                  </a:lnTo>
                  <a:lnTo>
                    <a:pt x="99341" y="14377"/>
                  </a:lnTo>
                  <a:lnTo>
                    <a:pt x="94466" y="16635"/>
                  </a:lnTo>
                  <a:lnTo>
                    <a:pt x="89667" y="19049"/>
                  </a:lnTo>
                  <a:lnTo>
                    <a:pt x="84948" y="21616"/>
                  </a:lnTo>
                  <a:lnTo>
                    <a:pt x="80313" y="24333"/>
                  </a:lnTo>
                  <a:lnTo>
                    <a:pt x="75769" y="27197"/>
                  </a:lnTo>
                  <a:lnTo>
                    <a:pt x="71319" y="30206"/>
                  </a:lnTo>
                  <a:lnTo>
                    <a:pt x="66967" y="33356"/>
                  </a:lnTo>
                  <a:lnTo>
                    <a:pt x="62720" y="36645"/>
                  </a:lnTo>
                  <a:lnTo>
                    <a:pt x="58580" y="40068"/>
                  </a:lnTo>
                  <a:lnTo>
                    <a:pt x="54552" y="43623"/>
                  </a:lnTo>
                  <a:lnTo>
                    <a:pt x="50640" y="47305"/>
                  </a:lnTo>
                  <a:lnTo>
                    <a:pt x="46849" y="51111"/>
                  </a:lnTo>
                  <a:lnTo>
                    <a:pt x="43182" y="55037"/>
                  </a:lnTo>
                  <a:lnTo>
                    <a:pt x="39644" y="59079"/>
                  </a:lnTo>
                  <a:lnTo>
                    <a:pt x="36236" y="63232"/>
                  </a:lnTo>
                  <a:lnTo>
                    <a:pt x="32964" y="67493"/>
                  </a:lnTo>
                  <a:lnTo>
                    <a:pt x="29831" y="71856"/>
                  </a:lnTo>
                  <a:lnTo>
                    <a:pt x="26839" y="76318"/>
                  </a:lnTo>
                  <a:lnTo>
                    <a:pt x="23993" y="80874"/>
                  </a:lnTo>
                  <a:lnTo>
                    <a:pt x="21294" y="85519"/>
                  </a:lnTo>
                  <a:lnTo>
                    <a:pt x="18746" y="90248"/>
                  </a:lnTo>
                  <a:lnTo>
                    <a:pt x="16351" y="95057"/>
                  </a:lnTo>
                  <a:lnTo>
                    <a:pt x="14112" y="99940"/>
                  </a:lnTo>
                  <a:lnTo>
                    <a:pt x="12031" y="104892"/>
                  </a:lnTo>
                  <a:lnTo>
                    <a:pt x="10110" y="109909"/>
                  </a:lnTo>
                  <a:lnTo>
                    <a:pt x="8351" y="114985"/>
                  </a:lnTo>
                  <a:lnTo>
                    <a:pt x="6757" y="120115"/>
                  </a:lnTo>
                  <a:lnTo>
                    <a:pt x="5328" y="125293"/>
                  </a:lnTo>
                  <a:lnTo>
                    <a:pt x="4066" y="130515"/>
                  </a:lnTo>
                  <a:lnTo>
                    <a:pt x="2972" y="135775"/>
                  </a:lnTo>
                  <a:lnTo>
                    <a:pt x="2048" y="141067"/>
                  </a:lnTo>
                  <a:lnTo>
                    <a:pt x="1295" y="146386"/>
                  </a:lnTo>
                  <a:lnTo>
                    <a:pt x="713" y="151726"/>
                  </a:lnTo>
                  <a:lnTo>
                    <a:pt x="303" y="157082"/>
                  </a:lnTo>
                  <a:lnTo>
                    <a:pt x="65" y="162449"/>
                  </a:lnTo>
                  <a:lnTo>
                    <a:pt x="0" y="167821"/>
                  </a:lnTo>
                  <a:lnTo>
                    <a:pt x="107" y="173192"/>
                  </a:lnTo>
                  <a:lnTo>
                    <a:pt x="387" y="178556"/>
                  </a:lnTo>
                  <a:lnTo>
                    <a:pt x="839" y="183909"/>
                  </a:lnTo>
                  <a:lnTo>
                    <a:pt x="1463" y="189245"/>
                  </a:lnTo>
                  <a:lnTo>
                    <a:pt x="2258" y="194558"/>
                  </a:lnTo>
                  <a:lnTo>
                    <a:pt x="3223" y="199842"/>
                  </a:lnTo>
                  <a:lnTo>
                    <a:pt x="4357" y="205093"/>
                  </a:lnTo>
                  <a:lnTo>
                    <a:pt x="5660" y="210305"/>
                  </a:lnTo>
                  <a:lnTo>
                    <a:pt x="7129" y="215472"/>
                  </a:lnTo>
                  <a:lnTo>
                    <a:pt x="8764" y="220589"/>
                  </a:lnTo>
                  <a:lnTo>
                    <a:pt x="10563" y="225651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9921" y="4826449"/>
              <a:ext cx="156603" cy="58484"/>
            </a:xfrm>
            <a:custGeom>
              <a:avLst/>
              <a:pathLst>
                <a:path w="156603" h="58484">
                  <a:moveTo>
                    <a:pt x="0" y="58484"/>
                  </a:moveTo>
                  <a:lnTo>
                    <a:pt x="15660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9921" y="4826449"/>
              <a:ext cx="156603" cy="58484"/>
            </a:xfrm>
            <a:custGeom>
              <a:avLst/>
              <a:pathLst>
                <a:path w="156603" h="58484">
                  <a:moveTo>
                    <a:pt x="0" y="58484"/>
                  </a:moveTo>
                  <a:lnTo>
                    <a:pt x="15660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9921" y="4826449"/>
              <a:ext cx="156603" cy="58484"/>
            </a:xfrm>
            <a:custGeom>
              <a:avLst/>
              <a:pathLst>
                <a:path w="156603" h="58484">
                  <a:moveTo>
                    <a:pt x="0" y="58484"/>
                  </a:moveTo>
                  <a:lnTo>
                    <a:pt x="15660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29921" y="4826449"/>
              <a:ext cx="156603" cy="58484"/>
            </a:xfrm>
            <a:custGeom>
              <a:avLst/>
              <a:pathLst>
                <a:path w="156603" h="58484">
                  <a:moveTo>
                    <a:pt x="0" y="58484"/>
                  </a:moveTo>
                  <a:lnTo>
                    <a:pt x="15660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9921" y="4826449"/>
              <a:ext cx="156603" cy="58484"/>
            </a:xfrm>
            <a:custGeom>
              <a:avLst/>
              <a:pathLst>
                <a:path w="156603" h="58484">
                  <a:moveTo>
                    <a:pt x="0" y="58484"/>
                  </a:moveTo>
                  <a:lnTo>
                    <a:pt x="15660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29921" y="4826449"/>
              <a:ext cx="156603" cy="58484"/>
            </a:xfrm>
            <a:custGeom>
              <a:avLst/>
              <a:pathLst>
                <a:path w="156603" h="58484">
                  <a:moveTo>
                    <a:pt x="0" y="58484"/>
                  </a:moveTo>
                  <a:lnTo>
                    <a:pt x="15660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29921" y="4826449"/>
              <a:ext cx="156603" cy="58484"/>
            </a:xfrm>
            <a:custGeom>
              <a:avLst/>
              <a:pathLst>
                <a:path w="156603" h="58484">
                  <a:moveTo>
                    <a:pt x="0" y="58484"/>
                  </a:moveTo>
                  <a:lnTo>
                    <a:pt x="15660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29921" y="4826449"/>
              <a:ext cx="156603" cy="58484"/>
            </a:xfrm>
            <a:custGeom>
              <a:avLst/>
              <a:pathLst>
                <a:path w="156603" h="58484">
                  <a:moveTo>
                    <a:pt x="0" y="58484"/>
                  </a:moveTo>
                  <a:lnTo>
                    <a:pt x="15660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29921" y="4826449"/>
              <a:ext cx="156603" cy="58484"/>
            </a:xfrm>
            <a:custGeom>
              <a:avLst/>
              <a:pathLst>
                <a:path w="156603" h="58484">
                  <a:moveTo>
                    <a:pt x="0" y="58484"/>
                  </a:moveTo>
                  <a:lnTo>
                    <a:pt x="15660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929921" y="4826449"/>
              <a:ext cx="156603" cy="74222"/>
            </a:xfrm>
            <a:custGeom>
              <a:avLst/>
              <a:pathLst>
                <a:path w="156603" h="74222">
                  <a:moveTo>
                    <a:pt x="0" y="58484"/>
                  </a:moveTo>
                  <a:lnTo>
                    <a:pt x="3206" y="66440"/>
                  </a:lnTo>
                  <a:lnTo>
                    <a:pt x="6816" y="74222"/>
                  </a:lnTo>
                  <a:lnTo>
                    <a:pt x="15660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936738" y="4659281"/>
              <a:ext cx="316932" cy="334334"/>
            </a:xfrm>
            <a:custGeom>
              <a:avLst/>
              <a:pathLst>
                <a:path w="316932" h="334334">
                  <a:moveTo>
                    <a:pt x="0" y="241389"/>
                  </a:moveTo>
                  <a:lnTo>
                    <a:pt x="2430" y="246104"/>
                  </a:lnTo>
                  <a:lnTo>
                    <a:pt x="5009" y="250740"/>
                  </a:lnTo>
                  <a:lnTo>
                    <a:pt x="7733" y="255292"/>
                  </a:lnTo>
                  <a:lnTo>
                    <a:pt x="10601" y="259754"/>
                  </a:lnTo>
                  <a:lnTo>
                    <a:pt x="13608" y="264124"/>
                  </a:lnTo>
                  <a:lnTo>
                    <a:pt x="16753" y="268396"/>
                  </a:lnTo>
                  <a:lnTo>
                    <a:pt x="20032" y="272566"/>
                  </a:lnTo>
                  <a:lnTo>
                    <a:pt x="23442" y="276630"/>
                  </a:lnTo>
                  <a:lnTo>
                    <a:pt x="26978" y="280583"/>
                  </a:lnTo>
                  <a:lnTo>
                    <a:pt x="30639" y="284423"/>
                  </a:lnTo>
                  <a:lnTo>
                    <a:pt x="34419" y="288144"/>
                  </a:lnTo>
                  <a:lnTo>
                    <a:pt x="38316" y="291743"/>
                  </a:lnTo>
                  <a:lnTo>
                    <a:pt x="42324" y="295217"/>
                  </a:lnTo>
                  <a:lnTo>
                    <a:pt x="46441" y="298563"/>
                  </a:lnTo>
                  <a:lnTo>
                    <a:pt x="50662" y="301775"/>
                  </a:lnTo>
                  <a:lnTo>
                    <a:pt x="54983" y="304853"/>
                  </a:lnTo>
                  <a:lnTo>
                    <a:pt x="59399" y="307791"/>
                  </a:lnTo>
                  <a:lnTo>
                    <a:pt x="63907" y="310588"/>
                  </a:lnTo>
                  <a:lnTo>
                    <a:pt x="68500" y="313241"/>
                  </a:lnTo>
                  <a:lnTo>
                    <a:pt x="73176" y="315746"/>
                  </a:lnTo>
                  <a:lnTo>
                    <a:pt x="77929" y="318102"/>
                  </a:lnTo>
                  <a:lnTo>
                    <a:pt x="82754" y="320306"/>
                  </a:lnTo>
                  <a:lnTo>
                    <a:pt x="87647" y="322356"/>
                  </a:lnTo>
                  <a:lnTo>
                    <a:pt x="92602" y="324249"/>
                  </a:lnTo>
                  <a:lnTo>
                    <a:pt x="97615" y="325985"/>
                  </a:lnTo>
                  <a:lnTo>
                    <a:pt x="102680" y="327560"/>
                  </a:lnTo>
                  <a:lnTo>
                    <a:pt x="107793" y="328974"/>
                  </a:lnTo>
                  <a:lnTo>
                    <a:pt x="112948" y="330225"/>
                  </a:lnTo>
                  <a:lnTo>
                    <a:pt x="118140" y="331312"/>
                  </a:lnTo>
                  <a:lnTo>
                    <a:pt x="123364" y="332233"/>
                  </a:lnTo>
                  <a:lnTo>
                    <a:pt x="128614" y="332988"/>
                  </a:lnTo>
                  <a:lnTo>
                    <a:pt x="133886" y="333577"/>
                  </a:lnTo>
                  <a:lnTo>
                    <a:pt x="139174" y="333997"/>
                  </a:lnTo>
                  <a:lnTo>
                    <a:pt x="144473" y="334250"/>
                  </a:lnTo>
                  <a:lnTo>
                    <a:pt x="149777" y="334334"/>
                  </a:lnTo>
                  <a:lnTo>
                    <a:pt x="155081" y="334251"/>
                  </a:lnTo>
                  <a:lnTo>
                    <a:pt x="160379" y="333998"/>
                  </a:lnTo>
                  <a:lnTo>
                    <a:pt x="165667" y="333578"/>
                  </a:lnTo>
                  <a:lnTo>
                    <a:pt x="170939" y="332991"/>
                  </a:lnTo>
                  <a:lnTo>
                    <a:pt x="176190" y="332236"/>
                  </a:lnTo>
                  <a:lnTo>
                    <a:pt x="181414" y="331315"/>
                  </a:lnTo>
                  <a:lnTo>
                    <a:pt x="186606" y="330229"/>
                  </a:lnTo>
                  <a:lnTo>
                    <a:pt x="191762" y="328979"/>
                  </a:lnTo>
                  <a:lnTo>
                    <a:pt x="196875" y="327565"/>
                  </a:lnTo>
                  <a:lnTo>
                    <a:pt x="201940" y="325990"/>
                  </a:lnTo>
                  <a:lnTo>
                    <a:pt x="206953" y="324256"/>
                  </a:lnTo>
                  <a:lnTo>
                    <a:pt x="211908" y="322363"/>
                  </a:lnTo>
                  <a:lnTo>
                    <a:pt x="216801" y="320314"/>
                  </a:lnTo>
                  <a:lnTo>
                    <a:pt x="221627" y="318110"/>
                  </a:lnTo>
                  <a:lnTo>
                    <a:pt x="226380" y="315755"/>
                  </a:lnTo>
                  <a:lnTo>
                    <a:pt x="231056" y="313250"/>
                  </a:lnTo>
                  <a:lnTo>
                    <a:pt x="235650" y="310598"/>
                  </a:lnTo>
                  <a:lnTo>
                    <a:pt x="240157" y="307801"/>
                  </a:lnTo>
                  <a:lnTo>
                    <a:pt x="244574" y="304863"/>
                  </a:lnTo>
                  <a:lnTo>
                    <a:pt x="248895" y="301786"/>
                  </a:lnTo>
                  <a:lnTo>
                    <a:pt x="253116" y="298574"/>
                  </a:lnTo>
                  <a:lnTo>
                    <a:pt x="257234" y="295229"/>
                  </a:lnTo>
                  <a:lnTo>
                    <a:pt x="261243" y="291756"/>
                  </a:lnTo>
                  <a:lnTo>
                    <a:pt x="265140" y="288156"/>
                  </a:lnTo>
                  <a:lnTo>
                    <a:pt x="268920" y="284436"/>
                  </a:lnTo>
                  <a:lnTo>
                    <a:pt x="272581" y="280597"/>
                  </a:lnTo>
                  <a:lnTo>
                    <a:pt x="276118" y="276643"/>
                  </a:lnTo>
                  <a:lnTo>
                    <a:pt x="279528" y="272580"/>
                  </a:lnTo>
                  <a:lnTo>
                    <a:pt x="282808" y="268410"/>
                  </a:lnTo>
                  <a:lnTo>
                    <a:pt x="285953" y="264139"/>
                  </a:lnTo>
                  <a:lnTo>
                    <a:pt x="288961" y="259770"/>
                  </a:lnTo>
                  <a:lnTo>
                    <a:pt x="291829" y="255307"/>
                  </a:lnTo>
                  <a:lnTo>
                    <a:pt x="294554" y="250756"/>
                  </a:lnTo>
                  <a:lnTo>
                    <a:pt x="297133" y="246121"/>
                  </a:lnTo>
                  <a:lnTo>
                    <a:pt x="299564" y="241406"/>
                  </a:lnTo>
                  <a:lnTo>
                    <a:pt x="301844" y="236616"/>
                  </a:lnTo>
                  <a:lnTo>
                    <a:pt x="303971" y="231757"/>
                  </a:lnTo>
                  <a:lnTo>
                    <a:pt x="305943" y="226832"/>
                  </a:lnTo>
                  <a:lnTo>
                    <a:pt x="307758" y="221847"/>
                  </a:lnTo>
                  <a:lnTo>
                    <a:pt x="309413" y="216808"/>
                  </a:lnTo>
                  <a:lnTo>
                    <a:pt x="310908" y="211718"/>
                  </a:lnTo>
                  <a:lnTo>
                    <a:pt x="312240" y="206583"/>
                  </a:lnTo>
                  <a:lnTo>
                    <a:pt x="313409" y="201409"/>
                  </a:lnTo>
                  <a:lnTo>
                    <a:pt x="314413" y="196200"/>
                  </a:lnTo>
                  <a:lnTo>
                    <a:pt x="315251" y="190962"/>
                  </a:lnTo>
                  <a:lnTo>
                    <a:pt x="315923" y="185700"/>
                  </a:lnTo>
                  <a:lnTo>
                    <a:pt x="316427" y="180420"/>
                  </a:lnTo>
                  <a:lnTo>
                    <a:pt x="316764" y="175126"/>
                  </a:lnTo>
                  <a:lnTo>
                    <a:pt x="316932" y="169824"/>
                  </a:lnTo>
                  <a:lnTo>
                    <a:pt x="316932" y="164519"/>
                  </a:lnTo>
                  <a:lnTo>
                    <a:pt x="316764" y="159217"/>
                  </a:lnTo>
                  <a:lnTo>
                    <a:pt x="316428" y="153923"/>
                  </a:lnTo>
                  <a:lnTo>
                    <a:pt x="315924" y="148643"/>
                  </a:lnTo>
                  <a:lnTo>
                    <a:pt x="315252" y="143381"/>
                  </a:lnTo>
                  <a:lnTo>
                    <a:pt x="314414" y="138143"/>
                  </a:lnTo>
                  <a:lnTo>
                    <a:pt x="313411" y="132934"/>
                  </a:lnTo>
                  <a:lnTo>
                    <a:pt x="312242" y="127759"/>
                  </a:lnTo>
                  <a:lnTo>
                    <a:pt x="310910" y="122625"/>
                  </a:lnTo>
                  <a:lnTo>
                    <a:pt x="309416" y="117535"/>
                  </a:lnTo>
                  <a:lnTo>
                    <a:pt x="307761" y="112495"/>
                  </a:lnTo>
                  <a:lnTo>
                    <a:pt x="305946" y="107510"/>
                  </a:lnTo>
                  <a:lnTo>
                    <a:pt x="303975" y="102586"/>
                  </a:lnTo>
                  <a:lnTo>
                    <a:pt x="301848" y="97726"/>
                  </a:lnTo>
                  <a:lnTo>
                    <a:pt x="299568" y="92936"/>
                  </a:lnTo>
                  <a:lnTo>
                    <a:pt x="297138" y="88221"/>
                  </a:lnTo>
                  <a:lnTo>
                    <a:pt x="294559" y="83586"/>
                  </a:lnTo>
                  <a:lnTo>
                    <a:pt x="291834" y="79035"/>
                  </a:lnTo>
                  <a:lnTo>
                    <a:pt x="288966" y="74572"/>
                  </a:lnTo>
                  <a:lnTo>
                    <a:pt x="285958" y="70203"/>
                  </a:lnTo>
                  <a:lnTo>
                    <a:pt x="282813" y="65931"/>
                  </a:lnTo>
                  <a:lnTo>
                    <a:pt x="279534" y="61761"/>
                  </a:lnTo>
                  <a:lnTo>
                    <a:pt x="276124" y="57697"/>
                  </a:lnTo>
                  <a:lnTo>
                    <a:pt x="272587" y="53744"/>
                  </a:lnTo>
                  <a:lnTo>
                    <a:pt x="268927" y="49905"/>
                  </a:lnTo>
                  <a:lnTo>
                    <a:pt x="265146" y="46184"/>
                  </a:lnTo>
                  <a:lnTo>
                    <a:pt x="261250" y="42584"/>
                  </a:lnTo>
                  <a:lnTo>
                    <a:pt x="257241" y="39111"/>
                  </a:lnTo>
                  <a:lnTo>
                    <a:pt x="253124" y="35766"/>
                  </a:lnTo>
                  <a:lnTo>
                    <a:pt x="248902" y="32553"/>
                  </a:lnTo>
                  <a:lnTo>
                    <a:pt x="244581" y="29476"/>
                  </a:lnTo>
                  <a:lnTo>
                    <a:pt x="240165" y="26538"/>
                  </a:lnTo>
                  <a:lnTo>
                    <a:pt x="235657" y="23741"/>
                  </a:lnTo>
                  <a:lnTo>
                    <a:pt x="231064" y="21088"/>
                  </a:lnTo>
                  <a:lnTo>
                    <a:pt x="226388" y="18583"/>
                  </a:lnTo>
                  <a:lnTo>
                    <a:pt x="221635" y="16228"/>
                  </a:lnTo>
                  <a:lnTo>
                    <a:pt x="216810" y="14024"/>
                  </a:lnTo>
                  <a:lnTo>
                    <a:pt x="211917" y="11974"/>
                  </a:lnTo>
                  <a:lnTo>
                    <a:pt x="206962" y="10081"/>
                  </a:lnTo>
                  <a:lnTo>
                    <a:pt x="201949" y="8346"/>
                  </a:lnTo>
                  <a:lnTo>
                    <a:pt x="196883" y="6771"/>
                  </a:lnTo>
                  <a:lnTo>
                    <a:pt x="191770" y="5358"/>
                  </a:lnTo>
                  <a:lnTo>
                    <a:pt x="186615" y="4107"/>
                  </a:lnTo>
                  <a:lnTo>
                    <a:pt x="181423" y="3021"/>
                  </a:lnTo>
                  <a:lnTo>
                    <a:pt x="176199" y="2099"/>
                  </a:lnTo>
                  <a:lnTo>
                    <a:pt x="170948" y="1344"/>
                  </a:lnTo>
                  <a:lnTo>
                    <a:pt x="165677" y="756"/>
                  </a:lnTo>
                  <a:lnTo>
                    <a:pt x="160389" y="336"/>
                  </a:lnTo>
                  <a:lnTo>
                    <a:pt x="155090" y="84"/>
                  </a:lnTo>
                  <a:lnTo>
                    <a:pt x="149786" y="0"/>
                  </a:lnTo>
                  <a:lnTo>
                    <a:pt x="14978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7495" y="5018213"/>
              <a:ext cx="1225" cy="167167"/>
            </a:xfrm>
            <a:custGeom>
              <a:avLst/>
              <a:pathLst>
                <a:path w="1225" h="167167">
                  <a:moveTo>
                    <a:pt x="1225" y="0"/>
                  </a:moveTo>
                  <a:lnTo>
                    <a:pt x="0" y="4"/>
                  </a:lnTo>
                  <a:lnTo>
                    <a:pt x="122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321565" y="5018217"/>
              <a:ext cx="334310" cy="334330"/>
            </a:xfrm>
            <a:custGeom>
              <a:avLst/>
              <a:pathLst>
                <a:path w="334310" h="334330">
                  <a:moveTo>
                    <a:pt x="165929" y="0"/>
                  </a:moveTo>
                  <a:lnTo>
                    <a:pt x="160638" y="122"/>
                  </a:lnTo>
                  <a:lnTo>
                    <a:pt x="155354" y="412"/>
                  </a:lnTo>
                  <a:lnTo>
                    <a:pt x="150082" y="869"/>
                  </a:lnTo>
                  <a:lnTo>
                    <a:pt x="144826" y="1493"/>
                  </a:lnTo>
                  <a:lnTo>
                    <a:pt x="139593" y="2283"/>
                  </a:lnTo>
                  <a:lnTo>
                    <a:pt x="134388" y="3238"/>
                  </a:lnTo>
                  <a:lnTo>
                    <a:pt x="129216" y="4357"/>
                  </a:lnTo>
                  <a:lnTo>
                    <a:pt x="124081" y="5640"/>
                  </a:lnTo>
                  <a:lnTo>
                    <a:pt x="118990" y="7084"/>
                  </a:lnTo>
                  <a:lnTo>
                    <a:pt x="113947" y="8689"/>
                  </a:lnTo>
                  <a:lnTo>
                    <a:pt x="108957" y="10452"/>
                  </a:lnTo>
                  <a:lnTo>
                    <a:pt x="104026" y="12373"/>
                  </a:lnTo>
                  <a:lnTo>
                    <a:pt x="99158" y="14449"/>
                  </a:lnTo>
                  <a:lnTo>
                    <a:pt x="94358" y="16678"/>
                  </a:lnTo>
                  <a:lnTo>
                    <a:pt x="89631" y="19057"/>
                  </a:lnTo>
                  <a:lnTo>
                    <a:pt x="84982" y="21586"/>
                  </a:lnTo>
                  <a:lnTo>
                    <a:pt x="80415" y="24260"/>
                  </a:lnTo>
                  <a:lnTo>
                    <a:pt x="75935" y="27077"/>
                  </a:lnTo>
                  <a:lnTo>
                    <a:pt x="71547" y="30035"/>
                  </a:lnTo>
                  <a:lnTo>
                    <a:pt x="67254" y="33130"/>
                  </a:lnTo>
                  <a:lnTo>
                    <a:pt x="63061" y="36359"/>
                  </a:lnTo>
                  <a:lnTo>
                    <a:pt x="58973" y="39720"/>
                  </a:lnTo>
                  <a:lnTo>
                    <a:pt x="54993" y="43208"/>
                  </a:lnTo>
                  <a:lnTo>
                    <a:pt x="51126" y="46820"/>
                  </a:lnTo>
                  <a:lnTo>
                    <a:pt x="47374" y="50553"/>
                  </a:lnTo>
                  <a:lnTo>
                    <a:pt x="43743" y="54403"/>
                  </a:lnTo>
                  <a:lnTo>
                    <a:pt x="40236" y="58366"/>
                  </a:lnTo>
                  <a:lnTo>
                    <a:pt x="36856" y="62438"/>
                  </a:lnTo>
                  <a:lnTo>
                    <a:pt x="33606" y="66615"/>
                  </a:lnTo>
                  <a:lnTo>
                    <a:pt x="30490" y="70893"/>
                  </a:lnTo>
                  <a:lnTo>
                    <a:pt x="27511" y="75267"/>
                  </a:lnTo>
                  <a:lnTo>
                    <a:pt x="24673" y="79733"/>
                  </a:lnTo>
                  <a:lnTo>
                    <a:pt x="21977" y="84287"/>
                  </a:lnTo>
                  <a:lnTo>
                    <a:pt x="19426" y="88924"/>
                  </a:lnTo>
                  <a:lnTo>
                    <a:pt x="17023" y="93640"/>
                  </a:lnTo>
                  <a:lnTo>
                    <a:pt x="14771" y="98429"/>
                  </a:lnTo>
                  <a:lnTo>
                    <a:pt x="12672" y="103287"/>
                  </a:lnTo>
                  <a:lnTo>
                    <a:pt x="10728" y="108209"/>
                  </a:lnTo>
                  <a:lnTo>
                    <a:pt x="8940" y="113190"/>
                  </a:lnTo>
                  <a:lnTo>
                    <a:pt x="7311" y="118225"/>
                  </a:lnTo>
                  <a:lnTo>
                    <a:pt x="5842" y="123309"/>
                  </a:lnTo>
                  <a:lnTo>
                    <a:pt x="4534" y="128437"/>
                  </a:lnTo>
                  <a:lnTo>
                    <a:pt x="3390" y="133604"/>
                  </a:lnTo>
                  <a:lnTo>
                    <a:pt x="2410" y="138805"/>
                  </a:lnTo>
                  <a:lnTo>
                    <a:pt x="1595" y="144034"/>
                  </a:lnTo>
                  <a:lnTo>
                    <a:pt x="946" y="149286"/>
                  </a:lnTo>
                  <a:lnTo>
                    <a:pt x="463" y="154556"/>
                  </a:lnTo>
                  <a:lnTo>
                    <a:pt x="148" y="159839"/>
                  </a:lnTo>
                  <a:lnTo>
                    <a:pt x="0" y="165129"/>
                  </a:lnTo>
                  <a:lnTo>
                    <a:pt x="19" y="170421"/>
                  </a:lnTo>
                  <a:lnTo>
                    <a:pt x="206" y="175710"/>
                  </a:lnTo>
                  <a:lnTo>
                    <a:pt x="560" y="180990"/>
                  </a:lnTo>
                  <a:lnTo>
                    <a:pt x="1081" y="186257"/>
                  </a:lnTo>
                  <a:lnTo>
                    <a:pt x="1769" y="191504"/>
                  </a:lnTo>
                  <a:lnTo>
                    <a:pt x="2622" y="196727"/>
                  </a:lnTo>
                  <a:lnTo>
                    <a:pt x="3641" y="201920"/>
                  </a:lnTo>
                  <a:lnTo>
                    <a:pt x="4823" y="207079"/>
                  </a:lnTo>
                  <a:lnTo>
                    <a:pt x="6168" y="212197"/>
                  </a:lnTo>
                  <a:lnTo>
                    <a:pt x="7674" y="217271"/>
                  </a:lnTo>
                  <a:lnTo>
                    <a:pt x="9340" y="222294"/>
                  </a:lnTo>
                  <a:lnTo>
                    <a:pt x="11164" y="227261"/>
                  </a:lnTo>
                  <a:lnTo>
                    <a:pt x="13145" y="232169"/>
                  </a:lnTo>
                  <a:lnTo>
                    <a:pt x="15279" y="237011"/>
                  </a:lnTo>
                  <a:lnTo>
                    <a:pt x="17567" y="241784"/>
                  </a:lnTo>
                  <a:lnTo>
                    <a:pt x="20004" y="246482"/>
                  </a:lnTo>
                  <a:lnTo>
                    <a:pt x="22588" y="251100"/>
                  </a:lnTo>
                  <a:lnTo>
                    <a:pt x="25317" y="255634"/>
                  </a:lnTo>
                  <a:lnTo>
                    <a:pt x="28189" y="260079"/>
                  </a:lnTo>
                  <a:lnTo>
                    <a:pt x="31200" y="264431"/>
                  </a:lnTo>
                  <a:lnTo>
                    <a:pt x="34347" y="268686"/>
                  </a:lnTo>
                  <a:lnTo>
                    <a:pt x="37627" y="272839"/>
                  </a:lnTo>
                  <a:lnTo>
                    <a:pt x="41037" y="276886"/>
                  </a:lnTo>
                  <a:lnTo>
                    <a:pt x="44573" y="280823"/>
                  </a:lnTo>
                  <a:lnTo>
                    <a:pt x="48233" y="284647"/>
                  </a:lnTo>
                  <a:lnTo>
                    <a:pt x="52011" y="288352"/>
                  </a:lnTo>
                  <a:lnTo>
                    <a:pt x="55905" y="291936"/>
                  </a:lnTo>
                  <a:lnTo>
                    <a:pt x="59910" y="295395"/>
                  </a:lnTo>
                  <a:lnTo>
                    <a:pt x="64023" y="298725"/>
                  </a:lnTo>
                  <a:lnTo>
                    <a:pt x="68239" y="301924"/>
                  </a:lnTo>
                  <a:lnTo>
                    <a:pt x="72554" y="304988"/>
                  </a:lnTo>
                  <a:lnTo>
                    <a:pt x="76965" y="307913"/>
                  </a:lnTo>
                  <a:lnTo>
                    <a:pt x="81465" y="310697"/>
                  </a:lnTo>
                  <a:lnTo>
                    <a:pt x="86051" y="313338"/>
                  </a:lnTo>
                  <a:lnTo>
                    <a:pt x="90719" y="315832"/>
                  </a:lnTo>
                  <a:lnTo>
                    <a:pt x="95463" y="318177"/>
                  </a:lnTo>
                  <a:lnTo>
                    <a:pt x="100280" y="320370"/>
                  </a:lnTo>
                  <a:lnTo>
                    <a:pt x="105163" y="322410"/>
                  </a:lnTo>
                  <a:lnTo>
                    <a:pt x="110108" y="324295"/>
                  </a:lnTo>
                  <a:lnTo>
                    <a:pt x="115110" y="326022"/>
                  </a:lnTo>
                  <a:lnTo>
                    <a:pt x="120165" y="327590"/>
                  </a:lnTo>
                  <a:lnTo>
                    <a:pt x="125267" y="328997"/>
                  </a:lnTo>
                  <a:lnTo>
                    <a:pt x="130410" y="330242"/>
                  </a:lnTo>
                  <a:lnTo>
                    <a:pt x="135591" y="331323"/>
                  </a:lnTo>
                  <a:lnTo>
                    <a:pt x="140803" y="332240"/>
                  </a:lnTo>
                  <a:lnTo>
                    <a:pt x="146042" y="332991"/>
                  </a:lnTo>
                  <a:lnTo>
                    <a:pt x="151301" y="333576"/>
                  </a:lnTo>
                  <a:lnTo>
                    <a:pt x="156577" y="333995"/>
                  </a:lnTo>
                  <a:lnTo>
                    <a:pt x="161863" y="334246"/>
                  </a:lnTo>
                  <a:lnTo>
                    <a:pt x="167155" y="334330"/>
                  </a:lnTo>
                  <a:lnTo>
                    <a:pt x="172446" y="334246"/>
                  </a:lnTo>
                  <a:lnTo>
                    <a:pt x="177732" y="333995"/>
                  </a:lnTo>
                  <a:lnTo>
                    <a:pt x="183008" y="333576"/>
                  </a:lnTo>
                  <a:lnTo>
                    <a:pt x="188268" y="332991"/>
                  </a:lnTo>
                  <a:lnTo>
                    <a:pt x="193506" y="332240"/>
                  </a:lnTo>
                  <a:lnTo>
                    <a:pt x="198718" y="331323"/>
                  </a:lnTo>
                  <a:lnTo>
                    <a:pt x="203899" y="330242"/>
                  </a:lnTo>
                  <a:lnTo>
                    <a:pt x="209042" y="328997"/>
                  </a:lnTo>
                  <a:lnTo>
                    <a:pt x="214144" y="327590"/>
                  </a:lnTo>
                  <a:lnTo>
                    <a:pt x="219199" y="326022"/>
                  </a:lnTo>
                  <a:lnTo>
                    <a:pt x="224201" y="324295"/>
                  </a:lnTo>
                  <a:lnTo>
                    <a:pt x="229146" y="322410"/>
                  </a:lnTo>
                  <a:lnTo>
                    <a:pt x="234030" y="320370"/>
                  </a:lnTo>
                  <a:lnTo>
                    <a:pt x="238846" y="318177"/>
                  </a:lnTo>
                  <a:lnTo>
                    <a:pt x="243590" y="315832"/>
                  </a:lnTo>
                  <a:lnTo>
                    <a:pt x="248258" y="313338"/>
                  </a:lnTo>
                  <a:lnTo>
                    <a:pt x="252844" y="310697"/>
                  </a:lnTo>
                  <a:lnTo>
                    <a:pt x="257345" y="307913"/>
                  </a:lnTo>
                  <a:lnTo>
                    <a:pt x="261755" y="304988"/>
                  </a:lnTo>
                  <a:lnTo>
                    <a:pt x="266070" y="301924"/>
                  </a:lnTo>
                  <a:lnTo>
                    <a:pt x="270286" y="298725"/>
                  </a:lnTo>
                  <a:lnTo>
                    <a:pt x="274399" y="295395"/>
                  </a:lnTo>
                  <a:lnTo>
                    <a:pt x="278404" y="291936"/>
                  </a:lnTo>
                  <a:lnTo>
                    <a:pt x="282298" y="288352"/>
                  </a:lnTo>
                  <a:lnTo>
                    <a:pt x="286077" y="284647"/>
                  </a:lnTo>
                  <a:lnTo>
                    <a:pt x="289736" y="280823"/>
                  </a:lnTo>
                  <a:lnTo>
                    <a:pt x="293272" y="276886"/>
                  </a:lnTo>
                  <a:lnTo>
                    <a:pt x="296682" y="272839"/>
                  </a:lnTo>
                  <a:lnTo>
                    <a:pt x="299962" y="268686"/>
                  </a:lnTo>
                  <a:lnTo>
                    <a:pt x="303109" y="264431"/>
                  </a:lnTo>
                  <a:lnTo>
                    <a:pt x="306120" y="260079"/>
                  </a:lnTo>
                  <a:lnTo>
                    <a:pt x="308992" y="255634"/>
                  </a:lnTo>
                  <a:lnTo>
                    <a:pt x="311721" y="251100"/>
                  </a:lnTo>
                  <a:lnTo>
                    <a:pt x="314306" y="246482"/>
                  </a:lnTo>
                  <a:lnTo>
                    <a:pt x="316743" y="241784"/>
                  </a:lnTo>
                  <a:lnTo>
                    <a:pt x="319030" y="237011"/>
                  </a:lnTo>
                  <a:lnTo>
                    <a:pt x="321165" y="232169"/>
                  </a:lnTo>
                  <a:lnTo>
                    <a:pt x="323145" y="227261"/>
                  </a:lnTo>
                  <a:lnTo>
                    <a:pt x="324969" y="222294"/>
                  </a:lnTo>
                  <a:lnTo>
                    <a:pt x="326635" y="217271"/>
                  </a:lnTo>
                  <a:lnTo>
                    <a:pt x="328142" y="212197"/>
                  </a:lnTo>
                  <a:lnTo>
                    <a:pt x="329486" y="207079"/>
                  </a:lnTo>
                  <a:lnTo>
                    <a:pt x="330669" y="201920"/>
                  </a:lnTo>
                  <a:lnTo>
                    <a:pt x="331687" y="196727"/>
                  </a:lnTo>
                  <a:lnTo>
                    <a:pt x="332540" y="191504"/>
                  </a:lnTo>
                  <a:lnTo>
                    <a:pt x="333228" y="186257"/>
                  </a:lnTo>
                  <a:lnTo>
                    <a:pt x="333749" y="180990"/>
                  </a:lnTo>
                  <a:lnTo>
                    <a:pt x="334103" y="175710"/>
                  </a:lnTo>
                  <a:lnTo>
                    <a:pt x="334290" y="170421"/>
                  </a:lnTo>
                  <a:lnTo>
                    <a:pt x="334310" y="165129"/>
                  </a:lnTo>
                  <a:lnTo>
                    <a:pt x="334162" y="159839"/>
                  </a:lnTo>
                  <a:lnTo>
                    <a:pt x="333846" y="154556"/>
                  </a:lnTo>
                  <a:lnTo>
                    <a:pt x="333363" y="149286"/>
                  </a:lnTo>
                  <a:lnTo>
                    <a:pt x="332714" y="144034"/>
                  </a:lnTo>
                  <a:lnTo>
                    <a:pt x="331899" y="138805"/>
                  </a:lnTo>
                  <a:lnTo>
                    <a:pt x="330919" y="133604"/>
                  </a:lnTo>
                  <a:lnTo>
                    <a:pt x="329775" y="128437"/>
                  </a:lnTo>
                  <a:lnTo>
                    <a:pt x="328467" y="123309"/>
                  </a:lnTo>
                  <a:lnTo>
                    <a:pt x="326998" y="118225"/>
                  </a:lnTo>
                  <a:lnTo>
                    <a:pt x="325369" y="113190"/>
                  </a:lnTo>
                  <a:lnTo>
                    <a:pt x="323582" y="108209"/>
                  </a:lnTo>
                  <a:lnTo>
                    <a:pt x="321637" y="103287"/>
                  </a:lnTo>
                  <a:lnTo>
                    <a:pt x="319538" y="98429"/>
                  </a:lnTo>
                  <a:lnTo>
                    <a:pt x="317286" y="93640"/>
                  </a:lnTo>
                  <a:lnTo>
                    <a:pt x="314883" y="88924"/>
                  </a:lnTo>
                  <a:lnTo>
                    <a:pt x="312333" y="84287"/>
                  </a:lnTo>
                  <a:lnTo>
                    <a:pt x="309637" y="79733"/>
                  </a:lnTo>
                  <a:lnTo>
                    <a:pt x="306798" y="75267"/>
                  </a:lnTo>
                  <a:lnTo>
                    <a:pt x="303819" y="70893"/>
                  </a:lnTo>
                  <a:lnTo>
                    <a:pt x="300703" y="66615"/>
                  </a:lnTo>
                  <a:lnTo>
                    <a:pt x="297453" y="62438"/>
                  </a:lnTo>
                  <a:lnTo>
                    <a:pt x="294073" y="58366"/>
                  </a:lnTo>
                  <a:lnTo>
                    <a:pt x="290566" y="54403"/>
                  </a:lnTo>
                  <a:lnTo>
                    <a:pt x="286935" y="50553"/>
                  </a:lnTo>
                  <a:lnTo>
                    <a:pt x="283184" y="46820"/>
                  </a:lnTo>
                  <a:lnTo>
                    <a:pt x="279316" y="43208"/>
                  </a:lnTo>
                  <a:lnTo>
                    <a:pt x="275336" y="39720"/>
                  </a:lnTo>
                  <a:lnTo>
                    <a:pt x="271248" y="36359"/>
                  </a:lnTo>
                  <a:lnTo>
                    <a:pt x="267055" y="33130"/>
                  </a:lnTo>
                  <a:lnTo>
                    <a:pt x="262763" y="30035"/>
                  </a:lnTo>
                  <a:lnTo>
                    <a:pt x="258374" y="27077"/>
                  </a:lnTo>
                  <a:lnTo>
                    <a:pt x="253894" y="24260"/>
                  </a:lnTo>
                  <a:lnTo>
                    <a:pt x="249327" y="21586"/>
                  </a:lnTo>
                  <a:lnTo>
                    <a:pt x="244678" y="19057"/>
                  </a:lnTo>
                  <a:lnTo>
                    <a:pt x="239951" y="16678"/>
                  </a:lnTo>
                  <a:lnTo>
                    <a:pt x="235151" y="14449"/>
                  </a:lnTo>
                  <a:lnTo>
                    <a:pt x="230283" y="12373"/>
                  </a:lnTo>
                  <a:lnTo>
                    <a:pt x="225352" y="10452"/>
                  </a:lnTo>
                  <a:lnTo>
                    <a:pt x="220362" y="8689"/>
                  </a:lnTo>
                  <a:lnTo>
                    <a:pt x="215319" y="7084"/>
                  </a:lnTo>
                  <a:lnTo>
                    <a:pt x="210228" y="5640"/>
                  </a:lnTo>
                  <a:lnTo>
                    <a:pt x="205093" y="4357"/>
                  </a:lnTo>
                  <a:lnTo>
                    <a:pt x="199921" y="3238"/>
                  </a:lnTo>
                  <a:lnTo>
                    <a:pt x="194716" y="2283"/>
                  </a:lnTo>
                  <a:lnTo>
                    <a:pt x="189483" y="1493"/>
                  </a:lnTo>
                  <a:lnTo>
                    <a:pt x="184228" y="869"/>
                  </a:lnTo>
                  <a:lnTo>
                    <a:pt x="178955" y="412"/>
                  </a:lnTo>
                  <a:lnTo>
                    <a:pt x="173671" y="122"/>
                  </a:lnTo>
                  <a:lnTo>
                    <a:pt x="168380" y="0"/>
                  </a:lnTo>
                  <a:lnTo>
                    <a:pt x="167155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488720" y="5018213"/>
              <a:ext cx="1225" cy="167167"/>
            </a:xfrm>
            <a:custGeom>
              <a:avLst/>
              <a:pathLst>
                <a:path w="1225" h="167167">
                  <a:moveTo>
                    <a:pt x="1225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797344" y="5269756"/>
              <a:ext cx="167156" cy="181550"/>
            </a:xfrm>
            <a:custGeom>
              <a:avLst/>
              <a:pathLst>
                <a:path w="167156" h="181550">
                  <a:moveTo>
                    <a:pt x="167156" y="0"/>
                  </a:moveTo>
                  <a:lnTo>
                    <a:pt x="161726" y="88"/>
                  </a:lnTo>
                  <a:lnTo>
                    <a:pt x="156302" y="352"/>
                  </a:lnTo>
                  <a:lnTo>
                    <a:pt x="150889" y="793"/>
                  </a:lnTo>
                  <a:lnTo>
                    <a:pt x="145493" y="1409"/>
                  </a:lnTo>
                  <a:lnTo>
                    <a:pt x="140120" y="2200"/>
                  </a:lnTo>
                  <a:lnTo>
                    <a:pt x="134776" y="3166"/>
                  </a:lnTo>
                  <a:lnTo>
                    <a:pt x="129465" y="4304"/>
                  </a:lnTo>
                  <a:lnTo>
                    <a:pt x="124195" y="5614"/>
                  </a:lnTo>
                  <a:lnTo>
                    <a:pt x="118970" y="7095"/>
                  </a:lnTo>
                  <a:lnTo>
                    <a:pt x="113796" y="8745"/>
                  </a:lnTo>
                  <a:lnTo>
                    <a:pt x="108678" y="10562"/>
                  </a:lnTo>
                  <a:lnTo>
                    <a:pt x="103621" y="12544"/>
                  </a:lnTo>
                  <a:lnTo>
                    <a:pt x="98632" y="14689"/>
                  </a:lnTo>
                  <a:lnTo>
                    <a:pt x="93715" y="16996"/>
                  </a:lnTo>
                  <a:lnTo>
                    <a:pt x="88876" y="19461"/>
                  </a:lnTo>
                  <a:lnTo>
                    <a:pt x="84119" y="22081"/>
                  </a:lnTo>
                  <a:lnTo>
                    <a:pt x="79450" y="24855"/>
                  </a:lnTo>
                  <a:lnTo>
                    <a:pt x="74874" y="27779"/>
                  </a:lnTo>
                  <a:lnTo>
                    <a:pt x="70395" y="30850"/>
                  </a:lnTo>
                  <a:lnTo>
                    <a:pt x="66018" y="34066"/>
                  </a:lnTo>
                  <a:lnTo>
                    <a:pt x="61748" y="37421"/>
                  </a:lnTo>
                  <a:lnTo>
                    <a:pt x="57589" y="40914"/>
                  </a:lnTo>
                  <a:lnTo>
                    <a:pt x="53545" y="44539"/>
                  </a:lnTo>
                  <a:lnTo>
                    <a:pt x="49622" y="48295"/>
                  </a:lnTo>
                  <a:lnTo>
                    <a:pt x="45823" y="52175"/>
                  </a:lnTo>
                  <a:lnTo>
                    <a:pt x="42151" y="56177"/>
                  </a:lnTo>
                  <a:lnTo>
                    <a:pt x="38612" y="60296"/>
                  </a:lnTo>
                  <a:lnTo>
                    <a:pt x="35208" y="64528"/>
                  </a:lnTo>
                  <a:lnTo>
                    <a:pt x="31944" y="68869"/>
                  </a:lnTo>
                  <a:lnTo>
                    <a:pt x="28822" y="73313"/>
                  </a:lnTo>
                  <a:lnTo>
                    <a:pt x="25846" y="77856"/>
                  </a:lnTo>
                  <a:lnTo>
                    <a:pt x="23020" y="82493"/>
                  </a:lnTo>
                  <a:lnTo>
                    <a:pt x="20345" y="87220"/>
                  </a:lnTo>
                  <a:lnTo>
                    <a:pt x="17826" y="92031"/>
                  </a:lnTo>
                  <a:lnTo>
                    <a:pt x="15464" y="96921"/>
                  </a:lnTo>
                  <a:lnTo>
                    <a:pt x="13262" y="101886"/>
                  </a:lnTo>
                  <a:lnTo>
                    <a:pt x="11223" y="106919"/>
                  </a:lnTo>
                  <a:lnTo>
                    <a:pt x="9348" y="112016"/>
                  </a:lnTo>
                  <a:lnTo>
                    <a:pt x="7640" y="117171"/>
                  </a:lnTo>
                  <a:lnTo>
                    <a:pt x="6100" y="122379"/>
                  </a:lnTo>
                  <a:lnTo>
                    <a:pt x="4730" y="127635"/>
                  </a:lnTo>
                  <a:lnTo>
                    <a:pt x="3532" y="132932"/>
                  </a:lnTo>
                  <a:lnTo>
                    <a:pt x="2506" y="138265"/>
                  </a:lnTo>
                  <a:lnTo>
                    <a:pt x="1654" y="143628"/>
                  </a:lnTo>
                  <a:lnTo>
                    <a:pt x="977" y="149017"/>
                  </a:lnTo>
                  <a:lnTo>
                    <a:pt x="475" y="154425"/>
                  </a:lnTo>
                  <a:lnTo>
                    <a:pt x="149" y="159846"/>
                  </a:lnTo>
                  <a:lnTo>
                    <a:pt x="0" y="165275"/>
                  </a:lnTo>
                  <a:lnTo>
                    <a:pt x="26" y="170705"/>
                  </a:lnTo>
                  <a:lnTo>
                    <a:pt x="229" y="176132"/>
                  </a:lnTo>
                  <a:lnTo>
                    <a:pt x="609" y="18155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797953" y="5269756"/>
              <a:ext cx="333699" cy="334333"/>
            </a:xfrm>
            <a:custGeom>
              <a:avLst/>
              <a:pathLst>
                <a:path w="333699" h="334333">
                  <a:moveTo>
                    <a:pt x="0" y="181550"/>
                  </a:moveTo>
                  <a:lnTo>
                    <a:pt x="539" y="186819"/>
                  </a:lnTo>
                  <a:lnTo>
                    <a:pt x="1245" y="192069"/>
                  </a:lnTo>
                  <a:lnTo>
                    <a:pt x="2117" y="197293"/>
                  </a:lnTo>
                  <a:lnTo>
                    <a:pt x="3154" y="202487"/>
                  </a:lnTo>
                  <a:lnTo>
                    <a:pt x="4355" y="207646"/>
                  </a:lnTo>
                  <a:lnTo>
                    <a:pt x="5718" y="212764"/>
                  </a:lnTo>
                  <a:lnTo>
                    <a:pt x="7244" y="217837"/>
                  </a:lnTo>
                  <a:lnTo>
                    <a:pt x="8929" y="222858"/>
                  </a:lnTo>
                  <a:lnTo>
                    <a:pt x="10773" y="227824"/>
                  </a:lnTo>
                  <a:lnTo>
                    <a:pt x="12772" y="232729"/>
                  </a:lnTo>
                  <a:lnTo>
                    <a:pt x="14927" y="237567"/>
                  </a:lnTo>
                  <a:lnTo>
                    <a:pt x="17233" y="242336"/>
                  </a:lnTo>
                  <a:lnTo>
                    <a:pt x="19690" y="247028"/>
                  </a:lnTo>
                  <a:lnTo>
                    <a:pt x="22293" y="251641"/>
                  </a:lnTo>
                  <a:lnTo>
                    <a:pt x="25042" y="256169"/>
                  </a:lnTo>
                  <a:lnTo>
                    <a:pt x="27933" y="260607"/>
                  </a:lnTo>
                  <a:lnTo>
                    <a:pt x="30963" y="264952"/>
                  </a:lnTo>
                  <a:lnTo>
                    <a:pt x="34129" y="269198"/>
                  </a:lnTo>
                  <a:lnTo>
                    <a:pt x="37428" y="273342"/>
                  </a:lnTo>
                  <a:lnTo>
                    <a:pt x="40856" y="277379"/>
                  </a:lnTo>
                  <a:lnTo>
                    <a:pt x="44411" y="281306"/>
                  </a:lnTo>
                  <a:lnTo>
                    <a:pt x="48088" y="285118"/>
                  </a:lnTo>
                  <a:lnTo>
                    <a:pt x="51885" y="288812"/>
                  </a:lnTo>
                  <a:lnTo>
                    <a:pt x="55796" y="292383"/>
                  </a:lnTo>
                  <a:lnTo>
                    <a:pt x="59819" y="295829"/>
                  </a:lnTo>
                  <a:lnTo>
                    <a:pt x="63948" y="299146"/>
                  </a:lnTo>
                  <a:lnTo>
                    <a:pt x="68181" y="302330"/>
                  </a:lnTo>
                  <a:lnTo>
                    <a:pt x="72513" y="305379"/>
                  </a:lnTo>
                  <a:lnTo>
                    <a:pt x="76939" y="308288"/>
                  </a:lnTo>
                  <a:lnTo>
                    <a:pt x="81455" y="311057"/>
                  </a:lnTo>
                  <a:lnTo>
                    <a:pt x="86056" y="313680"/>
                  </a:lnTo>
                  <a:lnTo>
                    <a:pt x="90738" y="316157"/>
                  </a:lnTo>
                  <a:lnTo>
                    <a:pt x="95496" y="318484"/>
                  </a:lnTo>
                  <a:lnTo>
                    <a:pt x="100326" y="320659"/>
                  </a:lnTo>
                  <a:lnTo>
                    <a:pt x="105222" y="322680"/>
                  </a:lnTo>
                  <a:lnTo>
                    <a:pt x="110180" y="324544"/>
                  </a:lnTo>
                  <a:lnTo>
                    <a:pt x="115194" y="326251"/>
                  </a:lnTo>
                  <a:lnTo>
                    <a:pt x="120259" y="327798"/>
                  </a:lnTo>
                  <a:lnTo>
                    <a:pt x="125372" y="329184"/>
                  </a:lnTo>
                  <a:lnTo>
                    <a:pt x="130525" y="330407"/>
                  </a:lnTo>
                  <a:lnTo>
                    <a:pt x="135715" y="331466"/>
                  </a:lnTo>
                  <a:lnTo>
                    <a:pt x="140936" y="332361"/>
                  </a:lnTo>
                  <a:lnTo>
                    <a:pt x="146182" y="333089"/>
                  </a:lnTo>
                  <a:lnTo>
                    <a:pt x="151449" y="333651"/>
                  </a:lnTo>
                  <a:lnTo>
                    <a:pt x="156731" y="334046"/>
                  </a:lnTo>
                  <a:lnTo>
                    <a:pt x="162023" y="334273"/>
                  </a:lnTo>
                  <a:lnTo>
                    <a:pt x="167319" y="334333"/>
                  </a:lnTo>
                  <a:lnTo>
                    <a:pt x="172615" y="334224"/>
                  </a:lnTo>
                  <a:lnTo>
                    <a:pt x="177905" y="333948"/>
                  </a:lnTo>
                  <a:lnTo>
                    <a:pt x="183183" y="333505"/>
                  </a:lnTo>
                  <a:lnTo>
                    <a:pt x="188444" y="332894"/>
                  </a:lnTo>
                  <a:lnTo>
                    <a:pt x="193684" y="332117"/>
                  </a:lnTo>
                  <a:lnTo>
                    <a:pt x="198896" y="331175"/>
                  </a:lnTo>
                  <a:lnTo>
                    <a:pt x="204075" y="330067"/>
                  </a:lnTo>
                  <a:lnTo>
                    <a:pt x="209218" y="328797"/>
                  </a:lnTo>
                  <a:lnTo>
                    <a:pt x="214317" y="327364"/>
                  </a:lnTo>
                  <a:lnTo>
                    <a:pt x="219368" y="325770"/>
                  </a:lnTo>
                  <a:lnTo>
                    <a:pt x="224366" y="324017"/>
                  </a:lnTo>
                  <a:lnTo>
                    <a:pt x="229306" y="322106"/>
                  </a:lnTo>
                  <a:lnTo>
                    <a:pt x="234184" y="320040"/>
                  </a:lnTo>
                  <a:lnTo>
                    <a:pt x="238993" y="317821"/>
                  </a:lnTo>
                  <a:lnTo>
                    <a:pt x="243729" y="315450"/>
                  </a:lnTo>
                  <a:lnTo>
                    <a:pt x="248388" y="312930"/>
                  </a:lnTo>
                  <a:lnTo>
                    <a:pt x="252965" y="310264"/>
                  </a:lnTo>
                  <a:lnTo>
                    <a:pt x="257456" y="307455"/>
                  </a:lnTo>
                  <a:lnTo>
                    <a:pt x="261854" y="304504"/>
                  </a:lnTo>
                  <a:lnTo>
                    <a:pt x="266158" y="301416"/>
                  </a:lnTo>
                  <a:lnTo>
                    <a:pt x="270361" y="298192"/>
                  </a:lnTo>
                  <a:lnTo>
                    <a:pt x="274460" y="294838"/>
                  </a:lnTo>
                  <a:lnTo>
                    <a:pt x="278450" y="291355"/>
                  </a:lnTo>
                  <a:lnTo>
                    <a:pt x="282329" y="287747"/>
                  </a:lnTo>
                  <a:lnTo>
                    <a:pt x="286091" y="284019"/>
                  </a:lnTo>
                  <a:lnTo>
                    <a:pt x="289733" y="280173"/>
                  </a:lnTo>
                  <a:lnTo>
                    <a:pt x="293251" y="276213"/>
                  </a:lnTo>
                  <a:lnTo>
                    <a:pt x="296642" y="272144"/>
                  </a:lnTo>
                  <a:lnTo>
                    <a:pt x="299903" y="267970"/>
                  </a:lnTo>
                  <a:lnTo>
                    <a:pt x="303029" y="263695"/>
                  </a:lnTo>
                  <a:lnTo>
                    <a:pt x="306019" y="259322"/>
                  </a:lnTo>
                  <a:lnTo>
                    <a:pt x="308868" y="254857"/>
                  </a:lnTo>
                  <a:lnTo>
                    <a:pt x="311575" y="250304"/>
                  </a:lnTo>
                  <a:lnTo>
                    <a:pt x="314136" y="245668"/>
                  </a:lnTo>
                  <a:lnTo>
                    <a:pt x="316549" y="240953"/>
                  </a:lnTo>
                  <a:lnTo>
                    <a:pt x="318811" y="236163"/>
                  </a:lnTo>
                  <a:lnTo>
                    <a:pt x="320921" y="231305"/>
                  </a:lnTo>
                  <a:lnTo>
                    <a:pt x="322875" y="226382"/>
                  </a:lnTo>
                  <a:lnTo>
                    <a:pt x="324673" y="221400"/>
                  </a:lnTo>
                  <a:lnTo>
                    <a:pt x="326312" y="216363"/>
                  </a:lnTo>
                  <a:lnTo>
                    <a:pt x="327790" y="211276"/>
                  </a:lnTo>
                  <a:lnTo>
                    <a:pt x="329107" y="206146"/>
                  </a:lnTo>
                  <a:lnTo>
                    <a:pt x="330260" y="200976"/>
                  </a:lnTo>
                  <a:lnTo>
                    <a:pt x="331249" y="195773"/>
                  </a:lnTo>
                  <a:lnTo>
                    <a:pt x="332072" y="190540"/>
                  </a:lnTo>
                  <a:lnTo>
                    <a:pt x="332730" y="185285"/>
                  </a:lnTo>
                  <a:lnTo>
                    <a:pt x="333220" y="180011"/>
                  </a:lnTo>
                  <a:lnTo>
                    <a:pt x="333544" y="174724"/>
                  </a:lnTo>
                  <a:lnTo>
                    <a:pt x="333699" y="169429"/>
                  </a:lnTo>
                  <a:lnTo>
                    <a:pt x="333687" y="164132"/>
                  </a:lnTo>
                  <a:lnTo>
                    <a:pt x="333507" y="158839"/>
                  </a:lnTo>
                  <a:lnTo>
                    <a:pt x="333159" y="153553"/>
                  </a:lnTo>
                  <a:lnTo>
                    <a:pt x="332644" y="148282"/>
                  </a:lnTo>
                  <a:lnTo>
                    <a:pt x="331963" y="143029"/>
                  </a:lnTo>
                  <a:lnTo>
                    <a:pt x="331115" y="137801"/>
                  </a:lnTo>
                  <a:lnTo>
                    <a:pt x="330102" y="132602"/>
                  </a:lnTo>
                  <a:lnTo>
                    <a:pt x="328925" y="127437"/>
                  </a:lnTo>
                  <a:lnTo>
                    <a:pt x="327585" y="122313"/>
                  </a:lnTo>
                  <a:lnTo>
                    <a:pt x="326083" y="117234"/>
                  </a:lnTo>
                  <a:lnTo>
                    <a:pt x="324421" y="112204"/>
                  </a:lnTo>
                  <a:lnTo>
                    <a:pt x="322600" y="107230"/>
                  </a:lnTo>
                  <a:lnTo>
                    <a:pt x="320623" y="102316"/>
                  </a:lnTo>
                  <a:lnTo>
                    <a:pt x="318491" y="97468"/>
                  </a:lnTo>
                  <a:lnTo>
                    <a:pt x="316207" y="92689"/>
                  </a:lnTo>
                  <a:lnTo>
                    <a:pt x="313772" y="87985"/>
                  </a:lnTo>
                  <a:lnTo>
                    <a:pt x="311189" y="83360"/>
                  </a:lnTo>
                  <a:lnTo>
                    <a:pt x="308462" y="78820"/>
                  </a:lnTo>
                  <a:lnTo>
                    <a:pt x="305592" y="74368"/>
                  </a:lnTo>
                  <a:lnTo>
                    <a:pt x="302582" y="70010"/>
                  </a:lnTo>
                  <a:lnTo>
                    <a:pt x="299435" y="65749"/>
                  </a:lnTo>
                  <a:lnTo>
                    <a:pt x="296156" y="61590"/>
                  </a:lnTo>
                  <a:lnTo>
                    <a:pt x="292746" y="57536"/>
                  </a:lnTo>
                  <a:lnTo>
                    <a:pt x="289209" y="53593"/>
                  </a:lnTo>
                  <a:lnTo>
                    <a:pt x="285549" y="49764"/>
                  </a:lnTo>
                  <a:lnTo>
                    <a:pt x="281770" y="46053"/>
                  </a:lnTo>
                  <a:lnTo>
                    <a:pt x="277875" y="42463"/>
                  </a:lnTo>
                  <a:lnTo>
                    <a:pt x="273869" y="38999"/>
                  </a:lnTo>
                  <a:lnTo>
                    <a:pt x="269754" y="35663"/>
                  </a:lnTo>
                  <a:lnTo>
                    <a:pt x="265536" y="32460"/>
                  </a:lnTo>
                  <a:lnTo>
                    <a:pt x="261219" y="29391"/>
                  </a:lnTo>
                  <a:lnTo>
                    <a:pt x="256806" y="26461"/>
                  </a:lnTo>
                  <a:lnTo>
                    <a:pt x="252303" y="23672"/>
                  </a:lnTo>
                  <a:lnTo>
                    <a:pt x="247714" y="21027"/>
                  </a:lnTo>
                  <a:lnTo>
                    <a:pt x="243044" y="18529"/>
                  </a:lnTo>
                  <a:lnTo>
                    <a:pt x="238296" y="16180"/>
                  </a:lnTo>
                  <a:lnTo>
                    <a:pt x="233477" y="13983"/>
                  </a:lnTo>
                  <a:lnTo>
                    <a:pt x="228590" y="11939"/>
                  </a:lnTo>
                  <a:lnTo>
                    <a:pt x="223641" y="10052"/>
                  </a:lnTo>
                  <a:lnTo>
                    <a:pt x="218635" y="8322"/>
                  </a:lnTo>
                  <a:lnTo>
                    <a:pt x="213576" y="6751"/>
                  </a:lnTo>
                  <a:lnTo>
                    <a:pt x="208470" y="5342"/>
                  </a:lnTo>
                  <a:lnTo>
                    <a:pt x="203323" y="4095"/>
                  </a:lnTo>
                  <a:lnTo>
                    <a:pt x="198138" y="3012"/>
                  </a:lnTo>
                  <a:lnTo>
                    <a:pt x="192921" y="2093"/>
                  </a:lnTo>
                  <a:lnTo>
                    <a:pt x="187678" y="1340"/>
                  </a:lnTo>
                  <a:lnTo>
                    <a:pt x="182414" y="754"/>
                  </a:lnTo>
                  <a:lnTo>
                    <a:pt x="177134" y="335"/>
                  </a:lnTo>
                  <a:lnTo>
                    <a:pt x="171843" y="83"/>
                  </a:lnTo>
                  <a:lnTo>
                    <a:pt x="166547" y="0"/>
                  </a:lnTo>
                  <a:lnTo>
                    <a:pt x="1665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42604" y="5399291"/>
              <a:ext cx="43611" cy="167167"/>
            </a:xfrm>
            <a:custGeom>
              <a:avLst/>
              <a:pathLst>
                <a:path w="43611" h="167167">
                  <a:moveTo>
                    <a:pt x="43611" y="0"/>
                  </a:moveTo>
                  <a:lnTo>
                    <a:pt x="37309" y="118"/>
                  </a:lnTo>
                  <a:lnTo>
                    <a:pt x="31017" y="475"/>
                  </a:lnTo>
                  <a:lnTo>
                    <a:pt x="24742" y="1068"/>
                  </a:lnTo>
                  <a:lnTo>
                    <a:pt x="18494" y="1897"/>
                  </a:lnTo>
                  <a:lnTo>
                    <a:pt x="12282" y="2961"/>
                  </a:lnTo>
                  <a:lnTo>
                    <a:pt x="6114" y="4259"/>
                  </a:lnTo>
                  <a:lnTo>
                    <a:pt x="0" y="5788"/>
                  </a:lnTo>
                  <a:lnTo>
                    <a:pt x="4361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42604" y="5405080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42604" y="5405080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42604" y="5405080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42604" y="5405080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442604" y="5405080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442604" y="5405080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319053" y="5403319"/>
              <a:ext cx="334318" cy="330304"/>
            </a:xfrm>
            <a:custGeom>
              <a:avLst/>
              <a:pathLst>
                <a:path w="334318" h="330304">
                  <a:moveTo>
                    <a:pt x="123551" y="1761"/>
                  </a:moveTo>
                  <a:lnTo>
                    <a:pt x="118459" y="3224"/>
                  </a:lnTo>
                  <a:lnTo>
                    <a:pt x="113417" y="4847"/>
                  </a:lnTo>
                  <a:lnTo>
                    <a:pt x="108429" y="6630"/>
                  </a:lnTo>
                  <a:lnTo>
                    <a:pt x="103499" y="8569"/>
                  </a:lnTo>
                  <a:lnTo>
                    <a:pt x="98633" y="10664"/>
                  </a:lnTo>
                  <a:lnTo>
                    <a:pt x="93837" y="12912"/>
                  </a:lnTo>
                  <a:lnTo>
                    <a:pt x="89114" y="15311"/>
                  </a:lnTo>
                  <a:lnTo>
                    <a:pt x="84469" y="17858"/>
                  </a:lnTo>
                  <a:lnTo>
                    <a:pt x="79907" y="20551"/>
                  </a:lnTo>
                  <a:lnTo>
                    <a:pt x="75433" y="23387"/>
                  </a:lnTo>
                  <a:lnTo>
                    <a:pt x="71051" y="26364"/>
                  </a:lnTo>
                  <a:lnTo>
                    <a:pt x="66766" y="29478"/>
                  </a:lnTo>
                  <a:lnTo>
                    <a:pt x="62581" y="32726"/>
                  </a:lnTo>
                  <a:lnTo>
                    <a:pt x="58501" y="36105"/>
                  </a:lnTo>
                  <a:lnTo>
                    <a:pt x="54531" y="39612"/>
                  </a:lnTo>
                  <a:lnTo>
                    <a:pt x="50673" y="43243"/>
                  </a:lnTo>
                  <a:lnTo>
                    <a:pt x="46933" y="46994"/>
                  </a:lnTo>
                  <a:lnTo>
                    <a:pt x="43313" y="50861"/>
                  </a:lnTo>
                  <a:lnTo>
                    <a:pt x="39818" y="54842"/>
                  </a:lnTo>
                  <a:lnTo>
                    <a:pt x="36450" y="58931"/>
                  </a:lnTo>
                  <a:lnTo>
                    <a:pt x="33214" y="63125"/>
                  </a:lnTo>
                  <a:lnTo>
                    <a:pt x="30113" y="67419"/>
                  </a:lnTo>
                  <a:lnTo>
                    <a:pt x="27149" y="71810"/>
                  </a:lnTo>
                  <a:lnTo>
                    <a:pt x="24325" y="76292"/>
                  </a:lnTo>
                  <a:lnTo>
                    <a:pt x="21645" y="80861"/>
                  </a:lnTo>
                  <a:lnTo>
                    <a:pt x="19111" y="85513"/>
                  </a:lnTo>
                  <a:lnTo>
                    <a:pt x="16726" y="90243"/>
                  </a:lnTo>
                  <a:lnTo>
                    <a:pt x="14492" y="95047"/>
                  </a:lnTo>
                  <a:lnTo>
                    <a:pt x="12411" y="99918"/>
                  </a:lnTo>
                  <a:lnTo>
                    <a:pt x="10485" y="104853"/>
                  </a:lnTo>
                  <a:lnTo>
                    <a:pt x="8717" y="109847"/>
                  </a:lnTo>
                  <a:lnTo>
                    <a:pt x="7108" y="114894"/>
                  </a:lnTo>
                  <a:lnTo>
                    <a:pt x="5660" y="119989"/>
                  </a:lnTo>
                  <a:lnTo>
                    <a:pt x="4374" y="125128"/>
                  </a:lnTo>
                  <a:lnTo>
                    <a:pt x="3251" y="130305"/>
                  </a:lnTo>
                  <a:lnTo>
                    <a:pt x="2293" y="135515"/>
                  </a:lnTo>
                  <a:lnTo>
                    <a:pt x="1501" y="140753"/>
                  </a:lnTo>
                  <a:lnTo>
                    <a:pt x="874" y="146013"/>
                  </a:lnTo>
                  <a:lnTo>
                    <a:pt x="415" y="151290"/>
                  </a:lnTo>
                  <a:lnTo>
                    <a:pt x="123" y="156580"/>
                  </a:lnTo>
                  <a:lnTo>
                    <a:pt x="0" y="161876"/>
                  </a:lnTo>
                  <a:lnTo>
                    <a:pt x="43" y="167173"/>
                  </a:lnTo>
                  <a:lnTo>
                    <a:pt x="255" y="172466"/>
                  </a:lnTo>
                  <a:lnTo>
                    <a:pt x="634" y="177750"/>
                  </a:lnTo>
                  <a:lnTo>
                    <a:pt x="1181" y="183019"/>
                  </a:lnTo>
                  <a:lnTo>
                    <a:pt x="1894" y="188268"/>
                  </a:lnTo>
                  <a:lnTo>
                    <a:pt x="2773" y="193492"/>
                  </a:lnTo>
                  <a:lnTo>
                    <a:pt x="3817" y="198685"/>
                  </a:lnTo>
                  <a:lnTo>
                    <a:pt x="5026" y="203843"/>
                  </a:lnTo>
                  <a:lnTo>
                    <a:pt x="6397" y="208960"/>
                  </a:lnTo>
                  <a:lnTo>
                    <a:pt x="7929" y="214030"/>
                  </a:lnTo>
                  <a:lnTo>
                    <a:pt x="9622" y="219050"/>
                  </a:lnTo>
                  <a:lnTo>
                    <a:pt x="11472" y="224014"/>
                  </a:lnTo>
                  <a:lnTo>
                    <a:pt x="13479" y="228916"/>
                  </a:lnTo>
                  <a:lnTo>
                    <a:pt x="15641" y="233753"/>
                  </a:lnTo>
                  <a:lnTo>
                    <a:pt x="17954" y="238518"/>
                  </a:lnTo>
                  <a:lnTo>
                    <a:pt x="20417" y="243208"/>
                  </a:lnTo>
                  <a:lnTo>
                    <a:pt x="23028" y="247817"/>
                  </a:lnTo>
                  <a:lnTo>
                    <a:pt x="25783" y="252342"/>
                  </a:lnTo>
                  <a:lnTo>
                    <a:pt x="28681" y="256776"/>
                  </a:lnTo>
                  <a:lnTo>
                    <a:pt x="31717" y="261117"/>
                  </a:lnTo>
                  <a:lnTo>
                    <a:pt x="34889" y="265359"/>
                  </a:lnTo>
                  <a:lnTo>
                    <a:pt x="38195" y="269499"/>
                  </a:lnTo>
                  <a:lnTo>
                    <a:pt x="41629" y="273532"/>
                  </a:lnTo>
                  <a:lnTo>
                    <a:pt x="45190" y="277454"/>
                  </a:lnTo>
                  <a:lnTo>
                    <a:pt x="48873" y="281261"/>
                  </a:lnTo>
                  <a:lnTo>
                    <a:pt x="52676" y="284950"/>
                  </a:lnTo>
                  <a:lnTo>
                    <a:pt x="56593" y="288516"/>
                  </a:lnTo>
                  <a:lnTo>
                    <a:pt x="60621" y="291957"/>
                  </a:lnTo>
                  <a:lnTo>
                    <a:pt x="64756" y="295268"/>
                  </a:lnTo>
                  <a:lnTo>
                    <a:pt x="68994" y="298446"/>
                  </a:lnTo>
                  <a:lnTo>
                    <a:pt x="73330" y="301489"/>
                  </a:lnTo>
                  <a:lnTo>
                    <a:pt x="77761" y="304392"/>
                  </a:lnTo>
                  <a:lnTo>
                    <a:pt x="82281" y="307154"/>
                  </a:lnTo>
                  <a:lnTo>
                    <a:pt x="86887" y="309771"/>
                  </a:lnTo>
                  <a:lnTo>
                    <a:pt x="91573" y="312241"/>
                  </a:lnTo>
                  <a:lnTo>
                    <a:pt x="96335" y="314561"/>
                  </a:lnTo>
                  <a:lnTo>
                    <a:pt x="101169" y="316729"/>
                  </a:lnTo>
                  <a:lnTo>
                    <a:pt x="106068" y="318743"/>
                  </a:lnTo>
                  <a:lnTo>
                    <a:pt x="111029" y="320601"/>
                  </a:lnTo>
                  <a:lnTo>
                    <a:pt x="116047" y="322300"/>
                  </a:lnTo>
                  <a:lnTo>
                    <a:pt x="121115" y="323840"/>
                  </a:lnTo>
                  <a:lnTo>
                    <a:pt x="126230" y="325218"/>
                  </a:lnTo>
                  <a:lnTo>
                    <a:pt x="131386" y="326434"/>
                  </a:lnTo>
                  <a:lnTo>
                    <a:pt x="136578" y="327486"/>
                  </a:lnTo>
                  <a:lnTo>
                    <a:pt x="141801" y="328372"/>
                  </a:lnTo>
                  <a:lnTo>
                    <a:pt x="147049" y="329093"/>
                  </a:lnTo>
                  <a:lnTo>
                    <a:pt x="152317" y="329647"/>
                  </a:lnTo>
                  <a:lnTo>
                    <a:pt x="157600" y="330033"/>
                  </a:lnTo>
                  <a:lnTo>
                    <a:pt x="162893" y="330253"/>
                  </a:lnTo>
                  <a:lnTo>
                    <a:pt x="168190" y="330304"/>
                  </a:lnTo>
                  <a:lnTo>
                    <a:pt x="173486" y="330187"/>
                  </a:lnTo>
                  <a:lnTo>
                    <a:pt x="178776" y="329903"/>
                  </a:lnTo>
                  <a:lnTo>
                    <a:pt x="184054" y="329451"/>
                  </a:lnTo>
                  <a:lnTo>
                    <a:pt x="189315" y="328833"/>
                  </a:lnTo>
                  <a:lnTo>
                    <a:pt x="194554" y="328048"/>
                  </a:lnTo>
                  <a:lnTo>
                    <a:pt x="199765" y="327097"/>
                  </a:lnTo>
                  <a:lnTo>
                    <a:pt x="204944" y="325982"/>
                  </a:lnTo>
                  <a:lnTo>
                    <a:pt x="210085" y="324703"/>
                  </a:lnTo>
                  <a:lnTo>
                    <a:pt x="215182" y="323262"/>
                  </a:lnTo>
                  <a:lnTo>
                    <a:pt x="220231" y="321660"/>
                  </a:lnTo>
                  <a:lnTo>
                    <a:pt x="225227" y="319899"/>
                  </a:lnTo>
                  <a:lnTo>
                    <a:pt x="230165" y="317980"/>
                  </a:lnTo>
                  <a:lnTo>
                    <a:pt x="235040" y="315906"/>
                  </a:lnTo>
                  <a:lnTo>
                    <a:pt x="239846" y="313679"/>
                  </a:lnTo>
                  <a:lnTo>
                    <a:pt x="244579" y="311300"/>
                  </a:lnTo>
                  <a:lnTo>
                    <a:pt x="249235" y="308773"/>
                  </a:lnTo>
                  <a:lnTo>
                    <a:pt x="253808" y="306099"/>
                  </a:lnTo>
                  <a:lnTo>
                    <a:pt x="258294" y="303282"/>
                  </a:lnTo>
                  <a:lnTo>
                    <a:pt x="262689" y="300324"/>
                  </a:lnTo>
                  <a:lnTo>
                    <a:pt x="266987" y="297229"/>
                  </a:lnTo>
                  <a:lnTo>
                    <a:pt x="271186" y="293998"/>
                  </a:lnTo>
                  <a:lnTo>
                    <a:pt x="275280" y="290637"/>
                  </a:lnTo>
                  <a:lnTo>
                    <a:pt x="279265" y="287147"/>
                  </a:lnTo>
                  <a:lnTo>
                    <a:pt x="283138" y="283533"/>
                  </a:lnTo>
                  <a:lnTo>
                    <a:pt x="286895" y="279798"/>
                  </a:lnTo>
                  <a:lnTo>
                    <a:pt x="290531" y="275945"/>
                  </a:lnTo>
                  <a:lnTo>
                    <a:pt x="294043" y="271980"/>
                  </a:lnTo>
                  <a:lnTo>
                    <a:pt x="297428" y="267905"/>
                  </a:lnTo>
                  <a:lnTo>
                    <a:pt x="300682" y="263725"/>
                  </a:lnTo>
                  <a:lnTo>
                    <a:pt x="303802" y="259444"/>
                  </a:lnTo>
                  <a:lnTo>
                    <a:pt x="306785" y="255066"/>
                  </a:lnTo>
                  <a:lnTo>
                    <a:pt x="309627" y="250596"/>
                  </a:lnTo>
                  <a:lnTo>
                    <a:pt x="312327" y="246038"/>
                  </a:lnTo>
                  <a:lnTo>
                    <a:pt x="314881" y="241397"/>
                  </a:lnTo>
                  <a:lnTo>
                    <a:pt x="317286" y="236677"/>
                  </a:lnTo>
                  <a:lnTo>
                    <a:pt x="319541" y="231884"/>
                  </a:lnTo>
                  <a:lnTo>
                    <a:pt x="321642" y="227021"/>
                  </a:lnTo>
                  <a:lnTo>
                    <a:pt x="323589" y="222094"/>
                  </a:lnTo>
                  <a:lnTo>
                    <a:pt x="325378" y="217108"/>
                  </a:lnTo>
                  <a:lnTo>
                    <a:pt x="327009" y="212068"/>
                  </a:lnTo>
                  <a:lnTo>
                    <a:pt x="328479" y="206979"/>
                  </a:lnTo>
                  <a:lnTo>
                    <a:pt x="329787" y="201846"/>
                  </a:lnTo>
                  <a:lnTo>
                    <a:pt x="330932" y="196673"/>
                  </a:lnTo>
                  <a:lnTo>
                    <a:pt x="331912" y="191468"/>
                  </a:lnTo>
                  <a:lnTo>
                    <a:pt x="332727" y="186233"/>
                  </a:lnTo>
                  <a:lnTo>
                    <a:pt x="333375" y="180976"/>
                  </a:lnTo>
                  <a:lnTo>
                    <a:pt x="333857" y="175700"/>
                  </a:lnTo>
                  <a:lnTo>
                    <a:pt x="334171" y="170412"/>
                  </a:lnTo>
                  <a:lnTo>
                    <a:pt x="334318" y="165117"/>
                  </a:lnTo>
                  <a:lnTo>
                    <a:pt x="334297" y="159820"/>
                  </a:lnTo>
                  <a:lnTo>
                    <a:pt x="334108" y="154526"/>
                  </a:lnTo>
                  <a:lnTo>
                    <a:pt x="333751" y="149240"/>
                  </a:lnTo>
                  <a:lnTo>
                    <a:pt x="333227" y="143969"/>
                  </a:lnTo>
                  <a:lnTo>
                    <a:pt x="332536" y="138717"/>
                  </a:lnTo>
                  <a:lnTo>
                    <a:pt x="331679" y="133489"/>
                  </a:lnTo>
                  <a:lnTo>
                    <a:pt x="330657" y="128292"/>
                  </a:lnTo>
                  <a:lnTo>
                    <a:pt x="329471" y="123129"/>
                  </a:lnTo>
                  <a:lnTo>
                    <a:pt x="328122" y="118006"/>
                  </a:lnTo>
                  <a:lnTo>
                    <a:pt x="326611" y="112929"/>
                  </a:lnTo>
                  <a:lnTo>
                    <a:pt x="324940" y="107902"/>
                  </a:lnTo>
                  <a:lnTo>
                    <a:pt x="323110" y="102930"/>
                  </a:lnTo>
                  <a:lnTo>
                    <a:pt x="321124" y="98020"/>
                  </a:lnTo>
                  <a:lnTo>
                    <a:pt x="318984" y="93174"/>
                  </a:lnTo>
                  <a:lnTo>
                    <a:pt x="316691" y="88399"/>
                  </a:lnTo>
                  <a:lnTo>
                    <a:pt x="314247" y="83698"/>
                  </a:lnTo>
                  <a:lnTo>
                    <a:pt x="311656" y="79078"/>
                  </a:lnTo>
                  <a:lnTo>
                    <a:pt x="308920" y="74542"/>
                  </a:lnTo>
                  <a:lnTo>
                    <a:pt x="306042" y="70095"/>
                  </a:lnTo>
                  <a:lnTo>
                    <a:pt x="303024" y="65741"/>
                  </a:lnTo>
                  <a:lnTo>
                    <a:pt x="299870" y="61485"/>
                  </a:lnTo>
                  <a:lnTo>
                    <a:pt x="296582" y="57331"/>
                  </a:lnTo>
                  <a:lnTo>
                    <a:pt x="293165" y="53284"/>
                  </a:lnTo>
                  <a:lnTo>
                    <a:pt x="289621" y="49347"/>
                  </a:lnTo>
                  <a:lnTo>
                    <a:pt x="285954" y="45524"/>
                  </a:lnTo>
                  <a:lnTo>
                    <a:pt x="282167" y="41819"/>
                  </a:lnTo>
                  <a:lnTo>
                    <a:pt x="278266" y="38236"/>
                  </a:lnTo>
                  <a:lnTo>
                    <a:pt x="274252" y="34778"/>
                  </a:lnTo>
                  <a:lnTo>
                    <a:pt x="270131" y="31450"/>
                  </a:lnTo>
                  <a:lnTo>
                    <a:pt x="265907" y="28253"/>
                  </a:lnTo>
                  <a:lnTo>
                    <a:pt x="261584" y="25192"/>
                  </a:lnTo>
                  <a:lnTo>
                    <a:pt x="257165" y="22270"/>
                  </a:lnTo>
                  <a:lnTo>
                    <a:pt x="252657" y="19489"/>
                  </a:lnTo>
                  <a:lnTo>
                    <a:pt x="248062" y="16852"/>
                  </a:lnTo>
                  <a:lnTo>
                    <a:pt x="243387" y="14362"/>
                  </a:lnTo>
                  <a:lnTo>
                    <a:pt x="238634" y="12022"/>
                  </a:lnTo>
                  <a:lnTo>
                    <a:pt x="233810" y="9833"/>
                  </a:lnTo>
                  <a:lnTo>
                    <a:pt x="228919" y="7798"/>
                  </a:lnTo>
                  <a:lnTo>
                    <a:pt x="223966" y="5919"/>
                  </a:lnTo>
                  <a:lnTo>
                    <a:pt x="218956" y="4198"/>
                  </a:lnTo>
                  <a:lnTo>
                    <a:pt x="213894" y="2637"/>
                  </a:lnTo>
                  <a:lnTo>
                    <a:pt x="208785" y="1237"/>
                  </a:lnTo>
                  <a:lnTo>
                    <a:pt x="203635" y="0"/>
                  </a:lnTo>
                  <a:lnTo>
                    <a:pt x="167162" y="1631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486215" y="5399291"/>
              <a:ext cx="36472" cy="167167"/>
            </a:xfrm>
            <a:custGeom>
              <a:avLst/>
              <a:pathLst>
                <a:path w="36472" h="167167">
                  <a:moveTo>
                    <a:pt x="36472" y="4027"/>
                  </a:moveTo>
                  <a:lnTo>
                    <a:pt x="30468" y="2800"/>
                  </a:lnTo>
                  <a:lnTo>
                    <a:pt x="24424" y="1793"/>
                  </a:lnTo>
                  <a:lnTo>
                    <a:pt x="18347" y="1009"/>
                  </a:lnTo>
                  <a:lnTo>
                    <a:pt x="12245" y="449"/>
                  </a:lnTo>
                  <a:lnTo>
                    <a:pt x="612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856377" y="5399291"/>
              <a:ext cx="167166" cy="312497"/>
            </a:xfrm>
            <a:custGeom>
              <a:avLst/>
              <a:pathLst>
                <a:path w="167166" h="312497">
                  <a:moveTo>
                    <a:pt x="167166" y="0"/>
                  </a:moveTo>
                  <a:lnTo>
                    <a:pt x="161817" y="85"/>
                  </a:lnTo>
                  <a:lnTo>
                    <a:pt x="156472" y="342"/>
                  </a:lnTo>
                  <a:lnTo>
                    <a:pt x="151139" y="770"/>
                  </a:lnTo>
                  <a:lnTo>
                    <a:pt x="145822" y="1368"/>
                  </a:lnTo>
                  <a:lnTo>
                    <a:pt x="140526" y="2136"/>
                  </a:lnTo>
                  <a:lnTo>
                    <a:pt x="135259" y="3073"/>
                  </a:lnTo>
                  <a:lnTo>
                    <a:pt x="130023" y="4178"/>
                  </a:lnTo>
                  <a:lnTo>
                    <a:pt x="124826" y="5450"/>
                  </a:lnTo>
                  <a:lnTo>
                    <a:pt x="119672" y="6888"/>
                  </a:lnTo>
                  <a:lnTo>
                    <a:pt x="114567" y="8490"/>
                  </a:lnTo>
                  <a:lnTo>
                    <a:pt x="109516" y="10255"/>
                  </a:lnTo>
                  <a:lnTo>
                    <a:pt x="104524" y="12180"/>
                  </a:lnTo>
                  <a:lnTo>
                    <a:pt x="99596" y="14264"/>
                  </a:lnTo>
                  <a:lnTo>
                    <a:pt x="94737" y="16505"/>
                  </a:lnTo>
                  <a:lnTo>
                    <a:pt x="89953" y="18900"/>
                  </a:lnTo>
                  <a:lnTo>
                    <a:pt x="85247" y="21447"/>
                  </a:lnTo>
                  <a:lnTo>
                    <a:pt x="80626" y="24144"/>
                  </a:lnTo>
                  <a:lnTo>
                    <a:pt x="76093" y="26987"/>
                  </a:lnTo>
                  <a:lnTo>
                    <a:pt x="71653" y="29973"/>
                  </a:lnTo>
                  <a:lnTo>
                    <a:pt x="67311" y="33100"/>
                  </a:lnTo>
                  <a:lnTo>
                    <a:pt x="63072" y="36364"/>
                  </a:lnTo>
                  <a:lnTo>
                    <a:pt x="58939" y="39763"/>
                  </a:lnTo>
                  <a:lnTo>
                    <a:pt x="54917" y="43292"/>
                  </a:lnTo>
                  <a:lnTo>
                    <a:pt x="51010" y="46947"/>
                  </a:lnTo>
                  <a:lnTo>
                    <a:pt x="47223" y="50726"/>
                  </a:lnTo>
                  <a:lnTo>
                    <a:pt x="43557" y="54625"/>
                  </a:lnTo>
                  <a:lnTo>
                    <a:pt x="40019" y="58638"/>
                  </a:lnTo>
                  <a:lnTo>
                    <a:pt x="36611" y="62763"/>
                  </a:lnTo>
                  <a:lnTo>
                    <a:pt x="33337" y="66995"/>
                  </a:lnTo>
                  <a:lnTo>
                    <a:pt x="30199" y="71329"/>
                  </a:lnTo>
                  <a:lnTo>
                    <a:pt x="27202" y="75761"/>
                  </a:lnTo>
                  <a:lnTo>
                    <a:pt x="24349" y="80287"/>
                  </a:lnTo>
                  <a:lnTo>
                    <a:pt x="21641" y="84903"/>
                  </a:lnTo>
                  <a:lnTo>
                    <a:pt x="19083" y="89602"/>
                  </a:lnTo>
                  <a:lnTo>
                    <a:pt x="16677" y="94381"/>
                  </a:lnTo>
                  <a:lnTo>
                    <a:pt x="14424" y="99234"/>
                  </a:lnTo>
                  <a:lnTo>
                    <a:pt x="12329" y="104157"/>
                  </a:lnTo>
                  <a:lnTo>
                    <a:pt x="10391" y="109145"/>
                  </a:lnTo>
                  <a:lnTo>
                    <a:pt x="8615" y="114192"/>
                  </a:lnTo>
                  <a:lnTo>
                    <a:pt x="7001" y="119293"/>
                  </a:lnTo>
                  <a:lnTo>
                    <a:pt x="5551" y="124444"/>
                  </a:lnTo>
                  <a:lnTo>
                    <a:pt x="4266" y="129638"/>
                  </a:lnTo>
                  <a:lnTo>
                    <a:pt x="3149" y="134870"/>
                  </a:lnTo>
                  <a:lnTo>
                    <a:pt x="2199" y="140136"/>
                  </a:lnTo>
                  <a:lnTo>
                    <a:pt x="1418" y="145429"/>
                  </a:lnTo>
                  <a:lnTo>
                    <a:pt x="808" y="150745"/>
                  </a:lnTo>
                  <a:lnTo>
                    <a:pt x="367" y="156077"/>
                  </a:lnTo>
                  <a:lnTo>
                    <a:pt x="98" y="161421"/>
                  </a:lnTo>
                  <a:lnTo>
                    <a:pt x="0" y="166771"/>
                  </a:lnTo>
                  <a:lnTo>
                    <a:pt x="72" y="172121"/>
                  </a:lnTo>
                  <a:lnTo>
                    <a:pt x="317" y="177466"/>
                  </a:lnTo>
                  <a:lnTo>
                    <a:pt x="732" y="182800"/>
                  </a:lnTo>
                  <a:lnTo>
                    <a:pt x="1317" y="188119"/>
                  </a:lnTo>
                  <a:lnTo>
                    <a:pt x="2073" y="193416"/>
                  </a:lnTo>
                  <a:lnTo>
                    <a:pt x="2997" y="198686"/>
                  </a:lnTo>
                  <a:lnTo>
                    <a:pt x="4090" y="203924"/>
                  </a:lnTo>
                  <a:lnTo>
                    <a:pt x="5350" y="209124"/>
                  </a:lnTo>
                  <a:lnTo>
                    <a:pt x="6776" y="214281"/>
                  </a:lnTo>
                  <a:lnTo>
                    <a:pt x="8366" y="219390"/>
                  </a:lnTo>
                  <a:lnTo>
                    <a:pt x="10118" y="224445"/>
                  </a:lnTo>
                  <a:lnTo>
                    <a:pt x="12032" y="229442"/>
                  </a:lnTo>
                  <a:lnTo>
                    <a:pt x="14104" y="234375"/>
                  </a:lnTo>
                  <a:lnTo>
                    <a:pt x="16334" y="239239"/>
                  </a:lnTo>
                  <a:lnTo>
                    <a:pt x="18717" y="244029"/>
                  </a:lnTo>
                  <a:lnTo>
                    <a:pt x="21253" y="248741"/>
                  </a:lnTo>
                  <a:lnTo>
                    <a:pt x="23939" y="253369"/>
                  </a:lnTo>
                  <a:lnTo>
                    <a:pt x="26771" y="257908"/>
                  </a:lnTo>
                  <a:lnTo>
                    <a:pt x="29747" y="262355"/>
                  </a:lnTo>
                  <a:lnTo>
                    <a:pt x="32863" y="266704"/>
                  </a:lnTo>
                  <a:lnTo>
                    <a:pt x="36118" y="270951"/>
                  </a:lnTo>
                  <a:lnTo>
                    <a:pt x="39506" y="275092"/>
                  </a:lnTo>
                  <a:lnTo>
                    <a:pt x="43026" y="279122"/>
                  </a:lnTo>
                  <a:lnTo>
                    <a:pt x="46672" y="283038"/>
                  </a:lnTo>
                  <a:lnTo>
                    <a:pt x="50442" y="286835"/>
                  </a:lnTo>
                  <a:lnTo>
                    <a:pt x="54332" y="290509"/>
                  </a:lnTo>
                  <a:lnTo>
                    <a:pt x="58337" y="294057"/>
                  </a:lnTo>
                  <a:lnTo>
                    <a:pt x="62453" y="297475"/>
                  </a:lnTo>
                  <a:lnTo>
                    <a:pt x="66677" y="300759"/>
                  </a:lnTo>
                  <a:lnTo>
                    <a:pt x="71004" y="303907"/>
                  </a:lnTo>
                  <a:lnTo>
                    <a:pt x="75430" y="306914"/>
                  </a:lnTo>
                  <a:lnTo>
                    <a:pt x="79949" y="309778"/>
                  </a:lnTo>
                  <a:lnTo>
                    <a:pt x="84558" y="312497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940935" y="5566459"/>
              <a:ext cx="82608" cy="145329"/>
            </a:xfrm>
            <a:custGeom>
              <a:avLst/>
              <a:pathLst>
                <a:path w="82608" h="145329">
                  <a:moveTo>
                    <a:pt x="0" y="145329"/>
                  </a:moveTo>
                  <a:lnTo>
                    <a:pt x="82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940935" y="5566459"/>
              <a:ext cx="82608" cy="145329"/>
            </a:xfrm>
            <a:custGeom>
              <a:avLst/>
              <a:pathLst>
                <a:path w="82608" h="145329">
                  <a:moveTo>
                    <a:pt x="0" y="145329"/>
                  </a:moveTo>
                  <a:lnTo>
                    <a:pt x="82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4940935" y="5566459"/>
              <a:ext cx="82608" cy="145329"/>
            </a:xfrm>
            <a:custGeom>
              <a:avLst/>
              <a:pathLst>
                <a:path w="82608" h="145329">
                  <a:moveTo>
                    <a:pt x="0" y="145329"/>
                  </a:moveTo>
                  <a:lnTo>
                    <a:pt x="82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4940935" y="5566459"/>
              <a:ext cx="82608" cy="145329"/>
            </a:xfrm>
            <a:custGeom>
              <a:avLst/>
              <a:pathLst>
                <a:path w="82608" h="145329">
                  <a:moveTo>
                    <a:pt x="0" y="145329"/>
                  </a:moveTo>
                  <a:lnTo>
                    <a:pt x="8260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4940935" y="5566459"/>
              <a:ext cx="82608" cy="145329"/>
            </a:xfrm>
            <a:custGeom>
              <a:avLst/>
              <a:pathLst>
                <a:path w="82608" h="145329">
                  <a:moveTo>
                    <a:pt x="0" y="145329"/>
                  </a:moveTo>
                  <a:lnTo>
                    <a:pt x="8260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4940935" y="5566459"/>
              <a:ext cx="123255" cy="167152"/>
            </a:xfrm>
            <a:custGeom>
              <a:avLst/>
              <a:pathLst>
                <a:path w="123255" h="167152">
                  <a:moveTo>
                    <a:pt x="0" y="145329"/>
                  </a:moveTo>
                  <a:lnTo>
                    <a:pt x="4862" y="147987"/>
                  </a:lnTo>
                  <a:lnTo>
                    <a:pt x="9810" y="150483"/>
                  </a:lnTo>
                  <a:lnTo>
                    <a:pt x="14838" y="152813"/>
                  </a:lnTo>
                  <a:lnTo>
                    <a:pt x="19940" y="154976"/>
                  </a:lnTo>
                  <a:lnTo>
                    <a:pt x="25111" y="156968"/>
                  </a:lnTo>
                  <a:lnTo>
                    <a:pt x="30346" y="158787"/>
                  </a:lnTo>
                  <a:lnTo>
                    <a:pt x="35637" y="160432"/>
                  </a:lnTo>
                  <a:lnTo>
                    <a:pt x="40981" y="161901"/>
                  </a:lnTo>
                  <a:lnTo>
                    <a:pt x="46370" y="163192"/>
                  </a:lnTo>
                  <a:lnTo>
                    <a:pt x="51799" y="164303"/>
                  </a:lnTo>
                  <a:lnTo>
                    <a:pt x="57262" y="165234"/>
                  </a:lnTo>
                  <a:lnTo>
                    <a:pt x="62753" y="165984"/>
                  </a:lnTo>
                  <a:lnTo>
                    <a:pt x="68265" y="166550"/>
                  </a:lnTo>
                  <a:lnTo>
                    <a:pt x="73793" y="166934"/>
                  </a:lnTo>
                  <a:lnTo>
                    <a:pt x="79331" y="167135"/>
                  </a:lnTo>
                  <a:lnTo>
                    <a:pt x="84873" y="167152"/>
                  </a:lnTo>
                  <a:lnTo>
                    <a:pt x="90412" y="166985"/>
                  </a:lnTo>
                  <a:lnTo>
                    <a:pt x="95943" y="166634"/>
                  </a:lnTo>
                  <a:lnTo>
                    <a:pt x="101459" y="166101"/>
                  </a:lnTo>
                  <a:lnTo>
                    <a:pt x="106954" y="165385"/>
                  </a:lnTo>
                  <a:lnTo>
                    <a:pt x="112422" y="164487"/>
                  </a:lnTo>
                  <a:lnTo>
                    <a:pt x="117858" y="163408"/>
                  </a:lnTo>
                  <a:lnTo>
                    <a:pt x="123255" y="162150"/>
                  </a:lnTo>
                  <a:lnTo>
                    <a:pt x="8260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023544" y="5399291"/>
              <a:ext cx="167156" cy="329318"/>
            </a:xfrm>
            <a:custGeom>
              <a:avLst/>
              <a:pathLst>
                <a:path w="167156" h="329318">
                  <a:moveTo>
                    <a:pt x="40646" y="329318"/>
                  </a:moveTo>
                  <a:lnTo>
                    <a:pt x="45785" y="327942"/>
                  </a:lnTo>
                  <a:lnTo>
                    <a:pt x="50877" y="326404"/>
                  </a:lnTo>
                  <a:lnTo>
                    <a:pt x="55918" y="324704"/>
                  </a:lnTo>
                  <a:lnTo>
                    <a:pt x="60902" y="322845"/>
                  </a:lnTo>
                  <a:lnTo>
                    <a:pt x="65825" y="320829"/>
                  </a:lnTo>
                  <a:lnTo>
                    <a:pt x="70681" y="318657"/>
                  </a:lnTo>
                  <a:lnTo>
                    <a:pt x="75465" y="316331"/>
                  </a:lnTo>
                  <a:lnTo>
                    <a:pt x="80173" y="313854"/>
                  </a:lnTo>
                  <a:lnTo>
                    <a:pt x="84800" y="311229"/>
                  </a:lnTo>
                  <a:lnTo>
                    <a:pt x="89341" y="308458"/>
                  </a:lnTo>
                  <a:lnTo>
                    <a:pt x="93791" y="305543"/>
                  </a:lnTo>
                  <a:lnTo>
                    <a:pt x="98147" y="302489"/>
                  </a:lnTo>
                  <a:lnTo>
                    <a:pt x="102403" y="299298"/>
                  </a:lnTo>
                  <a:lnTo>
                    <a:pt x="106555" y="295972"/>
                  </a:lnTo>
                  <a:lnTo>
                    <a:pt x="110600" y="292517"/>
                  </a:lnTo>
                  <a:lnTo>
                    <a:pt x="114532" y="288934"/>
                  </a:lnTo>
                  <a:lnTo>
                    <a:pt x="118349" y="285228"/>
                  </a:lnTo>
                  <a:lnTo>
                    <a:pt x="122045" y="281403"/>
                  </a:lnTo>
                  <a:lnTo>
                    <a:pt x="125618" y="277461"/>
                  </a:lnTo>
                  <a:lnTo>
                    <a:pt x="129064" y="273409"/>
                  </a:lnTo>
                  <a:lnTo>
                    <a:pt x="132379" y="269248"/>
                  </a:lnTo>
                  <a:lnTo>
                    <a:pt x="135560" y="264984"/>
                  </a:lnTo>
                  <a:lnTo>
                    <a:pt x="138604" y="260621"/>
                  </a:lnTo>
                  <a:lnTo>
                    <a:pt x="141507" y="256164"/>
                  </a:lnTo>
                  <a:lnTo>
                    <a:pt x="144268" y="251616"/>
                  </a:lnTo>
                  <a:lnTo>
                    <a:pt x="146882" y="246983"/>
                  </a:lnTo>
                  <a:lnTo>
                    <a:pt x="149347" y="242269"/>
                  </a:lnTo>
                  <a:lnTo>
                    <a:pt x="151661" y="237479"/>
                  </a:lnTo>
                  <a:lnTo>
                    <a:pt x="153821" y="232618"/>
                  </a:lnTo>
                  <a:lnTo>
                    <a:pt x="155826" y="227690"/>
                  </a:lnTo>
                  <a:lnTo>
                    <a:pt x="157673" y="222701"/>
                  </a:lnTo>
                  <a:lnTo>
                    <a:pt x="159360" y="217656"/>
                  </a:lnTo>
                  <a:lnTo>
                    <a:pt x="160886" y="212560"/>
                  </a:lnTo>
                  <a:lnTo>
                    <a:pt x="162249" y="207418"/>
                  </a:lnTo>
                  <a:lnTo>
                    <a:pt x="163447" y="202235"/>
                  </a:lnTo>
                  <a:lnTo>
                    <a:pt x="164480" y="197017"/>
                  </a:lnTo>
                  <a:lnTo>
                    <a:pt x="165347" y="191768"/>
                  </a:lnTo>
                  <a:lnTo>
                    <a:pt x="166046" y="186494"/>
                  </a:lnTo>
                  <a:lnTo>
                    <a:pt x="166577" y="181201"/>
                  </a:lnTo>
                  <a:lnTo>
                    <a:pt x="166939" y="175894"/>
                  </a:lnTo>
                  <a:lnTo>
                    <a:pt x="167132" y="170578"/>
                  </a:lnTo>
                  <a:lnTo>
                    <a:pt x="167156" y="165258"/>
                  </a:lnTo>
                  <a:lnTo>
                    <a:pt x="167011" y="159940"/>
                  </a:lnTo>
                  <a:lnTo>
                    <a:pt x="166696" y="154630"/>
                  </a:lnTo>
                  <a:lnTo>
                    <a:pt x="166213" y="149332"/>
                  </a:lnTo>
                  <a:lnTo>
                    <a:pt x="165561" y="144052"/>
                  </a:lnTo>
                  <a:lnTo>
                    <a:pt x="164742" y="138796"/>
                  </a:lnTo>
                  <a:lnTo>
                    <a:pt x="163756" y="133569"/>
                  </a:lnTo>
                  <a:lnTo>
                    <a:pt x="162604" y="128375"/>
                  </a:lnTo>
                  <a:lnTo>
                    <a:pt x="161287" y="123221"/>
                  </a:lnTo>
                  <a:lnTo>
                    <a:pt x="159807" y="118111"/>
                  </a:lnTo>
                  <a:lnTo>
                    <a:pt x="158165" y="113051"/>
                  </a:lnTo>
                  <a:lnTo>
                    <a:pt x="156363" y="108046"/>
                  </a:lnTo>
                  <a:lnTo>
                    <a:pt x="154403" y="103101"/>
                  </a:lnTo>
                  <a:lnTo>
                    <a:pt x="152286" y="98220"/>
                  </a:lnTo>
                  <a:lnTo>
                    <a:pt x="150015" y="93410"/>
                  </a:lnTo>
                  <a:lnTo>
                    <a:pt x="147593" y="88674"/>
                  </a:lnTo>
                  <a:lnTo>
                    <a:pt x="145020" y="84017"/>
                  </a:lnTo>
                  <a:lnTo>
                    <a:pt x="142301" y="79445"/>
                  </a:lnTo>
                  <a:lnTo>
                    <a:pt x="139438" y="74961"/>
                  </a:lnTo>
                  <a:lnTo>
                    <a:pt x="136434" y="70571"/>
                  </a:lnTo>
                  <a:lnTo>
                    <a:pt x="133291" y="66279"/>
                  </a:lnTo>
                  <a:lnTo>
                    <a:pt x="130013" y="62089"/>
                  </a:lnTo>
                  <a:lnTo>
                    <a:pt x="126604" y="58005"/>
                  </a:lnTo>
                  <a:lnTo>
                    <a:pt x="123067" y="54032"/>
                  </a:lnTo>
                  <a:lnTo>
                    <a:pt x="119404" y="50174"/>
                  </a:lnTo>
                  <a:lnTo>
                    <a:pt x="115621" y="46434"/>
                  </a:lnTo>
                  <a:lnTo>
                    <a:pt x="111721" y="42816"/>
                  </a:lnTo>
                  <a:lnTo>
                    <a:pt x="107708" y="39324"/>
                  </a:lnTo>
                  <a:lnTo>
                    <a:pt x="103586" y="35962"/>
                  </a:lnTo>
                  <a:lnTo>
                    <a:pt x="99359" y="32732"/>
                  </a:lnTo>
                  <a:lnTo>
                    <a:pt x="95031" y="29639"/>
                  </a:lnTo>
                  <a:lnTo>
                    <a:pt x="90607" y="26685"/>
                  </a:lnTo>
                  <a:lnTo>
                    <a:pt x="86091" y="23873"/>
                  </a:lnTo>
                  <a:lnTo>
                    <a:pt x="81488" y="21206"/>
                  </a:lnTo>
                  <a:lnTo>
                    <a:pt x="76802" y="18687"/>
                  </a:lnTo>
                  <a:lnTo>
                    <a:pt x="72039" y="16318"/>
                  </a:lnTo>
                  <a:lnTo>
                    <a:pt x="67203" y="14103"/>
                  </a:lnTo>
                  <a:lnTo>
                    <a:pt x="62298" y="12042"/>
                  </a:lnTo>
                  <a:lnTo>
                    <a:pt x="57331" y="10138"/>
                  </a:lnTo>
                  <a:lnTo>
                    <a:pt x="52305" y="8393"/>
                  </a:lnTo>
                  <a:lnTo>
                    <a:pt x="47227" y="6809"/>
                  </a:lnTo>
                  <a:lnTo>
                    <a:pt x="42101" y="5388"/>
                  </a:lnTo>
                  <a:lnTo>
                    <a:pt x="36932" y="4130"/>
                  </a:lnTo>
                  <a:lnTo>
                    <a:pt x="31726" y="3038"/>
                  </a:lnTo>
                  <a:lnTo>
                    <a:pt x="26487" y="2111"/>
                  </a:lnTo>
                  <a:lnTo>
                    <a:pt x="21222" y="1352"/>
                  </a:lnTo>
                  <a:lnTo>
                    <a:pt x="15935" y="761"/>
                  </a:lnTo>
                  <a:lnTo>
                    <a:pt x="10632" y="338"/>
                  </a:lnTo>
                  <a:lnTo>
                    <a:pt x="531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27161" y="5269756"/>
              <a:ext cx="118096" cy="167167"/>
            </a:xfrm>
            <a:custGeom>
              <a:avLst/>
              <a:pathLst>
                <a:path w="118096" h="167167">
                  <a:moveTo>
                    <a:pt x="118096" y="0"/>
                  </a:moveTo>
                  <a:lnTo>
                    <a:pt x="112396" y="97"/>
                  </a:lnTo>
                  <a:lnTo>
                    <a:pt x="106702" y="388"/>
                  </a:lnTo>
                  <a:lnTo>
                    <a:pt x="101021" y="874"/>
                  </a:lnTo>
                  <a:lnTo>
                    <a:pt x="95360" y="1553"/>
                  </a:lnTo>
                  <a:lnTo>
                    <a:pt x="89726" y="2425"/>
                  </a:lnTo>
                  <a:lnTo>
                    <a:pt x="84124" y="3488"/>
                  </a:lnTo>
                  <a:lnTo>
                    <a:pt x="78562" y="4742"/>
                  </a:lnTo>
                  <a:lnTo>
                    <a:pt x="73046" y="6184"/>
                  </a:lnTo>
                  <a:lnTo>
                    <a:pt x="67583" y="7814"/>
                  </a:lnTo>
                  <a:lnTo>
                    <a:pt x="62178" y="9629"/>
                  </a:lnTo>
                  <a:lnTo>
                    <a:pt x="56838" y="11628"/>
                  </a:lnTo>
                  <a:lnTo>
                    <a:pt x="51570" y="13807"/>
                  </a:lnTo>
                  <a:lnTo>
                    <a:pt x="46379" y="16165"/>
                  </a:lnTo>
                  <a:lnTo>
                    <a:pt x="41271" y="18699"/>
                  </a:lnTo>
                  <a:lnTo>
                    <a:pt x="36253" y="21405"/>
                  </a:lnTo>
                  <a:lnTo>
                    <a:pt x="31330" y="24280"/>
                  </a:lnTo>
                  <a:lnTo>
                    <a:pt x="26508" y="27322"/>
                  </a:lnTo>
                  <a:lnTo>
                    <a:pt x="21792" y="30527"/>
                  </a:lnTo>
                  <a:lnTo>
                    <a:pt x="17189" y="33891"/>
                  </a:lnTo>
                  <a:lnTo>
                    <a:pt x="12702" y="37409"/>
                  </a:lnTo>
                  <a:lnTo>
                    <a:pt x="8339" y="41079"/>
                  </a:lnTo>
                  <a:lnTo>
                    <a:pt x="4103" y="44895"/>
                  </a:lnTo>
                  <a:lnTo>
                    <a:pt x="0" y="48853"/>
                  </a:lnTo>
                  <a:lnTo>
                    <a:pt x="11809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427161" y="5318610"/>
              <a:ext cx="118096" cy="118313"/>
            </a:xfrm>
            <a:custGeom>
              <a:avLst/>
              <a:pathLst>
                <a:path w="118096" h="118313">
                  <a:moveTo>
                    <a:pt x="0" y="0"/>
                  </a:moveTo>
                  <a:lnTo>
                    <a:pt x="118096" y="1183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27161" y="5318610"/>
              <a:ext cx="118096" cy="118313"/>
            </a:xfrm>
            <a:custGeom>
              <a:avLst/>
              <a:pathLst>
                <a:path w="118096" h="118313">
                  <a:moveTo>
                    <a:pt x="0" y="0"/>
                  </a:moveTo>
                  <a:lnTo>
                    <a:pt x="118096" y="1183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27161" y="5318610"/>
              <a:ext cx="118096" cy="118313"/>
            </a:xfrm>
            <a:custGeom>
              <a:avLst/>
              <a:pathLst>
                <a:path w="118096" h="118313">
                  <a:moveTo>
                    <a:pt x="0" y="0"/>
                  </a:moveTo>
                  <a:lnTo>
                    <a:pt x="118096" y="1183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427161" y="5318610"/>
              <a:ext cx="118096" cy="118313"/>
            </a:xfrm>
            <a:custGeom>
              <a:avLst/>
              <a:pathLst>
                <a:path w="118096" h="118313">
                  <a:moveTo>
                    <a:pt x="0" y="0"/>
                  </a:moveTo>
                  <a:lnTo>
                    <a:pt x="118096" y="1183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395745" y="5318610"/>
              <a:ext cx="149513" cy="118313"/>
            </a:xfrm>
            <a:custGeom>
              <a:avLst/>
              <a:pathLst>
                <a:path w="149513" h="118313">
                  <a:moveTo>
                    <a:pt x="31416" y="0"/>
                  </a:moveTo>
                  <a:lnTo>
                    <a:pt x="27252" y="4308"/>
                  </a:lnTo>
                  <a:lnTo>
                    <a:pt x="23245" y="8762"/>
                  </a:lnTo>
                  <a:lnTo>
                    <a:pt x="19400" y="13357"/>
                  </a:lnTo>
                  <a:lnTo>
                    <a:pt x="15723" y="18087"/>
                  </a:lnTo>
                  <a:lnTo>
                    <a:pt x="12217" y="22946"/>
                  </a:lnTo>
                  <a:lnTo>
                    <a:pt x="8888" y="27928"/>
                  </a:lnTo>
                  <a:lnTo>
                    <a:pt x="5739" y="33025"/>
                  </a:lnTo>
                  <a:lnTo>
                    <a:pt x="2775" y="38232"/>
                  </a:lnTo>
                  <a:lnTo>
                    <a:pt x="0" y="43542"/>
                  </a:lnTo>
                  <a:lnTo>
                    <a:pt x="149513" y="1183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378104" y="5269756"/>
              <a:ext cx="334303" cy="334334"/>
            </a:xfrm>
            <a:custGeom>
              <a:avLst/>
              <a:pathLst>
                <a:path w="334303" h="334334">
                  <a:moveTo>
                    <a:pt x="17640" y="92396"/>
                  </a:moveTo>
                  <a:lnTo>
                    <a:pt x="15342" y="97181"/>
                  </a:lnTo>
                  <a:lnTo>
                    <a:pt x="13196" y="102036"/>
                  </a:lnTo>
                  <a:lnTo>
                    <a:pt x="11206" y="106957"/>
                  </a:lnTo>
                  <a:lnTo>
                    <a:pt x="9373" y="111939"/>
                  </a:lnTo>
                  <a:lnTo>
                    <a:pt x="7699" y="116976"/>
                  </a:lnTo>
                  <a:lnTo>
                    <a:pt x="6186" y="122064"/>
                  </a:lnTo>
                  <a:lnTo>
                    <a:pt x="4835" y="127198"/>
                  </a:lnTo>
                  <a:lnTo>
                    <a:pt x="3648" y="132371"/>
                  </a:lnTo>
                  <a:lnTo>
                    <a:pt x="2625" y="137580"/>
                  </a:lnTo>
                  <a:lnTo>
                    <a:pt x="1769" y="142819"/>
                  </a:lnTo>
                  <a:lnTo>
                    <a:pt x="1079" y="148082"/>
                  </a:lnTo>
                  <a:lnTo>
                    <a:pt x="557" y="153365"/>
                  </a:lnTo>
                  <a:lnTo>
                    <a:pt x="203" y="158661"/>
                  </a:lnTo>
                  <a:lnTo>
                    <a:pt x="17" y="163966"/>
                  </a:lnTo>
                  <a:lnTo>
                    <a:pt x="0" y="169274"/>
                  </a:lnTo>
                  <a:lnTo>
                    <a:pt x="151" y="174580"/>
                  </a:lnTo>
                  <a:lnTo>
                    <a:pt x="470" y="179879"/>
                  </a:lnTo>
                  <a:lnTo>
                    <a:pt x="958" y="185165"/>
                  </a:lnTo>
                  <a:lnTo>
                    <a:pt x="1613" y="190432"/>
                  </a:lnTo>
                  <a:lnTo>
                    <a:pt x="2435" y="195676"/>
                  </a:lnTo>
                  <a:lnTo>
                    <a:pt x="3423" y="200892"/>
                  </a:lnTo>
                  <a:lnTo>
                    <a:pt x="4577" y="206073"/>
                  </a:lnTo>
                  <a:lnTo>
                    <a:pt x="5894" y="211215"/>
                  </a:lnTo>
                  <a:lnTo>
                    <a:pt x="7374" y="216313"/>
                  </a:lnTo>
                  <a:lnTo>
                    <a:pt x="9015" y="221361"/>
                  </a:lnTo>
                  <a:lnTo>
                    <a:pt x="10815" y="226355"/>
                  </a:lnTo>
                  <a:lnTo>
                    <a:pt x="12773" y="231289"/>
                  </a:lnTo>
                  <a:lnTo>
                    <a:pt x="14887" y="236158"/>
                  </a:lnTo>
                  <a:lnTo>
                    <a:pt x="17154" y="240958"/>
                  </a:lnTo>
                  <a:lnTo>
                    <a:pt x="19573" y="245683"/>
                  </a:lnTo>
                  <a:lnTo>
                    <a:pt x="22140" y="250329"/>
                  </a:lnTo>
                  <a:lnTo>
                    <a:pt x="24853" y="254891"/>
                  </a:lnTo>
                  <a:lnTo>
                    <a:pt x="27710" y="259365"/>
                  </a:lnTo>
                  <a:lnTo>
                    <a:pt x="30708" y="263746"/>
                  </a:lnTo>
                  <a:lnTo>
                    <a:pt x="33843" y="268030"/>
                  </a:lnTo>
                  <a:lnTo>
                    <a:pt x="37113" y="272211"/>
                  </a:lnTo>
                  <a:lnTo>
                    <a:pt x="40513" y="276287"/>
                  </a:lnTo>
                  <a:lnTo>
                    <a:pt x="44042" y="280253"/>
                  </a:lnTo>
                  <a:lnTo>
                    <a:pt x="47694" y="284105"/>
                  </a:lnTo>
                  <a:lnTo>
                    <a:pt x="51467" y="287839"/>
                  </a:lnTo>
                  <a:lnTo>
                    <a:pt x="55357" y="291451"/>
                  </a:lnTo>
                  <a:lnTo>
                    <a:pt x="59359" y="294938"/>
                  </a:lnTo>
                  <a:lnTo>
                    <a:pt x="63471" y="298296"/>
                  </a:lnTo>
                  <a:lnTo>
                    <a:pt x="67686" y="301522"/>
                  </a:lnTo>
                  <a:lnTo>
                    <a:pt x="72002" y="304612"/>
                  </a:lnTo>
                  <a:lnTo>
                    <a:pt x="76414" y="307564"/>
                  </a:lnTo>
                  <a:lnTo>
                    <a:pt x="80917" y="310374"/>
                  </a:lnTo>
                  <a:lnTo>
                    <a:pt x="85507" y="313040"/>
                  </a:lnTo>
                  <a:lnTo>
                    <a:pt x="90180" y="315558"/>
                  </a:lnTo>
                  <a:lnTo>
                    <a:pt x="94930" y="317927"/>
                  </a:lnTo>
                  <a:lnTo>
                    <a:pt x="99753" y="320145"/>
                  </a:lnTo>
                  <a:lnTo>
                    <a:pt x="104644" y="322207"/>
                  </a:lnTo>
                  <a:lnTo>
                    <a:pt x="109598" y="324114"/>
                  </a:lnTo>
                  <a:lnTo>
                    <a:pt x="114611" y="325862"/>
                  </a:lnTo>
                  <a:lnTo>
                    <a:pt x="119676" y="327450"/>
                  </a:lnTo>
                  <a:lnTo>
                    <a:pt x="124789" y="328877"/>
                  </a:lnTo>
                  <a:lnTo>
                    <a:pt x="129944" y="330141"/>
                  </a:lnTo>
                  <a:lnTo>
                    <a:pt x="135137" y="331240"/>
                  </a:lnTo>
                  <a:lnTo>
                    <a:pt x="140363" y="332174"/>
                  </a:lnTo>
                  <a:lnTo>
                    <a:pt x="145615" y="332941"/>
                  </a:lnTo>
                  <a:lnTo>
                    <a:pt x="150889" y="333541"/>
                  </a:lnTo>
                  <a:lnTo>
                    <a:pt x="156180" y="333974"/>
                  </a:lnTo>
                  <a:lnTo>
                    <a:pt x="161482" y="334238"/>
                  </a:lnTo>
                  <a:lnTo>
                    <a:pt x="166789" y="334334"/>
                  </a:lnTo>
                  <a:lnTo>
                    <a:pt x="172097" y="334261"/>
                  </a:lnTo>
                  <a:lnTo>
                    <a:pt x="177399" y="334020"/>
                  </a:lnTo>
                  <a:lnTo>
                    <a:pt x="182692" y="333611"/>
                  </a:lnTo>
                  <a:lnTo>
                    <a:pt x="187969" y="333033"/>
                  </a:lnTo>
                  <a:lnTo>
                    <a:pt x="193224" y="332289"/>
                  </a:lnTo>
                  <a:lnTo>
                    <a:pt x="198454" y="331378"/>
                  </a:lnTo>
                  <a:lnTo>
                    <a:pt x="203652" y="330301"/>
                  </a:lnTo>
                  <a:lnTo>
                    <a:pt x="208813" y="329060"/>
                  </a:lnTo>
                  <a:lnTo>
                    <a:pt x="213932" y="327656"/>
                  </a:lnTo>
                  <a:lnTo>
                    <a:pt x="219004" y="326090"/>
                  </a:lnTo>
                  <a:lnTo>
                    <a:pt x="224024" y="324364"/>
                  </a:lnTo>
                  <a:lnTo>
                    <a:pt x="228986" y="322479"/>
                  </a:lnTo>
                  <a:lnTo>
                    <a:pt x="233886" y="320437"/>
                  </a:lnTo>
                  <a:lnTo>
                    <a:pt x="238719" y="318241"/>
                  </a:lnTo>
                  <a:lnTo>
                    <a:pt x="243479" y="315893"/>
                  </a:lnTo>
                  <a:lnTo>
                    <a:pt x="248163" y="313395"/>
                  </a:lnTo>
                  <a:lnTo>
                    <a:pt x="252764" y="310749"/>
                  </a:lnTo>
                  <a:lnTo>
                    <a:pt x="257280" y="307958"/>
                  </a:lnTo>
                  <a:lnTo>
                    <a:pt x="261705" y="305026"/>
                  </a:lnTo>
                  <a:lnTo>
                    <a:pt x="266034" y="301954"/>
                  </a:lnTo>
                  <a:lnTo>
                    <a:pt x="270264" y="298747"/>
                  </a:lnTo>
                  <a:lnTo>
                    <a:pt x="274389" y="295407"/>
                  </a:lnTo>
                  <a:lnTo>
                    <a:pt x="278407" y="291937"/>
                  </a:lnTo>
                  <a:lnTo>
                    <a:pt x="282312" y="288342"/>
                  </a:lnTo>
                  <a:lnTo>
                    <a:pt x="286102" y="284625"/>
                  </a:lnTo>
                  <a:lnTo>
                    <a:pt x="289771" y="280789"/>
                  </a:lnTo>
                  <a:lnTo>
                    <a:pt x="293317" y="276839"/>
                  </a:lnTo>
                  <a:lnTo>
                    <a:pt x="296735" y="272778"/>
                  </a:lnTo>
                  <a:lnTo>
                    <a:pt x="300023" y="268610"/>
                  </a:lnTo>
                  <a:lnTo>
                    <a:pt x="303177" y="264340"/>
                  </a:lnTo>
                  <a:lnTo>
                    <a:pt x="306193" y="259973"/>
                  </a:lnTo>
                  <a:lnTo>
                    <a:pt x="309070" y="255511"/>
                  </a:lnTo>
                  <a:lnTo>
                    <a:pt x="311803" y="250961"/>
                  </a:lnTo>
                  <a:lnTo>
                    <a:pt x="314391" y="246326"/>
                  </a:lnTo>
                  <a:lnTo>
                    <a:pt x="316830" y="241612"/>
                  </a:lnTo>
                  <a:lnTo>
                    <a:pt x="319118" y="236822"/>
                  </a:lnTo>
                  <a:lnTo>
                    <a:pt x="321253" y="231962"/>
                  </a:lnTo>
                  <a:lnTo>
                    <a:pt x="323232" y="227037"/>
                  </a:lnTo>
                  <a:lnTo>
                    <a:pt x="325055" y="222051"/>
                  </a:lnTo>
                  <a:lnTo>
                    <a:pt x="326718" y="217010"/>
                  </a:lnTo>
                  <a:lnTo>
                    <a:pt x="328220" y="211919"/>
                  </a:lnTo>
                  <a:lnTo>
                    <a:pt x="329559" y="206782"/>
                  </a:lnTo>
                  <a:lnTo>
                    <a:pt x="330735" y="201606"/>
                  </a:lnTo>
                  <a:lnTo>
                    <a:pt x="331746" y="196395"/>
                  </a:lnTo>
                  <a:lnTo>
                    <a:pt x="332591" y="191154"/>
                  </a:lnTo>
                  <a:lnTo>
                    <a:pt x="333269" y="185889"/>
                  </a:lnTo>
                  <a:lnTo>
                    <a:pt x="333780" y="180606"/>
                  </a:lnTo>
                  <a:lnTo>
                    <a:pt x="334123" y="175309"/>
                  </a:lnTo>
                  <a:lnTo>
                    <a:pt x="334297" y="170003"/>
                  </a:lnTo>
                  <a:lnTo>
                    <a:pt x="334303" y="164695"/>
                  </a:lnTo>
                  <a:lnTo>
                    <a:pt x="334140" y="159389"/>
                  </a:lnTo>
                  <a:lnTo>
                    <a:pt x="333809" y="154092"/>
                  </a:lnTo>
                  <a:lnTo>
                    <a:pt x="333310" y="148807"/>
                  </a:lnTo>
                  <a:lnTo>
                    <a:pt x="332643" y="143541"/>
                  </a:lnTo>
                  <a:lnTo>
                    <a:pt x="331810" y="138298"/>
                  </a:lnTo>
                  <a:lnTo>
                    <a:pt x="330810" y="133085"/>
                  </a:lnTo>
                  <a:lnTo>
                    <a:pt x="329645" y="127906"/>
                  </a:lnTo>
                  <a:lnTo>
                    <a:pt x="328317" y="122767"/>
                  </a:lnTo>
                  <a:lnTo>
                    <a:pt x="326826" y="117672"/>
                  </a:lnTo>
                  <a:lnTo>
                    <a:pt x="325174" y="112628"/>
                  </a:lnTo>
                  <a:lnTo>
                    <a:pt x="323363" y="107638"/>
                  </a:lnTo>
                  <a:lnTo>
                    <a:pt x="321394" y="102708"/>
                  </a:lnTo>
                  <a:lnTo>
                    <a:pt x="319270" y="97844"/>
                  </a:lnTo>
                  <a:lnTo>
                    <a:pt x="316992" y="93049"/>
                  </a:lnTo>
                  <a:lnTo>
                    <a:pt x="314563" y="88329"/>
                  </a:lnTo>
                  <a:lnTo>
                    <a:pt x="311986" y="83689"/>
                  </a:lnTo>
                  <a:lnTo>
                    <a:pt x="309262" y="79132"/>
                  </a:lnTo>
                  <a:lnTo>
                    <a:pt x="306395" y="74665"/>
                  </a:lnTo>
                  <a:lnTo>
                    <a:pt x="303388" y="70290"/>
                  </a:lnTo>
                  <a:lnTo>
                    <a:pt x="300244" y="66014"/>
                  </a:lnTo>
                  <a:lnTo>
                    <a:pt x="296965" y="61839"/>
                  </a:lnTo>
                  <a:lnTo>
                    <a:pt x="293555" y="57771"/>
                  </a:lnTo>
                  <a:lnTo>
                    <a:pt x="290018" y="53813"/>
                  </a:lnTo>
                  <a:lnTo>
                    <a:pt x="286358" y="49969"/>
                  </a:lnTo>
                  <a:lnTo>
                    <a:pt x="282576" y="46243"/>
                  </a:lnTo>
                  <a:lnTo>
                    <a:pt x="278679" y="42639"/>
                  </a:lnTo>
                  <a:lnTo>
                    <a:pt x="274669" y="39161"/>
                  </a:lnTo>
                  <a:lnTo>
                    <a:pt x="270551" y="35812"/>
                  </a:lnTo>
                  <a:lnTo>
                    <a:pt x="266328" y="32596"/>
                  </a:lnTo>
                  <a:lnTo>
                    <a:pt x="262005" y="29515"/>
                  </a:lnTo>
                  <a:lnTo>
                    <a:pt x="257587" y="26573"/>
                  </a:lnTo>
                  <a:lnTo>
                    <a:pt x="253078" y="23772"/>
                  </a:lnTo>
                  <a:lnTo>
                    <a:pt x="248481" y="21116"/>
                  </a:lnTo>
                  <a:lnTo>
                    <a:pt x="243803" y="18608"/>
                  </a:lnTo>
                  <a:lnTo>
                    <a:pt x="239048" y="16249"/>
                  </a:lnTo>
                  <a:lnTo>
                    <a:pt x="234220" y="14043"/>
                  </a:lnTo>
                  <a:lnTo>
                    <a:pt x="229325" y="11990"/>
                  </a:lnTo>
                  <a:lnTo>
                    <a:pt x="224366" y="10095"/>
                  </a:lnTo>
                  <a:lnTo>
                    <a:pt x="219350" y="8357"/>
                  </a:lnTo>
                  <a:lnTo>
                    <a:pt x="214282" y="6780"/>
                  </a:lnTo>
                  <a:lnTo>
                    <a:pt x="209166" y="5365"/>
                  </a:lnTo>
                  <a:lnTo>
                    <a:pt x="204008" y="4113"/>
                  </a:lnTo>
                  <a:lnTo>
                    <a:pt x="198812" y="3025"/>
                  </a:lnTo>
                  <a:lnTo>
                    <a:pt x="193585" y="2102"/>
                  </a:lnTo>
                  <a:lnTo>
                    <a:pt x="188330" y="1346"/>
                  </a:lnTo>
                  <a:lnTo>
                    <a:pt x="183055" y="757"/>
                  </a:lnTo>
                  <a:lnTo>
                    <a:pt x="177763" y="337"/>
                  </a:lnTo>
                  <a:lnTo>
                    <a:pt x="172461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55365" y="5018213"/>
              <a:ext cx="165673" cy="167167"/>
            </a:xfrm>
            <a:custGeom>
              <a:avLst/>
              <a:pathLst>
                <a:path w="165673" h="167167">
                  <a:moveTo>
                    <a:pt x="165673" y="0"/>
                  </a:moveTo>
                  <a:lnTo>
                    <a:pt x="160214" y="89"/>
                  </a:lnTo>
                  <a:lnTo>
                    <a:pt x="154762" y="356"/>
                  </a:lnTo>
                  <a:lnTo>
                    <a:pt x="149320" y="801"/>
                  </a:lnTo>
                  <a:lnTo>
                    <a:pt x="143897" y="1424"/>
                  </a:lnTo>
                  <a:lnTo>
                    <a:pt x="138496" y="2223"/>
                  </a:lnTo>
                  <a:lnTo>
                    <a:pt x="133125" y="3199"/>
                  </a:lnTo>
                  <a:lnTo>
                    <a:pt x="127788" y="4349"/>
                  </a:lnTo>
                  <a:lnTo>
                    <a:pt x="122492" y="5673"/>
                  </a:lnTo>
                  <a:lnTo>
                    <a:pt x="117242" y="7169"/>
                  </a:lnTo>
                  <a:lnTo>
                    <a:pt x="112043" y="8836"/>
                  </a:lnTo>
                  <a:lnTo>
                    <a:pt x="106902" y="10671"/>
                  </a:lnTo>
                  <a:lnTo>
                    <a:pt x="101823" y="12674"/>
                  </a:lnTo>
                  <a:lnTo>
                    <a:pt x="96812" y="14841"/>
                  </a:lnTo>
                  <a:lnTo>
                    <a:pt x="91875" y="17171"/>
                  </a:lnTo>
                  <a:lnTo>
                    <a:pt x="87016" y="19661"/>
                  </a:lnTo>
                  <a:lnTo>
                    <a:pt x="82242" y="22308"/>
                  </a:lnTo>
                  <a:lnTo>
                    <a:pt x="77556" y="25109"/>
                  </a:lnTo>
                  <a:lnTo>
                    <a:pt x="72965" y="28062"/>
                  </a:lnTo>
                  <a:lnTo>
                    <a:pt x="68472" y="31164"/>
                  </a:lnTo>
                  <a:lnTo>
                    <a:pt x="64083" y="34410"/>
                  </a:lnTo>
                  <a:lnTo>
                    <a:pt x="59802" y="37798"/>
                  </a:lnTo>
                  <a:lnTo>
                    <a:pt x="55634" y="41324"/>
                  </a:lnTo>
                  <a:lnTo>
                    <a:pt x="51584" y="44984"/>
                  </a:lnTo>
                  <a:lnTo>
                    <a:pt x="47655" y="48775"/>
                  </a:lnTo>
                  <a:lnTo>
                    <a:pt x="43852" y="52692"/>
                  </a:lnTo>
                  <a:lnTo>
                    <a:pt x="40179" y="56730"/>
                  </a:lnTo>
                  <a:lnTo>
                    <a:pt x="36640" y="60887"/>
                  </a:lnTo>
                  <a:lnTo>
                    <a:pt x="33238" y="65157"/>
                  </a:lnTo>
                  <a:lnTo>
                    <a:pt x="29978" y="69536"/>
                  </a:lnTo>
                  <a:lnTo>
                    <a:pt x="26862" y="74019"/>
                  </a:lnTo>
                  <a:lnTo>
                    <a:pt x="23895" y="78601"/>
                  </a:lnTo>
                  <a:lnTo>
                    <a:pt x="21078" y="83278"/>
                  </a:lnTo>
                  <a:lnTo>
                    <a:pt x="18416" y="88044"/>
                  </a:lnTo>
                  <a:lnTo>
                    <a:pt x="15911" y="92895"/>
                  </a:lnTo>
                  <a:lnTo>
                    <a:pt x="13566" y="97824"/>
                  </a:lnTo>
                  <a:lnTo>
                    <a:pt x="11383" y="102828"/>
                  </a:lnTo>
                  <a:lnTo>
                    <a:pt x="9364" y="107901"/>
                  </a:lnTo>
                  <a:lnTo>
                    <a:pt x="7512" y="113036"/>
                  </a:lnTo>
                  <a:lnTo>
                    <a:pt x="5829" y="118229"/>
                  </a:lnTo>
                  <a:lnTo>
                    <a:pt x="4316" y="123475"/>
                  </a:lnTo>
                  <a:lnTo>
                    <a:pt x="2976" y="128767"/>
                  </a:lnTo>
                  <a:lnTo>
                    <a:pt x="1808" y="134100"/>
                  </a:lnTo>
                  <a:lnTo>
                    <a:pt x="816" y="139468"/>
                  </a:lnTo>
                  <a:lnTo>
                    <a:pt x="0" y="144866"/>
                  </a:lnTo>
                  <a:lnTo>
                    <a:pt x="16567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855365" y="5163080"/>
              <a:ext cx="165673" cy="22300"/>
            </a:xfrm>
            <a:custGeom>
              <a:avLst/>
              <a:pathLst>
                <a:path w="165673" h="22300">
                  <a:moveTo>
                    <a:pt x="0" y="0"/>
                  </a:moveTo>
                  <a:lnTo>
                    <a:pt x="165673" y="223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855365" y="5163080"/>
              <a:ext cx="165673" cy="22300"/>
            </a:xfrm>
            <a:custGeom>
              <a:avLst/>
              <a:pathLst>
                <a:path w="165673" h="22300">
                  <a:moveTo>
                    <a:pt x="0" y="0"/>
                  </a:moveTo>
                  <a:lnTo>
                    <a:pt x="165673" y="223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855365" y="5163080"/>
              <a:ext cx="165673" cy="22300"/>
            </a:xfrm>
            <a:custGeom>
              <a:avLst/>
              <a:pathLst>
                <a:path w="165673" h="22300">
                  <a:moveTo>
                    <a:pt x="0" y="0"/>
                  </a:moveTo>
                  <a:lnTo>
                    <a:pt x="165673" y="223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853901" y="5163080"/>
              <a:ext cx="167137" cy="57276"/>
            </a:xfrm>
            <a:custGeom>
              <a:avLst/>
              <a:pathLst>
                <a:path w="167137" h="57276">
                  <a:moveTo>
                    <a:pt x="1464" y="0"/>
                  </a:moveTo>
                  <a:lnTo>
                    <a:pt x="731" y="6357"/>
                  </a:lnTo>
                  <a:lnTo>
                    <a:pt x="243" y="12739"/>
                  </a:lnTo>
                  <a:lnTo>
                    <a:pt x="0" y="19134"/>
                  </a:lnTo>
                  <a:lnTo>
                    <a:pt x="1" y="25534"/>
                  </a:lnTo>
                  <a:lnTo>
                    <a:pt x="247" y="31929"/>
                  </a:lnTo>
                  <a:lnTo>
                    <a:pt x="738" y="38311"/>
                  </a:lnTo>
                  <a:lnTo>
                    <a:pt x="1473" y="44668"/>
                  </a:lnTo>
                  <a:lnTo>
                    <a:pt x="2450" y="50993"/>
                  </a:lnTo>
                  <a:lnTo>
                    <a:pt x="3669" y="57276"/>
                  </a:lnTo>
                  <a:lnTo>
                    <a:pt x="167137" y="223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857571" y="5018213"/>
              <a:ext cx="330617" cy="334334"/>
            </a:xfrm>
            <a:custGeom>
              <a:avLst/>
              <a:pathLst>
                <a:path w="330617" h="334334">
                  <a:moveTo>
                    <a:pt x="0" y="202143"/>
                  </a:moveTo>
                  <a:lnTo>
                    <a:pt x="1190" y="207306"/>
                  </a:lnTo>
                  <a:lnTo>
                    <a:pt x="2544" y="212430"/>
                  </a:lnTo>
                  <a:lnTo>
                    <a:pt x="4060" y="217508"/>
                  </a:lnTo>
                  <a:lnTo>
                    <a:pt x="5735" y="222535"/>
                  </a:lnTo>
                  <a:lnTo>
                    <a:pt x="7569" y="227507"/>
                  </a:lnTo>
                  <a:lnTo>
                    <a:pt x="9560" y="232418"/>
                  </a:lnTo>
                  <a:lnTo>
                    <a:pt x="11706" y="237263"/>
                  </a:lnTo>
                  <a:lnTo>
                    <a:pt x="14004" y="242038"/>
                  </a:lnTo>
                  <a:lnTo>
                    <a:pt x="16452" y="246738"/>
                  </a:lnTo>
                  <a:lnTo>
                    <a:pt x="19048" y="251358"/>
                  </a:lnTo>
                  <a:lnTo>
                    <a:pt x="21789" y="255893"/>
                  </a:lnTo>
                  <a:lnTo>
                    <a:pt x="24673" y="260339"/>
                  </a:lnTo>
                  <a:lnTo>
                    <a:pt x="27696" y="264692"/>
                  </a:lnTo>
                  <a:lnTo>
                    <a:pt x="30855" y="268946"/>
                  </a:lnTo>
                  <a:lnTo>
                    <a:pt x="34148" y="273098"/>
                  </a:lnTo>
                  <a:lnTo>
                    <a:pt x="37570" y="277144"/>
                  </a:lnTo>
                  <a:lnTo>
                    <a:pt x="41119" y="281079"/>
                  </a:lnTo>
                  <a:lnTo>
                    <a:pt x="44791" y="284900"/>
                  </a:lnTo>
                  <a:lnTo>
                    <a:pt x="48583" y="288602"/>
                  </a:lnTo>
                  <a:lnTo>
                    <a:pt x="52489" y="292183"/>
                  </a:lnTo>
                  <a:lnTo>
                    <a:pt x="56508" y="295637"/>
                  </a:lnTo>
                  <a:lnTo>
                    <a:pt x="60633" y="298963"/>
                  </a:lnTo>
                  <a:lnTo>
                    <a:pt x="64862" y="302156"/>
                  </a:lnTo>
                  <a:lnTo>
                    <a:pt x="69191" y="305214"/>
                  </a:lnTo>
                  <a:lnTo>
                    <a:pt x="73614" y="308133"/>
                  </a:lnTo>
                  <a:lnTo>
                    <a:pt x="78127" y="310910"/>
                  </a:lnTo>
                  <a:lnTo>
                    <a:pt x="82726" y="313542"/>
                  </a:lnTo>
                  <a:lnTo>
                    <a:pt x="87406" y="316028"/>
                  </a:lnTo>
                  <a:lnTo>
                    <a:pt x="92162" y="318364"/>
                  </a:lnTo>
                  <a:lnTo>
                    <a:pt x="96991" y="320548"/>
                  </a:lnTo>
                  <a:lnTo>
                    <a:pt x="101886" y="322578"/>
                  </a:lnTo>
                  <a:lnTo>
                    <a:pt x="106842" y="324452"/>
                  </a:lnTo>
                  <a:lnTo>
                    <a:pt x="111856" y="326168"/>
                  </a:lnTo>
                  <a:lnTo>
                    <a:pt x="116922" y="327724"/>
                  </a:lnTo>
                  <a:lnTo>
                    <a:pt x="122034" y="329118"/>
                  </a:lnTo>
                  <a:lnTo>
                    <a:pt x="127188" y="330350"/>
                  </a:lnTo>
                  <a:lnTo>
                    <a:pt x="132379" y="331418"/>
                  </a:lnTo>
                  <a:lnTo>
                    <a:pt x="137601" y="332321"/>
                  </a:lnTo>
                  <a:lnTo>
                    <a:pt x="142848" y="333058"/>
                  </a:lnTo>
                  <a:lnTo>
                    <a:pt x="148117" y="333628"/>
                  </a:lnTo>
                  <a:lnTo>
                    <a:pt x="153401" y="334031"/>
                  </a:lnTo>
                  <a:lnTo>
                    <a:pt x="158695" y="334266"/>
                  </a:lnTo>
                  <a:lnTo>
                    <a:pt x="163994" y="334334"/>
                  </a:lnTo>
                  <a:lnTo>
                    <a:pt x="169292" y="334233"/>
                  </a:lnTo>
                  <a:lnTo>
                    <a:pt x="174584" y="333964"/>
                  </a:lnTo>
                  <a:lnTo>
                    <a:pt x="179865" y="333528"/>
                  </a:lnTo>
                  <a:lnTo>
                    <a:pt x="185130" y="332925"/>
                  </a:lnTo>
                  <a:lnTo>
                    <a:pt x="190373" y="332155"/>
                  </a:lnTo>
                  <a:lnTo>
                    <a:pt x="195589" y="331219"/>
                  </a:lnTo>
                  <a:lnTo>
                    <a:pt x="200773" y="330119"/>
                  </a:lnTo>
                  <a:lnTo>
                    <a:pt x="205919" y="328854"/>
                  </a:lnTo>
                  <a:lnTo>
                    <a:pt x="211023" y="327427"/>
                  </a:lnTo>
                  <a:lnTo>
                    <a:pt x="216078" y="325840"/>
                  </a:lnTo>
                  <a:lnTo>
                    <a:pt x="221081" y="324092"/>
                  </a:lnTo>
                  <a:lnTo>
                    <a:pt x="226026" y="322187"/>
                  </a:lnTo>
                  <a:lnTo>
                    <a:pt x="230908" y="320127"/>
                  </a:lnTo>
                  <a:lnTo>
                    <a:pt x="235723" y="317912"/>
                  </a:lnTo>
                  <a:lnTo>
                    <a:pt x="240464" y="315546"/>
                  </a:lnTo>
                  <a:lnTo>
                    <a:pt x="245129" y="313031"/>
                  </a:lnTo>
                  <a:lnTo>
                    <a:pt x="249711" y="310369"/>
                  </a:lnTo>
                  <a:lnTo>
                    <a:pt x="254207" y="307564"/>
                  </a:lnTo>
                  <a:lnTo>
                    <a:pt x="258611" y="304617"/>
                  </a:lnTo>
                  <a:lnTo>
                    <a:pt x="262920" y="301532"/>
                  </a:lnTo>
                  <a:lnTo>
                    <a:pt x="267129" y="298313"/>
                  </a:lnTo>
                  <a:lnTo>
                    <a:pt x="271234" y="294961"/>
                  </a:lnTo>
                  <a:lnTo>
                    <a:pt x="275230" y="291481"/>
                  </a:lnTo>
                  <a:lnTo>
                    <a:pt x="279114" y="287876"/>
                  </a:lnTo>
                  <a:lnTo>
                    <a:pt x="282882" y="284150"/>
                  </a:lnTo>
                  <a:lnTo>
                    <a:pt x="286530" y="280306"/>
                  </a:lnTo>
                  <a:lnTo>
                    <a:pt x="290054" y="276349"/>
                  </a:lnTo>
                  <a:lnTo>
                    <a:pt x="293451" y="272281"/>
                  </a:lnTo>
                  <a:lnTo>
                    <a:pt x="296718" y="268109"/>
                  </a:lnTo>
                  <a:lnTo>
                    <a:pt x="299850" y="263834"/>
                  </a:lnTo>
                  <a:lnTo>
                    <a:pt x="302846" y="259463"/>
                  </a:lnTo>
                  <a:lnTo>
                    <a:pt x="305701" y="254999"/>
                  </a:lnTo>
                  <a:lnTo>
                    <a:pt x="308413" y="250447"/>
                  </a:lnTo>
                  <a:lnTo>
                    <a:pt x="310980" y="245810"/>
                  </a:lnTo>
                  <a:lnTo>
                    <a:pt x="313399" y="241095"/>
                  </a:lnTo>
                  <a:lnTo>
                    <a:pt x="315667" y="236306"/>
                  </a:lnTo>
                  <a:lnTo>
                    <a:pt x="317782" y="231447"/>
                  </a:lnTo>
                  <a:lnTo>
                    <a:pt x="319742" y="226524"/>
                  </a:lnTo>
                  <a:lnTo>
                    <a:pt x="321545" y="221540"/>
                  </a:lnTo>
                  <a:lnTo>
                    <a:pt x="323189" y="216503"/>
                  </a:lnTo>
                  <a:lnTo>
                    <a:pt x="324672" y="211415"/>
                  </a:lnTo>
                  <a:lnTo>
                    <a:pt x="325994" y="206284"/>
                  </a:lnTo>
                  <a:lnTo>
                    <a:pt x="327152" y="201112"/>
                  </a:lnTo>
                  <a:lnTo>
                    <a:pt x="328145" y="195907"/>
                  </a:lnTo>
                  <a:lnTo>
                    <a:pt x="328974" y="190673"/>
                  </a:lnTo>
                  <a:lnTo>
                    <a:pt x="329636" y="185415"/>
                  </a:lnTo>
                  <a:lnTo>
                    <a:pt x="330130" y="180139"/>
                  </a:lnTo>
                  <a:lnTo>
                    <a:pt x="330458" y="174850"/>
                  </a:lnTo>
                  <a:lnTo>
                    <a:pt x="330617" y="169553"/>
                  </a:lnTo>
                  <a:lnTo>
                    <a:pt x="330609" y="164254"/>
                  </a:lnTo>
                  <a:lnTo>
                    <a:pt x="330433" y="158958"/>
                  </a:lnTo>
                  <a:lnTo>
                    <a:pt x="330089" y="153670"/>
                  </a:lnTo>
                  <a:lnTo>
                    <a:pt x="329577" y="148395"/>
                  </a:lnTo>
                  <a:lnTo>
                    <a:pt x="328899" y="143140"/>
                  </a:lnTo>
                  <a:lnTo>
                    <a:pt x="328054" y="137908"/>
                  </a:lnTo>
                  <a:lnTo>
                    <a:pt x="327044" y="132706"/>
                  </a:lnTo>
                  <a:lnTo>
                    <a:pt x="325870" y="127539"/>
                  </a:lnTo>
                  <a:lnTo>
                    <a:pt x="324532" y="122411"/>
                  </a:lnTo>
                  <a:lnTo>
                    <a:pt x="323032" y="117328"/>
                  </a:lnTo>
                  <a:lnTo>
                    <a:pt x="321372" y="112296"/>
                  </a:lnTo>
                  <a:lnTo>
                    <a:pt x="319554" y="107318"/>
                  </a:lnTo>
                  <a:lnTo>
                    <a:pt x="317579" y="102401"/>
                  </a:lnTo>
                  <a:lnTo>
                    <a:pt x="315448" y="97549"/>
                  </a:lnTo>
                  <a:lnTo>
                    <a:pt x="313165" y="92767"/>
                  </a:lnTo>
                  <a:lnTo>
                    <a:pt x="310732" y="88059"/>
                  </a:lnTo>
                  <a:lnTo>
                    <a:pt x="308150" y="83431"/>
                  </a:lnTo>
                  <a:lnTo>
                    <a:pt x="305424" y="78887"/>
                  </a:lnTo>
                  <a:lnTo>
                    <a:pt x="302554" y="74432"/>
                  </a:lnTo>
                  <a:lnTo>
                    <a:pt x="299545" y="70070"/>
                  </a:lnTo>
                  <a:lnTo>
                    <a:pt x="296399" y="65806"/>
                  </a:lnTo>
                  <a:lnTo>
                    <a:pt x="293120" y="61644"/>
                  </a:lnTo>
                  <a:lnTo>
                    <a:pt x="289710" y="57587"/>
                  </a:lnTo>
                  <a:lnTo>
                    <a:pt x="286173" y="53641"/>
                  </a:lnTo>
                  <a:lnTo>
                    <a:pt x="282513" y="49808"/>
                  </a:lnTo>
                  <a:lnTo>
                    <a:pt x="278733" y="46094"/>
                  </a:lnTo>
                  <a:lnTo>
                    <a:pt x="274838" y="42501"/>
                  </a:lnTo>
                  <a:lnTo>
                    <a:pt x="270831" y="39034"/>
                  </a:lnTo>
                  <a:lnTo>
                    <a:pt x="266715" y="35695"/>
                  </a:lnTo>
                  <a:lnTo>
                    <a:pt x="262496" y="32489"/>
                  </a:lnTo>
                  <a:lnTo>
                    <a:pt x="258178" y="29418"/>
                  </a:lnTo>
                  <a:lnTo>
                    <a:pt x="253764" y="26485"/>
                  </a:lnTo>
                  <a:lnTo>
                    <a:pt x="249260" y="23694"/>
                  </a:lnTo>
                  <a:lnTo>
                    <a:pt x="244669" y="21046"/>
                  </a:lnTo>
                  <a:lnTo>
                    <a:pt x="239997" y="18546"/>
                  </a:lnTo>
                  <a:lnTo>
                    <a:pt x="235248" y="16195"/>
                  </a:lnTo>
                  <a:lnTo>
                    <a:pt x="230426" y="13996"/>
                  </a:lnTo>
                  <a:lnTo>
                    <a:pt x="225538" y="11950"/>
                  </a:lnTo>
                  <a:lnTo>
                    <a:pt x="220587" y="10061"/>
                  </a:lnTo>
                  <a:lnTo>
                    <a:pt x="215578" y="8329"/>
                  </a:lnTo>
                  <a:lnTo>
                    <a:pt x="210518" y="6757"/>
                  </a:lnTo>
                  <a:lnTo>
                    <a:pt x="205410" y="5347"/>
                  </a:lnTo>
                  <a:lnTo>
                    <a:pt x="200260" y="4099"/>
                  </a:lnTo>
                  <a:lnTo>
                    <a:pt x="195072" y="3014"/>
                  </a:lnTo>
                  <a:lnTo>
                    <a:pt x="189854" y="2095"/>
                  </a:lnTo>
                  <a:lnTo>
                    <a:pt x="184608" y="1342"/>
                  </a:lnTo>
                  <a:lnTo>
                    <a:pt x="179341" y="755"/>
                  </a:lnTo>
                  <a:lnTo>
                    <a:pt x="174059" y="335"/>
                  </a:lnTo>
                  <a:lnTo>
                    <a:pt x="168766" y="83"/>
                  </a:lnTo>
                  <a:lnTo>
                    <a:pt x="163467" y="0"/>
                  </a:lnTo>
                  <a:lnTo>
                    <a:pt x="1634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256078" y="4659281"/>
              <a:ext cx="167156" cy="332450"/>
            </a:xfrm>
            <a:custGeom>
              <a:avLst/>
              <a:pathLst>
                <a:path w="167156" h="332450">
                  <a:moveTo>
                    <a:pt x="167156" y="0"/>
                  </a:moveTo>
                  <a:lnTo>
                    <a:pt x="161837" y="84"/>
                  </a:lnTo>
                  <a:lnTo>
                    <a:pt x="156524" y="338"/>
                  </a:lnTo>
                  <a:lnTo>
                    <a:pt x="151221" y="761"/>
                  </a:lnTo>
                  <a:lnTo>
                    <a:pt x="145935" y="1352"/>
                  </a:lnTo>
                  <a:lnTo>
                    <a:pt x="140670" y="2111"/>
                  </a:lnTo>
                  <a:lnTo>
                    <a:pt x="135432" y="3037"/>
                  </a:lnTo>
                  <a:lnTo>
                    <a:pt x="130226" y="4130"/>
                  </a:lnTo>
                  <a:lnTo>
                    <a:pt x="125057" y="5387"/>
                  </a:lnTo>
                  <a:lnTo>
                    <a:pt x="119931" y="6809"/>
                  </a:lnTo>
                  <a:lnTo>
                    <a:pt x="114853" y="8392"/>
                  </a:lnTo>
                  <a:lnTo>
                    <a:pt x="109827" y="10137"/>
                  </a:lnTo>
                  <a:lnTo>
                    <a:pt x="104860" y="12041"/>
                  </a:lnTo>
                  <a:lnTo>
                    <a:pt x="99956" y="14101"/>
                  </a:lnTo>
                  <a:lnTo>
                    <a:pt x="95120" y="16317"/>
                  </a:lnTo>
                  <a:lnTo>
                    <a:pt x="90357" y="18685"/>
                  </a:lnTo>
                  <a:lnTo>
                    <a:pt x="85672" y="21204"/>
                  </a:lnTo>
                  <a:lnTo>
                    <a:pt x="81069" y="23870"/>
                  </a:lnTo>
                  <a:lnTo>
                    <a:pt x="76553" y="26682"/>
                  </a:lnTo>
                  <a:lnTo>
                    <a:pt x="72129" y="29636"/>
                  </a:lnTo>
                  <a:lnTo>
                    <a:pt x="67801" y="32729"/>
                  </a:lnTo>
                  <a:lnTo>
                    <a:pt x="63574" y="35958"/>
                  </a:lnTo>
                  <a:lnTo>
                    <a:pt x="59452" y="39320"/>
                  </a:lnTo>
                  <a:lnTo>
                    <a:pt x="55439" y="42811"/>
                  </a:lnTo>
                  <a:lnTo>
                    <a:pt x="51539" y="46429"/>
                  </a:lnTo>
                  <a:lnTo>
                    <a:pt x="47756" y="50169"/>
                  </a:lnTo>
                  <a:lnTo>
                    <a:pt x="44094" y="54027"/>
                  </a:lnTo>
                  <a:lnTo>
                    <a:pt x="40556" y="58000"/>
                  </a:lnTo>
                  <a:lnTo>
                    <a:pt x="37147" y="62083"/>
                  </a:lnTo>
                  <a:lnTo>
                    <a:pt x="33869" y="66272"/>
                  </a:lnTo>
                  <a:lnTo>
                    <a:pt x="30727" y="70564"/>
                  </a:lnTo>
                  <a:lnTo>
                    <a:pt x="27722" y="74954"/>
                  </a:lnTo>
                  <a:lnTo>
                    <a:pt x="24859" y="79437"/>
                  </a:lnTo>
                  <a:lnTo>
                    <a:pt x="22140" y="84009"/>
                  </a:lnTo>
                  <a:lnTo>
                    <a:pt x="19567" y="88665"/>
                  </a:lnTo>
                  <a:lnTo>
                    <a:pt x="17144" y="93401"/>
                  </a:lnTo>
                  <a:lnTo>
                    <a:pt x="14873" y="98211"/>
                  </a:lnTo>
                  <a:lnTo>
                    <a:pt x="12756" y="103091"/>
                  </a:lnTo>
                  <a:lnTo>
                    <a:pt x="10796" y="108036"/>
                  </a:lnTo>
                  <a:lnTo>
                    <a:pt x="8994" y="113041"/>
                  </a:lnTo>
                  <a:lnTo>
                    <a:pt x="7352" y="118100"/>
                  </a:lnTo>
                  <a:lnTo>
                    <a:pt x="5871" y="123210"/>
                  </a:lnTo>
                  <a:lnTo>
                    <a:pt x="4554" y="128363"/>
                  </a:lnTo>
                  <a:lnTo>
                    <a:pt x="3402" y="133557"/>
                  </a:lnTo>
                  <a:lnTo>
                    <a:pt x="2416" y="138784"/>
                  </a:lnTo>
                  <a:lnTo>
                    <a:pt x="1596" y="144040"/>
                  </a:lnTo>
                  <a:lnTo>
                    <a:pt x="944" y="149319"/>
                  </a:lnTo>
                  <a:lnTo>
                    <a:pt x="460" y="154616"/>
                  </a:lnTo>
                  <a:lnTo>
                    <a:pt x="145" y="159926"/>
                  </a:lnTo>
                  <a:lnTo>
                    <a:pt x="0" y="165244"/>
                  </a:lnTo>
                  <a:lnTo>
                    <a:pt x="23" y="170563"/>
                  </a:lnTo>
                  <a:lnTo>
                    <a:pt x="216" y="175879"/>
                  </a:lnTo>
                  <a:lnTo>
                    <a:pt x="577" y="181186"/>
                  </a:lnTo>
                  <a:lnTo>
                    <a:pt x="1108" y="186479"/>
                  </a:lnTo>
                  <a:lnTo>
                    <a:pt x="1806" y="191753"/>
                  </a:lnTo>
                  <a:lnTo>
                    <a:pt x="2672" y="197001"/>
                  </a:lnTo>
                  <a:lnTo>
                    <a:pt x="3705" y="202219"/>
                  </a:lnTo>
                  <a:lnTo>
                    <a:pt x="4903" y="207402"/>
                  </a:lnTo>
                  <a:lnTo>
                    <a:pt x="6265" y="212544"/>
                  </a:lnTo>
                  <a:lnTo>
                    <a:pt x="7790" y="217640"/>
                  </a:lnTo>
                  <a:lnTo>
                    <a:pt x="9477" y="222685"/>
                  </a:lnTo>
                  <a:lnTo>
                    <a:pt x="11323" y="227674"/>
                  </a:lnTo>
                  <a:lnTo>
                    <a:pt x="13327" y="232601"/>
                  </a:lnTo>
                  <a:lnTo>
                    <a:pt x="15487" y="237463"/>
                  </a:lnTo>
                  <a:lnTo>
                    <a:pt x="17800" y="242253"/>
                  </a:lnTo>
                  <a:lnTo>
                    <a:pt x="20265" y="246967"/>
                  </a:lnTo>
                  <a:lnTo>
                    <a:pt x="22878" y="251600"/>
                  </a:lnTo>
                  <a:lnTo>
                    <a:pt x="25638" y="256148"/>
                  </a:lnTo>
                  <a:lnTo>
                    <a:pt x="28540" y="260605"/>
                  </a:lnTo>
                  <a:lnTo>
                    <a:pt x="31584" y="264968"/>
                  </a:lnTo>
                  <a:lnTo>
                    <a:pt x="34764" y="269232"/>
                  </a:lnTo>
                  <a:lnTo>
                    <a:pt x="38078" y="273393"/>
                  </a:lnTo>
                  <a:lnTo>
                    <a:pt x="41523" y="277446"/>
                  </a:lnTo>
                  <a:lnTo>
                    <a:pt x="45096" y="281387"/>
                  </a:lnTo>
                  <a:lnTo>
                    <a:pt x="48792" y="285213"/>
                  </a:lnTo>
                  <a:lnTo>
                    <a:pt x="52608" y="288919"/>
                  </a:lnTo>
                  <a:lnTo>
                    <a:pt x="56539" y="292502"/>
                  </a:lnTo>
                  <a:lnTo>
                    <a:pt x="60583" y="295958"/>
                  </a:lnTo>
                  <a:lnTo>
                    <a:pt x="64735" y="299284"/>
                  </a:lnTo>
                  <a:lnTo>
                    <a:pt x="68990" y="302476"/>
                  </a:lnTo>
                  <a:lnTo>
                    <a:pt x="73345" y="305530"/>
                  </a:lnTo>
                  <a:lnTo>
                    <a:pt x="77795" y="308445"/>
                  </a:lnTo>
                  <a:lnTo>
                    <a:pt x="82335" y="311217"/>
                  </a:lnTo>
                  <a:lnTo>
                    <a:pt x="86961" y="313843"/>
                  </a:lnTo>
                  <a:lnTo>
                    <a:pt x="91669" y="316320"/>
                  </a:lnTo>
                  <a:lnTo>
                    <a:pt x="96452" y="318646"/>
                  </a:lnTo>
                  <a:lnTo>
                    <a:pt x="101308" y="320819"/>
                  </a:lnTo>
                  <a:lnTo>
                    <a:pt x="106230" y="322836"/>
                  </a:lnTo>
                  <a:lnTo>
                    <a:pt x="111214" y="324696"/>
                  </a:lnTo>
                  <a:lnTo>
                    <a:pt x="116254" y="326396"/>
                  </a:lnTo>
                  <a:lnTo>
                    <a:pt x="121346" y="327935"/>
                  </a:lnTo>
                  <a:lnTo>
                    <a:pt x="126484" y="329311"/>
                  </a:lnTo>
                  <a:lnTo>
                    <a:pt x="131664" y="330523"/>
                  </a:lnTo>
                  <a:lnTo>
                    <a:pt x="136879" y="331570"/>
                  </a:lnTo>
                  <a:lnTo>
                    <a:pt x="142125" y="33245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398204" y="4826449"/>
              <a:ext cx="25030" cy="165282"/>
            </a:xfrm>
            <a:custGeom>
              <a:avLst/>
              <a:pathLst>
                <a:path w="25030" h="165282">
                  <a:moveTo>
                    <a:pt x="0" y="165282"/>
                  </a:moveTo>
                  <a:lnTo>
                    <a:pt x="2503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398204" y="4826449"/>
              <a:ext cx="25030" cy="165282"/>
            </a:xfrm>
            <a:custGeom>
              <a:avLst/>
              <a:pathLst>
                <a:path w="25030" h="165282">
                  <a:moveTo>
                    <a:pt x="0" y="165282"/>
                  </a:moveTo>
                  <a:lnTo>
                    <a:pt x="2503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398204" y="4826449"/>
              <a:ext cx="119078" cy="167150"/>
            </a:xfrm>
            <a:custGeom>
              <a:avLst/>
              <a:pathLst>
                <a:path w="119078" h="167150">
                  <a:moveTo>
                    <a:pt x="0" y="165282"/>
                  </a:moveTo>
                  <a:lnTo>
                    <a:pt x="5631" y="166038"/>
                  </a:lnTo>
                  <a:lnTo>
                    <a:pt x="11285" y="166601"/>
                  </a:lnTo>
                  <a:lnTo>
                    <a:pt x="16955" y="166972"/>
                  </a:lnTo>
                  <a:lnTo>
                    <a:pt x="22635" y="167150"/>
                  </a:lnTo>
                  <a:lnTo>
                    <a:pt x="28317" y="167135"/>
                  </a:lnTo>
                  <a:lnTo>
                    <a:pt x="33995" y="166926"/>
                  </a:lnTo>
                  <a:lnTo>
                    <a:pt x="39663" y="166525"/>
                  </a:lnTo>
                  <a:lnTo>
                    <a:pt x="45314" y="165932"/>
                  </a:lnTo>
                  <a:lnTo>
                    <a:pt x="50941" y="165147"/>
                  </a:lnTo>
                  <a:lnTo>
                    <a:pt x="56539" y="164171"/>
                  </a:lnTo>
                  <a:lnTo>
                    <a:pt x="62100" y="163005"/>
                  </a:lnTo>
                  <a:lnTo>
                    <a:pt x="67619" y="161651"/>
                  </a:lnTo>
                  <a:lnTo>
                    <a:pt x="73088" y="160110"/>
                  </a:lnTo>
                  <a:lnTo>
                    <a:pt x="78501" y="158384"/>
                  </a:lnTo>
                  <a:lnTo>
                    <a:pt x="83853" y="156476"/>
                  </a:lnTo>
                  <a:lnTo>
                    <a:pt x="89137" y="154386"/>
                  </a:lnTo>
                  <a:lnTo>
                    <a:pt x="94347" y="152118"/>
                  </a:lnTo>
                  <a:lnTo>
                    <a:pt x="99477" y="149675"/>
                  </a:lnTo>
                  <a:lnTo>
                    <a:pt x="104521" y="147058"/>
                  </a:lnTo>
                  <a:lnTo>
                    <a:pt x="109473" y="144271"/>
                  </a:lnTo>
                  <a:lnTo>
                    <a:pt x="114327" y="141318"/>
                  </a:lnTo>
                  <a:lnTo>
                    <a:pt x="119078" y="138202"/>
                  </a:lnTo>
                  <a:lnTo>
                    <a:pt x="2503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423235" y="4659281"/>
              <a:ext cx="167163" cy="305369"/>
            </a:xfrm>
            <a:custGeom>
              <a:avLst/>
              <a:pathLst>
                <a:path w="167163" h="305369">
                  <a:moveTo>
                    <a:pt x="94048" y="305369"/>
                  </a:moveTo>
                  <a:lnTo>
                    <a:pt x="98449" y="302270"/>
                  </a:lnTo>
                  <a:lnTo>
                    <a:pt x="102748" y="299030"/>
                  </a:lnTo>
                  <a:lnTo>
                    <a:pt x="106940" y="295653"/>
                  </a:lnTo>
                  <a:lnTo>
                    <a:pt x="111022" y="292143"/>
                  </a:lnTo>
                  <a:lnTo>
                    <a:pt x="114988" y="288504"/>
                  </a:lnTo>
                  <a:lnTo>
                    <a:pt x="118835" y="284738"/>
                  </a:lnTo>
                  <a:lnTo>
                    <a:pt x="122559" y="280851"/>
                  </a:lnTo>
                  <a:lnTo>
                    <a:pt x="126156" y="276846"/>
                  </a:lnTo>
                  <a:lnTo>
                    <a:pt x="129622" y="272727"/>
                  </a:lnTo>
                  <a:lnTo>
                    <a:pt x="132954" y="268499"/>
                  </a:lnTo>
                  <a:lnTo>
                    <a:pt x="136147" y="264166"/>
                  </a:lnTo>
                  <a:lnTo>
                    <a:pt x="139200" y="259732"/>
                  </a:lnTo>
                  <a:lnTo>
                    <a:pt x="142108" y="255202"/>
                  </a:lnTo>
                  <a:lnTo>
                    <a:pt x="144869" y="250580"/>
                  </a:lnTo>
                  <a:lnTo>
                    <a:pt x="147480" y="245873"/>
                  </a:lnTo>
                  <a:lnTo>
                    <a:pt x="149937" y="241083"/>
                  </a:lnTo>
                  <a:lnTo>
                    <a:pt x="152239" y="236217"/>
                  </a:lnTo>
                  <a:lnTo>
                    <a:pt x="154384" y="231280"/>
                  </a:lnTo>
                  <a:lnTo>
                    <a:pt x="156368" y="226276"/>
                  </a:lnTo>
                  <a:lnTo>
                    <a:pt x="158190" y="221210"/>
                  </a:lnTo>
                  <a:lnTo>
                    <a:pt x="159848" y="216089"/>
                  </a:lnTo>
                  <a:lnTo>
                    <a:pt x="161340" y="210917"/>
                  </a:lnTo>
                  <a:lnTo>
                    <a:pt x="162665" y="205699"/>
                  </a:lnTo>
                  <a:lnTo>
                    <a:pt x="163822" y="200442"/>
                  </a:lnTo>
                  <a:lnTo>
                    <a:pt x="164808" y="195150"/>
                  </a:lnTo>
                  <a:lnTo>
                    <a:pt x="165624" y="189829"/>
                  </a:lnTo>
                  <a:lnTo>
                    <a:pt x="166268" y="184484"/>
                  </a:lnTo>
                  <a:lnTo>
                    <a:pt x="166739" y="179122"/>
                  </a:lnTo>
                  <a:lnTo>
                    <a:pt x="167037" y="173747"/>
                  </a:lnTo>
                  <a:lnTo>
                    <a:pt x="167163" y="168365"/>
                  </a:lnTo>
                  <a:lnTo>
                    <a:pt x="167115" y="162982"/>
                  </a:lnTo>
                  <a:lnTo>
                    <a:pt x="166893" y="157604"/>
                  </a:lnTo>
                  <a:lnTo>
                    <a:pt x="166499" y="152235"/>
                  </a:lnTo>
                  <a:lnTo>
                    <a:pt x="165932" y="146882"/>
                  </a:lnTo>
                  <a:lnTo>
                    <a:pt x="165192" y="141550"/>
                  </a:lnTo>
                  <a:lnTo>
                    <a:pt x="164282" y="136244"/>
                  </a:lnTo>
                  <a:lnTo>
                    <a:pt x="163201" y="130971"/>
                  </a:lnTo>
                  <a:lnTo>
                    <a:pt x="161951" y="125735"/>
                  </a:lnTo>
                  <a:lnTo>
                    <a:pt x="160533" y="120542"/>
                  </a:lnTo>
                  <a:lnTo>
                    <a:pt x="158949" y="115397"/>
                  </a:lnTo>
                  <a:lnTo>
                    <a:pt x="157199" y="110306"/>
                  </a:lnTo>
                  <a:lnTo>
                    <a:pt x="155287" y="105274"/>
                  </a:lnTo>
                  <a:lnTo>
                    <a:pt x="153214" y="100306"/>
                  </a:lnTo>
                  <a:lnTo>
                    <a:pt x="150982" y="95408"/>
                  </a:lnTo>
                  <a:lnTo>
                    <a:pt x="148593" y="90584"/>
                  </a:lnTo>
                  <a:lnTo>
                    <a:pt x="146050" y="85839"/>
                  </a:lnTo>
                  <a:lnTo>
                    <a:pt x="143356" y="81179"/>
                  </a:lnTo>
                  <a:lnTo>
                    <a:pt x="140513" y="76608"/>
                  </a:lnTo>
                  <a:lnTo>
                    <a:pt x="137524" y="72130"/>
                  </a:lnTo>
                  <a:lnTo>
                    <a:pt x="134393" y="67752"/>
                  </a:lnTo>
                  <a:lnTo>
                    <a:pt x="131122" y="63476"/>
                  </a:lnTo>
                  <a:lnTo>
                    <a:pt x="127716" y="59308"/>
                  </a:lnTo>
                  <a:lnTo>
                    <a:pt x="124177" y="55252"/>
                  </a:lnTo>
                  <a:lnTo>
                    <a:pt x="120509" y="51311"/>
                  </a:lnTo>
                  <a:lnTo>
                    <a:pt x="116716" y="47491"/>
                  </a:lnTo>
                  <a:lnTo>
                    <a:pt x="112802" y="43795"/>
                  </a:lnTo>
                  <a:lnTo>
                    <a:pt x="108771" y="40227"/>
                  </a:lnTo>
                  <a:lnTo>
                    <a:pt x="104628" y="36791"/>
                  </a:lnTo>
                  <a:lnTo>
                    <a:pt x="100376" y="33490"/>
                  </a:lnTo>
                  <a:lnTo>
                    <a:pt x="96020" y="30327"/>
                  </a:lnTo>
                  <a:lnTo>
                    <a:pt x="91564" y="27307"/>
                  </a:lnTo>
                  <a:lnTo>
                    <a:pt x="87013" y="24431"/>
                  </a:lnTo>
                  <a:lnTo>
                    <a:pt x="82372" y="21703"/>
                  </a:lnTo>
                  <a:lnTo>
                    <a:pt x="77646" y="19126"/>
                  </a:lnTo>
                  <a:lnTo>
                    <a:pt x="72839" y="16703"/>
                  </a:lnTo>
                  <a:lnTo>
                    <a:pt x="67957" y="14436"/>
                  </a:lnTo>
                  <a:lnTo>
                    <a:pt x="63004" y="12327"/>
                  </a:lnTo>
                  <a:lnTo>
                    <a:pt x="57986" y="10379"/>
                  </a:lnTo>
                  <a:lnTo>
                    <a:pt x="52907" y="8593"/>
                  </a:lnTo>
                  <a:lnTo>
                    <a:pt x="47774" y="6972"/>
                  </a:lnTo>
                  <a:lnTo>
                    <a:pt x="42592" y="5516"/>
                  </a:lnTo>
                  <a:lnTo>
                    <a:pt x="37365" y="4229"/>
                  </a:lnTo>
                  <a:lnTo>
                    <a:pt x="32099" y="3110"/>
                  </a:lnTo>
                  <a:lnTo>
                    <a:pt x="26800" y="2162"/>
                  </a:lnTo>
                  <a:lnTo>
                    <a:pt x="21473" y="1384"/>
                  </a:lnTo>
                  <a:lnTo>
                    <a:pt x="16124" y="779"/>
                  </a:lnTo>
                  <a:lnTo>
                    <a:pt x="10759" y="346"/>
                  </a:lnTo>
                  <a:lnTo>
                    <a:pt x="538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561323" y="4213821"/>
              <a:ext cx="274862" cy="334334"/>
            </a:xfrm>
            <a:custGeom>
              <a:avLst/>
              <a:pathLst>
                <a:path w="274862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5" y="1346"/>
                  </a:lnTo>
                  <a:lnTo>
                    <a:pt x="140721" y="2102"/>
                  </a:lnTo>
                  <a:lnTo>
                    <a:pt x="135495" y="3024"/>
                  </a:lnTo>
                  <a:lnTo>
                    <a:pt x="130300" y="4111"/>
                  </a:lnTo>
                  <a:lnTo>
                    <a:pt x="125142" y="5363"/>
                  </a:lnTo>
                  <a:lnTo>
                    <a:pt x="120027" y="6778"/>
                  </a:lnTo>
                  <a:lnTo>
                    <a:pt x="114959" y="8355"/>
                  </a:lnTo>
                  <a:lnTo>
                    <a:pt x="109944" y="10092"/>
                  </a:lnTo>
                  <a:lnTo>
                    <a:pt x="104987" y="11987"/>
                  </a:lnTo>
                  <a:lnTo>
                    <a:pt x="100092" y="14038"/>
                  </a:lnTo>
                  <a:lnTo>
                    <a:pt x="95265" y="16244"/>
                  </a:lnTo>
                  <a:lnTo>
                    <a:pt x="90510" y="18602"/>
                  </a:lnTo>
                  <a:lnTo>
                    <a:pt x="85832" y="21110"/>
                  </a:lnTo>
                  <a:lnTo>
                    <a:pt x="81237" y="23765"/>
                  </a:lnTo>
                  <a:lnTo>
                    <a:pt x="76728" y="26564"/>
                  </a:lnTo>
                  <a:lnTo>
                    <a:pt x="72310" y="29505"/>
                  </a:lnTo>
                  <a:lnTo>
                    <a:pt x="67988" y="32585"/>
                  </a:lnTo>
                  <a:lnTo>
                    <a:pt x="63766" y="35801"/>
                  </a:lnTo>
                  <a:lnTo>
                    <a:pt x="59647" y="39149"/>
                  </a:lnTo>
                  <a:lnTo>
                    <a:pt x="55638" y="42626"/>
                  </a:lnTo>
                  <a:lnTo>
                    <a:pt x="51740" y="46229"/>
                  </a:lnTo>
                  <a:lnTo>
                    <a:pt x="47959" y="49953"/>
                  </a:lnTo>
                  <a:lnTo>
                    <a:pt x="44299" y="53796"/>
                  </a:lnTo>
                  <a:lnTo>
                    <a:pt x="40762" y="57753"/>
                  </a:lnTo>
                  <a:lnTo>
                    <a:pt x="37352" y="61820"/>
                  </a:lnTo>
                  <a:lnTo>
                    <a:pt x="34073" y="65994"/>
                  </a:lnTo>
                  <a:lnTo>
                    <a:pt x="30929" y="70269"/>
                  </a:lnTo>
                  <a:lnTo>
                    <a:pt x="27921" y="74642"/>
                  </a:lnTo>
                  <a:lnTo>
                    <a:pt x="25054" y="79109"/>
                  </a:lnTo>
                  <a:lnTo>
                    <a:pt x="22330" y="83664"/>
                  </a:lnTo>
                  <a:lnTo>
                    <a:pt x="19753" y="88303"/>
                  </a:lnTo>
                  <a:lnTo>
                    <a:pt x="17323" y="93022"/>
                  </a:lnTo>
                  <a:lnTo>
                    <a:pt x="15045" y="97815"/>
                  </a:lnTo>
                  <a:lnTo>
                    <a:pt x="12920" y="102679"/>
                  </a:lnTo>
                  <a:lnTo>
                    <a:pt x="10951" y="107607"/>
                  </a:lnTo>
                  <a:lnTo>
                    <a:pt x="9139" y="112596"/>
                  </a:lnTo>
                  <a:lnTo>
                    <a:pt x="7486" y="117639"/>
                  </a:lnTo>
                  <a:lnTo>
                    <a:pt x="5994" y="122732"/>
                  </a:lnTo>
                  <a:lnTo>
                    <a:pt x="4665" y="127871"/>
                  </a:lnTo>
                  <a:lnTo>
                    <a:pt x="3499" y="133048"/>
                  </a:lnTo>
                  <a:lnTo>
                    <a:pt x="2499" y="138261"/>
                  </a:lnTo>
                  <a:lnTo>
                    <a:pt x="1664" y="143502"/>
                  </a:lnTo>
                  <a:lnTo>
                    <a:pt x="996" y="148767"/>
                  </a:lnTo>
                  <a:lnTo>
                    <a:pt x="496" y="154051"/>
                  </a:lnTo>
                  <a:lnTo>
                    <a:pt x="164" y="159348"/>
                  </a:lnTo>
                  <a:lnTo>
                    <a:pt x="0" y="164653"/>
                  </a:lnTo>
                  <a:lnTo>
                    <a:pt x="4" y="169960"/>
                  </a:lnTo>
                  <a:lnTo>
                    <a:pt x="177" y="175264"/>
                  </a:lnTo>
                  <a:lnTo>
                    <a:pt x="518" y="180561"/>
                  </a:lnTo>
                  <a:lnTo>
                    <a:pt x="1027" y="185844"/>
                  </a:lnTo>
                  <a:lnTo>
                    <a:pt x="1704" y="191108"/>
                  </a:lnTo>
                  <a:lnTo>
                    <a:pt x="2547" y="196348"/>
                  </a:lnTo>
                  <a:lnTo>
                    <a:pt x="3556" y="201558"/>
                  </a:lnTo>
                  <a:lnTo>
                    <a:pt x="4731" y="206734"/>
                  </a:lnTo>
                  <a:lnTo>
                    <a:pt x="6069" y="211870"/>
                  </a:lnTo>
                  <a:lnTo>
                    <a:pt x="7569" y="216961"/>
                  </a:lnTo>
                  <a:lnTo>
                    <a:pt x="9230" y="222002"/>
                  </a:lnTo>
                  <a:lnTo>
                    <a:pt x="11050" y="226987"/>
                  </a:lnTo>
                  <a:lnTo>
                    <a:pt x="13028" y="231912"/>
                  </a:lnTo>
                  <a:lnTo>
                    <a:pt x="15161" y="236772"/>
                  </a:lnTo>
                  <a:lnTo>
                    <a:pt x="17447" y="241562"/>
                  </a:lnTo>
                  <a:lnTo>
                    <a:pt x="19884" y="246276"/>
                  </a:lnTo>
                  <a:lnTo>
                    <a:pt x="22470" y="250911"/>
                  </a:lnTo>
                  <a:lnTo>
                    <a:pt x="25201" y="255462"/>
                  </a:lnTo>
                  <a:lnTo>
                    <a:pt x="28076" y="259924"/>
                  </a:lnTo>
                  <a:lnTo>
                    <a:pt x="31090" y="264292"/>
                  </a:lnTo>
                  <a:lnTo>
                    <a:pt x="34242" y="268562"/>
                  </a:lnTo>
                  <a:lnTo>
                    <a:pt x="37528" y="272730"/>
                  </a:lnTo>
                  <a:lnTo>
                    <a:pt x="40944" y="276791"/>
                  </a:lnTo>
                  <a:lnTo>
                    <a:pt x="44488" y="280742"/>
                  </a:lnTo>
                  <a:lnTo>
                    <a:pt x="48155" y="284579"/>
                  </a:lnTo>
                  <a:lnTo>
                    <a:pt x="51942" y="288297"/>
                  </a:lnTo>
                  <a:lnTo>
                    <a:pt x="55845" y="291893"/>
                  </a:lnTo>
                  <a:lnTo>
                    <a:pt x="59861" y="295364"/>
                  </a:lnTo>
                  <a:lnTo>
                    <a:pt x="63985" y="298705"/>
                  </a:lnTo>
                  <a:lnTo>
                    <a:pt x="68212" y="301914"/>
                  </a:lnTo>
                  <a:lnTo>
                    <a:pt x="72540" y="304986"/>
                  </a:lnTo>
                  <a:lnTo>
                    <a:pt x="76962" y="307920"/>
                  </a:lnTo>
                  <a:lnTo>
                    <a:pt x="81476" y="310712"/>
                  </a:lnTo>
                  <a:lnTo>
                    <a:pt x="86076" y="313360"/>
                  </a:lnTo>
                  <a:lnTo>
                    <a:pt x="90758" y="315859"/>
                  </a:lnTo>
                  <a:lnTo>
                    <a:pt x="95516" y="318209"/>
                  </a:lnTo>
                  <a:lnTo>
                    <a:pt x="100347" y="320407"/>
                  </a:lnTo>
                  <a:lnTo>
                    <a:pt x="105245" y="322451"/>
                  </a:lnTo>
                  <a:lnTo>
                    <a:pt x="110206" y="324337"/>
                  </a:lnTo>
                  <a:lnTo>
                    <a:pt x="115224" y="326066"/>
                  </a:lnTo>
                  <a:lnTo>
                    <a:pt x="120295" y="327634"/>
                  </a:lnTo>
                  <a:lnTo>
                    <a:pt x="125412" y="329041"/>
                  </a:lnTo>
                  <a:lnTo>
                    <a:pt x="130572" y="330284"/>
                  </a:lnTo>
                  <a:lnTo>
                    <a:pt x="135768" y="331363"/>
                  </a:lnTo>
                  <a:lnTo>
                    <a:pt x="140997" y="332276"/>
                  </a:lnTo>
                  <a:lnTo>
                    <a:pt x="146251" y="333023"/>
                  </a:lnTo>
                  <a:lnTo>
                    <a:pt x="151527" y="333603"/>
                  </a:lnTo>
                  <a:lnTo>
                    <a:pt x="156818" y="334015"/>
                  </a:lnTo>
                  <a:lnTo>
                    <a:pt x="162120" y="334259"/>
                  </a:lnTo>
                  <a:lnTo>
                    <a:pt x="167427" y="334334"/>
                  </a:lnTo>
                  <a:lnTo>
                    <a:pt x="172733" y="334241"/>
                  </a:lnTo>
                  <a:lnTo>
                    <a:pt x="178034" y="333980"/>
                  </a:lnTo>
                  <a:lnTo>
                    <a:pt x="183324" y="333550"/>
                  </a:lnTo>
                  <a:lnTo>
                    <a:pt x="188598" y="332953"/>
                  </a:lnTo>
                  <a:lnTo>
                    <a:pt x="193850" y="332188"/>
                  </a:lnTo>
                  <a:lnTo>
                    <a:pt x="199075" y="331257"/>
                  </a:lnTo>
                  <a:lnTo>
                    <a:pt x="204268" y="330161"/>
                  </a:lnTo>
                  <a:lnTo>
                    <a:pt x="209423" y="328901"/>
                  </a:lnTo>
                  <a:lnTo>
                    <a:pt x="214536" y="327477"/>
                  </a:lnTo>
                  <a:lnTo>
                    <a:pt x="219601" y="325892"/>
                  </a:lnTo>
                  <a:lnTo>
                    <a:pt x="224613" y="324147"/>
                  </a:lnTo>
                  <a:lnTo>
                    <a:pt x="229568" y="322243"/>
                  </a:lnTo>
                  <a:lnTo>
                    <a:pt x="234459" y="320184"/>
                  </a:lnTo>
                  <a:lnTo>
                    <a:pt x="239283" y="317970"/>
                  </a:lnTo>
                  <a:lnTo>
                    <a:pt x="244034" y="315604"/>
                  </a:lnTo>
                  <a:lnTo>
                    <a:pt x="248707" y="313089"/>
                  </a:lnTo>
                  <a:lnTo>
                    <a:pt x="253298" y="310426"/>
                  </a:lnTo>
                  <a:lnTo>
                    <a:pt x="257802" y="307619"/>
                  </a:lnTo>
                  <a:lnTo>
                    <a:pt x="262215" y="304670"/>
                  </a:lnTo>
                  <a:lnTo>
                    <a:pt x="266532" y="301583"/>
                  </a:lnTo>
                  <a:lnTo>
                    <a:pt x="270749" y="298360"/>
                  </a:lnTo>
                  <a:lnTo>
                    <a:pt x="274862" y="295006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28472" y="4380988"/>
              <a:ext cx="107713" cy="127838"/>
            </a:xfrm>
            <a:custGeom>
              <a:avLst/>
              <a:pathLst>
                <a:path w="107713" h="127838">
                  <a:moveTo>
                    <a:pt x="107713" y="1278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728472" y="4370883"/>
              <a:ext cx="167164" cy="137943"/>
            </a:xfrm>
            <a:custGeom>
              <a:avLst/>
              <a:pathLst>
                <a:path w="167164" h="137943">
                  <a:moveTo>
                    <a:pt x="107713" y="137943"/>
                  </a:moveTo>
                  <a:lnTo>
                    <a:pt x="111904" y="134291"/>
                  </a:lnTo>
                  <a:lnTo>
                    <a:pt x="115971" y="130502"/>
                  </a:lnTo>
                  <a:lnTo>
                    <a:pt x="119910" y="126580"/>
                  </a:lnTo>
                  <a:lnTo>
                    <a:pt x="123716" y="122528"/>
                  </a:lnTo>
                  <a:lnTo>
                    <a:pt x="127386" y="118353"/>
                  </a:lnTo>
                  <a:lnTo>
                    <a:pt x="130914" y="114058"/>
                  </a:lnTo>
                  <a:lnTo>
                    <a:pt x="134298" y="109648"/>
                  </a:lnTo>
                  <a:lnTo>
                    <a:pt x="137534" y="105127"/>
                  </a:lnTo>
                  <a:lnTo>
                    <a:pt x="140617" y="100502"/>
                  </a:lnTo>
                  <a:lnTo>
                    <a:pt x="143545" y="95777"/>
                  </a:lnTo>
                  <a:lnTo>
                    <a:pt x="146314" y="90957"/>
                  </a:lnTo>
                  <a:lnTo>
                    <a:pt x="148921" y="86048"/>
                  </a:lnTo>
                  <a:lnTo>
                    <a:pt x="151364" y="81054"/>
                  </a:lnTo>
                  <a:lnTo>
                    <a:pt x="153639" y="75983"/>
                  </a:lnTo>
                  <a:lnTo>
                    <a:pt x="155744" y="70838"/>
                  </a:lnTo>
                  <a:lnTo>
                    <a:pt x="157677" y="65626"/>
                  </a:lnTo>
                  <a:lnTo>
                    <a:pt x="159436" y="60353"/>
                  </a:lnTo>
                  <a:lnTo>
                    <a:pt x="161019" y="55024"/>
                  </a:lnTo>
                  <a:lnTo>
                    <a:pt x="162423" y="49646"/>
                  </a:lnTo>
                  <a:lnTo>
                    <a:pt x="163648" y="44224"/>
                  </a:lnTo>
                  <a:lnTo>
                    <a:pt x="164692" y="38764"/>
                  </a:lnTo>
                  <a:lnTo>
                    <a:pt x="165554" y="33273"/>
                  </a:lnTo>
                  <a:lnTo>
                    <a:pt x="166232" y="27755"/>
                  </a:lnTo>
                  <a:lnTo>
                    <a:pt x="166727" y="22219"/>
                  </a:lnTo>
                  <a:lnTo>
                    <a:pt x="167038" y="16669"/>
                  </a:lnTo>
                  <a:lnTo>
                    <a:pt x="167164" y="11111"/>
                  </a:lnTo>
                  <a:lnTo>
                    <a:pt x="167105" y="5553"/>
                  </a:lnTo>
                  <a:lnTo>
                    <a:pt x="166861" y="0"/>
                  </a:lnTo>
                  <a:lnTo>
                    <a:pt x="0" y="101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28472" y="4213821"/>
              <a:ext cx="166861" cy="167167"/>
            </a:xfrm>
            <a:custGeom>
              <a:avLst/>
              <a:pathLst>
                <a:path w="166861" h="167167">
                  <a:moveTo>
                    <a:pt x="166861" y="157062"/>
                  </a:moveTo>
                  <a:lnTo>
                    <a:pt x="166450" y="151706"/>
                  </a:lnTo>
                  <a:lnTo>
                    <a:pt x="165868" y="146366"/>
                  </a:lnTo>
                  <a:lnTo>
                    <a:pt x="165114" y="141048"/>
                  </a:lnTo>
                  <a:lnTo>
                    <a:pt x="164189" y="135756"/>
                  </a:lnTo>
                  <a:lnTo>
                    <a:pt x="163095" y="130497"/>
                  </a:lnTo>
                  <a:lnTo>
                    <a:pt x="161833" y="125276"/>
                  </a:lnTo>
                  <a:lnTo>
                    <a:pt x="160404" y="120098"/>
                  </a:lnTo>
                  <a:lnTo>
                    <a:pt x="158809" y="114969"/>
                  </a:lnTo>
                  <a:lnTo>
                    <a:pt x="157050" y="109894"/>
                  </a:lnTo>
                  <a:lnTo>
                    <a:pt x="155128" y="104877"/>
                  </a:lnTo>
                  <a:lnTo>
                    <a:pt x="153047" y="99925"/>
                  </a:lnTo>
                  <a:lnTo>
                    <a:pt x="150808" y="95043"/>
                  </a:lnTo>
                  <a:lnTo>
                    <a:pt x="148412" y="90235"/>
                  </a:lnTo>
                  <a:lnTo>
                    <a:pt x="145864" y="85506"/>
                  </a:lnTo>
                  <a:lnTo>
                    <a:pt x="143165" y="80862"/>
                  </a:lnTo>
                  <a:lnTo>
                    <a:pt x="140318" y="76307"/>
                  </a:lnTo>
                  <a:lnTo>
                    <a:pt x="137327" y="71845"/>
                  </a:lnTo>
                  <a:lnTo>
                    <a:pt x="134193" y="67483"/>
                  </a:lnTo>
                  <a:lnTo>
                    <a:pt x="130921" y="63223"/>
                  </a:lnTo>
                  <a:lnTo>
                    <a:pt x="127514" y="59070"/>
                  </a:lnTo>
                  <a:lnTo>
                    <a:pt x="123975" y="55029"/>
                  </a:lnTo>
                  <a:lnTo>
                    <a:pt x="120308" y="51103"/>
                  </a:lnTo>
                  <a:lnTo>
                    <a:pt x="116517" y="47298"/>
                  </a:lnTo>
                  <a:lnTo>
                    <a:pt x="112606" y="43616"/>
                  </a:lnTo>
                  <a:lnTo>
                    <a:pt x="108578" y="40062"/>
                  </a:lnTo>
                  <a:lnTo>
                    <a:pt x="104438" y="36639"/>
                  </a:lnTo>
                  <a:lnTo>
                    <a:pt x="100191" y="33351"/>
                  </a:lnTo>
                  <a:lnTo>
                    <a:pt x="95840" y="30201"/>
                  </a:lnTo>
                  <a:lnTo>
                    <a:pt x="91390" y="27193"/>
                  </a:lnTo>
                  <a:lnTo>
                    <a:pt x="86845" y="24329"/>
                  </a:lnTo>
                  <a:lnTo>
                    <a:pt x="82211" y="21612"/>
                  </a:lnTo>
                  <a:lnTo>
                    <a:pt x="77492" y="19046"/>
                  </a:lnTo>
                  <a:lnTo>
                    <a:pt x="72693" y="16633"/>
                  </a:lnTo>
                  <a:lnTo>
                    <a:pt x="67819" y="14375"/>
                  </a:lnTo>
                  <a:lnTo>
                    <a:pt x="62875" y="12275"/>
                  </a:lnTo>
                  <a:lnTo>
                    <a:pt x="57866" y="10335"/>
                  </a:lnTo>
                  <a:lnTo>
                    <a:pt x="52798" y="8556"/>
                  </a:lnTo>
                  <a:lnTo>
                    <a:pt x="47675" y="6942"/>
                  </a:lnTo>
                  <a:lnTo>
                    <a:pt x="42502" y="5493"/>
                  </a:lnTo>
                  <a:lnTo>
                    <a:pt x="37286" y="4211"/>
                  </a:lnTo>
                  <a:lnTo>
                    <a:pt x="32031" y="3097"/>
                  </a:lnTo>
                  <a:lnTo>
                    <a:pt x="26743" y="2153"/>
                  </a:lnTo>
                  <a:lnTo>
                    <a:pt x="21428" y="1379"/>
                  </a:lnTo>
                  <a:lnTo>
                    <a:pt x="16090" y="776"/>
                  </a:lnTo>
                  <a:lnTo>
                    <a:pt x="10736" y="345"/>
                  </a:lnTo>
                  <a:lnTo>
                    <a:pt x="5370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751845" y="3707720"/>
              <a:ext cx="233325" cy="334328"/>
            </a:xfrm>
            <a:custGeom>
              <a:avLst/>
              <a:pathLst>
                <a:path w="233325" h="334328">
                  <a:moveTo>
                    <a:pt x="167165" y="0"/>
                  </a:moveTo>
                  <a:lnTo>
                    <a:pt x="161822" y="85"/>
                  </a:lnTo>
                  <a:lnTo>
                    <a:pt x="156484" y="341"/>
                  </a:lnTo>
                  <a:lnTo>
                    <a:pt x="151158" y="768"/>
                  </a:lnTo>
                  <a:lnTo>
                    <a:pt x="145847" y="1364"/>
                  </a:lnTo>
                  <a:lnTo>
                    <a:pt x="140559" y="2130"/>
                  </a:lnTo>
                  <a:lnTo>
                    <a:pt x="135297" y="3065"/>
                  </a:lnTo>
                  <a:lnTo>
                    <a:pt x="130068" y="4168"/>
                  </a:lnTo>
                  <a:lnTo>
                    <a:pt x="124877" y="5437"/>
                  </a:lnTo>
                  <a:lnTo>
                    <a:pt x="119729" y="6871"/>
                  </a:lnTo>
                  <a:lnTo>
                    <a:pt x="114630" y="8469"/>
                  </a:lnTo>
                  <a:lnTo>
                    <a:pt x="109585" y="10229"/>
                  </a:lnTo>
                  <a:lnTo>
                    <a:pt x="104598" y="12150"/>
                  </a:lnTo>
                  <a:lnTo>
                    <a:pt x="99675" y="14229"/>
                  </a:lnTo>
                  <a:lnTo>
                    <a:pt x="94821" y="16464"/>
                  </a:lnTo>
                  <a:lnTo>
                    <a:pt x="90041" y="18854"/>
                  </a:lnTo>
                  <a:lnTo>
                    <a:pt x="85340" y="21395"/>
                  </a:lnTo>
                  <a:lnTo>
                    <a:pt x="80722" y="24085"/>
                  </a:lnTo>
                  <a:lnTo>
                    <a:pt x="76193" y="26921"/>
                  </a:lnTo>
                  <a:lnTo>
                    <a:pt x="71757" y="29900"/>
                  </a:lnTo>
                  <a:lnTo>
                    <a:pt x="67418" y="33020"/>
                  </a:lnTo>
                  <a:lnTo>
                    <a:pt x="63182" y="36276"/>
                  </a:lnTo>
                  <a:lnTo>
                    <a:pt x="59051" y="39667"/>
                  </a:lnTo>
                  <a:lnTo>
                    <a:pt x="55031" y="43188"/>
                  </a:lnTo>
                  <a:lnTo>
                    <a:pt x="51126" y="46835"/>
                  </a:lnTo>
                  <a:lnTo>
                    <a:pt x="47339" y="50606"/>
                  </a:lnTo>
                  <a:lnTo>
                    <a:pt x="43674" y="54495"/>
                  </a:lnTo>
                  <a:lnTo>
                    <a:pt x="40136" y="58500"/>
                  </a:lnTo>
                  <a:lnTo>
                    <a:pt x="36728" y="62616"/>
                  </a:lnTo>
                  <a:lnTo>
                    <a:pt x="33453" y="66838"/>
                  </a:lnTo>
                  <a:lnTo>
                    <a:pt x="30314" y="71163"/>
                  </a:lnTo>
                  <a:lnTo>
                    <a:pt x="27315" y="75587"/>
                  </a:lnTo>
                  <a:lnTo>
                    <a:pt x="24460" y="80104"/>
                  </a:lnTo>
                  <a:lnTo>
                    <a:pt x="21750" y="84709"/>
                  </a:lnTo>
                  <a:lnTo>
                    <a:pt x="19188" y="89399"/>
                  </a:lnTo>
                  <a:lnTo>
                    <a:pt x="16778" y="94169"/>
                  </a:lnTo>
                  <a:lnTo>
                    <a:pt x="14522" y="99013"/>
                  </a:lnTo>
                  <a:lnTo>
                    <a:pt x="12422" y="103927"/>
                  </a:lnTo>
                  <a:lnTo>
                    <a:pt x="10479" y="108905"/>
                  </a:lnTo>
                  <a:lnTo>
                    <a:pt x="8697" y="113943"/>
                  </a:lnTo>
                  <a:lnTo>
                    <a:pt x="7077" y="119035"/>
                  </a:lnTo>
                  <a:lnTo>
                    <a:pt x="5620" y="124177"/>
                  </a:lnTo>
                  <a:lnTo>
                    <a:pt x="4329" y="129362"/>
                  </a:lnTo>
                  <a:lnTo>
                    <a:pt x="3204" y="134586"/>
                  </a:lnTo>
                  <a:lnTo>
                    <a:pt x="2246" y="139844"/>
                  </a:lnTo>
                  <a:lnTo>
                    <a:pt x="1457" y="145129"/>
                  </a:lnTo>
                  <a:lnTo>
                    <a:pt x="837" y="150437"/>
                  </a:lnTo>
                  <a:lnTo>
                    <a:pt x="387" y="155762"/>
                  </a:lnTo>
                  <a:lnTo>
                    <a:pt x="108" y="161098"/>
                  </a:lnTo>
                  <a:lnTo>
                    <a:pt x="0" y="166441"/>
                  </a:lnTo>
                  <a:lnTo>
                    <a:pt x="62" y="171784"/>
                  </a:lnTo>
                  <a:lnTo>
                    <a:pt x="295" y="177123"/>
                  </a:lnTo>
                  <a:lnTo>
                    <a:pt x="698" y="182452"/>
                  </a:lnTo>
                  <a:lnTo>
                    <a:pt x="1272" y="187765"/>
                  </a:lnTo>
                  <a:lnTo>
                    <a:pt x="2015" y="193057"/>
                  </a:lnTo>
                  <a:lnTo>
                    <a:pt x="2927" y="198322"/>
                  </a:lnTo>
                  <a:lnTo>
                    <a:pt x="4007" y="203556"/>
                  </a:lnTo>
                  <a:lnTo>
                    <a:pt x="5253" y="208752"/>
                  </a:lnTo>
                  <a:lnTo>
                    <a:pt x="6665" y="213906"/>
                  </a:lnTo>
                  <a:lnTo>
                    <a:pt x="8241" y="219012"/>
                  </a:lnTo>
                  <a:lnTo>
                    <a:pt x="9979" y="224066"/>
                  </a:lnTo>
                  <a:lnTo>
                    <a:pt x="11878" y="229061"/>
                  </a:lnTo>
                  <a:lnTo>
                    <a:pt x="13936" y="233993"/>
                  </a:lnTo>
                  <a:lnTo>
                    <a:pt x="16150" y="238856"/>
                  </a:lnTo>
                  <a:lnTo>
                    <a:pt x="18519" y="243646"/>
                  </a:lnTo>
                  <a:lnTo>
                    <a:pt x="21039" y="248358"/>
                  </a:lnTo>
                  <a:lnTo>
                    <a:pt x="23709" y="252988"/>
                  </a:lnTo>
                  <a:lnTo>
                    <a:pt x="26525" y="257529"/>
                  </a:lnTo>
                  <a:lnTo>
                    <a:pt x="29485" y="261978"/>
                  </a:lnTo>
                  <a:lnTo>
                    <a:pt x="32586" y="266330"/>
                  </a:lnTo>
                  <a:lnTo>
                    <a:pt x="35824" y="270581"/>
                  </a:lnTo>
                  <a:lnTo>
                    <a:pt x="39197" y="274726"/>
                  </a:lnTo>
                  <a:lnTo>
                    <a:pt x="42700" y="278762"/>
                  </a:lnTo>
                  <a:lnTo>
                    <a:pt x="46331" y="282683"/>
                  </a:lnTo>
                  <a:lnTo>
                    <a:pt x="50085" y="286486"/>
                  </a:lnTo>
                  <a:lnTo>
                    <a:pt x="53958" y="290168"/>
                  </a:lnTo>
                  <a:lnTo>
                    <a:pt x="57948" y="293723"/>
                  </a:lnTo>
                  <a:lnTo>
                    <a:pt x="62049" y="297149"/>
                  </a:lnTo>
                  <a:lnTo>
                    <a:pt x="66257" y="300443"/>
                  </a:lnTo>
                  <a:lnTo>
                    <a:pt x="70568" y="303600"/>
                  </a:lnTo>
                  <a:lnTo>
                    <a:pt x="74979" y="306618"/>
                  </a:lnTo>
                  <a:lnTo>
                    <a:pt x="79483" y="309493"/>
                  </a:lnTo>
                  <a:lnTo>
                    <a:pt x="84077" y="312223"/>
                  </a:lnTo>
                  <a:lnTo>
                    <a:pt x="88756" y="314805"/>
                  </a:lnTo>
                  <a:lnTo>
                    <a:pt x="93515" y="317235"/>
                  </a:lnTo>
                  <a:lnTo>
                    <a:pt x="98349" y="319513"/>
                  </a:lnTo>
                  <a:lnTo>
                    <a:pt x="103254" y="321635"/>
                  </a:lnTo>
                  <a:lnTo>
                    <a:pt x="108224" y="323598"/>
                  </a:lnTo>
                  <a:lnTo>
                    <a:pt x="113254" y="325403"/>
                  </a:lnTo>
                  <a:lnTo>
                    <a:pt x="118339" y="327045"/>
                  </a:lnTo>
                  <a:lnTo>
                    <a:pt x="123474" y="328524"/>
                  </a:lnTo>
                  <a:lnTo>
                    <a:pt x="128654" y="329838"/>
                  </a:lnTo>
                  <a:lnTo>
                    <a:pt x="133873" y="330986"/>
                  </a:lnTo>
                  <a:lnTo>
                    <a:pt x="139126" y="331966"/>
                  </a:lnTo>
                  <a:lnTo>
                    <a:pt x="144408" y="332778"/>
                  </a:lnTo>
                  <a:lnTo>
                    <a:pt x="149713" y="333421"/>
                  </a:lnTo>
                  <a:lnTo>
                    <a:pt x="155036" y="333894"/>
                  </a:lnTo>
                  <a:lnTo>
                    <a:pt x="160371" y="334196"/>
                  </a:lnTo>
                  <a:lnTo>
                    <a:pt x="165713" y="334328"/>
                  </a:lnTo>
                  <a:lnTo>
                    <a:pt x="171057" y="334289"/>
                  </a:lnTo>
                  <a:lnTo>
                    <a:pt x="176397" y="334079"/>
                  </a:lnTo>
                  <a:lnTo>
                    <a:pt x="181727" y="333699"/>
                  </a:lnTo>
                  <a:lnTo>
                    <a:pt x="187043" y="333148"/>
                  </a:lnTo>
                  <a:lnTo>
                    <a:pt x="192338" y="332428"/>
                  </a:lnTo>
                  <a:lnTo>
                    <a:pt x="197607" y="331539"/>
                  </a:lnTo>
                  <a:lnTo>
                    <a:pt x="202845" y="330482"/>
                  </a:lnTo>
                  <a:lnTo>
                    <a:pt x="208047" y="329258"/>
                  </a:lnTo>
                  <a:lnTo>
                    <a:pt x="213207" y="327869"/>
                  </a:lnTo>
                  <a:lnTo>
                    <a:pt x="218320" y="326315"/>
                  </a:lnTo>
                  <a:lnTo>
                    <a:pt x="223381" y="324599"/>
                  </a:lnTo>
                  <a:lnTo>
                    <a:pt x="228384" y="322721"/>
                  </a:lnTo>
                  <a:lnTo>
                    <a:pt x="233325" y="320685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19011" y="3707940"/>
              <a:ext cx="167151" cy="320465"/>
            </a:xfrm>
            <a:custGeom>
              <a:avLst/>
              <a:pathLst>
                <a:path w="167151" h="320465">
                  <a:moveTo>
                    <a:pt x="66159" y="320465"/>
                  </a:moveTo>
                  <a:lnTo>
                    <a:pt x="71029" y="318274"/>
                  </a:lnTo>
                  <a:lnTo>
                    <a:pt x="75826" y="315928"/>
                  </a:lnTo>
                  <a:lnTo>
                    <a:pt x="80545" y="313430"/>
                  </a:lnTo>
                  <a:lnTo>
                    <a:pt x="85183" y="310783"/>
                  </a:lnTo>
                  <a:lnTo>
                    <a:pt x="89733" y="307989"/>
                  </a:lnTo>
                  <a:lnTo>
                    <a:pt x="94192" y="305051"/>
                  </a:lnTo>
                  <a:lnTo>
                    <a:pt x="98555" y="301972"/>
                  </a:lnTo>
                  <a:lnTo>
                    <a:pt x="102818" y="298755"/>
                  </a:lnTo>
                  <a:lnTo>
                    <a:pt x="106975" y="295404"/>
                  </a:lnTo>
                  <a:lnTo>
                    <a:pt x="111023" y="291922"/>
                  </a:lnTo>
                  <a:lnTo>
                    <a:pt x="114958" y="288312"/>
                  </a:lnTo>
                  <a:lnTo>
                    <a:pt x="118776" y="284578"/>
                  </a:lnTo>
                  <a:lnTo>
                    <a:pt x="122472" y="280724"/>
                  </a:lnTo>
                  <a:lnTo>
                    <a:pt x="126044" y="276755"/>
                  </a:lnTo>
                  <a:lnTo>
                    <a:pt x="129487" y="272673"/>
                  </a:lnTo>
                  <a:lnTo>
                    <a:pt x="132798" y="268483"/>
                  </a:lnTo>
                  <a:lnTo>
                    <a:pt x="135973" y="264190"/>
                  </a:lnTo>
                  <a:lnTo>
                    <a:pt x="139009" y="259797"/>
                  </a:lnTo>
                  <a:lnTo>
                    <a:pt x="141904" y="255310"/>
                  </a:lnTo>
                  <a:lnTo>
                    <a:pt x="144654" y="250733"/>
                  </a:lnTo>
                  <a:lnTo>
                    <a:pt x="147256" y="246070"/>
                  </a:lnTo>
                  <a:lnTo>
                    <a:pt x="149708" y="241326"/>
                  </a:lnTo>
                  <a:lnTo>
                    <a:pt x="152007" y="236507"/>
                  </a:lnTo>
                  <a:lnTo>
                    <a:pt x="154152" y="231616"/>
                  </a:lnTo>
                  <a:lnTo>
                    <a:pt x="156138" y="226659"/>
                  </a:lnTo>
                  <a:lnTo>
                    <a:pt x="157966" y="221642"/>
                  </a:lnTo>
                  <a:lnTo>
                    <a:pt x="159632" y="216569"/>
                  </a:lnTo>
                  <a:lnTo>
                    <a:pt x="161136" y="211445"/>
                  </a:lnTo>
                  <a:lnTo>
                    <a:pt x="162475" y="206276"/>
                  </a:lnTo>
                  <a:lnTo>
                    <a:pt x="163648" y="201066"/>
                  </a:lnTo>
                  <a:lnTo>
                    <a:pt x="164654" y="195822"/>
                  </a:lnTo>
                  <a:lnTo>
                    <a:pt x="165492" y="190548"/>
                  </a:lnTo>
                  <a:lnTo>
                    <a:pt x="166162" y="185250"/>
                  </a:lnTo>
                  <a:lnTo>
                    <a:pt x="166662" y="179934"/>
                  </a:lnTo>
                  <a:lnTo>
                    <a:pt x="166991" y="174604"/>
                  </a:lnTo>
                  <a:lnTo>
                    <a:pt x="167151" y="169267"/>
                  </a:lnTo>
                  <a:lnTo>
                    <a:pt x="167140" y="163927"/>
                  </a:lnTo>
                  <a:lnTo>
                    <a:pt x="166958" y="158590"/>
                  </a:lnTo>
                  <a:lnTo>
                    <a:pt x="166606" y="153262"/>
                  </a:lnTo>
                  <a:lnTo>
                    <a:pt x="166084" y="147947"/>
                  </a:lnTo>
                  <a:lnTo>
                    <a:pt x="165392" y="142652"/>
                  </a:lnTo>
                  <a:lnTo>
                    <a:pt x="164532" y="137382"/>
                  </a:lnTo>
                  <a:lnTo>
                    <a:pt x="163504" y="132142"/>
                  </a:lnTo>
                  <a:lnTo>
                    <a:pt x="162309" y="126938"/>
                  </a:lnTo>
                  <a:lnTo>
                    <a:pt x="160948" y="121774"/>
                  </a:lnTo>
                  <a:lnTo>
                    <a:pt x="159423" y="116657"/>
                  </a:lnTo>
                  <a:lnTo>
                    <a:pt x="157735" y="111590"/>
                  </a:lnTo>
                  <a:lnTo>
                    <a:pt x="155887" y="106581"/>
                  </a:lnTo>
                  <a:lnTo>
                    <a:pt x="153879" y="101632"/>
                  </a:lnTo>
                  <a:lnTo>
                    <a:pt x="151715" y="96751"/>
                  </a:lnTo>
                  <a:lnTo>
                    <a:pt x="149395" y="91941"/>
                  </a:lnTo>
                  <a:lnTo>
                    <a:pt x="146923" y="87208"/>
                  </a:lnTo>
                  <a:lnTo>
                    <a:pt x="144302" y="82556"/>
                  </a:lnTo>
                  <a:lnTo>
                    <a:pt x="141533" y="77990"/>
                  </a:lnTo>
                  <a:lnTo>
                    <a:pt x="138619" y="73515"/>
                  </a:lnTo>
                  <a:lnTo>
                    <a:pt x="135564" y="69135"/>
                  </a:lnTo>
                  <a:lnTo>
                    <a:pt x="132371" y="64855"/>
                  </a:lnTo>
                  <a:lnTo>
                    <a:pt x="129043" y="60679"/>
                  </a:lnTo>
                  <a:lnTo>
                    <a:pt x="125583" y="56612"/>
                  </a:lnTo>
                  <a:lnTo>
                    <a:pt x="121995" y="52657"/>
                  </a:lnTo>
                  <a:lnTo>
                    <a:pt x="118282" y="48819"/>
                  </a:lnTo>
                  <a:lnTo>
                    <a:pt x="114449" y="45101"/>
                  </a:lnTo>
                  <a:lnTo>
                    <a:pt x="110499" y="41508"/>
                  </a:lnTo>
                  <a:lnTo>
                    <a:pt x="106436" y="38043"/>
                  </a:lnTo>
                  <a:lnTo>
                    <a:pt x="102265" y="34709"/>
                  </a:lnTo>
                  <a:lnTo>
                    <a:pt x="97989" y="31510"/>
                  </a:lnTo>
                  <a:lnTo>
                    <a:pt x="93613" y="28450"/>
                  </a:lnTo>
                  <a:lnTo>
                    <a:pt x="89142" y="25530"/>
                  </a:lnTo>
                  <a:lnTo>
                    <a:pt x="84579" y="22755"/>
                  </a:lnTo>
                  <a:lnTo>
                    <a:pt x="79931" y="20127"/>
                  </a:lnTo>
                  <a:lnTo>
                    <a:pt x="75201" y="17649"/>
                  </a:lnTo>
                  <a:lnTo>
                    <a:pt x="70394" y="15324"/>
                  </a:lnTo>
                  <a:lnTo>
                    <a:pt x="65515" y="13153"/>
                  </a:lnTo>
                  <a:lnTo>
                    <a:pt x="60570" y="11139"/>
                  </a:lnTo>
                  <a:lnTo>
                    <a:pt x="55562" y="9284"/>
                  </a:lnTo>
                  <a:lnTo>
                    <a:pt x="50498" y="7589"/>
                  </a:lnTo>
                  <a:lnTo>
                    <a:pt x="45383" y="6058"/>
                  </a:lnTo>
                  <a:lnTo>
                    <a:pt x="40221" y="4690"/>
                  </a:lnTo>
                  <a:lnTo>
                    <a:pt x="35018" y="3488"/>
                  </a:lnTo>
                  <a:lnTo>
                    <a:pt x="29779" y="2453"/>
                  </a:lnTo>
                  <a:lnTo>
                    <a:pt x="24510" y="1586"/>
                  </a:lnTo>
                  <a:lnTo>
                    <a:pt x="19216" y="888"/>
                  </a:lnTo>
                  <a:lnTo>
                    <a:pt x="13903" y="359"/>
                  </a:lnTo>
                  <a:lnTo>
                    <a:pt x="8575" y="0"/>
                  </a:lnTo>
                  <a:lnTo>
                    <a:pt x="0" y="1669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919011" y="3707720"/>
              <a:ext cx="8575" cy="167167"/>
            </a:xfrm>
            <a:custGeom>
              <a:avLst/>
              <a:pathLst>
                <a:path w="8575" h="167167">
                  <a:moveTo>
                    <a:pt x="8575" y="22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tx82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2025-06-05T16:21:12Z</dcterms:modified>
  <cp:category/>
</cp:coreProperties>
</file>