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7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tx4"/>
            <p:cNvSpPr/>
            <p:nvPr/>
          </p:nvSpPr>
          <p:spPr>
            <a:xfrm>
              <a:off x="4256737" y="271051"/>
              <a:ext cx="996285" cy="169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3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39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2019_BLSE</a:t>
              </a:r>
            </a:p>
          </p:txBody>
        </p:sp>
        <p:sp>
          <p:nvSpPr>
            <p:cNvPr id="5" name="pl5"/>
            <p:cNvSpPr/>
            <p:nvPr/>
          </p:nvSpPr>
          <p:spPr>
            <a:xfrm>
              <a:off x="270114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0"/>
                  </a:moveTo>
                  <a:lnTo>
                    <a:pt x="0" y="13109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2620472" y="1376096"/>
              <a:ext cx="1249538" cy="1823564"/>
            </a:xfrm>
            <a:custGeom>
              <a:avLst/>
              <a:pathLst>
                <a:path w="1249538" h="1823564">
                  <a:moveTo>
                    <a:pt x="1249538" y="0"/>
                  </a:moveTo>
                  <a:lnTo>
                    <a:pt x="0" y="182356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4004232" y="1400573"/>
              <a:ext cx="979581" cy="4003508"/>
            </a:xfrm>
            <a:custGeom>
              <a:avLst/>
              <a:pathLst>
                <a:path w="979581" h="4003508">
                  <a:moveTo>
                    <a:pt x="0" y="0"/>
                  </a:moveTo>
                  <a:lnTo>
                    <a:pt x="979581" y="400350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667989" y="1386448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840187" y="1394643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126255" y="1400573"/>
              <a:ext cx="798515" cy="3263498"/>
            </a:xfrm>
            <a:custGeom>
              <a:avLst/>
              <a:pathLst>
                <a:path w="798515" h="3263498">
                  <a:moveTo>
                    <a:pt x="798515" y="0"/>
                  </a:moveTo>
                  <a:lnTo>
                    <a:pt x="0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2906010" y="1349502"/>
              <a:ext cx="933767" cy="833321"/>
            </a:xfrm>
            <a:custGeom>
              <a:avLst/>
              <a:pathLst>
                <a:path w="933767" h="833321">
                  <a:moveTo>
                    <a:pt x="933767" y="0"/>
                  </a:moveTo>
                  <a:lnTo>
                    <a:pt x="0" y="833321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023401" y="1394643"/>
              <a:ext cx="1462957" cy="3885832"/>
            </a:xfrm>
            <a:custGeom>
              <a:avLst/>
              <a:pathLst>
                <a:path w="1462957" h="3885832">
                  <a:moveTo>
                    <a:pt x="0" y="0"/>
                  </a:moveTo>
                  <a:lnTo>
                    <a:pt x="1462957" y="388583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074898" y="1363724"/>
              <a:ext cx="2543175" cy="2891736"/>
            </a:xfrm>
            <a:custGeom>
              <a:avLst/>
              <a:pathLst>
                <a:path w="2543175" h="2891736">
                  <a:moveTo>
                    <a:pt x="0" y="0"/>
                  </a:moveTo>
                  <a:lnTo>
                    <a:pt x="2543175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041742" y="1386448"/>
              <a:ext cx="1902054" cy="3650680"/>
            </a:xfrm>
            <a:custGeom>
              <a:avLst/>
              <a:pathLst>
                <a:path w="1902054" h="3650680">
                  <a:moveTo>
                    <a:pt x="0" y="0"/>
                  </a:moveTo>
                  <a:lnTo>
                    <a:pt x="1902054" y="365068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058992" y="1376096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089224" y="1349502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3636505" y="1316329"/>
              <a:ext cx="180211" cy="95277"/>
            </a:xfrm>
            <a:custGeom>
              <a:avLst/>
              <a:pathLst>
                <a:path w="180211" h="95277">
                  <a:moveTo>
                    <a:pt x="180211" y="0"/>
                  </a:moveTo>
                  <a:lnTo>
                    <a:pt x="0" y="952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4130432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21095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746908" y="1549397"/>
              <a:ext cx="3117971" cy="1191175"/>
            </a:xfrm>
            <a:custGeom>
              <a:avLst/>
              <a:pathLst>
                <a:path w="3117971" h="1191175">
                  <a:moveTo>
                    <a:pt x="3117971" y="0"/>
                  </a:moveTo>
                  <a:lnTo>
                    <a:pt x="0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673765" y="1567872"/>
              <a:ext cx="3199489" cy="1691555"/>
            </a:xfrm>
            <a:custGeom>
              <a:avLst/>
              <a:pathLst>
                <a:path w="3199489" h="1691555">
                  <a:moveTo>
                    <a:pt x="3199489" y="0"/>
                  </a:moveTo>
                  <a:lnTo>
                    <a:pt x="0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5063274" y="1652116"/>
              <a:ext cx="918033" cy="3751965"/>
            </a:xfrm>
            <a:custGeom>
              <a:avLst/>
              <a:pathLst>
                <a:path w="918033" h="3751965">
                  <a:moveTo>
                    <a:pt x="918033" y="0"/>
                  </a:moveTo>
                  <a:lnTo>
                    <a:pt x="0" y="375196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2727998" y="1585171"/>
              <a:ext cx="3155790" cy="2194283"/>
            </a:xfrm>
            <a:custGeom>
              <a:avLst/>
              <a:pathLst>
                <a:path w="3155790" h="2194283">
                  <a:moveTo>
                    <a:pt x="3155790" y="0"/>
                  </a:moveTo>
                  <a:lnTo>
                    <a:pt x="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906010" y="1601045"/>
              <a:ext cx="2990305" cy="2668636"/>
            </a:xfrm>
            <a:custGeom>
              <a:avLst/>
              <a:pathLst>
                <a:path w="2990305" h="2668636">
                  <a:moveTo>
                    <a:pt x="2990305" y="0"/>
                  </a:moveTo>
                  <a:lnTo>
                    <a:pt x="0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52455" y="1510034"/>
              <a:ext cx="2602652" cy="318340"/>
            </a:xfrm>
            <a:custGeom>
              <a:avLst/>
              <a:pathLst>
                <a:path w="2602652" h="318340">
                  <a:moveTo>
                    <a:pt x="2602652" y="0"/>
                  </a:moveTo>
                  <a:lnTo>
                    <a:pt x="0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196922" y="1615267"/>
              <a:ext cx="2713719" cy="3085653"/>
            </a:xfrm>
            <a:custGeom>
              <a:avLst/>
              <a:pathLst>
                <a:path w="2713719" h="3085653">
                  <a:moveTo>
                    <a:pt x="2713719" y="0"/>
                  </a:moveTo>
                  <a:lnTo>
                    <a:pt x="0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2943529" y="1530021"/>
              <a:ext cx="2915268" cy="723826"/>
            </a:xfrm>
            <a:custGeom>
              <a:avLst/>
              <a:pathLst>
                <a:path w="2915268" h="723826">
                  <a:moveTo>
                    <a:pt x="2915268" y="0"/>
                  </a:moveTo>
                  <a:lnTo>
                    <a:pt x="0" y="72382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565263" y="1655705"/>
              <a:ext cx="435770" cy="3615252"/>
            </a:xfrm>
            <a:custGeom>
              <a:avLst/>
              <a:pathLst>
                <a:path w="435770" h="3615252">
                  <a:moveTo>
                    <a:pt x="435770" y="0"/>
                  </a:moveTo>
                  <a:lnTo>
                    <a:pt x="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5179703" y="1168319"/>
              <a:ext cx="685175" cy="261761"/>
            </a:xfrm>
            <a:custGeom>
              <a:avLst/>
              <a:pathLst>
                <a:path w="685175" h="261761">
                  <a:moveTo>
                    <a:pt x="685175" y="26176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060769" y="1652116"/>
              <a:ext cx="627971" cy="2566494"/>
            </a:xfrm>
            <a:custGeom>
              <a:avLst/>
              <a:pathLst>
                <a:path w="627971" h="2566494">
                  <a:moveTo>
                    <a:pt x="0" y="0"/>
                  </a:moveTo>
                  <a:lnTo>
                    <a:pt x="627971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6021039" y="1656906"/>
              <a:ext cx="0" cy="3361306"/>
            </a:xfrm>
            <a:custGeom>
              <a:avLst/>
              <a:pathLst>
                <a:path w="0" h="3361306">
                  <a:moveTo>
                    <a:pt x="0" y="0"/>
                  </a:moveTo>
                  <a:lnTo>
                    <a:pt x="0" y="33613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6041044" y="1655705"/>
              <a:ext cx="362185" cy="3004777"/>
            </a:xfrm>
            <a:custGeom>
              <a:avLst/>
              <a:pathLst>
                <a:path w="362185" h="3004777">
                  <a:moveTo>
                    <a:pt x="0" y="0"/>
                  </a:moveTo>
                  <a:lnTo>
                    <a:pt x="362185" y="300477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648457" y="1148943"/>
              <a:ext cx="1210340" cy="300513"/>
            </a:xfrm>
            <a:custGeom>
              <a:avLst/>
              <a:pathLst>
                <a:path w="1210340" h="300513">
                  <a:moveTo>
                    <a:pt x="1210340" y="30051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5693042" y="1316329"/>
              <a:ext cx="180211" cy="95277"/>
            </a:xfrm>
            <a:custGeom>
              <a:avLst/>
              <a:pathLst>
                <a:path w="180211" h="95277">
                  <a:moveTo>
                    <a:pt x="180211" y="95277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6079939" y="1646186"/>
              <a:ext cx="780172" cy="2072254"/>
            </a:xfrm>
            <a:custGeom>
              <a:avLst/>
              <a:pathLst>
                <a:path w="780172" h="2072254">
                  <a:moveTo>
                    <a:pt x="0" y="0"/>
                  </a:moveTo>
                  <a:lnTo>
                    <a:pt x="780172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3655888" y="1489739"/>
              <a:ext cx="2197983" cy="0"/>
            </a:xfrm>
            <a:custGeom>
              <a:avLst/>
              <a:pathLst>
                <a:path w="2197983" h="0">
                  <a:moveTo>
                    <a:pt x="2197983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545985" y="2966197"/>
              <a:ext cx="24757" cy="205395"/>
            </a:xfrm>
            <a:custGeom>
              <a:avLst/>
              <a:pathLst>
                <a:path w="24757" h="205395">
                  <a:moveTo>
                    <a:pt x="24757" y="0"/>
                  </a:moveTo>
                  <a:lnTo>
                    <a:pt x="0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701146" y="2925760"/>
              <a:ext cx="2212000" cy="2515170"/>
            </a:xfrm>
            <a:custGeom>
              <a:avLst/>
              <a:pathLst>
                <a:path w="2212000" h="2515170">
                  <a:moveTo>
                    <a:pt x="0" y="0"/>
                  </a:moveTo>
                  <a:lnTo>
                    <a:pt x="2212000" y="251517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590748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2610753" y="29661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2630479" y="2962609"/>
              <a:ext cx="416315" cy="1701462"/>
            </a:xfrm>
            <a:custGeom>
              <a:avLst/>
              <a:pathLst>
                <a:path w="416315" h="1701462">
                  <a:moveTo>
                    <a:pt x="0" y="0"/>
                  </a:moveTo>
                  <a:lnTo>
                    <a:pt x="416315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2715471" y="2911538"/>
              <a:ext cx="2705064" cy="2414078"/>
            </a:xfrm>
            <a:custGeom>
              <a:avLst/>
              <a:pathLst>
                <a:path w="2705064" h="2414078">
                  <a:moveTo>
                    <a:pt x="0" y="0"/>
                  </a:moveTo>
                  <a:lnTo>
                    <a:pt x="2705064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746908" y="2859890"/>
              <a:ext cx="3825404" cy="1461440"/>
            </a:xfrm>
            <a:custGeom>
              <a:avLst/>
              <a:pathLst>
                <a:path w="3825404" h="1461440">
                  <a:moveTo>
                    <a:pt x="0" y="0"/>
                  </a:moveTo>
                  <a:lnTo>
                    <a:pt x="3825404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27998" y="2895664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2738532" y="2878364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0" y="0"/>
                  </a:moveTo>
                  <a:lnTo>
                    <a:pt x="400378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2650703" y="3448866"/>
              <a:ext cx="2248117" cy="2006286"/>
            </a:xfrm>
            <a:custGeom>
              <a:avLst/>
              <a:pathLst>
                <a:path w="2248117" h="2006286">
                  <a:moveTo>
                    <a:pt x="0" y="0"/>
                  </a:moveTo>
                  <a:lnTo>
                    <a:pt x="2248117" y="200628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2545985" y="3503526"/>
              <a:ext cx="24757" cy="205395"/>
            </a:xfrm>
            <a:custGeom>
              <a:avLst/>
              <a:pathLst>
                <a:path w="24757" h="205395">
                  <a:moveTo>
                    <a:pt x="0" y="0"/>
                  </a:moveTo>
                  <a:lnTo>
                    <a:pt x="24757" y="2053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2565711" y="3499937"/>
              <a:ext cx="175845" cy="718674"/>
            </a:xfrm>
            <a:custGeom>
              <a:avLst/>
              <a:pathLst>
                <a:path w="175845" h="718674">
                  <a:moveTo>
                    <a:pt x="0" y="0"/>
                  </a:moveTo>
                  <a:lnTo>
                    <a:pt x="175845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2584880" y="3494007"/>
              <a:ext cx="442744" cy="1175994"/>
            </a:xfrm>
            <a:custGeom>
              <a:avLst/>
              <a:pathLst>
                <a:path w="442744" h="1175994">
                  <a:moveTo>
                    <a:pt x="0" y="0"/>
                  </a:moveTo>
                  <a:lnTo>
                    <a:pt x="442744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2663230" y="3432992"/>
              <a:ext cx="2744777" cy="1908498"/>
            </a:xfrm>
            <a:custGeom>
              <a:avLst/>
              <a:pathLst>
                <a:path w="2744777" h="1908498">
                  <a:moveTo>
                    <a:pt x="0" y="0"/>
                  </a:moveTo>
                  <a:lnTo>
                    <a:pt x="2744777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2688222" y="3377842"/>
              <a:ext cx="3878008" cy="962863"/>
            </a:xfrm>
            <a:custGeom>
              <a:avLst/>
              <a:pathLst>
                <a:path w="3878008" h="962863">
                  <a:moveTo>
                    <a:pt x="0" y="0"/>
                  </a:moveTo>
                  <a:lnTo>
                    <a:pt x="3878008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2673765" y="3415692"/>
              <a:ext cx="3199489" cy="1691555"/>
            </a:xfrm>
            <a:custGeom>
              <a:avLst/>
              <a:pathLst>
                <a:path w="3199489" h="1691555">
                  <a:moveTo>
                    <a:pt x="0" y="0"/>
                  </a:moveTo>
                  <a:lnTo>
                    <a:pt x="3199489" y="169155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2682140" y="3397218"/>
              <a:ext cx="3584935" cy="1369572"/>
            </a:xfrm>
            <a:custGeom>
              <a:avLst/>
              <a:pathLst>
                <a:path w="3584935" h="1369572">
                  <a:moveTo>
                    <a:pt x="0" y="0"/>
                  </a:moveTo>
                  <a:lnTo>
                    <a:pt x="3584935" y="136957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2691911" y="3357855"/>
              <a:ext cx="4061169" cy="496736"/>
            </a:xfrm>
            <a:custGeom>
              <a:avLst/>
              <a:pathLst>
                <a:path w="4061169" h="496736">
                  <a:moveTo>
                    <a:pt x="0" y="0"/>
                  </a:moveTo>
                  <a:lnTo>
                    <a:pt x="4061169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5185785" y="5477206"/>
              <a:ext cx="197231" cy="48970"/>
            </a:xfrm>
            <a:custGeom>
              <a:avLst/>
              <a:pathLst>
                <a:path w="197231" h="48970">
                  <a:moveTo>
                    <a:pt x="0" y="48970"/>
                  </a:moveTo>
                  <a:lnTo>
                    <a:pt x="19723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5160794" y="4476421"/>
              <a:ext cx="1430428" cy="994605"/>
            </a:xfrm>
            <a:custGeom>
              <a:avLst/>
              <a:pathLst>
                <a:path w="1430428" h="994605">
                  <a:moveTo>
                    <a:pt x="0" y="994605"/>
                  </a:moveTo>
                  <a:lnTo>
                    <a:pt x="14304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5179703" y="5245039"/>
              <a:ext cx="685175" cy="261761"/>
            </a:xfrm>
            <a:custGeom>
              <a:avLst/>
              <a:pathLst>
                <a:path w="685175" h="261761">
                  <a:moveTo>
                    <a:pt x="0" y="261761"/>
                  </a:moveTo>
                  <a:lnTo>
                    <a:pt x="6851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5171328" y="4904582"/>
              <a:ext cx="1104122" cy="583744"/>
            </a:xfrm>
            <a:custGeom>
              <a:avLst/>
              <a:pathLst>
                <a:path w="1104122" h="583744">
                  <a:moveTo>
                    <a:pt x="0" y="583744"/>
                  </a:moveTo>
                  <a:lnTo>
                    <a:pt x="110412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5148267" y="3986194"/>
              <a:ext cx="1646021" cy="1468958"/>
            </a:xfrm>
            <a:custGeom>
              <a:avLst/>
              <a:pathLst>
                <a:path w="1646021" h="1468958">
                  <a:moveTo>
                    <a:pt x="0" y="1468958"/>
                  </a:moveTo>
                  <a:lnTo>
                    <a:pt x="164602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2727998" y="3970320"/>
              <a:ext cx="2158295" cy="1500705"/>
            </a:xfrm>
            <a:custGeom>
              <a:avLst/>
              <a:pathLst>
                <a:path w="2158295" h="1500705">
                  <a:moveTo>
                    <a:pt x="0" y="0"/>
                  </a:moveTo>
                  <a:lnTo>
                    <a:pt x="2158295" y="150070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2649648" y="4031335"/>
              <a:ext cx="72739" cy="193206"/>
            </a:xfrm>
            <a:custGeom>
              <a:avLst/>
              <a:pathLst>
                <a:path w="72739" h="193206">
                  <a:moveTo>
                    <a:pt x="0" y="0"/>
                  </a:moveTo>
                  <a:lnTo>
                    <a:pt x="72739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2667989" y="4023140"/>
              <a:ext cx="341293" cy="655056"/>
            </a:xfrm>
            <a:custGeom>
              <a:avLst/>
              <a:pathLst>
                <a:path w="341293" h="655056">
                  <a:moveTo>
                    <a:pt x="0" y="0"/>
                  </a:moveTo>
                  <a:lnTo>
                    <a:pt x="341293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2738532" y="3953021"/>
              <a:ext cx="2658941" cy="1405769"/>
            </a:xfrm>
            <a:custGeom>
              <a:avLst/>
              <a:pathLst>
                <a:path w="2658941" h="1405769">
                  <a:moveTo>
                    <a:pt x="0" y="0"/>
                  </a:moveTo>
                  <a:lnTo>
                    <a:pt x="2658941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2756679" y="3895183"/>
              <a:ext cx="3805862" cy="465509"/>
            </a:xfrm>
            <a:custGeom>
              <a:avLst/>
              <a:pathLst>
                <a:path w="3805862" h="465509">
                  <a:moveTo>
                    <a:pt x="0" y="0"/>
                  </a:moveTo>
                  <a:lnTo>
                    <a:pt x="3805862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2746908" y="3934546"/>
              <a:ext cx="3117971" cy="1191175"/>
            </a:xfrm>
            <a:custGeom>
              <a:avLst/>
              <a:pathLst>
                <a:path w="3117971" h="1191175">
                  <a:moveTo>
                    <a:pt x="0" y="0"/>
                  </a:moveTo>
                  <a:lnTo>
                    <a:pt x="3117971" y="119117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2752989" y="3915170"/>
              <a:ext cx="3508003" cy="870995"/>
            </a:xfrm>
            <a:custGeom>
              <a:avLst/>
              <a:pathLst>
                <a:path w="3508003" h="870995">
                  <a:moveTo>
                    <a:pt x="0" y="0"/>
                  </a:moveTo>
                  <a:lnTo>
                    <a:pt x="3508003" y="87099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2757915" y="3874888"/>
              <a:ext cx="3993928" cy="0"/>
            </a:xfrm>
            <a:custGeom>
              <a:avLst/>
              <a:pathLst>
                <a:path w="3993928" h="0">
                  <a:moveTo>
                    <a:pt x="0" y="0"/>
                  </a:moveTo>
                  <a:lnTo>
                    <a:pt x="399392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2929072" y="4459121"/>
              <a:ext cx="1946687" cy="1029204"/>
            </a:xfrm>
            <a:custGeom>
              <a:avLst/>
              <a:pathLst>
                <a:path w="1946687" h="1029204">
                  <a:moveTo>
                    <a:pt x="0" y="0"/>
                  </a:moveTo>
                  <a:lnTo>
                    <a:pt x="1946687" y="102920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2875779" y="4518888"/>
              <a:ext cx="116254" cy="169660"/>
            </a:xfrm>
            <a:custGeom>
              <a:avLst/>
              <a:pathLst>
                <a:path w="116254" h="169660">
                  <a:moveTo>
                    <a:pt x="0" y="0"/>
                  </a:moveTo>
                  <a:lnTo>
                    <a:pt x="116254" y="16966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2937447" y="4440647"/>
              <a:ext cx="2451651" cy="936617"/>
            </a:xfrm>
            <a:custGeom>
              <a:avLst/>
              <a:pathLst>
                <a:path w="2451651" h="936617">
                  <a:moveTo>
                    <a:pt x="0" y="0"/>
                  </a:moveTo>
                  <a:lnTo>
                    <a:pt x="2451651" y="93661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2948455" y="4380988"/>
              <a:ext cx="3612849" cy="0"/>
            </a:xfrm>
            <a:custGeom>
              <a:avLst/>
              <a:pathLst>
                <a:path w="3612849" h="0">
                  <a:moveTo>
                    <a:pt x="0" y="0"/>
                  </a:moveTo>
                  <a:lnTo>
                    <a:pt x="361284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2943529" y="4421271"/>
              <a:ext cx="2915268" cy="723826"/>
            </a:xfrm>
            <a:custGeom>
              <a:avLst/>
              <a:pathLst>
                <a:path w="2915268" h="723826">
                  <a:moveTo>
                    <a:pt x="0" y="0"/>
                  </a:moveTo>
                  <a:lnTo>
                    <a:pt x="2915268" y="72382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2947218" y="4401284"/>
              <a:ext cx="3310085" cy="404869"/>
            </a:xfrm>
            <a:custGeom>
              <a:avLst/>
              <a:pathLst>
                <a:path w="3310085" h="404869">
                  <a:moveTo>
                    <a:pt x="0" y="0"/>
                  </a:moveTo>
                  <a:lnTo>
                    <a:pt x="3310085" y="4048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2947218" y="3895183"/>
              <a:ext cx="3805862" cy="465509"/>
            </a:xfrm>
            <a:custGeom>
              <a:avLst/>
              <a:pathLst>
                <a:path w="3805862" h="465509">
                  <a:moveTo>
                    <a:pt x="0" y="465509"/>
                  </a:moveTo>
                  <a:lnTo>
                    <a:pt x="3805862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2667989" y="1996922"/>
              <a:ext cx="341293" cy="655056"/>
            </a:xfrm>
            <a:custGeom>
              <a:avLst/>
              <a:pathLst>
                <a:path w="341293" h="655056">
                  <a:moveTo>
                    <a:pt x="341293" y="0"/>
                  </a:moveTo>
                  <a:lnTo>
                    <a:pt x="0" y="65505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2584880" y="2005117"/>
              <a:ext cx="442744" cy="1175994"/>
            </a:xfrm>
            <a:custGeom>
              <a:avLst/>
              <a:pathLst>
                <a:path w="442744" h="1175994">
                  <a:moveTo>
                    <a:pt x="442744" y="0"/>
                  </a:moveTo>
                  <a:lnTo>
                    <a:pt x="0" y="11759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3163766" y="199692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2630479" y="2011048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2801292" y="2014636"/>
              <a:ext cx="265227" cy="2200385"/>
            </a:xfrm>
            <a:custGeom>
              <a:avLst/>
              <a:pathLst>
                <a:path w="265227" h="2200385">
                  <a:moveTo>
                    <a:pt x="265227" y="0"/>
                  </a:moveTo>
                  <a:lnTo>
                    <a:pt x="0" y="220038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3086524" y="2015838"/>
              <a:ext cx="0" cy="2643443"/>
            </a:xfrm>
            <a:custGeom>
              <a:avLst/>
              <a:pathLst>
                <a:path w="0" h="2643443">
                  <a:moveTo>
                    <a:pt x="0" y="0"/>
                  </a:moveTo>
                  <a:lnTo>
                    <a:pt x="0" y="264344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3181016" y="1986570"/>
              <a:ext cx="2269750" cy="3312453"/>
            </a:xfrm>
            <a:custGeom>
              <a:avLst/>
              <a:pathLst>
                <a:path w="2269750" h="3312453">
                  <a:moveTo>
                    <a:pt x="0" y="0"/>
                  </a:moveTo>
                  <a:lnTo>
                    <a:pt x="226975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3223774" y="194410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3196922" y="1974199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3211247" y="1959977"/>
              <a:ext cx="3087264" cy="2755165"/>
            </a:xfrm>
            <a:custGeom>
              <a:avLst/>
              <a:pathLst>
                <a:path w="3087264" h="2755165">
                  <a:moveTo>
                    <a:pt x="0" y="0"/>
                  </a:moveTo>
                  <a:lnTo>
                    <a:pt x="3087264" y="2755165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3234309" y="1926803"/>
              <a:ext cx="3536917" cy="1869951"/>
            </a:xfrm>
            <a:custGeom>
              <a:avLst/>
              <a:pathLst>
                <a:path w="3536917" h="1869951">
                  <a:moveTo>
                    <a:pt x="0" y="0"/>
                  </a:moveTo>
                  <a:lnTo>
                    <a:pt x="3536917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3242684" y="4886107"/>
              <a:ext cx="1624699" cy="620692"/>
            </a:xfrm>
            <a:custGeom>
              <a:avLst/>
              <a:pathLst>
                <a:path w="1624699" h="620692">
                  <a:moveTo>
                    <a:pt x="0" y="0"/>
                  </a:moveTo>
                  <a:lnTo>
                    <a:pt x="1624699" y="6206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3248766" y="4866731"/>
              <a:ext cx="2134250" cy="529909"/>
            </a:xfrm>
            <a:custGeom>
              <a:avLst/>
              <a:pathLst>
                <a:path w="2134250" h="529909">
                  <a:moveTo>
                    <a:pt x="0" y="0"/>
                  </a:moveTo>
                  <a:lnTo>
                    <a:pt x="213425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3252455" y="4401284"/>
              <a:ext cx="3310085" cy="404869"/>
            </a:xfrm>
            <a:custGeom>
              <a:avLst/>
              <a:pathLst>
                <a:path w="3310085" h="404869">
                  <a:moveTo>
                    <a:pt x="0" y="404869"/>
                  </a:moveTo>
                  <a:lnTo>
                    <a:pt x="331008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3252455" y="4846744"/>
              <a:ext cx="2602652" cy="318340"/>
            </a:xfrm>
            <a:custGeom>
              <a:avLst/>
              <a:pathLst>
                <a:path w="2602652" h="318340">
                  <a:moveTo>
                    <a:pt x="0" y="0"/>
                  </a:moveTo>
                  <a:lnTo>
                    <a:pt x="2602652" y="3183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253692" y="4826449"/>
              <a:ext cx="3002375" cy="0"/>
            </a:xfrm>
            <a:custGeom>
              <a:avLst/>
              <a:pathLst>
                <a:path w="3002375" h="0">
                  <a:moveTo>
                    <a:pt x="0" y="0"/>
                  </a:moveTo>
                  <a:lnTo>
                    <a:pt x="3002375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248766" y="3915170"/>
              <a:ext cx="3508003" cy="870995"/>
            </a:xfrm>
            <a:custGeom>
              <a:avLst/>
              <a:pathLst>
                <a:path w="3508003" h="870995">
                  <a:moveTo>
                    <a:pt x="0" y="870995"/>
                  </a:moveTo>
                  <a:lnTo>
                    <a:pt x="350800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2649648" y="2450578"/>
              <a:ext cx="72739" cy="193206"/>
            </a:xfrm>
            <a:custGeom>
              <a:avLst/>
              <a:pathLst>
                <a:path w="72739" h="193206">
                  <a:moveTo>
                    <a:pt x="72739" y="0"/>
                  </a:moveTo>
                  <a:lnTo>
                    <a:pt x="0" y="19320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2565711" y="2456508"/>
              <a:ext cx="175845" cy="718674"/>
            </a:xfrm>
            <a:custGeom>
              <a:avLst/>
              <a:pathLst>
                <a:path w="175845" h="718674">
                  <a:moveTo>
                    <a:pt x="175845" y="0"/>
                  </a:moveTo>
                  <a:lnTo>
                    <a:pt x="0" y="71867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l94"/>
            <p:cNvSpPr/>
            <p:nvPr/>
          </p:nvSpPr>
          <p:spPr>
            <a:xfrm>
              <a:off x="2610753" y="24600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l95"/>
            <p:cNvSpPr/>
            <p:nvPr/>
          </p:nvSpPr>
          <p:spPr>
            <a:xfrm>
              <a:off x="2781287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l96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0" y="0"/>
                  </a:moveTo>
                  <a:lnTo>
                    <a:pt x="3651615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l97"/>
            <p:cNvSpPr/>
            <p:nvPr/>
          </p:nvSpPr>
          <p:spPr>
            <a:xfrm>
              <a:off x="2918537" y="2389563"/>
              <a:ext cx="3367447" cy="2341452"/>
            </a:xfrm>
            <a:custGeom>
              <a:avLst/>
              <a:pathLst>
                <a:path w="3367447" h="2341452">
                  <a:moveTo>
                    <a:pt x="0" y="0"/>
                  </a:moveTo>
                  <a:lnTo>
                    <a:pt x="3367447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4112285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1405769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6115530" y="1627638"/>
              <a:ext cx="708989" cy="1034693"/>
            </a:xfrm>
            <a:custGeom>
              <a:avLst/>
              <a:pathLst>
                <a:path w="708989" h="1034693">
                  <a:moveTo>
                    <a:pt x="708989" y="1034693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2757915" y="2800231"/>
              <a:ext cx="3993928" cy="0"/>
            </a:xfrm>
            <a:custGeom>
              <a:avLst/>
              <a:pathLst>
                <a:path w="3993928" h="0">
                  <a:moveTo>
                    <a:pt x="3993928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2691911" y="2820527"/>
              <a:ext cx="4061169" cy="496736"/>
            </a:xfrm>
            <a:custGeom>
              <a:avLst/>
              <a:pathLst>
                <a:path w="4061169" h="496736">
                  <a:moveTo>
                    <a:pt x="4061169" y="0"/>
                  </a:moveTo>
                  <a:lnTo>
                    <a:pt x="0" y="496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5118035" y="2938131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2752989" y="2840514"/>
              <a:ext cx="4003780" cy="994091"/>
            </a:xfrm>
            <a:custGeom>
              <a:avLst/>
              <a:pathLst>
                <a:path w="4003780" h="994091">
                  <a:moveTo>
                    <a:pt x="4003780" y="0"/>
                  </a:moveTo>
                  <a:lnTo>
                    <a:pt x="0" y="99409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937447" y="2859890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234309" y="2878364"/>
              <a:ext cx="3536917" cy="1869951"/>
            </a:xfrm>
            <a:custGeom>
              <a:avLst/>
              <a:pathLst>
                <a:path w="3536917" h="1869951">
                  <a:moveTo>
                    <a:pt x="3536917" y="0"/>
                  </a:moveTo>
                  <a:lnTo>
                    <a:pt x="0" y="1869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5622499" y="2948483"/>
              <a:ext cx="1219270" cy="2340187"/>
            </a:xfrm>
            <a:custGeom>
              <a:avLst/>
              <a:pathLst>
                <a:path w="1219270" h="2340187">
                  <a:moveTo>
                    <a:pt x="1219270" y="0"/>
                  </a:moveTo>
                  <a:lnTo>
                    <a:pt x="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748477" y="2966197"/>
              <a:ext cx="150529" cy="1248824"/>
            </a:xfrm>
            <a:custGeom>
              <a:avLst/>
              <a:pathLst>
                <a:path w="150529" h="1248824">
                  <a:moveTo>
                    <a:pt x="150529" y="0"/>
                  </a:moveTo>
                  <a:lnTo>
                    <a:pt x="0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079939" y="2956679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462965" y="2962609"/>
              <a:ext cx="416315" cy="1701462"/>
            </a:xfrm>
            <a:custGeom>
              <a:avLst/>
              <a:pathLst>
                <a:path w="416315" h="1701462">
                  <a:moveTo>
                    <a:pt x="416315" y="0"/>
                  </a:moveTo>
                  <a:lnTo>
                    <a:pt x="0" y="170146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5655656" y="1363724"/>
              <a:ext cx="1152957" cy="1310978"/>
            </a:xfrm>
            <a:custGeom>
              <a:avLst/>
              <a:pathLst>
                <a:path w="1152957" h="1310978">
                  <a:moveTo>
                    <a:pt x="1152957" y="1310978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6787372" y="2450578"/>
              <a:ext cx="72739" cy="193206"/>
            </a:xfrm>
            <a:custGeom>
              <a:avLst/>
              <a:pathLst>
                <a:path w="72739" h="193206">
                  <a:moveTo>
                    <a:pt x="72739" y="193206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6919011" y="2967399"/>
              <a:ext cx="0" cy="740321"/>
            </a:xfrm>
            <a:custGeom>
              <a:avLst/>
              <a:pathLst>
                <a:path w="0" h="740321">
                  <a:moveTo>
                    <a:pt x="0" y="0"/>
                  </a:moveTo>
                  <a:lnTo>
                    <a:pt x="0" y="74032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5669981" y="4492295"/>
              <a:ext cx="933767" cy="833321"/>
            </a:xfrm>
            <a:custGeom>
              <a:avLst/>
              <a:pathLst>
                <a:path w="933767" h="833321">
                  <a:moveTo>
                    <a:pt x="0" y="833321"/>
                  </a:moveTo>
                  <a:lnTo>
                    <a:pt x="93376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5693042" y="5263513"/>
              <a:ext cx="180211" cy="95277"/>
            </a:xfrm>
            <a:custGeom>
              <a:avLst/>
              <a:pathLst>
                <a:path w="180211" h="95277">
                  <a:moveTo>
                    <a:pt x="0" y="95277"/>
                  </a:moveTo>
                  <a:lnTo>
                    <a:pt x="180211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5682508" y="4921881"/>
              <a:ext cx="603476" cy="419609"/>
            </a:xfrm>
            <a:custGeom>
              <a:avLst/>
              <a:pathLst>
                <a:path w="603476" h="419609">
                  <a:moveTo>
                    <a:pt x="0" y="419609"/>
                  </a:moveTo>
                  <a:lnTo>
                    <a:pt x="603476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5655656" y="4000416"/>
              <a:ext cx="1152957" cy="1310978"/>
            </a:xfrm>
            <a:custGeom>
              <a:avLst/>
              <a:pathLst>
                <a:path w="1152957" h="1310978">
                  <a:moveTo>
                    <a:pt x="0" y="1310978"/>
                  </a:moveTo>
                  <a:lnTo>
                    <a:pt x="1152957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4130432" y="1128956"/>
              <a:ext cx="727181" cy="88944"/>
            </a:xfrm>
            <a:custGeom>
              <a:avLst/>
              <a:pathLst>
                <a:path w="727181" h="88944">
                  <a:moveTo>
                    <a:pt x="727181" y="0"/>
                  </a:moveTo>
                  <a:lnTo>
                    <a:pt x="0" y="88944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2650703" y="1219967"/>
              <a:ext cx="2248117" cy="2006286"/>
            </a:xfrm>
            <a:custGeom>
              <a:avLst/>
              <a:pathLst>
                <a:path w="2248117" h="2006286">
                  <a:moveTo>
                    <a:pt x="2248117" y="0"/>
                  </a:moveTo>
                  <a:lnTo>
                    <a:pt x="0" y="2006286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2701146" y="1234189"/>
              <a:ext cx="2212000" cy="2515170"/>
            </a:xfrm>
            <a:custGeom>
              <a:avLst/>
              <a:pathLst>
                <a:path w="2212000" h="2515170">
                  <a:moveTo>
                    <a:pt x="2212000" y="0"/>
                  </a:moveTo>
                  <a:lnTo>
                    <a:pt x="0" y="25151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2875779" y="1246560"/>
              <a:ext cx="2053273" cy="2996528"/>
            </a:xfrm>
            <a:custGeom>
              <a:avLst/>
              <a:pathLst>
                <a:path w="2053273" h="2996528">
                  <a:moveTo>
                    <a:pt x="2053273" y="0"/>
                  </a:moveTo>
                  <a:lnTo>
                    <a:pt x="0" y="2996528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6787372" y="4031335"/>
              <a:ext cx="72739" cy="193206"/>
            </a:xfrm>
            <a:custGeom>
              <a:avLst/>
              <a:pathLst>
                <a:path w="72739" h="193206">
                  <a:moveTo>
                    <a:pt x="0" y="193206"/>
                  </a:moveTo>
                  <a:lnTo>
                    <a:pt x="7273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6131436" y="4506517"/>
              <a:ext cx="486638" cy="553335"/>
            </a:xfrm>
            <a:custGeom>
              <a:avLst/>
              <a:pathLst>
                <a:path w="486638" h="553335">
                  <a:moveTo>
                    <a:pt x="0" y="553335"/>
                  </a:moveTo>
                  <a:lnTo>
                    <a:pt x="486638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6115530" y="4012787"/>
              <a:ext cx="708989" cy="1034693"/>
            </a:xfrm>
            <a:custGeom>
              <a:avLst/>
              <a:pathLst>
                <a:path w="708989" h="1034693">
                  <a:moveTo>
                    <a:pt x="0" y="1034693"/>
                  </a:moveTo>
                  <a:lnTo>
                    <a:pt x="708989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6517726" y="4518888"/>
              <a:ext cx="116254" cy="169660"/>
            </a:xfrm>
            <a:custGeom>
              <a:avLst/>
              <a:pathLst>
                <a:path w="116254" h="169660">
                  <a:moveTo>
                    <a:pt x="0" y="169660"/>
                  </a:moveTo>
                  <a:lnTo>
                    <a:pt x="116254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6500476" y="4023140"/>
              <a:ext cx="341293" cy="655056"/>
            </a:xfrm>
            <a:custGeom>
              <a:avLst/>
              <a:pathLst>
                <a:path w="341293" h="655056">
                  <a:moveTo>
                    <a:pt x="0" y="655056"/>
                  </a:moveTo>
                  <a:lnTo>
                    <a:pt x="341293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4126742" y="1148943"/>
              <a:ext cx="197231" cy="48970"/>
            </a:xfrm>
            <a:custGeom>
              <a:avLst/>
              <a:pathLst>
                <a:path w="197231" h="48970">
                  <a:moveTo>
                    <a:pt x="197231" y="0"/>
                  </a:moveTo>
                  <a:lnTo>
                    <a:pt x="0" y="4897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715471" y="1219967"/>
              <a:ext cx="1646021" cy="1468958"/>
            </a:xfrm>
            <a:custGeom>
              <a:avLst/>
              <a:pathLst>
                <a:path w="1646021" h="1468958">
                  <a:moveTo>
                    <a:pt x="1646021" y="0"/>
                  </a:moveTo>
                  <a:lnTo>
                    <a:pt x="0" y="146895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636378" y="1234189"/>
              <a:ext cx="1739440" cy="1977842"/>
            </a:xfrm>
            <a:custGeom>
              <a:avLst/>
              <a:pathLst>
                <a:path w="1739440" h="1977842">
                  <a:moveTo>
                    <a:pt x="1739440" y="0"/>
                  </a:moveTo>
                  <a:lnTo>
                    <a:pt x="0" y="1977842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685239" y="1246560"/>
              <a:ext cx="1706484" cy="2490427"/>
            </a:xfrm>
            <a:custGeom>
              <a:avLst/>
              <a:pathLst>
                <a:path w="1706484" h="2490427">
                  <a:moveTo>
                    <a:pt x="1706484" y="0"/>
                  </a:moveTo>
                  <a:lnTo>
                    <a:pt x="0" y="249042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858529" y="1256912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4580707" y="1246560"/>
              <a:ext cx="2053273" cy="2996528"/>
            </a:xfrm>
            <a:custGeom>
              <a:avLst/>
              <a:pathLst>
                <a:path w="2053273" h="2996528">
                  <a:moveTo>
                    <a:pt x="0" y="0"/>
                  </a:moveTo>
                  <a:lnTo>
                    <a:pt x="2053273" y="299652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4563457" y="1256912"/>
              <a:ext cx="1782536" cy="3421284"/>
            </a:xfrm>
            <a:custGeom>
              <a:avLst/>
              <a:pathLst>
                <a:path w="1782536" h="3421284">
                  <a:moveTo>
                    <a:pt x="0" y="0"/>
                  </a:moveTo>
                  <a:lnTo>
                    <a:pt x="1782536" y="342128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4131668" y="1238196"/>
              <a:ext cx="1246422" cy="0"/>
            </a:xfrm>
            <a:custGeom>
              <a:avLst/>
              <a:pathLst>
                <a:path w="1246422" h="0">
                  <a:moveTo>
                    <a:pt x="1246422" y="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2738532" y="1316329"/>
              <a:ext cx="2658941" cy="1405769"/>
            </a:xfrm>
            <a:custGeom>
              <a:avLst/>
              <a:pathLst>
                <a:path w="2658941" h="1405769">
                  <a:moveTo>
                    <a:pt x="2658941" y="0"/>
                  </a:moveTo>
                  <a:lnTo>
                    <a:pt x="0" y="140576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2663230" y="1333628"/>
              <a:ext cx="2744777" cy="1908498"/>
            </a:xfrm>
            <a:custGeom>
              <a:avLst/>
              <a:pathLst>
                <a:path w="2744777" h="1908498">
                  <a:moveTo>
                    <a:pt x="2744777" y="0"/>
                  </a:moveTo>
                  <a:lnTo>
                    <a:pt x="0" y="1908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043549" y="1404162"/>
              <a:ext cx="481704" cy="3996330"/>
            </a:xfrm>
            <a:custGeom>
              <a:avLst/>
              <a:pathLst>
                <a:path w="481704" h="3996330">
                  <a:moveTo>
                    <a:pt x="481704" y="0"/>
                  </a:moveTo>
                  <a:lnTo>
                    <a:pt x="0" y="399633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2715471" y="1349502"/>
              <a:ext cx="2705064" cy="2414078"/>
            </a:xfrm>
            <a:custGeom>
              <a:avLst/>
              <a:pathLst>
                <a:path w="2705064" h="2414078">
                  <a:moveTo>
                    <a:pt x="2705064" y="0"/>
                  </a:moveTo>
                  <a:lnTo>
                    <a:pt x="0" y="241407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2891685" y="1363724"/>
              <a:ext cx="2543175" cy="2891736"/>
            </a:xfrm>
            <a:custGeom>
              <a:avLst/>
              <a:pathLst>
                <a:path w="2543175" h="2891736">
                  <a:moveTo>
                    <a:pt x="2543175" y="0"/>
                  </a:moveTo>
                  <a:lnTo>
                    <a:pt x="0" y="28917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3248766" y="1278478"/>
              <a:ext cx="2134250" cy="529909"/>
            </a:xfrm>
            <a:custGeom>
              <a:avLst/>
              <a:pathLst>
                <a:path w="2134250" h="529909">
                  <a:moveTo>
                    <a:pt x="2134250" y="0"/>
                  </a:moveTo>
                  <a:lnTo>
                    <a:pt x="0" y="5299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3181016" y="1376096"/>
              <a:ext cx="2269750" cy="3312453"/>
            </a:xfrm>
            <a:custGeom>
              <a:avLst/>
              <a:pathLst>
                <a:path w="2269750" h="3312453">
                  <a:moveTo>
                    <a:pt x="2269750" y="0"/>
                  </a:moveTo>
                  <a:lnTo>
                    <a:pt x="0" y="33124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2937447" y="1297854"/>
              <a:ext cx="2451651" cy="936617"/>
            </a:xfrm>
            <a:custGeom>
              <a:avLst/>
              <a:pathLst>
                <a:path w="2451651" h="936617">
                  <a:moveTo>
                    <a:pt x="2451651" y="0"/>
                  </a:moveTo>
                  <a:lnTo>
                    <a:pt x="0" y="936617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5545258" y="1405363"/>
              <a:ext cx="0" cy="3864392"/>
            </a:xfrm>
            <a:custGeom>
              <a:avLst/>
              <a:pathLst>
                <a:path w="0" h="3864392">
                  <a:moveTo>
                    <a:pt x="0" y="0"/>
                  </a:moveTo>
                  <a:lnTo>
                    <a:pt x="0" y="38643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5185785" y="1148943"/>
              <a:ext cx="197231" cy="48970"/>
            </a:xfrm>
            <a:custGeom>
              <a:avLst/>
              <a:pathLst>
                <a:path w="197231" h="48970">
                  <a:moveTo>
                    <a:pt x="197231" y="48970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5604158" y="1394643"/>
              <a:ext cx="1065413" cy="2829898"/>
            </a:xfrm>
            <a:custGeom>
              <a:avLst/>
              <a:pathLst>
                <a:path w="1065413" h="2829898">
                  <a:moveTo>
                    <a:pt x="0" y="0"/>
                  </a:moveTo>
                  <a:lnTo>
                    <a:pt x="1065413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5565263" y="1404162"/>
              <a:ext cx="435770" cy="3615252"/>
            </a:xfrm>
            <a:custGeom>
              <a:avLst/>
              <a:pathLst>
                <a:path w="435770" h="3615252">
                  <a:moveTo>
                    <a:pt x="0" y="0"/>
                  </a:moveTo>
                  <a:lnTo>
                    <a:pt x="435770" y="36152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5584989" y="1400573"/>
              <a:ext cx="798515" cy="3263498"/>
            </a:xfrm>
            <a:custGeom>
              <a:avLst/>
              <a:pathLst>
                <a:path w="798515" h="3263498">
                  <a:moveTo>
                    <a:pt x="0" y="0"/>
                  </a:moveTo>
                  <a:lnTo>
                    <a:pt x="798515" y="32634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4652146" y="1128956"/>
              <a:ext cx="727181" cy="88944"/>
            </a:xfrm>
            <a:custGeom>
              <a:avLst/>
              <a:pathLst>
                <a:path w="727181" h="88944">
                  <a:moveTo>
                    <a:pt x="727181" y="88944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A7282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5622499" y="1386448"/>
              <a:ext cx="1219270" cy="2340187"/>
            </a:xfrm>
            <a:custGeom>
              <a:avLst/>
              <a:pathLst>
                <a:path w="1219270" h="2340187">
                  <a:moveTo>
                    <a:pt x="0" y="0"/>
                  </a:moveTo>
                  <a:lnTo>
                    <a:pt x="1219270" y="2340187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3654651" y="1258491"/>
              <a:ext cx="1724675" cy="210951"/>
            </a:xfrm>
            <a:custGeom>
              <a:avLst/>
              <a:pathLst>
                <a:path w="1724675" h="210951">
                  <a:moveTo>
                    <a:pt x="1724675" y="0"/>
                  </a:moveTo>
                  <a:lnTo>
                    <a:pt x="0" y="210951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6131436" y="1615267"/>
              <a:ext cx="486638" cy="553335"/>
            </a:xfrm>
            <a:custGeom>
              <a:avLst/>
              <a:pathLst>
                <a:path w="486638" h="553335">
                  <a:moveTo>
                    <a:pt x="486638" y="553335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756679" y="2314426"/>
              <a:ext cx="3805862" cy="465509"/>
            </a:xfrm>
            <a:custGeom>
              <a:avLst/>
              <a:pathLst>
                <a:path w="3805862" h="465509">
                  <a:moveTo>
                    <a:pt x="3805862" y="0"/>
                  </a:moveTo>
                  <a:lnTo>
                    <a:pt x="0" y="465509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2688222" y="2334413"/>
              <a:ext cx="3878008" cy="962863"/>
            </a:xfrm>
            <a:custGeom>
              <a:avLst/>
              <a:pathLst>
                <a:path w="3878008" h="962863">
                  <a:moveTo>
                    <a:pt x="3878008" y="0"/>
                  </a:moveTo>
                  <a:lnTo>
                    <a:pt x="0" y="96286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5100785" y="2442383"/>
              <a:ext cx="1550445" cy="2975823"/>
            </a:xfrm>
            <a:custGeom>
              <a:avLst/>
              <a:pathLst>
                <a:path w="1550445" h="2975823">
                  <a:moveTo>
                    <a:pt x="1550445" y="0"/>
                  </a:moveTo>
                  <a:lnTo>
                    <a:pt x="0" y="297582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746908" y="2353789"/>
              <a:ext cx="3825404" cy="1461440"/>
            </a:xfrm>
            <a:custGeom>
              <a:avLst/>
              <a:pathLst>
                <a:path w="3825404" h="1461440">
                  <a:moveTo>
                    <a:pt x="3825404" y="0"/>
                  </a:moveTo>
                  <a:lnTo>
                    <a:pt x="0" y="146144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2929072" y="2372263"/>
              <a:ext cx="3651615" cy="1930592"/>
            </a:xfrm>
            <a:custGeom>
              <a:avLst/>
              <a:pathLst>
                <a:path w="3651615" h="1930592">
                  <a:moveTo>
                    <a:pt x="3651615" y="0"/>
                  </a:moveTo>
                  <a:lnTo>
                    <a:pt x="0" y="193059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3223774" y="2389563"/>
              <a:ext cx="3367447" cy="2341452"/>
            </a:xfrm>
            <a:custGeom>
              <a:avLst/>
              <a:pathLst>
                <a:path w="3367447" h="2341452">
                  <a:moveTo>
                    <a:pt x="3367447" y="0"/>
                  </a:moveTo>
                  <a:lnTo>
                    <a:pt x="0" y="234145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5604158" y="2450578"/>
              <a:ext cx="1065413" cy="2829898"/>
            </a:xfrm>
            <a:custGeom>
              <a:avLst/>
              <a:pathLst>
                <a:path w="1065413" h="2829898">
                  <a:moveTo>
                    <a:pt x="1065413" y="0"/>
                  </a:moveTo>
                  <a:lnTo>
                    <a:pt x="0" y="2829898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6728472" y="2461298"/>
              <a:ext cx="0" cy="1752522"/>
            </a:xfrm>
            <a:custGeom>
              <a:avLst/>
              <a:pathLst>
                <a:path w="0" h="1752522">
                  <a:moveTo>
                    <a:pt x="0" y="0"/>
                  </a:moveTo>
                  <a:lnTo>
                    <a:pt x="0" y="1752522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6060769" y="2456508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5669981" y="1349502"/>
              <a:ext cx="933767" cy="833321"/>
            </a:xfrm>
            <a:custGeom>
              <a:avLst/>
              <a:pathLst>
                <a:path w="933767" h="833321">
                  <a:moveTo>
                    <a:pt x="933767" y="833321"/>
                  </a:moveTo>
                  <a:lnTo>
                    <a:pt x="0" y="0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l161"/>
            <p:cNvSpPr/>
            <p:nvPr/>
          </p:nvSpPr>
          <p:spPr>
            <a:xfrm>
              <a:off x="6748477" y="2460097"/>
              <a:ext cx="150529" cy="1248824"/>
            </a:xfrm>
            <a:custGeom>
              <a:avLst/>
              <a:pathLst>
                <a:path w="150529" h="1248824">
                  <a:moveTo>
                    <a:pt x="0" y="0"/>
                  </a:moveTo>
                  <a:lnTo>
                    <a:pt x="150529" y="124882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2685239" y="1627638"/>
              <a:ext cx="708989" cy="1034693"/>
            </a:xfrm>
            <a:custGeom>
              <a:avLst/>
              <a:pathLst>
                <a:path w="708989" h="1034693">
                  <a:moveTo>
                    <a:pt x="708989" y="0"/>
                  </a:moveTo>
                  <a:lnTo>
                    <a:pt x="0" y="103469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2603222" y="1637991"/>
              <a:ext cx="808257" cy="1551316"/>
            </a:xfrm>
            <a:custGeom>
              <a:avLst/>
              <a:pathLst>
                <a:path w="808257" h="1551316">
                  <a:moveTo>
                    <a:pt x="808257" y="0"/>
                  </a:moveTo>
                  <a:lnTo>
                    <a:pt x="0" y="155131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3547620" y="1646186"/>
              <a:ext cx="1417023" cy="3763825"/>
            </a:xfrm>
            <a:custGeom>
              <a:avLst/>
              <a:pathLst>
                <a:path w="1417023" h="3763825">
                  <a:moveTo>
                    <a:pt x="0" y="0"/>
                  </a:moveTo>
                  <a:lnTo>
                    <a:pt x="1417023" y="3763825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l165"/>
            <p:cNvSpPr/>
            <p:nvPr/>
          </p:nvSpPr>
          <p:spPr>
            <a:xfrm>
              <a:off x="2649648" y="1646186"/>
              <a:ext cx="780172" cy="2072254"/>
            </a:xfrm>
            <a:custGeom>
              <a:avLst/>
              <a:pathLst>
                <a:path w="780172" h="2072254">
                  <a:moveTo>
                    <a:pt x="780172" y="0"/>
                  </a:moveTo>
                  <a:lnTo>
                    <a:pt x="0" y="207225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l166"/>
            <p:cNvSpPr/>
            <p:nvPr/>
          </p:nvSpPr>
          <p:spPr>
            <a:xfrm>
              <a:off x="2821018" y="1652116"/>
              <a:ext cx="627971" cy="2566494"/>
            </a:xfrm>
            <a:custGeom>
              <a:avLst/>
              <a:pathLst>
                <a:path w="627971" h="2566494">
                  <a:moveTo>
                    <a:pt x="627971" y="0"/>
                  </a:moveTo>
                  <a:lnTo>
                    <a:pt x="0" y="2566494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3613443" y="1601045"/>
              <a:ext cx="2990305" cy="2668636"/>
            </a:xfrm>
            <a:custGeom>
              <a:avLst/>
              <a:pathLst>
                <a:path w="2990305" h="2668636">
                  <a:moveTo>
                    <a:pt x="0" y="0"/>
                  </a:moveTo>
                  <a:lnTo>
                    <a:pt x="2990305" y="2668636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l168"/>
            <p:cNvSpPr/>
            <p:nvPr/>
          </p:nvSpPr>
          <p:spPr>
            <a:xfrm>
              <a:off x="3599118" y="1615267"/>
              <a:ext cx="2713719" cy="3085653"/>
            </a:xfrm>
            <a:custGeom>
              <a:avLst/>
              <a:pathLst>
                <a:path w="2713719" h="3085653">
                  <a:moveTo>
                    <a:pt x="0" y="0"/>
                  </a:moveTo>
                  <a:lnTo>
                    <a:pt x="2713719" y="308565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l169"/>
            <p:cNvSpPr/>
            <p:nvPr/>
          </p:nvSpPr>
          <p:spPr>
            <a:xfrm>
              <a:off x="3625970" y="1585171"/>
              <a:ext cx="3155790" cy="2194283"/>
            </a:xfrm>
            <a:custGeom>
              <a:avLst/>
              <a:pathLst>
                <a:path w="3155790" h="2194283">
                  <a:moveTo>
                    <a:pt x="0" y="0"/>
                  </a:moveTo>
                  <a:lnTo>
                    <a:pt x="3155790" y="2194283"/>
                  </a:lnTo>
                </a:path>
              </a:pathLst>
            </a:custGeom>
            <a:ln w="9525" cap="rnd">
              <a:solidFill>
                <a:srgbClr val="6A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g170"/>
            <p:cNvSpPr/>
            <p:nvPr/>
          </p:nvSpPr>
          <p:spPr>
            <a:xfrm>
              <a:off x="6946934" y="3170392"/>
              <a:ext cx="36845" cy="167167"/>
            </a:xfrm>
            <a:custGeom>
              <a:avLst/>
              <a:pathLst>
                <a:path w="36845" h="167167">
                  <a:moveTo>
                    <a:pt x="36845" y="0"/>
                  </a:moveTo>
                  <a:lnTo>
                    <a:pt x="30654" y="114"/>
                  </a:lnTo>
                  <a:lnTo>
                    <a:pt x="24473" y="458"/>
                  </a:lnTo>
                  <a:lnTo>
                    <a:pt x="18308" y="1030"/>
                  </a:lnTo>
                  <a:lnTo>
                    <a:pt x="12168" y="1831"/>
                  </a:lnTo>
                  <a:lnTo>
                    <a:pt x="6063" y="2858"/>
                  </a:lnTo>
                  <a:lnTo>
                    <a:pt x="0" y="4111"/>
                  </a:lnTo>
                  <a:lnTo>
                    <a:pt x="36845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g171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g172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g173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g174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g175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g176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g177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g178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g179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g180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g181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g182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g183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g184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g185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g186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g187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g188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g189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g190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g191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g192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g193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g194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g195"/>
            <p:cNvSpPr/>
            <p:nvPr/>
          </p:nvSpPr>
          <p:spPr>
            <a:xfrm>
              <a:off x="6946934" y="3174503"/>
              <a:ext cx="36845" cy="163056"/>
            </a:xfrm>
            <a:custGeom>
              <a:avLst/>
              <a:pathLst>
                <a:path w="36845" h="163056">
                  <a:moveTo>
                    <a:pt x="0" y="0"/>
                  </a:moveTo>
                  <a:lnTo>
                    <a:pt x="36845" y="16305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g196"/>
            <p:cNvSpPr/>
            <p:nvPr/>
          </p:nvSpPr>
          <p:spPr>
            <a:xfrm>
              <a:off x="6816628" y="3170808"/>
              <a:ext cx="334308" cy="333917"/>
            </a:xfrm>
            <a:custGeom>
              <a:avLst/>
              <a:pathLst>
                <a:path w="334308" h="333917">
                  <a:moveTo>
                    <a:pt x="130305" y="3694"/>
                  </a:moveTo>
                  <a:lnTo>
                    <a:pt x="125156" y="4944"/>
                  </a:lnTo>
                  <a:lnTo>
                    <a:pt x="120049" y="6356"/>
                  </a:lnTo>
                  <a:lnTo>
                    <a:pt x="114990" y="7929"/>
                  </a:lnTo>
                  <a:lnTo>
                    <a:pt x="109983" y="9662"/>
                  </a:lnTo>
                  <a:lnTo>
                    <a:pt x="105034" y="11552"/>
                  </a:lnTo>
                  <a:lnTo>
                    <a:pt x="100147" y="13599"/>
                  </a:lnTo>
                  <a:lnTo>
                    <a:pt x="95327" y="15799"/>
                  </a:lnTo>
                  <a:lnTo>
                    <a:pt x="90580" y="18151"/>
                  </a:lnTo>
                  <a:lnTo>
                    <a:pt x="85909" y="20652"/>
                  </a:lnTo>
                  <a:lnTo>
                    <a:pt x="81320" y="23300"/>
                  </a:lnTo>
                  <a:lnTo>
                    <a:pt x="76817" y="26092"/>
                  </a:lnTo>
                  <a:lnTo>
                    <a:pt x="72405" y="29025"/>
                  </a:lnTo>
                  <a:lnTo>
                    <a:pt x="68088" y="32097"/>
                  </a:lnTo>
                  <a:lnTo>
                    <a:pt x="63871" y="35304"/>
                  </a:lnTo>
                  <a:lnTo>
                    <a:pt x="59757" y="38643"/>
                  </a:lnTo>
                  <a:lnTo>
                    <a:pt x="55751" y="42110"/>
                  </a:lnTo>
                  <a:lnTo>
                    <a:pt x="51857" y="45703"/>
                  </a:lnTo>
                  <a:lnTo>
                    <a:pt x="48079" y="49417"/>
                  </a:lnTo>
                  <a:lnTo>
                    <a:pt x="44421" y="53250"/>
                  </a:lnTo>
                  <a:lnTo>
                    <a:pt x="40886" y="57196"/>
                  </a:lnTo>
                  <a:lnTo>
                    <a:pt x="37477" y="61252"/>
                  </a:lnTo>
                  <a:lnTo>
                    <a:pt x="34199" y="65414"/>
                  </a:lnTo>
                  <a:lnTo>
                    <a:pt x="31055" y="69679"/>
                  </a:lnTo>
                  <a:lnTo>
                    <a:pt x="28047" y="74040"/>
                  </a:lnTo>
                  <a:lnTo>
                    <a:pt x="25179" y="78495"/>
                  </a:lnTo>
                  <a:lnTo>
                    <a:pt x="22453" y="83038"/>
                  </a:lnTo>
                  <a:lnTo>
                    <a:pt x="19873" y="87666"/>
                  </a:lnTo>
                  <a:lnTo>
                    <a:pt x="17441" y="92373"/>
                  </a:lnTo>
                  <a:lnTo>
                    <a:pt x="15159" y="97154"/>
                  </a:lnTo>
                  <a:lnTo>
                    <a:pt x="13030" y="102006"/>
                  </a:lnTo>
                  <a:lnTo>
                    <a:pt x="11055" y="106922"/>
                  </a:lnTo>
                  <a:lnTo>
                    <a:pt x="9238" y="111899"/>
                  </a:lnTo>
                  <a:lnTo>
                    <a:pt x="7579" y="116931"/>
                  </a:lnTo>
                  <a:lnTo>
                    <a:pt x="6080" y="122012"/>
                  </a:lnTo>
                  <a:lnTo>
                    <a:pt x="4743" y="127139"/>
                  </a:lnTo>
                  <a:lnTo>
                    <a:pt x="3570" y="132306"/>
                  </a:lnTo>
                  <a:lnTo>
                    <a:pt x="2560" y="137507"/>
                  </a:lnTo>
                  <a:lnTo>
                    <a:pt x="1716" y="142737"/>
                  </a:lnTo>
                  <a:lnTo>
                    <a:pt x="1038" y="147992"/>
                  </a:lnTo>
                  <a:lnTo>
                    <a:pt x="527" y="153265"/>
                  </a:lnTo>
                  <a:lnTo>
                    <a:pt x="183" y="158553"/>
                  </a:lnTo>
                  <a:lnTo>
                    <a:pt x="8" y="163848"/>
                  </a:lnTo>
                  <a:lnTo>
                    <a:pt x="0" y="169146"/>
                  </a:lnTo>
                  <a:lnTo>
                    <a:pt x="159" y="174442"/>
                  </a:lnTo>
                  <a:lnTo>
                    <a:pt x="487" y="179730"/>
                  </a:lnTo>
                  <a:lnTo>
                    <a:pt x="982" y="185005"/>
                  </a:lnTo>
                  <a:lnTo>
                    <a:pt x="1644" y="190261"/>
                  </a:lnTo>
                  <a:lnTo>
                    <a:pt x="2472" y="195494"/>
                  </a:lnTo>
                  <a:lnTo>
                    <a:pt x="3466" y="200699"/>
                  </a:lnTo>
                  <a:lnTo>
                    <a:pt x="4624" y="205869"/>
                  </a:lnTo>
                  <a:lnTo>
                    <a:pt x="5945" y="210999"/>
                  </a:lnTo>
                  <a:lnTo>
                    <a:pt x="7428" y="216086"/>
                  </a:lnTo>
                  <a:lnTo>
                    <a:pt x="9072" y="221123"/>
                  </a:lnTo>
                  <a:lnTo>
                    <a:pt x="10874" y="226105"/>
                  </a:lnTo>
                  <a:lnTo>
                    <a:pt x="12834" y="231027"/>
                  </a:lnTo>
                  <a:lnTo>
                    <a:pt x="14948" y="235885"/>
                  </a:lnTo>
                  <a:lnTo>
                    <a:pt x="17215" y="240674"/>
                  </a:lnTo>
                  <a:lnTo>
                    <a:pt x="19633" y="245388"/>
                  </a:lnTo>
                  <a:lnTo>
                    <a:pt x="22199" y="250023"/>
                  </a:lnTo>
                  <a:lnTo>
                    <a:pt x="24911" y="254575"/>
                  </a:lnTo>
                  <a:lnTo>
                    <a:pt x="27766" y="259038"/>
                  </a:lnTo>
                  <a:lnTo>
                    <a:pt x="30760" y="263409"/>
                  </a:lnTo>
                  <a:lnTo>
                    <a:pt x="33892" y="267683"/>
                  </a:lnTo>
                  <a:lnTo>
                    <a:pt x="37157" y="271855"/>
                  </a:lnTo>
                  <a:lnTo>
                    <a:pt x="40553" y="275922"/>
                  </a:lnTo>
                  <a:lnTo>
                    <a:pt x="44076" y="279879"/>
                  </a:lnTo>
                  <a:lnTo>
                    <a:pt x="47723" y="283722"/>
                  </a:lnTo>
                  <a:lnTo>
                    <a:pt x="51490" y="287448"/>
                  </a:lnTo>
                  <a:lnTo>
                    <a:pt x="55373" y="291052"/>
                  </a:lnTo>
                  <a:lnTo>
                    <a:pt x="59368" y="294532"/>
                  </a:lnTo>
                  <a:lnTo>
                    <a:pt x="63472" y="297884"/>
                  </a:lnTo>
                  <a:lnTo>
                    <a:pt x="67679" y="301103"/>
                  </a:lnTo>
                  <a:lnTo>
                    <a:pt x="71987" y="304188"/>
                  </a:lnTo>
                  <a:lnTo>
                    <a:pt x="76390" y="307135"/>
                  </a:lnTo>
                  <a:lnTo>
                    <a:pt x="80884" y="309940"/>
                  </a:lnTo>
                  <a:lnTo>
                    <a:pt x="85465" y="312602"/>
                  </a:lnTo>
                  <a:lnTo>
                    <a:pt x="90128" y="315117"/>
                  </a:lnTo>
                  <a:lnTo>
                    <a:pt x="94869" y="317484"/>
                  </a:lnTo>
                  <a:lnTo>
                    <a:pt x="99682" y="319699"/>
                  </a:lnTo>
                  <a:lnTo>
                    <a:pt x="104563" y="321760"/>
                  </a:lnTo>
                  <a:lnTo>
                    <a:pt x="109506" y="323665"/>
                  </a:lnTo>
                  <a:lnTo>
                    <a:pt x="114508" y="325413"/>
                  </a:lnTo>
                  <a:lnTo>
                    <a:pt x="119562" y="327002"/>
                  </a:lnTo>
                  <a:lnTo>
                    <a:pt x="124664" y="328429"/>
                  </a:lnTo>
                  <a:lnTo>
                    <a:pt x="129809" y="329695"/>
                  </a:lnTo>
                  <a:lnTo>
                    <a:pt x="134992" y="330796"/>
                  </a:lnTo>
                  <a:lnTo>
                    <a:pt x="140206" y="331733"/>
                  </a:lnTo>
                  <a:lnTo>
                    <a:pt x="145448" y="332504"/>
                  </a:lnTo>
                  <a:lnTo>
                    <a:pt x="150712" y="333108"/>
                  </a:lnTo>
                  <a:lnTo>
                    <a:pt x="155992" y="333546"/>
                  </a:lnTo>
                  <a:lnTo>
                    <a:pt x="161283" y="333815"/>
                  </a:lnTo>
                  <a:lnTo>
                    <a:pt x="166580" y="333917"/>
                  </a:lnTo>
                  <a:lnTo>
                    <a:pt x="171878" y="333851"/>
                  </a:lnTo>
                  <a:lnTo>
                    <a:pt x="177171" y="333618"/>
                  </a:lnTo>
                  <a:lnTo>
                    <a:pt x="182454" y="333216"/>
                  </a:lnTo>
                  <a:lnTo>
                    <a:pt x="187722" y="332648"/>
                  </a:lnTo>
                  <a:lnTo>
                    <a:pt x="192969" y="331912"/>
                  </a:lnTo>
                  <a:lnTo>
                    <a:pt x="198190" y="331011"/>
                  </a:lnTo>
                  <a:lnTo>
                    <a:pt x="203379" y="329945"/>
                  </a:lnTo>
                  <a:lnTo>
                    <a:pt x="208533" y="328715"/>
                  </a:lnTo>
                  <a:lnTo>
                    <a:pt x="213645" y="327322"/>
                  </a:lnTo>
                  <a:lnTo>
                    <a:pt x="218710" y="325768"/>
                  </a:lnTo>
                  <a:lnTo>
                    <a:pt x="223723" y="324054"/>
                  </a:lnTo>
                  <a:lnTo>
                    <a:pt x="228680" y="322183"/>
                  </a:lnTo>
                  <a:lnTo>
                    <a:pt x="233574" y="320155"/>
                  </a:lnTo>
                  <a:lnTo>
                    <a:pt x="238402" y="317973"/>
                  </a:lnTo>
                  <a:lnTo>
                    <a:pt x="243159" y="315639"/>
                  </a:lnTo>
                  <a:lnTo>
                    <a:pt x="247839" y="313155"/>
                  </a:lnTo>
                  <a:lnTo>
                    <a:pt x="252438" y="310525"/>
                  </a:lnTo>
                  <a:lnTo>
                    <a:pt x="256951" y="307750"/>
                  </a:lnTo>
                  <a:lnTo>
                    <a:pt x="261374" y="304833"/>
                  </a:lnTo>
                  <a:lnTo>
                    <a:pt x="265703" y="301778"/>
                  </a:lnTo>
                  <a:lnTo>
                    <a:pt x="269932" y="298587"/>
                  </a:lnTo>
                  <a:lnTo>
                    <a:pt x="274058" y="295264"/>
                  </a:lnTo>
                  <a:lnTo>
                    <a:pt x="278077" y="291811"/>
                  </a:lnTo>
                  <a:lnTo>
                    <a:pt x="281985" y="288233"/>
                  </a:lnTo>
                  <a:lnTo>
                    <a:pt x="285777" y="284533"/>
                  </a:lnTo>
                  <a:lnTo>
                    <a:pt x="289450" y="280714"/>
                  </a:lnTo>
                  <a:lnTo>
                    <a:pt x="293000" y="276782"/>
                  </a:lnTo>
                  <a:lnTo>
                    <a:pt x="296423" y="272738"/>
                  </a:lnTo>
                  <a:lnTo>
                    <a:pt x="299717" y="268588"/>
                  </a:lnTo>
                  <a:lnTo>
                    <a:pt x="302878" y="264336"/>
                  </a:lnTo>
                  <a:lnTo>
                    <a:pt x="305902" y="259986"/>
                  </a:lnTo>
                  <a:lnTo>
                    <a:pt x="308787" y="255542"/>
                  </a:lnTo>
                  <a:lnTo>
                    <a:pt x="311530" y="251009"/>
                  </a:lnTo>
                  <a:lnTo>
                    <a:pt x="314127" y="246391"/>
                  </a:lnTo>
                  <a:lnTo>
                    <a:pt x="316577" y="241694"/>
                  </a:lnTo>
                  <a:lnTo>
                    <a:pt x="318877" y="236921"/>
                  </a:lnTo>
                  <a:lnTo>
                    <a:pt x="321025" y="232077"/>
                  </a:lnTo>
                  <a:lnTo>
                    <a:pt x="323017" y="227168"/>
                  </a:lnTo>
                  <a:lnTo>
                    <a:pt x="324854" y="222198"/>
                  </a:lnTo>
                  <a:lnTo>
                    <a:pt x="326532" y="217173"/>
                  </a:lnTo>
                  <a:lnTo>
                    <a:pt x="328049" y="212097"/>
                  </a:lnTo>
                  <a:lnTo>
                    <a:pt x="329406" y="206975"/>
                  </a:lnTo>
                  <a:lnTo>
                    <a:pt x="330599" y="201813"/>
                  </a:lnTo>
                  <a:lnTo>
                    <a:pt x="331628" y="196616"/>
                  </a:lnTo>
                  <a:lnTo>
                    <a:pt x="332492" y="191388"/>
                  </a:lnTo>
                  <a:lnTo>
                    <a:pt x="333189" y="186136"/>
                  </a:lnTo>
                  <a:lnTo>
                    <a:pt x="333720" y="180865"/>
                  </a:lnTo>
                  <a:lnTo>
                    <a:pt x="334084" y="175579"/>
                  </a:lnTo>
                  <a:lnTo>
                    <a:pt x="334280" y="170285"/>
                  </a:lnTo>
                  <a:lnTo>
                    <a:pt x="334308" y="164986"/>
                  </a:lnTo>
                  <a:lnTo>
                    <a:pt x="334168" y="159690"/>
                  </a:lnTo>
                  <a:lnTo>
                    <a:pt x="333860" y="154401"/>
                  </a:lnTo>
                  <a:lnTo>
                    <a:pt x="333385" y="149124"/>
                  </a:lnTo>
                  <a:lnTo>
                    <a:pt x="332743" y="143865"/>
                  </a:lnTo>
                  <a:lnTo>
                    <a:pt x="331935" y="138629"/>
                  </a:lnTo>
                  <a:lnTo>
                    <a:pt x="330961" y="133421"/>
                  </a:lnTo>
                  <a:lnTo>
                    <a:pt x="329822" y="128247"/>
                  </a:lnTo>
                  <a:lnTo>
                    <a:pt x="328520" y="123111"/>
                  </a:lnTo>
                  <a:lnTo>
                    <a:pt x="327056" y="118019"/>
                  </a:lnTo>
                  <a:lnTo>
                    <a:pt x="325432" y="112976"/>
                  </a:lnTo>
                  <a:lnTo>
                    <a:pt x="323648" y="107987"/>
                  </a:lnTo>
                  <a:lnTo>
                    <a:pt x="321707" y="103057"/>
                  </a:lnTo>
                  <a:lnTo>
                    <a:pt x="319611" y="98191"/>
                  </a:lnTo>
                  <a:lnTo>
                    <a:pt x="317362" y="93394"/>
                  </a:lnTo>
                  <a:lnTo>
                    <a:pt x="314962" y="88671"/>
                  </a:lnTo>
                  <a:lnTo>
                    <a:pt x="312413" y="84026"/>
                  </a:lnTo>
                  <a:lnTo>
                    <a:pt x="309719" y="79464"/>
                  </a:lnTo>
                  <a:lnTo>
                    <a:pt x="306881" y="74990"/>
                  </a:lnTo>
                  <a:lnTo>
                    <a:pt x="303903" y="70608"/>
                  </a:lnTo>
                  <a:lnTo>
                    <a:pt x="300788" y="66323"/>
                  </a:lnTo>
                  <a:lnTo>
                    <a:pt x="297538" y="62138"/>
                  </a:lnTo>
                  <a:lnTo>
                    <a:pt x="294157" y="58059"/>
                  </a:lnTo>
                  <a:lnTo>
                    <a:pt x="290649" y="54088"/>
                  </a:lnTo>
                  <a:lnTo>
                    <a:pt x="287017" y="50231"/>
                  </a:lnTo>
                  <a:lnTo>
                    <a:pt x="283264" y="46491"/>
                  </a:lnTo>
                  <a:lnTo>
                    <a:pt x="279395" y="42872"/>
                  </a:lnTo>
                  <a:lnTo>
                    <a:pt x="275413" y="39377"/>
                  </a:lnTo>
                  <a:lnTo>
                    <a:pt x="271322" y="36010"/>
                  </a:lnTo>
                  <a:lnTo>
                    <a:pt x="267126" y="32775"/>
                  </a:lnTo>
                  <a:lnTo>
                    <a:pt x="262831" y="29674"/>
                  </a:lnTo>
                  <a:lnTo>
                    <a:pt x="258439" y="26710"/>
                  </a:lnTo>
                  <a:lnTo>
                    <a:pt x="253955" y="23888"/>
                  </a:lnTo>
                  <a:lnTo>
                    <a:pt x="249384" y="21209"/>
                  </a:lnTo>
                  <a:lnTo>
                    <a:pt x="244730" y="18676"/>
                  </a:lnTo>
                  <a:lnTo>
                    <a:pt x="239999" y="16292"/>
                  </a:lnTo>
                  <a:lnTo>
                    <a:pt x="235194" y="14059"/>
                  </a:lnTo>
                  <a:lnTo>
                    <a:pt x="230321" y="11979"/>
                  </a:lnTo>
                  <a:lnTo>
                    <a:pt x="225385" y="10055"/>
                  </a:lnTo>
                  <a:lnTo>
                    <a:pt x="220390" y="8288"/>
                  </a:lnTo>
                  <a:lnTo>
                    <a:pt x="215342" y="6681"/>
                  </a:lnTo>
                  <a:lnTo>
                    <a:pt x="210245" y="5234"/>
                  </a:lnTo>
                  <a:lnTo>
                    <a:pt x="205105" y="3949"/>
                  </a:lnTo>
                  <a:lnTo>
                    <a:pt x="199927" y="2828"/>
                  </a:lnTo>
                  <a:lnTo>
                    <a:pt x="194715" y="1872"/>
                  </a:lnTo>
                  <a:lnTo>
                    <a:pt x="189477" y="1081"/>
                  </a:lnTo>
                  <a:lnTo>
                    <a:pt x="184215" y="457"/>
                  </a:lnTo>
                  <a:lnTo>
                    <a:pt x="178937" y="0"/>
                  </a:lnTo>
                  <a:lnTo>
                    <a:pt x="167150" y="16675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g197"/>
            <p:cNvSpPr/>
            <p:nvPr/>
          </p:nvSpPr>
          <p:spPr>
            <a:xfrm>
              <a:off x="6983779" y="3170392"/>
              <a:ext cx="11787" cy="167167"/>
            </a:xfrm>
            <a:custGeom>
              <a:avLst/>
              <a:pathLst>
                <a:path w="11787" h="167167">
                  <a:moveTo>
                    <a:pt x="11787" y="416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g198"/>
            <p:cNvSpPr/>
            <p:nvPr/>
          </p:nvSpPr>
          <p:spPr>
            <a:xfrm>
              <a:off x="6919011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g199"/>
            <p:cNvSpPr/>
            <p:nvPr/>
          </p:nvSpPr>
          <p:spPr>
            <a:xfrm>
              <a:off x="6756704" y="2633064"/>
              <a:ext cx="162307" cy="167167"/>
            </a:xfrm>
            <a:custGeom>
              <a:avLst/>
              <a:pathLst>
                <a:path w="162307" h="167167">
                  <a:moveTo>
                    <a:pt x="162307" y="0"/>
                  </a:moveTo>
                  <a:lnTo>
                    <a:pt x="156889" y="87"/>
                  </a:lnTo>
                  <a:lnTo>
                    <a:pt x="151476" y="351"/>
                  </a:lnTo>
                  <a:lnTo>
                    <a:pt x="146075" y="789"/>
                  </a:lnTo>
                  <a:lnTo>
                    <a:pt x="140691" y="1403"/>
                  </a:lnTo>
                  <a:lnTo>
                    <a:pt x="135330" y="2190"/>
                  </a:lnTo>
                  <a:lnTo>
                    <a:pt x="129998" y="3151"/>
                  </a:lnTo>
                  <a:lnTo>
                    <a:pt x="124699" y="4285"/>
                  </a:lnTo>
                  <a:lnTo>
                    <a:pt x="119439" y="5589"/>
                  </a:lnTo>
                  <a:lnTo>
                    <a:pt x="114225" y="7063"/>
                  </a:lnTo>
                  <a:lnTo>
                    <a:pt x="109061" y="8706"/>
                  </a:lnTo>
                  <a:lnTo>
                    <a:pt x="103953" y="10515"/>
                  </a:lnTo>
                  <a:lnTo>
                    <a:pt x="98907" y="12488"/>
                  </a:lnTo>
                  <a:lnTo>
                    <a:pt x="93927" y="14624"/>
                  </a:lnTo>
                  <a:lnTo>
                    <a:pt x="89019" y="16921"/>
                  </a:lnTo>
                  <a:lnTo>
                    <a:pt x="84188" y="19375"/>
                  </a:lnTo>
                  <a:lnTo>
                    <a:pt x="79439" y="21985"/>
                  </a:lnTo>
                  <a:lnTo>
                    <a:pt x="74777" y="24747"/>
                  </a:lnTo>
                  <a:lnTo>
                    <a:pt x="70207" y="27658"/>
                  </a:lnTo>
                  <a:lnTo>
                    <a:pt x="65734" y="30717"/>
                  </a:lnTo>
                  <a:lnTo>
                    <a:pt x="61362" y="33918"/>
                  </a:lnTo>
                  <a:lnTo>
                    <a:pt x="57097" y="37260"/>
                  </a:lnTo>
                  <a:lnTo>
                    <a:pt x="52942" y="40738"/>
                  </a:lnTo>
                  <a:lnTo>
                    <a:pt x="48901" y="44349"/>
                  </a:lnTo>
                  <a:lnTo>
                    <a:pt x="44980" y="48089"/>
                  </a:lnTo>
                  <a:lnTo>
                    <a:pt x="41183" y="51954"/>
                  </a:lnTo>
                  <a:lnTo>
                    <a:pt x="37512" y="55940"/>
                  </a:lnTo>
                  <a:lnTo>
                    <a:pt x="33973" y="60044"/>
                  </a:lnTo>
                  <a:lnTo>
                    <a:pt x="30568" y="64259"/>
                  </a:lnTo>
                  <a:lnTo>
                    <a:pt x="27302" y="68583"/>
                  </a:lnTo>
                  <a:lnTo>
                    <a:pt x="24178" y="73010"/>
                  </a:lnTo>
                  <a:lnTo>
                    <a:pt x="21199" y="77537"/>
                  </a:lnTo>
                  <a:lnTo>
                    <a:pt x="18368" y="82157"/>
                  </a:lnTo>
                  <a:lnTo>
                    <a:pt x="15688" y="86867"/>
                  </a:lnTo>
                  <a:lnTo>
                    <a:pt x="13163" y="91661"/>
                  </a:lnTo>
                  <a:lnTo>
                    <a:pt x="10794" y="96534"/>
                  </a:lnTo>
                  <a:lnTo>
                    <a:pt x="8584" y="101482"/>
                  </a:lnTo>
                  <a:lnTo>
                    <a:pt x="6536" y="106499"/>
                  </a:lnTo>
                  <a:lnTo>
                    <a:pt x="4652" y="111579"/>
                  </a:lnTo>
                  <a:lnTo>
                    <a:pt x="2933" y="116718"/>
                  </a:lnTo>
                  <a:lnTo>
                    <a:pt x="1382" y="121910"/>
                  </a:lnTo>
                  <a:lnTo>
                    <a:pt x="0" y="127150"/>
                  </a:lnTo>
                  <a:lnTo>
                    <a:pt x="162307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g200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g201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g202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g203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g204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g205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g206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g207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g208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g209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g210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g211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g212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g213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g214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g215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g216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g217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g218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g219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g220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g221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g222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g223"/>
            <p:cNvSpPr/>
            <p:nvPr/>
          </p:nvSpPr>
          <p:spPr>
            <a:xfrm>
              <a:off x="6756704" y="2760214"/>
              <a:ext cx="162307" cy="40017"/>
            </a:xfrm>
            <a:custGeom>
              <a:avLst/>
              <a:pathLst>
                <a:path w="162307" h="40017">
                  <a:moveTo>
                    <a:pt x="0" y="0"/>
                  </a:moveTo>
                  <a:lnTo>
                    <a:pt x="162307" y="400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g224"/>
            <p:cNvSpPr/>
            <p:nvPr/>
          </p:nvSpPr>
          <p:spPr>
            <a:xfrm>
              <a:off x="6751858" y="2693595"/>
              <a:ext cx="334314" cy="273803"/>
            </a:xfrm>
            <a:custGeom>
              <a:avLst/>
              <a:pathLst>
                <a:path w="334314" h="273803">
                  <a:moveTo>
                    <a:pt x="4846" y="66618"/>
                  </a:moveTo>
                  <a:lnTo>
                    <a:pt x="3654" y="71805"/>
                  </a:lnTo>
                  <a:lnTo>
                    <a:pt x="2628" y="77027"/>
                  </a:lnTo>
                  <a:lnTo>
                    <a:pt x="1769" y="82279"/>
                  </a:lnTo>
                  <a:lnTo>
                    <a:pt x="1078" y="87556"/>
                  </a:lnTo>
                  <a:lnTo>
                    <a:pt x="555" y="92852"/>
                  </a:lnTo>
                  <a:lnTo>
                    <a:pt x="200" y="98162"/>
                  </a:lnTo>
                  <a:lnTo>
                    <a:pt x="15" y="103481"/>
                  </a:lnTo>
                  <a:lnTo>
                    <a:pt x="0" y="108802"/>
                  </a:lnTo>
                  <a:lnTo>
                    <a:pt x="153" y="114122"/>
                  </a:lnTo>
                  <a:lnTo>
                    <a:pt x="476" y="119434"/>
                  </a:lnTo>
                  <a:lnTo>
                    <a:pt x="968" y="124733"/>
                  </a:lnTo>
                  <a:lnTo>
                    <a:pt x="1628" y="130014"/>
                  </a:lnTo>
                  <a:lnTo>
                    <a:pt x="2456" y="135271"/>
                  </a:lnTo>
                  <a:lnTo>
                    <a:pt x="3451" y="140499"/>
                  </a:lnTo>
                  <a:lnTo>
                    <a:pt x="4612" y="145692"/>
                  </a:lnTo>
                  <a:lnTo>
                    <a:pt x="5938" y="150847"/>
                  </a:lnTo>
                  <a:lnTo>
                    <a:pt x="7427" y="155956"/>
                  </a:lnTo>
                  <a:lnTo>
                    <a:pt x="9077" y="161015"/>
                  </a:lnTo>
                  <a:lnTo>
                    <a:pt x="10889" y="166019"/>
                  </a:lnTo>
                  <a:lnTo>
                    <a:pt x="12858" y="170963"/>
                  </a:lnTo>
                  <a:lnTo>
                    <a:pt x="14984" y="175842"/>
                  </a:lnTo>
                  <a:lnTo>
                    <a:pt x="17264" y="180651"/>
                  </a:lnTo>
                  <a:lnTo>
                    <a:pt x="19696" y="185384"/>
                  </a:lnTo>
                  <a:lnTo>
                    <a:pt x="22277" y="190038"/>
                  </a:lnTo>
                  <a:lnTo>
                    <a:pt x="25005" y="194608"/>
                  </a:lnTo>
                  <a:lnTo>
                    <a:pt x="27878" y="199088"/>
                  </a:lnTo>
                  <a:lnTo>
                    <a:pt x="30891" y="203474"/>
                  </a:lnTo>
                  <a:lnTo>
                    <a:pt x="34043" y="207763"/>
                  </a:lnTo>
                  <a:lnTo>
                    <a:pt x="37329" y="211948"/>
                  </a:lnTo>
                  <a:lnTo>
                    <a:pt x="40747" y="216027"/>
                  </a:lnTo>
                  <a:lnTo>
                    <a:pt x="44293" y="219996"/>
                  </a:lnTo>
                  <a:lnTo>
                    <a:pt x="47964" y="223849"/>
                  </a:lnTo>
                  <a:lnTo>
                    <a:pt x="51755" y="227584"/>
                  </a:lnTo>
                  <a:lnTo>
                    <a:pt x="55664" y="231196"/>
                  </a:lnTo>
                  <a:lnTo>
                    <a:pt x="59685" y="234681"/>
                  </a:lnTo>
                  <a:lnTo>
                    <a:pt x="63816" y="238037"/>
                  </a:lnTo>
                  <a:lnTo>
                    <a:pt x="68051" y="241260"/>
                  </a:lnTo>
                  <a:lnTo>
                    <a:pt x="72386" y="244346"/>
                  </a:lnTo>
                  <a:lnTo>
                    <a:pt x="76818" y="247293"/>
                  </a:lnTo>
                  <a:lnTo>
                    <a:pt x="81341" y="250097"/>
                  </a:lnTo>
                  <a:lnTo>
                    <a:pt x="85951" y="252756"/>
                  </a:lnTo>
                  <a:lnTo>
                    <a:pt x="90643" y="255267"/>
                  </a:lnTo>
                  <a:lnTo>
                    <a:pt x="95413" y="257627"/>
                  </a:lnTo>
                  <a:lnTo>
                    <a:pt x="100256" y="259834"/>
                  </a:lnTo>
                  <a:lnTo>
                    <a:pt x="105166" y="261886"/>
                  </a:lnTo>
                  <a:lnTo>
                    <a:pt x="110139" y="263780"/>
                  </a:lnTo>
                  <a:lnTo>
                    <a:pt x="115170" y="265515"/>
                  </a:lnTo>
                  <a:lnTo>
                    <a:pt x="120254" y="267090"/>
                  </a:lnTo>
                  <a:lnTo>
                    <a:pt x="125385" y="268501"/>
                  </a:lnTo>
                  <a:lnTo>
                    <a:pt x="130559" y="269749"/>
                  </a:lnTo>
                  <a:lnTo>
                    <a:pt x="135769" y="270831"/>
                  </a:lnTo>
                  <a:lnTo>
                    <a:pt x="141012" y="271747"/>
                  </a:lnTo>
                  <a:lnTo>
                    <a:pt x="146281" y="272495"/>
                  </a:lnTo>
                  <a:lnTo>
                    <a:pt x="151571" y="273075"/>
                  </a:lnTo>
                  <a:lnTo>
                    <a:pt x="156877" y="273487"/>
                  </a:lnTo>
                  <a:lnTo>
                    <a:pt x="162193" y="273730"/>
                  </a:lnTo>
                  <a:lnTo>
                    <a:pt x="167514" y="273803"/>
                  </a:lnTo>
                  <a:lnTo>
                    <a:pt x="172835" y="273707"/>
                  </a:lnTo>
                  <a:lnTo>
                    <a:pt x="178150" y="273441"/>
                  </a:lnTo>
                  <a:lnTo>
                    <a:pt x="183454" y="273006"/>
                  </a:lnTo>
                  <a:lnTo>
                    <a:pt x="188742" y="272403"/>
                  </a:lnTo>
                  <a:lnTo>
                    <a:pt x="194008" y="271632"/>
                  </a:lnTo>
                  <a:lnTo>
                    <a:pt x="199246" y="270694"/>
                  </a:lnTo>
                  <a:lnTo>
                    <a:pt x="204452" y="269589"/>
                  </a:lnTo>
                  <a:lnTo>
                    <a:pt x="209620" y="268319"/>
                  </a:lnTo>
                  <a:lnTo>
                    <a:pt x="214745" y="266885"/>
                  </a:lnTo>
                  <a:lnTo>
                    <a:pt x="219822" y="265289"/>
                  </a:lnTo>
                  <a:lnTo>
                    <a:pt x="224846" y="263532"/>
                  </a:lnTo>
                  <a:lnTo>
                    <a:pt x="229810" y="261616"/>
                  </a:lnTo>
                  <a:lnTo>
                    <a:pt x="234712" y="259543"/>
                  </a:lnTo>
                  <a:lnTo>
                    <a:pt x="239545" y="257315"/>
                  </a:lnTo>
                  <a:lnTo>
                    <a:pt x="244305" y="254935"/>
                  </a:lnTo>
                  <a:lnTo>
                    <a:pt x="248986" y="252404"/>
                  </a:lnTo>
                  <a:lnTo>
                    <a:pt x="253585" y="249725"/>
                  </a:lnTo>
                  <a:lnTo>
                    <a:pt x="258096" y="246901"/>
                  </a:lnTo>
                  <a:lnTo>
                    <a:pt x="262514" y="243935"/>
                  </a:lnTo>
                  <a:lnTo>
                    <a:pt x="266836" y="240830"/>
                  </a:lnTo>
                  <a:lnTo>
                    <a:pt x="271057" y="237589"/>
                  </a:lnTo>
                  <a:lnTo>
                    <a:pt x="275173" y="234215"/>
                  </a:lnTo>
                  <a:lnTo>
                    <a:pt x="279179" y="230712"/>
                  </a:lnTo>
                  <a:lnTo>
                    <a:pt x="283072" y="227084"/>
                  </a:lnTo>
                  <a:lnTo>
                    <a:pt x="286847" y="223333"/>
                  </a:lnTo>
                  <a:lnTo>
                    <a:pt x="290501" y="219463"/>
                  </a:lnTo>
                  <a:lnTo>
                    <a:pt x="294030" y="215480"/>
                  </a:lnTo>
                  <a:lnTo>
                    <a:pt x="297431" y="211386"/>
                  </a:lnTo>
                  <a:lnTo>
                    <a:pt x="300699" y="207186"/>
                  </a:lnTo>
                  <a:lnTo>
                    <a:pt x="303832" y="202884"/>
                  </a:lnTo>
                  <a:lnTo>
                    <a:pt x="306827" y="198485"/>
                  </a:lnTo>
                  <a:lnTo>
                    <a:pt x="309679" y="193992"/>
                  </a:lnTo>
                  <a:lnTo>
                    <a:pt x="312388" y="189411"/>
                  </a:lnTo>
                  <a:lnTo>
                    <a:pt x="314949" y="184746"/>
                  </a:lnTo>
                  <a:lnTo>
                    <a:pt x="317361" y="180002"/>
                  </a:lnTo>
                  <a:lnTo>
                    <a:pt x="319620" y="175184"/>
                  </a:lnTo>
                  <a:lnTo>
                    <a:pt x="321724" y="170296"/>
                  </a:lnTo>
                  <a:lnTo>
                    <a:pt x="323673" y="165343"/>
                  </a:lnTo>
                  <a:lnTo>
                    <a:pt x="325462" y="160331"/>
                  </a:lnTo>
                  <a:lnTo>
                    <a:pt x="327091" y="155265"/>
                  </a:lnTo>
                  <a:lnTo>
                    <a:pt x="328558" y="150149"/>
                  </a:lnTo>
                  <a:lnTo>
                    <a:pt x="329861" y="144989"/>
                  </a:lnTo>
                  <a:lnTo>
                    <a:pt x="330999" y="139791"/>
                  </a:lnTo>
                  <a:lnTo>
                    <a:pt x="331972" y="134558"/>
                  </a:lnTo>
                  <a:lnTo>
                    <a:pt x="332777" y="129298"/>
                  </a:lnTo>
                  <a:lnTo>
                    <a:pt x="333415" y="124014"/>
                  </a:lnTo>
                  <a:lnTo>
                    <a:pt x="333883" y="118713"/>
                  </a:lnTo>
                  <a:lnTo>
                    <a:pt x="334183" y="113400"/>
                  </a:lnTo>
                  <a:lnTo>
                    <a:pt x="334314" y="108080"/>
                  </a:lnTo>
                  <a:lnTo>
                    <a:pt x="334275" y="102758"/>
                  </a:lnTo>
                  <a:lnTo>
                    <a:pt x="334067" y="97440"/>
                  </a:lnTo>
                  <a:lnTo>
                    <a:pt x="333690" y="92132"/>
                  </a:lnTo>
                  <a:lnTo>
                    <a:pt x="333144" y="86838"/>
                  </a:lnTo>
                  <a:lnTo>
                    <a:pt x="332430" y="81564"/>
                  </a:lnTo>
                  <a:lnTo>
                    <a:pt x="331548" y="76316"/>
                  </a:lnTo>
                  <a:lnTo>
                    <a:pt x="330499" y="71099"/>
                  </a:lnTo>
                  <a:lnTo>
                    <a:pt x="329285" y="65917"/>
                  </a:lnTo>
                  <a:lnTo>
                    <a:pt x="327907" y="60777"/>
                  </a:lnTo>
                  <a:lnTo>
                    <a:pt x="326366" y="55683"/>
                  </a:lnTo>
                  <a:lnTo>
                    <a:pt x="324663" y="50641"/>
                  </a:lnTo>
                  <a:lnTo>
                    <a:pt x="322801" y="45655"/>
                  </a:lnTo>
                  <a:lnTo>
                    <a:pt x="320781" y="40732"/>
                  </a:lnTo>
                  <a:lnTo>
                    <a:pt x="318605" y="35875"/>
                  </a:lnTo>
                  <a:lnTo>
                    <a:pt x="316276" y="31090"/>
                  </a:lnTo>
                  <a:lnTo>
                    <a:pt x="313796" y="26381"/>
                  </a:lnTo>
                  <a:lnTo>
                    <a:pt x="311167" y="21754"/>
                  </a:lnTo>
                  <a:lnTo>
                    <a:pt x="308392" y="17213"/>
                  </a:lnTo>
                  <a:lnTo>
                    <a:pt x="305474" y="12763"/>
                  </a:lnTo>
                  <a:lnTo>
                    <a:pt x="302416" y="8407"/>
                  </a:lnTo>
                  <a:lnTo>
                    <a:pt x="299221" y="4151"/>
                  </a:lnTo>
                  <a:lnTo>
                    <a:pt x="295892" y="0"/>
                  </a:lnTo>
                  <a:lnTo>
                    <a:pt x="167153" y="10663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g225"/>
            <p:cNvSpPr/>
            <p:nvPr/>
          </p:nvSpPr>
          <p:spPr>
            <a:xfrm>
              <a:off x="6919011" y="2633064"/>
              <a:ext cx="128738" cy="167167"/>
            </a:xfrm>
            <a:custGeom>
              <a:avLst/>
              <a:pathLst>
                <a:path w="128738" h="167167">
                  <a:moveTo>
                    <a:pt x="128738" y="60531"/>
                  </a:moveTo>
                  <a:lnTo>
                    <a:pt x="125060" y="56240"/>
                  </a:lnTo>
                  <a:lnTo>
                    <a:pt x="121239" y="52076"/>
                  </a:lnTo>
                  <a:lnTo>
                    <a:pt x="117279" y="48044"/>
                  </a:lnTo>
                  <a:lnTo>
                    <a:pt x="113186" y="44147"/>
                  </a:lnTo>
                  <a:lnTo>
                    <a:pt x="108963" y="40392"/>
                  </a:lnTo>
                  <a:lnTo>
                    <a:pt x="104615" y="36781"/>
                  </a:lnTo>
                  <a:lnTo>
                    <a:pt x="100148" y="33319"/>
                  </a:lnTo>
                  <a:lnTo>
                    <a:pt x="95566" y="30010"/>
                  </a:lnTo>
                  <a:lnTo>
                    <a:pt x="90876" y="26858"/>
                  </a:lnTo>
                  <a:lnTo>
                    <a:pt x="86081" y="23867"/>
                  </a:lnTo>
                  <a:lnTo>
                    <a:pt x="81188" y="21039"/>
                  </a:lnTo>
                  <a:lnTo>
                    <a:pt x="76202" y="18378"/>
                  </a:lnTo>
                  <a:lnTo>
                    <a:pt x="71129" y="15887"/>
                  </a:lnTo>
                  <a:lnTo>
                    <a:pt x="65975" y="13569"/>
                  </a:lnTo>
                  <a:lnTo>
                    <a:pt x="60745" y="11427"/>
                  </a:lnTo>
                  <a:lnTo>
                    <a:pt x="55446" y="9463"/>
                  </a:lnTo>
                  <a:lnTo>
                    <a:pt x="50084" y="7679"/>
                  </a:lnTo>
                  <a:lnTo>
                    <a:pt x="44664" y="6077"/>
                  </a:lnTo>
                  <a:lnTo>
                    <a:pt x="39193" y="4659"/>
                  </a:lnTo>
                  <a:lnTo>
                    <a:pt x="33678" y="3427"/>
                  </a:lnTo>
                  <a:lnTo>
                    <a:pt x="28124" y="2382"/>
                  </a:lnTo>
                  <a:lnTo>
                    <a:pt x="22538" y="1526"/>
                  </a:lnTo>
                  <a:lnTo>
                    <a:pt x="16926" y="859"/>
                  </a:lnTo>
                  <a:lnTo>
                    <a:pt x="11294" y="382"/>
                  </a:lnTo>
                  <a:lnTo>
                    <a:pt x="5650" y="9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g226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g227"/>
            <p:cNvSpPr/>
            <p:nvPr/>
          </p:nvSpPr>
          <p:spPr>
            <a:xfrm>
              <a:off x="6728472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g228"/>
            <p:cNvSpPr/>
            <p:nvPr/>
          </p:nvSpPr>
          <p:spPr>
            <a:xfrm>
              <a:off x="6663009" y="2126963"/>
              <a:ext cx="65463" cy="167167"/>
            </a:xfrm>
            <a:custGeom>
              <a:avLst/>
              <a:pathLst>
                <a:path w="65463" h="167167">
                  <a:moveTo>
                    <a:pt x="65463" y="0"/>
                  </a:moveTo>
                  <a:lnTo>
                    <a:pt x="59349" y="111"/>
                  </a:lnTo>
                  <a:lnTo>
                    <a:pt x="53244" y="447"/>
                  </a:lnTo>
                  <a:lnTo>
                    <a:pt x="47155" y="1005"/>
                  </a:lnTo>
                  <a:lnTo>
                    <a:pt x="41090" y="1786"/>
                  </a:lnTo>
                  <a:lnTo>
                    <a:pt x="35058" y="2788"/>
                  </a:lnTo>
                  <a:lnTo>
                    <a:pt x="29067" y="4010"/>
                  </a:lnTo>
                  <a:lnTo>
                    <a:pt x="23125" y="5450"/>
                  </a:lnTo>
                  <a:lnTo>
                    <a:pt x="17239" y="7106"/>
                  </a:lnTo>
                  <a:lnTo>
                    <a:pt x="11418" y="8977"/>
                  </a:lnTo>
                  <a:lnTo>
                    <a:pt x="5669" y="11059"/>
                  </a:lnTo>
                  <a:lnTo>
                    <a:pt x="0" y="13350"/>
                  </a:lnTo>
                  <a:lnTo>
                    <a:pt x="65463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g229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g230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g231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g232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g233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g234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g235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g236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g237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g238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g239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g240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g241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g242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g243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g244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g245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g246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g247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g248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g249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g250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g251"/>
            <p:cNvSpPr/>
            <p:nvPr/>
          </p:nvSpPr>
          <p:spPr>
            <a:xfrm>
              <a:off x="6663009" y="2140314"/>
              <a:ext cx="65463" cy="153816"/>
            </a:xfrm>
            <a:custGeom>
              <a:avLst/>
              <a:pathLst>
                <a:path w="65463" h="153816">
                  <a:moveTo>
                    <a:pt x="0" y="0"/>
                  </a:moveTo>
                  <a:lnTo>
                    <a:pt x="65463" y="15381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g252"/>
            <p:cNvSpPr/>
            <p:nvPr/>
          </p:nvSpPr>
          <p:spPr>
            <a:xfrm>
              <a:off x="6561325" y="2140314"/>
              <a:ext cx="251193" cy="320966"/>
            </a:xfrm>
            <a:custGeom>
              <a:avLst/>
              <a:pathLst>
                <a:path w="251193" h="320966">
                  <a:moveTo>
                    <a:pt x="101683" y="0"/>
                  </a:moveTo>
                  <a:lnTo>
                    <a:pt x="96793" y="2174"/>
                  </a:lnTo>
                  <a:lnTo>
                    <a:pt x="91974" y="4504"/>
                  </a:lnTo>
                  <a:lnTo>
                    <a:pt x="87232" y="6987"/>
                  </a:lnTo>
                  <a:lnTo>
                    <a:pt x="82573" y="9621"/>
                  </a:lnTo>
                  <a:lnTo>
                    <a:pt x="78000" y="12402"/>
                  </a:lnTo>
                  <a:lnTo>
                    <a:pt x="73518" y="15329"/>
                  </a:lnTo>
                  <a:lnTo>
                    <a:pt x="69133" y="18397"/>
                  </a:lnTo>
                  <a:lnTo>
                    <a:pt x="64847" y="21605"/>
                  </a:lnTo>
                  <a:lnTo>
                    <a:pt x="60667" y="24947"/>
                  </a:lnTo>
                  <a:lnTo>
                    <a:pt x="56596" y="28422"/>
                  </a:lnTo>
                  <a:lnTo>
                    <a:pt x="52638" y="32026"/>
                  </a:lnTo>
                  <a:lnTo>
                    <a:pt x="48798" y="35754"/>
                  </a:lnTo>
                  <a:lnTo>
                    <a:pt x="45079" y="39603"/>
                  </a:lnTo>
                  <a:lnTo>
                    <a:pt x="41485" y="43570"/>
                  </a:lnTo>
                  <a:lnTo>
                    <a:pt x="38020" y="47649"/>
                  </a:lnTo>
                  <a:lnTo>
                    <a:pt x="34687" y="51838"/>
                  </a:lnTo>
                  <a:lnTo>
                    <a:pt x="31491" y="56130"/>
                  </a:lnTo>
                  <a:lnTo>
                    <a:pt x="28433" y="60523"/>
                  </a:lnTo>
                  <a:lnTo>
                    <a:pt x="25517" y="65012"/>
                  </a:lnTo>
                  <a:lnTo>
                    <a:pt x="22747" y="69592"/>
                  </a:lnTo>
                  <a:lnTo>
                    <a:pt x="20124" y="74258"/>
                  </a:lnTo>
                  <a:lnTo>
                    <a:pt x="17653" y="79005"/>
                  </a:lnTo>
                  <a:lnTo>
                    <a:pt x="15334" y="83830"/>
                  </a:lnTo>
                  <a:lnTo>
                    <a:pt x="13172" y="88726"/>
                  </a:lnTo>
                  <a:lnTo>
                    <a:pt x="11167" y="93688"/>
                  </a:lnTo>
                  <a:lnTo>
                    <a:pt x="9322" y="98713"/>
                  </a:lnTo>
                  <a:lnTo>
                    <a:pt x="7639" y="103794"/>
                  </a:lnTo>
                  <a:lnTo>
                    <a:pt x="6119" y="108926"/>
                  </a:lnTo>
                  <a:lnTo>
                    <a:pt x="4764" y="114104"/>
                  </a:lnTo>
                  <a:lnTo>
                    <a:pt x="3576" y="119323"/>
                  </a:lnTo>
                  <a:lnTo>
                    <a:pt x="2556" y="124577"/>
                  </a:lnTo>
                  <a:lnTo>
                    <a:pt x="1704" y="129862"/>
                  </a:lnTo>
                  <a:lnTo>
                    <a:pt x="1022" y="135170"/>
                  </a:lnTo>
                  <a:lnTo>
                    <a:pt x="510" y="140498"/>
                  </a:lnTo>
                  <a:lnTo>
                    <a:pt x="169" y="145840"/>
                  </a:lnTo>
                  <a:lnTo>
                    <a:pt x="0" y="151190"/>
                  </a:lnTo>
                  <a:lnTo>
                    <a:pt x="1" y="156542"/>
                  </a:lnTo>
                  <a:lnTo>
                    <a:pt x="174" y="161892"/>
                  </a:lnTo>
                  <a:lnTo>
                    <a:pt x="518" y="167233"/>
                  </a:lnTo>
                  <a:lnTo>
                    <a:pt x="1033" y="172561"/>
                  </a:lnTo>
                  <a:lnTo>
                    <a:pt x="1718" y="177869"/>
                  </a:lnTo>
                  <a:lnTo>
                    <a:pt x="2573" y="183153"/>
                  </a:lnTo>
                  <a:lnTo>
                    <a:pt x="3597" y="188406"/>
                  </a:lnTo>
                  <a:lnTo>
                    <a:pt x="4788" y="193625"/>
                  </a:lnTo>
                  <a:lnTo>
                    <a:pt x="6146" y="198802"/>
                  </a:lnTo>
                  <a:lnTo>
                    <a:pt x="7668" y="203933"/>
                  </a:lnTo>
                  <a:lnTo>
                    <a:pt x="9355" y="209013"/>
                  </a:lnTo>
                  <a:lnTo>
                    <a:pt x="11203" y="214036"/>
                  </a:lnTo>
                  <a:lnTo>
                    <a:pt x="13210" y="218998"/>
                  </a:lnTo>
                  <a:lnTo>
                    <a:pt x="15376" y="223893"/>
                  </a:lnTo>
                  <a:lnTo>
                    <a:pt x="17697" y="228716"/>
                  </a:lnTo>
                  <a:lnTo>
                    <a:pt x="20172" y="233462"/>
                  </a:lnTo>
                  <a:lnTo>
                    <a:pt x="22797" y="238126"/>
                  </a:lnTo>
                  <a:lnTo>
                    <a:pt x="25570" y="242704"/>
                  </a:lnTo>
                  <a:lnTo>
                    <a:pt x="28488" y="247191"/>
                  </a:lnTo>
                  <a:lnTo>
                    <a:pt x="31549" y="251582"/>
                  </a:lnTo>
                  <a:lnTo>
                    <a:pt x="34748" y="255873"/>
                  </a:lnTo>
                  <a:lnTo>
                    <a:pt x="38083" y="260060"/>
                  </a:lnTo>
                  <a:lnTo>
                    <a:pt x="41551" y="264137"/>
                  </a:lnTo>
                  <a:lnTo>
                    <a:pt x="45147" y="268101"/>
                  </a:lnTo>
                  <a:lnTo>
                    <a:pt x="48868" y="271948"/>
                  </a:lnTo>
                  <a:lnTo>
                    <a:pt x="52711" y="275675"/>
                  </a:lnTo>
                  <a:lnTo>
                    <a:pt x="56671" y="279276"/>
                  </a:lnTo>
                  <a:lnTo>
                    <a:pt x="60744" y="282748"/>
                  </a:lnTo>
                  <a:lnTo>
                    <a:pt x="64926" y="286088"/>
                  </a:lnTo>
                  <a:lnTo>
                    <a:pt x="69213" y="289293"/>
                  </a:lnTo>
                  <a:lnTo>
                    <a:pt x="73600" y="292359"/>
                  </a:lnTo>
                  <a:lnTo>
                    <a:pt x="78084" y="295283"/>
                  </a:lnTo>
                  <a:lnTo>
                    <a:pt x="82658" y="298062"/>
                  </a:lnTo>
                  <a:lnTo>
                    <a:pt x="87320" y="300692"/>
                  </a:lnTo>
                  <a:lnTo>
                    <a:pt x="92063" y="303173"/>
                  </a:lnTo>
                  <a:lnTo>
                    <a:pt x="96883" y="305500"/>
                  </a:lnTo>
                  <a:lnTo>
                    <a:pt x="101775" y="307672"/>
                  </a:lnTo>
                  <a:lnTo>
                    <a:pt x="106734" y="309686"/>
                  </a:lnTo>
                  <a:lnTo>
                    <a:pt x="111755" y="311540"/>
                  </a:lnTo>
                  <a:lnTo>
                    <a:pt x="116833" y="313232"/>
                  </a:lnTo>
                  <a:lnTo>
                    <a:pt x="121962" y="314761"/>
                  </a:lnTo>
                  <a:lnTo>
                    <a:pt x="127138" y="316125"/>
                  </a:lnTo>
                  <a:lnTo>
                    <a:pt x="132355" y="317323"/>
                  </a:lnTo>
                  <a:lnTo>
                    <a:pt x="137607" y="318353"/>
                  </a:lnTo>
                  <a:lnTo>
                    <a:pt x="142890" y="319214"/>
                  </a:lnTo>
                  <a:lnTo>
                    <a:pt x="148197" y="319906"/>
                  </a:lnTo>
                  <a:lnTo>
                    <a:pt x="153524" y="320428"/>
                  </a:lnTo>
                  <a:lnTo>
                    <a:pt x="158865" y="320778"/>
                  </a:lnTo>
                  <a:lnTo>
                    <a:pt x="164214" y="320958"/>
                  </a:lnTo>
                  <a:lnTo>
                    <a:pt x="169567" y="320966"/>
                  </a:lnTo>
                  <a:lnTo>
                    <a:pt x="174917" y="320803"/>
                  </a:lnTo>
                  <a:lnTo>
                    <a:pt x="180259" y="320468"/>
                  </a:lnTo>
                  <a:lnTo>
                    <a:pt x="185587" y="319963"/>
                  </a:lnTo>
                  <a:lnTo>
                    <a:pt x="190897" y="319288"/>
                  </a:lnTo>
                  <a:lnTo>
                    <a:pt x="196182" y="318443"/>
                  </a:lnTo>
                  <a:lnTo>
                    <a:pt x="201438" y="317429"/>
                  </a:lnTo>
                  <a:lnTo>
                    <a:pt x="206658" y="316247"/>
                  </a:lnTo>
                  <a:lnTo>
                    <a:pt x="211838" y="314899"/>
                  </a:lnTo>
                  <a:lnTo>
                    <a:pt x="216972" y="313385"/>
                  </a:lnTo>
                  <a:lnTo>
                    <a:pt x="222055" y="311708"/>
                  </a:lnTo>
                  <a:lnTo>
                    <a:pt x="227082" y="309870"/>
                  </a:lnTo>
                  <a:lnTo>
                    <a:pt x="232047" y="307871"/>
                  </a:lnTo>
                  <a:lnTo>
                    <a:pt x="236946" y="305714"/>
                  </a:lnTo>
                  <a:lnTo>
                    <a:pt x="241773" y="303402"/>
                  </a:lnTo>
                  <a:lnTo>
                    <a:pt x="246523" y="300936"/>
                  </a:lnTo>
                  <a:lnTo>
                    <a:pt x="251193" y="298319"/>
                  </a:lnTo>
                  <a:lnTo>
                    <a:pt x="167146" y="15381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g253"/>
            <p:cNvSpPr/>
            <p:nvPr/>
          </p:nvSpPr>
          <p:spPr>
            <a:xfrm>
              <a:off x="6728472" y="2126963"/>
              <a:ext cx="167161" cy="311670"/>
            </a:xfrm>
            <a:custGeom>
              <a:avLst/>
              <a:pathLst>
                <a:path w="167161" h="311670">
                  <a:moveTo>
                    <a:pt x="84046" y="311670"/>
                  </a:moveTo>
                  <a:lnTo>
                    <a:pt x="88610" y="308917"/>
                  </a:lnTo>
                  <a:lnTo>
                    <a:pt x="93084" y="306020"/>
                  </a:lnTo>
                  <a:lnTo>
                    <a:pt x="97464" y="302982"/>
                  </a:lnTo>
                  <a:lnTo>
                    <a:pt x="101745" y="299805"/>
                  </a:lnTo>
                  <a:lnTo>
                    <a:pt x="105922" y="296494"/>
                  </a:lnTo>
                  <a:lnTo>
                    <a:pt x="109991" y="293051"/>
                  </a:lnTo>
                  <a:lnTo>
                    <a:pt x="113949" y="289480"/>
                  </a:lnTo>
                  <a:lnTo>
                    <a:pt x="117790" y="285785"/>
                  </a:lnTo>
                  <a:lnTo>
                    <a:pt x="121512" y="281969"/>
                  </a:lnTo>
                  <a:lnTo>
                    <a:pt x="125111" y="278037"/>
                  </a:lnTo>
                  <a:lnTo>
                    <a:pt x="128582" y="273992"/>
                  </a:lnTo>
                  <a:lnTo>
                    <a:pt x="131922" y="269838"/>
                  </a:lnTo>
                  <a:lnTo>
                    <a:pt x="135129" y="265580"/>
                  </a:lnTo>
                  <a:lnTo>
                    <a:pt x="138198" y="261221"/>
                  </a:lnTo>
                  <a:lnTo>
                    <a:pt x="141126" y="256767"/>
                  </a:lnTo>
                  <a:lnTo>
                    <a:pt x="143911" y="252222"/>
                  </a:lnTo>
                  <a:lnTo>
                    <a:pt x="146550" y="247591"/>
                  </a:lnTo>
                  <a:lnTo>
                    <a:pt x="149039" y="242878"/>
                  </a:lnTo>
                  <a:lnTo>
                    <a:pt x="151377" y="238087"/>
                  </a:lnTo>
                  <a:lnTo>
                    <a:pt x="153561" y="233225"/>
                  </a:lnTo>
                  <a:lnTo>
                    <a:pt x="155589" y="228296"/>
                  </a:lnTo>
                  <a:lnTo>
                    <a:pt x="157459" y="223304"/>
                  </a:lnTo>
                  <a:lnTo>
                    <a:pt x="159169" y="218255"/>
                  </a:lnTo>
                  <a:lnTo>
                    <a:pt x="160717" y="213155"/>
                  </a:lnTo>
                  <a:lnTo>
                    <a:pt x="162101" y="208007"/>
                  </a:lnTo>
                  <a:lnTo>
                    <a:pt x="163321" y="202818"/>
                  </a:lnTo>
                  <a:lnTo>
                    <a:pt x="164375" y="197593"/>
                  </a:lnTo>
                  <a:lnTo>
                    <a:pt x="165261" y="192337"/>
                  </a:lnTo>
                  <a:lnTo>
                    <a:pt x="165980" y="187055"/>
                  </a:lnTo>
                  <a:lnTo>
                    <a:pt x="166529" y="181753"/>
                  </a:lnTo>
                  <a:lnTo>
                    <a:pt x="166910" y="176436"/>
                  </a:lnTo>
                  <a:lnTo>
                    <a:pt x="167120" y="171110"/>
                  </a:lnTo>
                  <a:lnTo>
                    <a:pt x="167161" y="165780"/>
                  </a:lnTo>
                  <a:lnTo>
                    <a:pt x="167032" y="160451"/>
                  </a:lnTo>
                  <a:lnTo>
                    <a:pt x="166733" y="155129"/>
                  </a:lnTo>
                  <a:lnTo>
                    <a:pt x="166264" y="149820"/>
                  </a:lnTo>
                  <a:lnTo>
                    <a:pt x="165627" y="144527"/>
                  </a:lnTo>
                  <a:lnTo>
                    <a:pt x="164821" y="139258"/>
                  </a:lnTo>
                  <a:lnTo>
                    <a:pt x="163847" y="134018"/>
                  </a:lnTo>
                  <a:lnTo>
                    <a:pt x="162707" y="128811"/>
                  </a:lnTo>
                  <a:lnTo>
                    <a:pt x="161401" y="123643"/>
                  </a:lnTo>
                  <a:lnTo>
                    <a:pt x="159932" y="118519"/>
                  </a:lnTo>
                  <a:lnTo>
                    <a:pt x="158299" y="113445"/>
                  </a:lnTo>
                  <a:lnTo>
                    <a:pt x="156506" y="108425"/>
                  </a:lnTo>
                  <a:lnTo>
                    <a:pt x="154554" y="103465"/>
                  </a:lnTo>
                  <a:lnTo>
                    <a:pt x="152444" y="98570"/>
                  </a:lnTo>
                  <a:lnTo>
                    <a:pt x="150180" y="93744"/>
                  </a:lnTo>
                  <a:lnTo>
                    <a:pt x="147762" y="88994"/>
                  </a:lnTo>
                  <a:lnTo>
                    <a:pt x="145195" y="84322"/>
                  </a:lnTo>
                  <a:lnTo>
                    <a:pt x="142480" y="79735"/>
                  </a:lnTo>
                  <a:lnTo>
                    <a:pt x="139620" y="75237"/>
                  </a:lnTo>
                  <a:lnTo>
                    <a:pt x="136618" y="70832"/>
                  </a:lnTo>
                  <a:lnTo>
                    <a:pt x="133477" y="66526"/>
                  </a:lnTo>
                  <a:lnTo>
                    <a:pt x="130201" y="62321"/>
                  </a:lnTo>
                  <a:lnTo>
                    <a:pt x="126792" y="58223"/>
                  </a:lnTo>
                  <a:lnTo>
                    <a:pt x="123254" y="54236"/>
                  </a:lnTo>
                  <a:lnTo>
                    <a:pt x="119591" y="50364"/>
                  </a:lnTo>
                  <a:lnTo>
                    <a:pt x="115806" y="46611"/>
                  </a:lnTo>
                  <a:lnTo>
                    <a:pt x="111904" y="42980"/>
                  </a:lnTo>
                  <a:lnTo>
                    <a:pt x="107887" y="39475"/>
                  </a:lnTo>
                  <a:lnTo>
                    <a:pt x="103761" y="36100"/>
                  </a:lnTo>
                  <a:lnTo>
                    <a:pt x="99530" y="32859"/>
                  </a:lnTo>
                  <a:lnTo>
                    <a:pt x="95197" y="29754"/>
                  </a:lnTo>
                  <a:lnTo>
                    <a:pt x="90768" y="26789"/>
                  </a:lnTo>
                  <a:lnTo>
                    <a:pt x="86246" y="23966"/>
                  </a:lnTo>
                  <a:lnTo>
                    <a:pt x="81637" y="21289"/>
                  </a:lnTo>
                  <a:lnTo>
                    <a:pt x="76944" y="18761"/>
                  </a:lnTo>
                  <a:lnTo>
                    <a:pt x="72174" y="16383"/>
                  </a:lnTo>
                  <a:lnTo>
                    <a:pt x="67329" y="14158"/>
                  </a:lnTo>
                  <a:lnTo>
                    <a:pt x="62417" y="12089"/>
                  </a:lnTo>
                  <a:lnTo>
                    <a:pt x="57441" y="10178"/>
                  </a:lnTo>
                  <a:lnTo>
                    <a:pt x="52407" y="8427"/>
                  </a:lnTo>
                  <a:lnTo>
                    <a:pt x="47319" y="6837"/>
                  </a:lnTo>
                  <a:lnTo>
                    <a:pt x="42183" y="5409"/>
                  </a:lnTo>
                  <a:lnTo>
                    <a:pt x="37005" y="4147"/>
                  </a:lnTo>
                  <a:lnTo>
                    <a:pt x="31788" y="3050"/>
                  </a:lnTo>
                  <a:lnTo>
                    <a:pt x="26540" y="2120"/>
                  </a:lnTo>
                  <a:lnTo>
                    <a:pt x="21264" y="1358"/>
                  </a:lnTo>
                  <a:lnTo>
                    <a:pt x="15967" y="764"/>
                  </a:lnTo>
                  <a:lnTo>
                    <a:pt x="10653" y="339"/>
                  </a:lnTo>
                  <a:lnTo>
                    <a:pt x="5329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23C99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g254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g255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g256"/>
            <p:cNvSpPr/>
            <p:nvPr/>
          </p:nvSpPr>
          <p:spPr>
            <a:xfrm>
              <a:off x="6423235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g257"/>
            <p:cNvSpPr/>
            <p:nvPr/>
          </p:nvSpPr>
          <p:spPr>
            <a:xfrm>
              <a:off x="6373401" y="1681503"/>
              <a:ext cx="49833" cy="167167"/>
            </a:xfrm>
            <a:custGeom>
              <a:avLst/>
              <a:pathLst>
                <a:path w="49833" h="167167">
                  <a:moveTo>
                    <a:pt x="49833" y="0"/>
                  </a:moveTo>
                  <a:lnTo>
                    <a:pt x="43509" y="119"/>
                  </a:lnTo>
                  <a:lnTo>
                    <a:pt x="37194" y="478"/>
                  </a:lnTo>
                  <a:lnTo>
                    <a:pt x="30898" y="1075"/>
                  </a:lnTo>
                  <a:lnTo>
                    <a:pt x="24628" y="1911"/>
                  </a:lnTo>
                  <a:lnTo>
                    <a:pt x="18395" y="2982"/>
                  </a:lnTo>
                  <a:lnTo>
                    <a:pt x="12206" y="4289"/>
                  </a:lnTo>
                  <a:lnTo>
                    <a:pt x="6071" y="5829"/>
                  </a:lnTo>
                  <a:lnTo>
                    <a:pt x="0" y="7600"/>
                  </a:lnTo>
                  <a:lnTo>
                    <a:pt x="49833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g258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g259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g260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g261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g262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g263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g264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g265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g266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g267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g268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g269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g270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g271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g272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g273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g274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g275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g276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g277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g278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g279"/>
            <p:cNvSpPr/>
            <p:nvPr/>
          </p:nvSpPr>
          <p:spPr>
            <a:xfrm>
              <a:off x="6373401" y="1689103"/>
              <a:ext cx="49833" cy="159566"/>
            </a:xfrm>
            <a:custGeom>
              <a:avLst/>
              <a:pathLst>
                <a:path w="49833" h="159566">
                  <a:moveTo>
                    <a:pt x="0" y="0"/>
                  </a:moveTo>
                  <a:lnTo>
                    <a:pt x="49833" y="15956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g280"/>
            <p:cNvSpPr/>
            <p:nvPr/>
          </p:nvSpPr>
          <p:spPr>
            <a:xfrm>
              <a:off x="6256067" y="1689103"/>
              <a:ext cx="334331" cy="326721"/>
            </a:xfrm>
            <a:custGeom>
              <a:avLst/>
              <a:pathLst>
                <a:path w="334331" h="326721">
                  <a:moveTo>
                    <a:pt x="117333" y="0"/>
                  </a:moveTo>
                  <a:lnTo>
                    <a:pt x="112304" y="1658"/>
                  </a:lnTo>
                  <a:lnTo>
                    <a:pt x="107330" y="3475"/>
                  </a:lnTo>
                  <a:lnTo>
                    <a:pt x="102416" y="5448"/>
                  </a:lnTo>
                  <a:lnTo>
                    <a:pt x="97568" y="7577"/>
                  </a:lnTo>
                  <a:lnTo>
                    <a:pt x="92788" y="9857"/>
                  </a:lnTo>
                  <a:lnTo>
                    <a:pt x="88084" y="12288"/>
                  </a:lnTo>
                  <a:lnTo>
                    <a:pt x="83459" y="14867"/>
                  </a:lnTo>
                  <a:lnTo>
                    <a:pt x="78918" y="17591"/>
                  </a:lnTo>
                  <a:lnTo>
                    <a:pt x="74465" y="20457"/>
                  </a:lnTo>
                  <a:lnTo>
                    <a:pt x="70106" y="23463"/>
                  </a:lnTo>
                  <a:lnTo>
                    <a:pt x="65843" y="26606"/>
                  </a:lnTo>
                  <a:lnTo>
                    <a:pt x="61683" y="29882"/>
                  </a:lnTo>
                  <a:lnTo>
                    <a:pt x="57628" y="33288"/>
                  </a:lnTo>
                  <a:lnTo>
                    <a:pt x="53684" y="36821"/>
                  </a:lnTo>
                  <a:lnTo>
                    <a:pt x="49853" y="40477"/>
                  </a:lnTo>
                  <a:lnTo>
                    <a:pt x="46140" y="44252"/>
                  </a:lnTo>
                  <a:lnTo>
                    <a:pt x="42548" y="48143"/>
                  </a:lnTo>
                  <a:lnTo>
                    <a:pt x="39081" y="52146"/>
                  </a:lnTo>
                  <a:lnTo>
                    <a:pt x="35743" y="56257"/>
                  </a:lnTo>
                  <a:lnTo>
                    <a:pt x="32537" y="60472"/>
                  </a:lnTo>
                  <a:lnTo>
                    <a:pt x="29466" y="64785"/>
                  </a:lnTo>
                  <a:lnTo>
                    <a:pt x="26533" y="69194"/>
                  </a:lnTo>
                  <a:lnTo>
                    <a:pt x="23741" y="73694"/>
                  </a:lnTo>
                  <a:lnTo>
                    <a:pt x="21093" y="78280"/>
                  </a:lnTo>
                  <a:lnTo>
                    <a:pt x="18592" y="82947"/>
                  </a:lnTo>
                  <a:lnTo>
                    <a:pt x="16240" y="87692"/>
                  </a:lnTo>
                  <a:lnTo>
                    <a:pt x="14039" y="92508"/>
                  </a:lnTo>
                  <a:lnTo>
                    <a:pt x="11992" y="97392"/>
                  </a:lnTo>
                  <a:lnTo>
                    <a:pt x="10100" y="102338"/>
                  </a:lnTo>
                  <a:lnTo>
                    <a:pt x="8367" y="107341"/>
                  </a:lnTo>
                  <a:lnTo>
                    <a:pt x="6792" y="112397"/>
                  </a:lnTo>
                  <a:lnTo>
                    <a:pt x="5379" y="117501"/>
                  </a:lnTo>
                  <a:lnTo>
                    <a:pt x="4127" y="122646"/>
                  </a:lnTo>
                  <a:lnTo>
                    <a:pt x="3040" y="127829"/>
                  </a:lnTo>
                  <a:lnTo>
                    <a:pt x="2117" y="133043"/>
                  </a:lnTo>
                  <a:lnTo>
                    <a:pt x="1360" y="138284"/>
                  </a:lnTo>
                  <a:lnTo>
                    <a:pt x="769" y="143546"/>
                  </a:lnTo>
                  <a:lnTo>
                    <a:pt x="345" y="148825"/>
                  </a:lnTo>
                  <a:lnTo>
                    <a:pt x="88" y="154114"/>
                  </a:lnTo>
                  <a:lnTo>
                    <a:pt x="0" y="159409"/>
                  </a:lnTo>
                  <a:lnTo>
                    <a:pt x="78" y="164704"/>
                  </a:lnTo>
                  <a:lnTo>
                    <a:pt x="325" y="169993"/>
                  </a:lnTo>
                  <a:lnTo>
                    <a:pt x="739" y="175272"/>
                  </a:lnTo>
                  <a:lnTo>
                    <a:pt x="1320" y="180536"/>
                  </a:lnTo>
                  <a:lnTo>
                    <a:pt x="2067" y="185778"/>
                  </a:lnTo>
                  <a:lnTo>
                    <a:pt x="2980" y="190994"/>
                  </a:lnTo>
                  <a:lnTo>
                    <a:pt x="4058" y="196179"/>
                  </a:lnTo>
                  <a:lnTo>
                    <a:pt x="5300" y="201327"/>
                  </a:lnTo>
                  <a:lnTo>
                    <a:pt x="6703" y="206433"/>
                  </a:lnTo>
                  <a:lnTo>
                    <a:pt x="8268" y="211492"/>
                  </a:lnTo>
                  <a:lnTo>
                    <a:pt x="9993" y="216498"/>
                  </a:lnTo>
                  <a:lnTo>
                    <a:pt x="11875" y="221448"/>
                  </a:lnTo>
                  <a:lnTo>
                    <a:pt x="13913" y="226336"/>
                  </a:lnTo>
                  <a:lnTo>
                    <a:pt x="16104" y="231156"/>
                  </a:lnTo>
                  <a:lnTo>
                    <a:pt x="18448" y="235905"/>
                  </a:lnTo>
                  <a:lnTo>
                    <a:pt x="20940" y="240577"/>
                  </a:lnTo>
                  <a:lnTo>
                    <a:pt x="23580" y="245168"/>
                  </a:lnTo>
                  <a:lnTo>
                    <a:pt x="26363" y="249673"/>
                  </a:lnTo>
                  <a:lnTo>
                    <a:pt x="29287" y="254087"/>
                  </a:lnTo>
                  <a:lnTo>
                    <a:pt x="32350" y="258407"/>
                  </a:lnTo>
                  <a:lnTo>
                    <a:pt x="35549" y="262628"/>
                  </a:lnTo>
                  <a:lnTo>
                    <a:pt x="38879" y="266745"/>
                  </a:lnTo>
                  <a:lnTo>
                    <a:pt x="42338" y="270754"/>
                  </a:lnTo>
                  <a:lnTo>
                    <a:pt x="45922" y="274652"/>
                  </a:lnTo>
                  <a:lnTo>
                    <a:pt x="49628" y="278435"/>
                  </a:lnTo>
                  <a:lnTo>
                    <a:pt x="53452" y="282098"/>
                  </a:lnTo>
                  <a:lnTo>
                    <a:pt x="57390" y="285638"/>
                  </a:lnTo>
                  <a:lnTo>
                    <a:pt x="61439" y="289052"/>
                  </a:lnTo>
                  <a:lnTo>
                    <a:pt x="65593" y="292336"/>
                  </a:lnTo>
                  <a:lnTo>
                    <a:pt x="69849" y="295486"/>
                  </a:lnTo>
                  <a:lnTo>
                    <a:pt x="74203" y="298500"/>
                  </a:lnTo>
                  <a:lnTo>
                    <a:pt x="78650" y="301375"/>
                  </a:lnTo>
                  <a:lnTo>
                    <a:pt x="83186" y="304108"/>
                  </a:lnTo>
                  <a:lnTo>
                    <a:pt x="87806" y="306695"/>
                  </a:lnTo>
                  <a:lnTo>
                    <a:pt x="92506" y="309135"/>
                  </a:lnTo>
                  <a:lnTo>
                    <a:pt x="97281" y="311425"/>
                  </a:lnTo>
                  <a:lnTo>
                    <a:pt x="102126" y="313562"/>
                  </a:lnTo>
                  <a:lnTo>
                    <a:pt x="107036" y="315545"/>
                  </a:lnTo>
                  <a:lnTo>
                    <a:pt x="112007" y="317371"/>
                  </a:lnTo>
                  <a:lnTo>
                    <a:pt x="117033" y="319039"/>
                  </a:lnTo>
                  <a:lnTo>
                    <a:pt x="122109" y="320547"/>
                  </a:lnTo>
                  <a:lnTo>
                    <a:pt x="127230" y="321893"/>
                  </a:lnTo>
                  <a:lnTo>
                    <a:pt x="132392" y="323077"/>
                  </a:lnTo>
                  <a:lnTo>
                    <a:pt x="137588" y="324096"/>
                  </a:lnTo>
                  <a:lnTo>
                    <a:pt x="142814" y="324950"/>
                  </a:lnTo>
                  <a:lnTo>
                    <a:pt x="148064" y="325639"/>
                  </a:lnTo>
                  <a:lnTo>
                    <a:pt x="153334" y="326160"/>
                  </a:lnTo>
                  <a:lnTo>
                    <a:pt x="158618" y="326515"/>
                  </a:lnTo>
                  <a:lnTo>
                    <a:pt x="163910" y="326702"/>
                  </a:lnTo>
                  <a:lnTo>
                    <a:pt x="169205" y="326721"/>
                  </a:lnTo>
                  <a:lnTo>
                    <a:pt x="174499" y="326573"/>
                  </a:lnTo>
                  <a:lnTo>
                    <a:pt x="179784" y="326257"/>
                  </a:lnTo>
                  <a:lnTo>
                    <a:pt x="185058" y="325774"/>
                  </a:lnTo>
                  <a:lnTo>
                    <a:pt x="190313" y="325124"/>
                  </a:lnTo>
                  <a:lnTo>
                    <a:pt x="195545" y="324307"/>
                  </a:lnTo>
                  <a:lnTo>
                    <a:pt x="200749" y="323326"/>
                  </a:lnTo>
                  <a:lnTo>
                    <a:pt x="205919" y="322180"/>
                  </a:lnTo>
                  <a:lnTo>
                    <a:pt x="211050" y="320871"/>
                  </a:lnTo>
                  <a:lnTo>
                    <a:pt x="216137" y="319400"/>
                  </a:lnTo>
                  <a:lnTo>
                    <a:pt x="221175" y="317769"/>
                  </a:lnTo>
                  <a:lnTo>
                    <a:pt x="226159" y="315979"/>
                  </a:lnTo>
                  <a:lnTo>
                    <a:pt x="231083" y="314032"/>
                  </a:lnTo>
                  <a:lnTo>
                    <a:pt x="235944" y="311930"/>
                  </a:lnTo>
                  <a:lnTo>
                    <a:pt x="240735" y="309675"/>
                  </a:lnTo>
                  <a:lnTo>
                    <a:pt x="245452" y="307270"/>
                  </a:lnTo>
                  <a:lnTo>
                    <a:pt x="250091" y="304716"/>
                  </a:lnTo>
                  <a:lnTo>
                    <a:pt x="254647" y="302017"/>
                  </a:lnTo>
                  <a:lnTo>
                    <a:pt x="259115" y="299175"/>
                  </a:lnTo>
                  <a:lnTo>
                    <a:pt x="263491" y="296192"/>
                  </a:lnTo>
                  <a:lnTo>
                    <a:pt x="267770" y="293073"/>
                  </a:lnTo>
                  <a:lnTo>
                    <a:pt x="271948" y="289819"/>
                  </a:lnTo>
                  <a:lnTo>
                    <a:pt x="276021" y="286435"/>
                  </a:lnTo>
                  <a:lnTo>
                    <a:pt x="279985" y="282924"/>
                  </a:lnTo>
                  <a:lnTo>
                    <a:pt x="283835" y="279289"/>
                  </a:lnTo>
                  <a:lnTo>
                    <a:pt x="287569" y="275533"/>
                  </a:lnTo>
                  <a:lnTo>
                    <a:pt x="291182" y="271661"/>
                  </a:lnTo>
                  <a:lnTo>
                    <a:pt x="294670" y="267677"/>
                  </a:lnTo>
                  <a:lnTo>
                    <a:pt x="298030" y="263585"/>
                  </a:lnTo>
                  <a:lnTo>
                    <a:pt x="301259" y="259387"/>
                  </a:lnTo>
                  <a:lnTo>
                    <a:pt x="304353" y="255090"/>
                  </a:lnTo>
                  <a:lnTo>
                    <a:pt x="307310" y="250697"/>
                  </a:lnTo>
                  <a:lnTo>
                    <a:pt x="310126" y="246213"/>
                  </a:lnTo>
                  <a:lnTo>
                    <a:pt x="312799" y="241641"/>
                  </a:lnTo>
                  <a:lnTo>
                    <a:pt x="315325" y="236987"/>
                  </a:lnTo>
                  <a:lnTo>
                    <a:pt x="317703" y="232256"/>
                  </a:lnTo>
                  <a:lnTo>
                    <a:pt x="319930" y="227451"/>
                  </a:lnTo>
                  <a:lnTo>
                    <a:pt x="322004" y="222579"/>
                  </a:lnTo>
                  <a:lnTo>
                    <a:pt x="323922" y="217643"/>
                  </a:lnTo>
                  <a:lnTo>
                    <a:pt x="325682" y="212649"/>
                  </a:lnTo>
                  <a:lnTo>
                    <a:pt x="327284" y="207602"/>
                  </a:lnTo>
                  <a:lnTo>
                    <a:pt x="328725" y="202506"/>
                  </a:lnTo>
                  <a:lnTo>
                    <a:pt x="330004" y="197367"/>
                  </a:lnTo>
                  <a:lnTo>
                    <a:pt x="331120" y="192191"/>
                  </a:lnTo>
                  <a:lnTo>
                    <a:pt x="332071" y="186981"/>
                  </a:lnTo>
                  <a:lnTo>
                    <a:pt x="332857" y="181745"/>
                  </a:lnTo>
                  <a:lnTo>
                    <a:pt x="333476" y="176486"/>
                  </a:lnTo>
                  <a:lnTo>
                    <a:pt x="333928" y="171209"/>
                  </a:lnTo>
                  <a:lnTo>
                    <a:pt x="334213" y="165922"/>
                  </a:lnTo>
                  <a:lnTo>
                    <a:pt x="334331" y="160628"/>
                  </a:lnTo>
                  <a:lnTo>
                    <a:pt x="334281" y="155332"/>
                  </a:lnTo>
                  <a:lnTo>
                    <a:pt x="334063" y="150042"/>
                  </a:lnTo>
                  <a:lnTo>
                    <a:pt x="333677" y="144760"/>
                  </a:lnTo>
                  <a:lnTo>
                    <a:pt x="333125" y="139494"/>
                  </a:lnTo>
                  <a:lnTo>
                    <a:pt x="332406" y="134247"/>
                  </a:lnTo>
                  <a:lnTo>
                    <a:pt x="331521" y="129026"/>
                  </a:lnTo>
                  <a:lnTo>
                    <a:pt x="330471" y="123836"/>
                  </a:lnTo>
                  <a:lnTo>
                    <a:pt x="329258" y="118681"/>
                  </a:lnTo>
                  <a:lnTo>
                    <a:pt x="327881" y="113568"/>
                  </a:lnTo>
                  <a:lnTo>
                    <a:pt x="326344" y="108501"/>
                  </a:lnTo>
                  <a:lnTo>
                    <a:pt x="324646" y="103485"/>
                  </a:lnTo>
                  <a:lnTo>
                    <a:pt x="322791" y="98525"/>
                  </a:lnTo>
                  <a:lnTo>
                    <a:pt x="320780" y="93626"/>
                  </a:lnTo>
                  <a:lnTo>
                    <a:pt x="318614" y="88794"/>
                  </a:lnTo>
                  <a:lnTo>
                    <a:pt x="316296" y="84033"/>
                  </a:lnTo>
                  <a:lnTo>
                    <a:pt x="313829" y="79347"/>
                  </a:lnTo>
                  <a:lnTo>
                    <a:pt x="311215" y="74742"/>
                  </a:lnTo>
                  <a:lnTo>
                    <a:pt x="308456" y="70222"/>
                  </a:lnTo>
                  <a:lnTo>
                    <a:pt x="305555" y="65792"/>
                  </a:lnTo>
                  <a:lnTo>
                    <a:pt x="302516" y="61456"/>
                  </a:lnTo>
                  <a:lnTo>
                    <a:pt x="299340" y="57218"/>
                  </a:lnTo>
                  <a:lnTo>
                    <a:pt x="296032" y="53083"/>
                  </a:lnTo>
                  <a:lnTo>
                    <a:pt x="292595" y="49055"/>
                  </a:lnTo>
                  <a:lnTo>
                    <a:pt x="289032" y="45138"/>
                  </a:lnTo>
                  <a:lnTo>
                    <a:pt x="285346" y="41335"/>
                  </a:lnTo>
                  <a:lnTo>
                    <a:pt x="281542" y="37651"/>
                  </a:lnTo>
                  <a:lnTo>
                    <a:pt x="277623" y="34090"/>
                  </a:lnTo>
                  <a:lnTo>
                    <a:pt x="273594" y="30654"/>
                  </a:lnTo>
                  <a:lnTo>
                    <a:pt x="269457" y="27348"/>
                  </a:lnTo>
                  <a:lnTo>
                    <a:pt x="265218" y="24175"/>
                  </a:lnTo>
                  <a:lnTo>
                    <a:pt x="260880" y="21137"/>
                  </a:lnTo>
                  <a:lnTo>
                    <a:pt x="256449" y="18238"/>
                  </a:lnTo>
                  <a:lnTo>
                    <a:pt x="251928" y="15481"/>
                  </a:lnTo>
                  <a:lnTo>
                    <a:pt x="167167" y="15956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g281"/>
            <p:cNvSpPr/>
            <p:nvPr/>
          </p:nvSpPr>
          <p:spPr>
            <a:xfrm>
              <a:off x="6423235" y="1681503"/>
              <a:ext cx="84760" cy="167167"/>
            </a:xfrm>
            <a:custGeom>
              <a:avLst/>
              <a:pathLst>
                <a:path w="84760" h="167167">
                  <a:moveTo>
                    <a:pt x="84760" y="23082"/>
                  </a:moveTo>
                  <a:lnTo>
                    <a:pt x="79600" y="20168"/>
                  </a:lnTo>
                  <a:lnTo>
                    <a:pt x="74340" y="17439"/>
                  </a:lnTo>
                  <a:lnTo>
                    <a:pt x="68987" y="14898"/>
                  </a:lnTo>
                  <a:lnTo>
                    <a:pt x="63547" y="12549"/>
                  </a:lnTo>
                  <a:lnTo>
                    <a:pt x="58027" y="10394"/>
                  </a:lnTo>
                  <a:lnTo>
                    <a:pt x="52434" y="8436"/>
                  </a:lnTo>
                  <a:lnTo>
                    <a:pt x="46775" y="6677"/>
                  </a:lnTo>
                  <a:lnTo>
                    <a:pt x="41058" y="5120"/>
                  </a:lnTo>
                  <a:lnTo>
                    <a:pt x="35288" y="3767"/>
                  </a:lnTo>
                  <a:lnTo>
                    <a:pt x="29475" y="2619"/>
                  </a:lnTo>
                  <a:lnTo>
                    <a:pt x="23624" y="1677"/>
                  </a:lnTo>
                  <a:lnTo>
                    <a:pt x="17744" y="944"/>
                  </a:lnTo>
                  <a:lnTo>
                    <a:pt x="11842" y="419"/>
                  </a:lnTo>
                  <a:lnTo>
                    <a:pt x="5924" y="10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DCB702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g282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g283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g284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g285"/>
            <p:cNvSpPr/>
            <p:nvPr/>
          </p:nvSpPr>
          <p:spPr>
            <a:xfrm>
              <a:off x="6021039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g286"/>
            <p:cNvSpPr/>
            <p:nvPr/>
          </p:nvSpPr>
          <p:spPr>
            <a:xfrm>
              <a:off x="5853883" y="1322571"/>
              <a:ext cx="334320" cy="334330"/>
            </a:xfrm>
            <a:custGeom>
              <a:avLst/>
              <a:pathLst>
                <a:path w="334320" h="334330">
                  <a:moveTo>
                    <a:pt x="167155" y="0"/>
                  </a:moveTo>
                  <a:lnTo>
                    <a:pt x="161864" y="83"/>
                  </a:lnTo>
                  <a:lnTo>
                    <a:pt x="156578" y="334"/>
                  </a:lnTo>
                  <a:lnTo>
                    <a:pt x="151302" y="753"/>
                  </a:lnTo>
                  <a:lnTo>
                    <a:pt x="146043" y="1338"/>
                  </a:lnTo>
                  <a:lnTo>
                    <a:pt x="140805" y="2089"/>
                  </a:lnTo>
                  <a:lnTo>
                    <a:pt x="135593" y="3006"/>
                  </a:lnTo>
                  <a:lnTo>
                    <a:pt x="130413" y="4087"/>
                  </a:lnTo>
                  <a:lnTo>
                    <a:pt x="125269" y="5332"/>
                  </a:lnTo>
                  <a:lnTo>
                    <a:pt x="120168" y="6739"/>
                  </a:lnTo>
                  <a:lnTo>
                    <a:pt x="115114" y="8306"/>
                  </a:lnTo>
                  <a:lnTo>
                    <a:pt x="110112" y="10033"/>
                  </a:lnTo>
                  <a:lnTo>
                    <a:pt x="105167" y="11917"/>
                  </a:lnTo>
                  <a:lnTo>
                    <a:pt x="100284" y="13957"/>
                  </a:lnTo>
                  <a:lnTo>
                    <a:pt x="95468" y="16151"/>
                  </a:lnTo>
                  <a:lnTo>
                    <a:pt x="90724" y="18495"/>
                  </a:lnTo>
                  <a:lnTo>
                    <a:pt x="86056" y="20989"/>
                  </a:lnTo>
                  <a:lnTo>
                    <a:pt x="81470" y="23629"/>
                  </a:lnTo>
                  <a:lnTo>
                    <a:pt x="76970" y="26413"/>
                  </a:lnTo>
                  <a:lnTo>
                    <a:pt x="72560" y="29338"/>
                  </a:lnTo>
                  <a:lnTo>
                    <a:pt x="68245" y="32401"/>
                  </a:lnTo>
                  <a:lnTo>
                    <a:pt x="64029" y="35600"/>
                  </a:lnTo>
                  <a:lnTo>
                    <a:pt x="59916" y="38930"/>
                  </a:lnTo>
                  <a:lnTo>
                    <a:pt x="55911" y="42388"/>
                  </a:lnTo>
                  <a:lnTo>
                    <a:pt x="52017" y="45972"/>
                  </a:lnTo>
                  <a:lnTo>
                    <a:pt x="48239" y="49677"/>
                  </a:lnTo>
                  <a:lnTo>
                    <a:pt x="44579" y="53500"/>
                  </a:lnTo>
                  <a:lnTo>
                    <a:pt x="41043" y="57436"/>
                  </a:lnTo>
                  <a:lnTo>
                    <a:pt x="37633" y="61483"/>
                  </a:lnTo>
                  <a:lnTo>
                    <a:pt x="34353" y="65636"/>
                  </a:lnTo>
                  <a:lnTo>
                    <a:pt x="31206" y="69890"/>
                  </a:lnTo>
                  <a:lnTo>
                    <a:pt x="28195" y="74242"/>
                  </a:lnTo>
                  <a:lnTo>
                    <a:pt x="25323" y="78687"/>
                  </a:lnTo>
                  <a:lnTo>
                    <a:pt x="22594" y="83220"/>
                  </a:lnTo>
                  <a:lnTo>
                    <a:pt x="20009" y="87838"/>
                  </a:lnTo>
                  <a:lnTo>
                    <a:pt x="17572" y="92535"/>
                  </a:lnTo>
                  <a:lnTo>
                    <a:pt x="15285" y="97307"/>
                  </a:lnTo>
                  <a:lnTo>
                    <a:pt x="13149" y="102149"/>
                  </a:lnTo>
                  <a:lnTo>
                    <a:pt x="11169" y="107056"/>
                  </a:lnTo>
                  <a:lnTo>
                    <a:pt x="9344" y="112024"/>
                  </a:lnTo>
                  <a:lnTo>
                    <a:pt x="7678" y="117046"/>
                  </a:lnTo>
                  <a:lnTo>
                    <a:pt x="6171" y="122119"/>
                  </a:lnTo>
                  <a:lnTo>
                    <a:pt x="4826" y="127237"/>
                  </a:lnTo>
                  <a:lnTo>
                    <a:pt x="3644" y="132395"/>
                  </a:lnTo>
                  <a:lnTo>
                    <a:pt x="2625" y="137588"/>
                  </a:lnTo>
                  <a:lnTo>
                    <a:pt x="1771" y="142810"/>
                  </a:lnTo>
                  <a:lnTo>
                    <a:pt x="1083" y="148057"/>
                  </a:lnTo>
                  <a:lnTo>
                    <a:pt x="562" y="153323"/>
                  </a:lnTo>
                  <a:lnTo>
                    <a:pt x="207" y="158603"/>
                  </a:lnTo>
                  <a:lnTo>
                    <a:pt x="19" y="163892"/>
                  </a:lnTo>
                  <a:lnTo>
                    <a:pt x="0" y="169184"/>
                  </a:lnTo>
                  <a:lnTo>
                    <a:pt x="147" y="174473"/>
                  </a:lnTo>
                  <a:lnTo>
                    <a:pt x="462" y="179756"/>
                  </a:lnTo>
                  <a:lnTo>
                    <a:pt x="944" y="185026"/>
                  </a:lnTo>
                  <a:lnTo>
                    <a:pt x="1593" y="190278"/>
                  </a:lnTo>
                  <a:lnTo>
                    <a:pt x="2407" y="195506"/>
                  </a:lnTo>
                  <a:lnTo>
                    <a:pt x="3387" y="200707"/>
                  </a:lnTo>
                  <a:lnTo>
                    <a:pt x="4530" y="205874"/>
                  </a:lnTo>
                  <a:lnTo>
                    <a:pt x="5837" y="211002"/>
                  </a:lnTo>
                  <a:lnTo>
                    <a:pt x="7305" y="216086"/>
                  </a:lnTo>
                  <a:lnTo>
                    <a:pt x="8934" y="221121"/>
                  </a:lnTo>
                  <a:lnTo>
                    <a:pt x="10721" y="226102"/>
                  </a:lnTo>
                  <a:lnTo>
                    <a:pt x="12664" y="231024"/>
                  </a:lnTo>
                  <a:lnTo>
                    <a:pt x="14763" y="235882"/>
                  </a:lnTo>
                  <a:lnTo>
                    <a:pt x="17014" y="240671"/>
                  </a:lnTo>
                  <a:lnTo>
                    <a:pt x="19416" y="245386"/>
                  </a:lnTo>
                  <a:lnTo>
                    <a:pt x="21966" y="250023"/>
                  </a:lnTo>
                  <a:lnTo>
                    <a:pt x="24661" y="254577"/>
                  </a:lnTo>
                  <a:lnTo>
                    <a:pt x="27499" y="259043"/>
                  </a:lnTo>
                  <a:lnTo>
                    <a:pt x="30477" y="263418"/>
                  </a:lnTo>
                  <a:lnTo>
                    <a:pt x="33592" y="267696"/>
                  </a:lnTo>
                  <a:lnTo>
                    <a:pt x="36841" y="271873"/>
                  </a:lnTo>
                  <a:lnTo>
                    <a:pt x="40221" y="275945"/>
                  </a:lnTo>
                  <a:lnTo>
                    <a:pt x="43727" y="279908"/>
                  </a:lnTo>
                  <a:lnTo>
                    <a:pt x="47358" y="283758"/>
                  </a:lnTo>
                  <a:lnTo>
                    <a:pt x="51108" y="287492"/>
                  </a:lnTo>
                  <a:lnTo>
                    <a:pt x="54975" y="291105"/>
                  </a:lnTo>
                  <a:lnTo>
                    <a:pt x="58954" y="294593"/>
                  </a:lnTo>
                  <a:lnTo>
                    <a:pt x="63041" y="297954"/>
                  </a:lnTo>
                  <a:lnTo>
                    <a:pt x="67233" y="301184"/>
                  </a:lnTo>
                  <a:lnTo>
                    <a:pt x="71525" y="304280"/>
                  </a:lnTo>
                  <a:lnTo>
                    <a:pt x="75913" y="307238"/>
                  </a:lnTo>
                  <a:lnTo>
                    <a:pt x="80392" y="310056"/>
                  </a:lnTo>
                  <a:lnTo>
                    <a:pt x="84958" y="312730"/>
                  </a:lnTo>
                  <a:lnTo>
                    <a:pt x="89607" y="315259"/>
                  </a:lnTo>
                  <a:lnTo>
                    <a:pt x="94333" y="317639"/>
                  </a:lnTo>
                  <a:lnTo>
                    <a:pt x="99132" y="319869"/>
                  </a:lnTo>
                  <a:lnTo>
                    <a:pt x="104000" y="321945"/>
                  </a:lnTo>
                  <a:lnTo>
                    <a:pt x="108930" y="323867"/>
                  </a:lnTo>
                  <a:lnTo>
                    <a:pt x="113919" y="325631"/>
                  </a:lnTo>
                  <a:lnTo>
                    <a:pt x="118962" y="327237"/>
                  </a:lnTo>
                  <a:lnTo>
                    <a:pt x="124052" y="328682"/>
                  </a:lnTo>
                  <a:lnTo>
                    <a:pt x="129186" y="329965"/>
                  </a:lnTo>
                  <a:lnTo>
                    <a:pt x="134358" y="331086"/>
                  </a:lnTo>
                  <a:lnTo>
                    <a:pt x="139563" y="332042"/>
                  </a:lnTo>
                  <a:lnTo>
                    <a:pt x="144795" y="332832"/>
                  </a:lnTo>
                  <a:lnTo>
                    <a:pt x="150050" y="333457"/>
                  </a:lnTo>
                  <a:lnTo>
                    <a:pt x="155322" y="333915"/>
                  </a:lnTo>
                  <a:lnTo>
                    <a:pt x="160606" y="334206"/>
                  </a:lnTo>
                  <a:lnTo>
                    <a:pt x="165896" y="334330"/>
                  </a:lnTo>
                  <a:lnTo>
                    <a:pt x="171188" y="334286"/>
                  </a:lnTo>
                  <a:lnTo>
                    <a:pt x="176476" y="334074"/>
                  </a:lnTo>
                  <a:lnTo>
                    <a:pt x="181754" y="333696"/>
                  </a:lnTo>
                  <a:lnTo>
                    <a:pt x="187017" y="333150"/>
                  </a:lnTo>
                  <a:lnTo>
                    <a:pt x="192261" y="332438"/>
                  </a:lnTo>
                  <a:lnTo>
                    <a:pt x="197480" y="331561"/>
                  </a:lnTo>
                  <a:lnTo>
                    <a:pt x="202668" y="330519"/>
                  </a:lnTo>
                  <a:lnTo>
                    <a:pt x="207821" y="329313"/>
                  </a:lnTo>
                  <a:lnTo>
                    <a:pt x="212932" y="327944"/>
                  </a:lnTo>
                  <a:lnTo>
                    <a:pt x="217998" y="326415"/>
                  </a:lnTo>
                  <a:lnTo>
                    <a:pt x="223013" y="324726"/>
                  </a:lnTo>
                  <a:lnTo>
                    <a:pt x="227972" y="322879"/>
                  </a:lnTo>
                  <a:lnTo>
                    <a:pt x="232871" y="320876"/>
                  </a:lnTo>
                  <a:lnTo>
                    <a:pt x="237703" y="318719"/>
                  </a:lnTo>
                  <a:lnTo>
                    <a:pt x="242464" y="316410"/>
                  </a:lnTo>
                  <a:lnTo>
                    <a:pt x="247150" y="313951"/>
                  </a:lnTo>
                  <a:lnTo>
                    <a:pt x="251756" y="311346"/>
                  </a:lnTo>
                  <a:lnTo>
                    <a:pt x="256278" y="308596"/>
                  </a:lnTo>
                  <a:lnTo>
                    <a:pt x="260709" y="305704"/>
                  </a:lnTo>
                  <a:lnTo>
                    <a:pt x="265047" y="302673"/>
                  </a:lnTo>
                  <a:lnTo>
                    <a:pt x="269287" y="299507"/>
                  </a:lnTo>
                  <a:lnTo>
                    <a:pt x="273425" y="296208"/>
                  </a:lnTo>
                  <a:lnTo>
                    <a:pt x="277456" y="292780"/>
                  </a:lnTo>
                  <a:lnTo>
                    <a:pt x="281377" y="289225"/>
                  </a:lnTo>
                  <a:lnTo>
                    <a:pt x="285183" y="285549"/>
                  </a:lnTo>
                  <a:lnTo>
                    <a:pt x="288871" y="281754"/>
                  </a:lnTo>
                  <a:lnTo>
                    <a:pt x="292437" y="277844"/>
                  </a:lnTo>
                  <a:lnTo>
                    <a:pt x="295877" y="273823"/>
                  </a:lnTo>
                  <a:lnTo>
                    <a:pt x="299189" y="269695"/>
                  </a:lnTo>
                  <a:lnTo>
                    <a:pt x="302368" y="265465"/>
                  </a:lnTo>
                  <a:lnTo>
                    <a:pt x="305411" y="261136"/>
                  </a:lnTo>
                  <a:lnTo>
                    <a:pt x="308316" y="256712"/>
                  </a:lnTo>
                  <a:lnTo>
                    <a:pt x="311080" y="252200"/>
                  </a:lnTo>
                  <a:lnTo>
                    <a:pt x="313699" y="247601"/>
                  </a:lnTo>
                  <a:lnTo>
                    <a:pt x="316172" y="242923"/>
                  </a:lnTo>
                  <a:lnTo>
                    <a:pt x="318495" y="238168"/>
                  </a:lnTo>
                  <a:lnTo>
                    <a:pt x="320666" y="233342"/>
                  </a:lnTo>
                  <a:lnTo>
                    <a:pt x="322684" y="228450"/>
                  </a:lnTo>
                  <a:lnTo>
                    <a:pt x="324546" y="223497"/>
                  </a:lnTo>
                  <a:lnTo>
                    <a:pt x="326250" y="218487"/>
                  </a:lnTo>
                  <a:lnTo>
                    <a:pt x="327794" y="213425"/>
                  </a:lnTo>
                  <a:lnTo>
                    <a:pt x="329178" y="208318"/>
                  </a:lnTo>
                  <a:lnTo>
                    <a:pt x="330399" y="203169"/>
                  </a:lnTo>
                  <a:lnTo>
                    <a:pt x="331457" y="197984"/>
                  </a:lnTo>
                  <a:lnTo>
                    <a:pt x="332350" y="192768"/>
                  </a:lnTo>
                  <a:lnTo>
                    <a:pt x="333078" y="187526"/>
                  </a:lnTo>
                  <a:lnTo>
                    <a:pt x="333639" y="182264"/>
                  </a:lnTo>
                  <a:lnTo>
                    <a:pt x="334034" y="176987"/>
                  </a:lnTo>
                  <a:lnTo>
                    <a:pt x="334261" y="171700"/>
                  </a:lnTo>
                  <a:lnTo>
                    <a:pt x="334320" y="166409"/>
                  </a:lnTo>
                  <a:lnTo>
                    <a:pt x="334213" y="161118"/>
                  </a:lnTo>
                  <a:lnTo>
                    <a:pt x="333938" y="155833"/>
                  </a:lnTo>
                  <a:lnTo>
                    <a:pt x="333495" y="150560"/>
                  </a:lnTo>
                  <a:lnTo>
                    <a:pt x="332886" y="145303"/>
                  </a:lnTo>
                  <a:lnTo>
                    <a:pt x="332111" y="140068"/>
                  </a:lnTo>
                  <a:lnTo>
                    <a:pt x="331171" y="134861"/>
                  </a:lnTo>
                  <a:lnTo>
                    <a:pt x="330066" y="129686"/>
                  </a:lnTo>
                  <a:lnTo>
                    <a:pt x="328798" y="124548"/>
                  </a:lnTo>
                  <a:lnTo>
                    <a:pt x="327368" y="119453"/>
                  </a:lnTo>
                  <a:lnTo>
                    <a:pt x="325778" y="114406"/>
                  </a:lnTo>
                  <a:lnTo>
                    <a:pt x="324028" y="109412"/>
                  </a:lnTo>
                  <a:lnTo>
                    <a:pt x="322122" y="104475"/>
                  </a:lnTo>
                  <a:lnTo>
                    <a:pt x="320060" y="99602"/>
                  </a:lnTo>
                  <a:lnTo>
                    <a:pt x="317844" y="94796"/>
                  </a:lnTo>
                  <a:lnTo>
                    <a:pt x="315478" y="90062"/>
                  </a:lnTo>
                  <a:lnTo>
                    <a:pt x="312963" y="85406"/>
                  </a:lnTo>
                  <a:lnTo>
                    <a:pt x="310302" y="80832"/>
                  </a:lnTo>
                  <a:lnTo>
                    <a:pt x="307498" y="76344"/>
                  </a:lnTo>
                  <a:lnTo>
                    <a:pt x="304553" y="71948"/>
                  </a:lnTo>
                  <a:lnTo>
                    <a:pt x="301470" y="67647"/>
                  </a:lnTo>
                  <a:lnTo>
                    <a:pt x="298253" y="63445"/>
                  </a:lnTo>
                  <a:lnTo>
                    <a:pt x="294904" y="59348"/>
                  </a:lnTo>
                  <a:lnTo>
                    <a:pt x="291428" y="55358"/>
                  </a:lnTo>
                  <a:lnTo>
                    <a:pt x="287826" y="51481"/>
                  </a:lnTo>
                  <a:lnTo>
                    <a:pt x="284104" y="47719"/>
                  </a:lnTo>
                  <a:lnTo>
                    <a:pt x="280265" y="44077"/>
                  </a:lnTo>
                  <a:lnTo>
                    <a:pt x="276312" y="40559"/>
                  </a:lnTo>
                  <a:lnTo>
                    <a:pt x="272250" y="37167"/>
                  </a:lnTo>
                  <a:lnTo>
                    <a:pt x="268083" y="33906"/>
                  </a:lnTo>
                  <a:lnTo>
                    <a:pt x="263814" y="30778"/>
                  </a:lnTo>
                  <a:lnTo>
                    <a:pt x="259449" y="27787"/>
                  </a:lnTo>
                  <a:lnTo>
                    <a:pt x="254991" y="24935"/>
                  </a:lnTo>
                  <a:lnTo>
                    <a:pt x="250445" y="22227"/>
                  </a:lnTo>
                  <a:lnTo>
                    <a:pt x="245816" y="19663"/>
                  </a:lnTo>
                  <a:lnTo>
                    <a:pt x="241107" y="17247"/>
                  </a:lnTo>
                  <a:lnTo>
                    <a:pt x="236325" y="14981"/>
                  </a:lnTo>
                  <a:lnTo>
                    <a:pt x="231473" y="12868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g287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g288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g289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g290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g291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g292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g293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g294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g295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g296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g297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g298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g299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g300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g301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g302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g303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g304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g305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g306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g307"/>
            <p:cNvSpPr/>
            <p:nvPr/>
          </p:nvSpPr>
          <p:spPr>
            <a:xfrm>
              <a:off x="6021039" y="1335440"/>
              <a:ext cx="64318" cy="154298"/>
            </a:xfrm>
            <a:custGeom>
              <a:avLst/>
              <a:pathLst>
                <a:path w="64318" h="154298">
                  <a:moveTo>
                    <a:pt x="64318" y="0"/>
                  </a:moveTo>
                  <a:lnTo>
                    <a:pt x="0" y="15429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g308"/>
            <p:cNvSpPr/>
            <p:nvPr/>
          </p:nvSpPr>
          <p:spPr>
            <a:xfrm>
              <a:off x="6021039" y="1335242"/>
              <a:ext cx="64318" cy="154496"/>
            </a:xfrm>
            <a:custGeom>
              <a:avLst/>
              <a:pathLst>
                <a:path w="64318" h="154496">
                  <a:moveTo>
                    <a:pt x="64318" y="198"/>
                  </a:moveTo>
                  <a:lnTo>
                    <a:pt x="63840" y="0"/>
                  </a:lnTo>
                  <a:lnTo>
                    <a:pt x="0" y="15449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g309"/>
            <p:cNvSpPr/>
            <p:nvPr/>
          </p:nvSpPr>
          <p:spPr>
            <a:xfrm>
              <a:off x="6021039" y="1322571"/>
              <a:ext cx="63840" cy="167167"/>
            </a:xfrm>
            <a:custGeom>
              <a:avLst/>
              <a:pathLst>
                <a:path w="63840" h="167167">
                  <a:moveTo>
                    <a:pt x="63840" y="12670"/>
                  </a:moveTo>
                  <a:lnTo>
                    <a:pt x="58297" y="10494"/>
                  </a:lnTo>
                  <a:lnTo>
                    <a:pt x="52680" y="8517"/>
                  </a:lnTo>
                  <a:lnTo>
                    <a:pt x="46997" y="6742"/>
                  </a:lnTo>
                  <a:lnTo>
                    <a:pt x="41253" y="5170"/>
                  </a:lnTo>
                  <a:lnTo>
                    <a:pt x="35458" y="3803"/>
                  </a:lnTo>
                  <a:lnTo>
                    <a:pt x="29617" y="2644"/>
                  </a:lnTo>
                  <a:lnTo>
                    <a:pt x="23739" y="1694"/>
                  </a:lnTo>
                  <a:lnTo>
                    <a:pt x="17830" y="953"/>
                  </a:lnTo>
                  <a:lnTo>
                    <a:pt x="11899" y="424"/>
                  </a:lnTo>
                  <a:lnTo>
                    <a:pt x="5953" y="10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g310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g311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g312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g313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g314"/>
            <p:cNvSpPr/>
            <p:nvPr/>
          </p:nvSpPr>
          <p:spPr>
            <a:xfrm>
              <a:off x="5545258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g315"/>
            <p:cNvSpPr/>
            <p:nvPr/>
          </p:nvSpPr>
          <p:spPr>
            <a:xfrm>
              <a:off x="5378107" y="1071028"/>
              <a:ext cx="334310" cy="334333"/>
            </a:xfrm>
            <a:custGeom>
              <a:avLst/>
              <a:pathLst>
                <a:path w="334310" h="334333">
                  <a:moveTo>
                    <a:pt x="167151" y="0"/>
                  </a:moveTo>
                  <a:lnTo>
                    <a:pt x="161840" y="84"/>
                  </a:lnTo>
                  <a:lnTo>
                    <a:pt x="156535" y="337"/>
                  </a:lnTo>
                  <a:lnTo>
                    <a:pt x="151241" y="758"/>
                  </a:lnTo>
                  <a:lnTo>
                    <a:pt x="145962" y="1348"/>
                  </a:lnTo>
                  <a:lnTo>
                    <a:pt x="140705" y="2105"/>
                  </a:lnTo>
                  <a:lnTo>
                    <a:pt x="135475" y="3028"/>
                  </a:lnTo>
                  <a:lnTo>
                    <a:pt x="130277" y="4117"/>
                  </a:lnTo>
                  <a:lnTo>
                    <a:pt x="125115" y="5371"/>
                  </a:lnTo>
                  <a:lnTo>
                    <a:pt x="119997" y="6788"/>
                  </a:lnTo>
                  <a:lnTo>
                    <a:pt x="114926" y="8367"/>
                  </a:lnTo>
                  <a:lnTo>
                    <a:pt x="109907" y="10106"/>
                  </a:lnTo>
                  <a:lnTo>
                    <a:pt x="104947" y="12004"/>
                  </a:lnTo>
                  <a:lnTo>
                    <a:pt x="100049" y="14058"/>
                  </a:lnTo>
                  <a:lnTo>
                    <a:pt x="95219" y="16267"/>
                  </a:lnTo>
                  <a:lnTo>
                    <a:pt x="90461" y="18628"/>
                  </a:lnTo>
                  <a:lnTo>
                    <a:pt x="85781" y="21140"/>
                  </a:lnTo>
                  <a:lnTo>
                    <a:pt x="81183" y="23798"/>
                  </a:lnTo>
                  <a:lnTo>
                    <a:pt x="76672" y="26602"/>
                  </a:lnTo>
                  <a:lnTo>
                    <a:pt x="72253" y="29547"/>
                  </a:lnTo>
                  <a:lnTo>
                    <a:pt x="67929" y="32631"/>
                  </a:lnTo>
                  <a:lnTo>
                    <a:pt x="63705" y="35851"/>
                  </a:lnTo>
                  <a:lnTo>
                    <a:pt x="59585" y="39204"/>
                  </a:lnTo>
                  <a:lnTo>
                    <a:pt x="55574" y="42685"/>
                  </a:lnTo>
                  <a:lnTo>
                    <a:pt x="51676" y="46293"/>
                  </a:lnTo>
                  <a:lnTo>
                    <a:pt x="47895" y="50022"/>
                  </a:lnTo>
                  <a:lnTo>
                    <a:pt x="44233" y="53870"/>
                  </a:lnTo>
                  <a:lnTo>
                    <a:pt x="40696" y="57832"/>
                  </a:lnTo>
                  <a:lnTo>
                    <a:pt x="37287" y="61904"/>
                  </a:lnTo>
                  <a:lnTo>
                    <a:pt x="34008" y="66083"/>
                  </a:lnTo>
                  <a:lnTo>
                    <a:pt x="30864" y="70363"/>
                  </a:lnTo>
                  <a:lnTo>
                    <a:pt x="27858" y="74742"/>
                  </a:lnTo>
                  <a:lnTo>
                    <a:pt x="24992" y="79213"/>
                  </a:lnTo>
                  <a:lnTo>
                    <a:pt x="22270" y="83774"/>
                  </a:lnTo>
                  <a:lnTo>
                    <a:pt x="19694" y="88418"/>
                  </a:lnTo>
                  <a:lnTo>
                    <a:pt x="17266" y="93143"/>
                  </a:lnTo>
                  <a:lnTo>
                    <a:pt x="14990" y="97941"/>
                  </a:lnTo>
                  <a:lnTo>
                    <a:pt x="12868" y="102810"/>
                  </a:lnTo>
                  <a:lnTo>
                    <a:pt x="10901" y="107744"/>
                  </a:lnTo>
                  <a:lnTo>
                    <a:pt x="9093" y="112738"/>
                  </a:lnTo>
                  <a:lnTo>
                    <a:pt x="7443" y="117786"/>
                  </a:lnTo>
                  <a:lnTo>
                    <a:pt x="5955" y="122885"/>
                  </a:lnTo>
                  <a:lnTo>
                    <a:pt x="4630" y="128028"/>
                  </a:lnTo>
                  <a:lnTo>
                    <a:pt x="3468" y="133211"/>
                  </a:lnTo>
                  <a:lnTo>
                    <a:pt x="2472" y="138428"/>
                  </a:lnTo>
                  <a:lnTo>
                    <a:pt x="1642" y="143673"/>
                  </a:lnTo>
                  <a:lnTo>
                    <a:pt x="980" y="148943"/>
                  </a:lnTo>
                  <a:lnTo>
                    <a:pt x="485" y="154231"/>
                  </a:lnTo>
                  <a:lnTo>
                    <a:pt x="158" y="159532"/>
                  </a:lnTo>
                  <a:lnTo>
                    <a:pt x="0" y="164841"/>
                  </a:lnTo>
                  <a:lnTo>
                    <a:pt x="10" y="170152"/>
                  </a:lnTo>
                  <a:lnTo>
                    <a:pt x="189" y="175461"/>
                  </a:lnTo>
                  <a:lnTo>
                    <a:pt x="537" y="180760"/>
                  </a:lnTo>
                  <a:lnTo>
                    <a:pt x="1053" y="186047"/>
                  </a:lnTo>
                  <a:lnTo>
                    <a:pt x="1736" y="191314"/>
                  </a:lnTo>
                  <a:lnTo>
                    <a:pt x="2587" y="196556"/>
                  </a:lnTo>
                  <a:lnTo>
                    <a:pt x="3604" y="201769"/>
                  </a:lnTo>
                  <a:lnTo>
                    <a:pt x="4786" y="206947"/>
                  </a:lnTo>
                  <a:lnTo>
                    <a:pt x="6131" y="212085"/>
                  </a:lnTo>
                  <a:lnTo>
                    <a:pt x="7639" y="217178"/>
                  </a:lnTo>
                  <a:lnTo>
                    <a:pt x="9309" y="222220"/>
                  </a:lnTo>
                  <a:lnTo>
                    <a:pt x="11137" y="227206"/>
                  </a:lnTo>
                  <a:lnTo>
                    <a:pt x="13123" y="232132"/>
                  </a:lnTo>
                  <a:lnTo>
                    <a:pt x="15265" y="236993"/>
                  </a:lnTo>
                  <a:lnTo>
                    <a:pt x="17560" y="241782"/>
                  </a:lnTo>
                  <a:lnTo>
                    <a:pt x="20006" y="246497"/>
                  </a:lnTo>
                  <a:lnTo>
                    <a:pt x="22600" y="251131"/>
                  </a:lnTo>
                  <a:lnTo>
                    <a:pt x="25340" y="255681"/>
                  </a:lnTo>
                  <a:lnTo>
                    <a:pt x="28224" y="260141"/>
                  </a:lnTo>
                  <a:lnTo>
                    <a:pt x="31248" y="264508"/>
                  </a:lnTo>
                  <a:lnTo>
                    <a:pt x="34408" y="268776"/>
                  </a:lnTo>
                  <a:lnTo>
                    <a:pt x="37703" y="272942"/>
                  </a:lnTo>
                  <a:lnTo>
                    <a:pt x="41129" y="277001"/>
                  </a:lnTo>
                  <a:lnTo>
                    <a:pt x="44682" y="280949"/>
                  </a:lnTo>
                  <a:lnTo>
                    <a:pt x="48358" y="284782"/>
                  </a:lnTo>
                  <a:lnTo>
                    <a:pt x="52154" y="288496"/>
                  </a:lnTo>
                  <a:lnTo>
                    <a:pt x="56067" y="292088"/>
                  </a:lnTo>
                  <a:lnTo>
                    <a:pt x="60091" y="295554"/>
                  </a:lnTo>
                  <a:lnTo>
                    <a:pt x="64224" y="298890"/>
                  </a:lnTo>
                  <a:lnTo>
                    <a:pt x="68460" y="302093"/>
                  </a:lnTo>
                  <a:lnTo>
                    <a:pt x="72797" y="305161"/>
                  </a:lnTo>
                  <a:lnTo>
                    <a:pt x="77228" y="308088"/>
                  </a:lnTo>
                  <a:lnTo>
                    <a:pt x="81750" y="310874"/>
                  </a:lnTo>
                  <a:lnTo>
                    <a:pt x="86358" y="313514"/>
                  </a:lnTo>
                  <a:lnTo>
                    <a:pt x="91048" y="316007"/>
                  </a:lnTo>
                  <a:lnTo>
                    <a:pt x="95815" y="318350"/>
                  </a:lnTo>
                  <a:lnTo>
                    <a:pt x="100654" y="320539"/>
                  </a:lnTo>
                  <a:lnTo>
                    <a:pt x="105560" y="322574"/>
                  </a:lnTo>
                  <a:lnTo>
                    <a:pt x="110528" y="324453"/>
                  </a:lnTo>
                  <a:lnTo>
                    <a:pt x="115553" y="326172"/>
                  </a:lnTo>
                  <a:lnTo>
                    <a:pt x="120630" y="327731"/>
                  </a:lnTo>
                  <a:lnTo>
                    <a:pt x="125754" y="329128"/>
                  </a:lnTo>
                  <a:lnTo>
                    <a:pt x="130920" y="330361"/>
                  </a:lnTo>
                  <a:lnTo>
                    <a:pt x="136123" y="331430"/>
                  </a:lnTo>
                  <a:lnTo>
                    <a:pt x="141357" y="332332"/>
                  </a:lnTo>
                  <a:lnTo>
                    <a:pt x="146617" y="333068"/>
                  </a:lnTo>
                  <a:lnTo>
                    <a:pt x="151898" y="333637"/>
                  </a:lnTo>
                  <a:lnTo>
                    <a:pt x="157194" y="334038"/>
                  </a:lnTo>
                  <a:lnTo>
                    <a:pt x="162500" y="334270"/>
                  </a:lnTo>
                  <a:lnTo>
                    <a:pt x="167811" y="334333"/>
                  </a:lnTo>
                  <a:lnTo>
                    <a:pt x="173121" y="334228"/>
                  </a:lnTo>
                  <a:lnTo>
                    <a:pt x="178425" y="333954"/>
                  </a:lnTo>
                  <a:lnTo>
                    <a:pt x="183718" y="333511"/>
                  </a:lnTo>
                  <a:lnTo>
                    <a:pt x="188994" y="332901"/>
                  </a:lnTo>
                  <a:lnTo>
                    <a:pt x="194248" y="332124"/>
                  </a:lnTo>
                  <a:lnTo>
                    <a:pt x="199474" y="331180"/>
                  </a:lnTo>
                  <a:lnTo>
                    <a:pt x="204668" y="330070"/>
                  </a:lnTo>
                  <a:lnTo>
                    <a:pt x="209825" y="328796"/>
                  </a:lnTo>
                  <a:lnTo>
                    <a:pt x="214938" y="327359"/>
                  </a:lnTo>
                  <a:lnTo>
                    <a:pt x="220002" y="325760"/>
                  </a:lnTo>
                  <a:lnTo>
                    <a:pt x="225014" y="324001"/>
                  </a:lnTo>
                  <a:lnTo>
                    <a:pt x="229967" y="322083"/>
                  </a:lnTo>
                  <a:lnTo>
                    <a:pt x="234857" y="320010"/>
                  </a:lnTo>
                  <a:lnTo>
                    <a:pt x="239678" y="317782"/>
                  </a:lnTo>
                  <a:lnTo>
                    <a:pt x="244426" y="315402"/>
                  </a:lnTo>
                  <a:lnTo>
                    <a:pt x="249096" y="312872"/>
                  </a:lnTo>
                  <a:lnTo>
                    <a:pt x="253683" y="310195"/>
                  </a:lnTo>
                  <a:lnTo>
                    <a:pt x="258183" y="307374"/>
                  </a:lnTo>
                  <a:lnTo>
                    <a:pt x="262592" y="304411"/>
                  </a:lnTo>
                  <a:lnTo>
                    <a:pt x="266903" y="301310"/>
                  </a:lnTo>
                  <a:lnTo>
                    <a:pt x="271114" y="298073"/>
                  </a:lnTo>
                  <a:lnTo>
                    <a:pt x="275221" y="294705"/>
                  </a:lnTo>
                  <a:lnTo>
                    <a:pt x="279218" y="291207"/>
                  </a:lnTo>
                  <a:lnTo>
                    <a:pt x="283102" y="287584"/>
                  </a:lnTo>
                  <a:lnTo>
                    <a:pt x="286868" y="283840"/>
                  </a:lnTo>
                  <a:lnTo>
                    <a:pt x="290514" y="279978"/>
                  </a:lnTo>
                  <a:lnTo>
                    <a:pt x="294036" y="276002"/>
                  </a:lnTo>
                  <a:lnTo>
                    <a:pt x="297429" y="271916"/>
                  </a:lnTo>
                  <a:lnTo>
                    <a:pt x="300691" y="267725"/>
                  </a:lnTo>
                  <a:lnTo>
                    <a:pt x="303818" y="263432"/>
                  </a:lnTo>
                  <a:lnTo>
                    <a:pt x="306807" y="259042"/>
                  </a:lnTo>
                  <a:lnTo>
                    <a:pt x="309656" y="254559"/>
                  </a:lnTo>
                  <a:lnTo>
                    <a:pt x="312360" y="249987"/>
                  </a:lnTo>
                  <a:lnTo>
                    <a:pt x="314918" y="245333"/>
                  </a:lnTo>
                  <a:lnTo>
                    <a:pt x="317326" y="240599"/>
                  </a:lnTo>
                  <a:lnTo>
                    <a:pt x="319583" y="235791"/>
                  </a:lnTo>
                  <a:lnTo>
                    <a:pt x="321686" y="230914"/>
                  </a:lnTo>
                  <a:lnTo>
                    <a:pt x="323633" y="225973"/>
                  </a:lnTo>
                  <a:lnTo>
                    <a:pt x="325423" y="220972"/>
                  </a:lnTo>
                  <a:lnTo>
                    <a:pt x="327052" y="215917"/>
                  </a:lnTo>
                  <a:lnTo>
                    <a:pt x="328520" y="210812"/>
                  </a:lnTo>
                  <a:lnTo>
                    <a:pt x="329825" y="205664"/>
                  </a:lnTo>
                  <a:lnTo>
                    <a:pt x="330966" y="200477"/>
                  </a:lnTo>
                  <a:lnTo>
                    <a:pt x="331941" y="195256"/>
                  </a:lnTo>
                  <a:lnTo>
                    <a:pt x="332751" y="190007"/>
                  </a:lnTo>
                  <a:lnTo>
                    <a:pt x="333393" y="184735"/>
                  </a:lnTo>
                  <a:lnTo>
                    <a:pt x="333867" y="179445"/>
                  </a:lnTo>
                  <a:lnTo>
                    <a:pt x="334173" y="174142"/>
                  </a:lnTo>
                  <a:lnTo>
                    <a:pt x="334310" y="168833"/>
                  </a:lnTo>
                  <a:lnTo>
                    <a:pt x="334278" y="163522"/>
                  </a:lnTo>
                  <a:lnTo>
                    <a:pt x="334078" y="158214"/>
                  </a:lnTo>
                  <a:lnTo>
                    <a:pt x="333710" y="152916"/>
                  </a:lnTo>
                  <a:lnTo>
                    <a:pt x="333173" y="147632"/>
                  </a:lnTo>
                  <a:lnTo>
                    <a:pt x="332468" y="142367"/>
                  </a:lnTo>
                  <a:lnTo>
                    <a:pt x="331597" y="137128"/>
                  </a:lnTo>
                  <a:lnTo>
                    <a:pt x="330560" y="131919"/>
                  </a:lnTo>
                  <a:lnTo>
                    <a:pt x="329358" y="126746"/>
                  </a:lnTo>
                  <a:lnTo>
                    <a:pt x="327992" y="121613"/>
                  </a:lnTo>
                  <a:lnTo>
                    <a:pt x="326463" y="116527"/>
                  </a:lnTo>
                  <a:lnTo>
                    <a:pt x="324774" y="111491"/>
                  </a:lnTo>
                  <a:lnTo>
                    <a:pt x="167151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g316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g317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g318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g319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g320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g321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g322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g323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g324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g325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g326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g327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g328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g329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g330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g331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g332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g333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g334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g335"/>
            <p:cNvSpPr/>
            <p:nvPr/>
          </p:nvSpPr>
          <p:spPr>
            <a:xfrm>
              <a:off x="5545258" y="1182520"/>
              <a:ext cx="157623" cy="55675"/>
            </a:xfrm>
            <a:custGeom>
              <a:avLst/>
              <a:pathLst>
                <a:path w="157623" h="55675">
                  <a:moveTo>
                    <a:pt x="157623" y="0"/>
                  </a:moveTo>
                  <a:lnTo>
                    <a:pt x="0" y="5567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g336"/>
            <p:cNvSpPr/>
            <p:nvPr/>
          </p:nvSpPr>
          <p:spPr>
            <a:xfrm>
              <a:off x="5545258" y="1181740"/>
              <a:ext cx="157623" cy="56455"/>
            </a:xfrm>
            <a:custGeom>
              <a:avLst/>
              <a:pathLst>
                <a:path w="157623" h="56455">
                  <a:moveTo>
                    <a:pt x="157623" y="779"/>
                  </a:moveTo>
                  <a:lnTo>
                    <a:pt x="157345" y="0"/>
                  </a:lnTo>
                  <a:lnTo>
                    <a:pt x="0" y="5645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g337"/>
            <p:cNvSpPr/>
            <p:nvPr/>
          </p:nvSpPr>
          <p:spPr>
            <a:xfrm>
              <a:off x="5545258" y="1071028"/>
              <a:ext cx="157345" cy="167167"/>
            </a:xfrm>
            <a:custGeom>
              <a:avLst/>
              <a:pathLst>
                <a:path w="157345" h="167167">
                  <a:moveTo>
                    <a:pt x="157345" y="110711"/>
                  </a:moveTo>
                  <a:lnTo>
                    <a:pt x="155442" y="105664"/>
                  </a:lnTo>
                  <a:lnTo>
                    <a:pt x="153377" y="100681"/>
                  </a:lnTo>
                  <a:lnTo>
                    <a:pt x="151151" y="95766"/>
                  </a:lnTo>
                  <a:lnTo>
                    <a:pt x="148769" y="90927"/>
                  </a:lnTo>
                  <a:lnTo>
                    <a:pt x="146232" y="86166"/>
                  </a:lnTo>
                  <a:lnTo>
                    <a:pt x="143542" y="81490"/>
                  </a:lnTo>
                  <a:lnTo>
                    <a:pt x="140703" y="76903"/>
                  </a:lnTo>
                  <a:lnTo>
                    <a:pt x="137717" y="72410"/>
                  </a:lnTo>
                  <a:lnTo>
                    <a:pt x="134588" y="68016"/>
                  </a:lnTo>
                  <a:lnTo>
                    <a:pt x="131319" y="63725"/>
                  </a:lnTo>
                  <a:lnTo>
                    <a:pt x="127913" y="59542"/>
                  </a:lnTo>
                  <a:lnTo>
                    <a:pt x="124374" y="55471"/>
                  </a:lnTo>
                  <a:lnTo>
                    <a:pt x="120705" y="51516"/>
                  </a:lnTo>
                  <a:lnTo>
                    <a:pt x="116910" y="47681"/>
                  </a:lnTo>
                  <a:lnTo>
                    <a:pt x="112994" y="43971"/>
                  </a:lnTo>
                  <a:lnTo>
                    <a:pt x="108961" y="40390"/>
                  </a:lnTo>
                  <a:lnTo>
                    <a:pt x="104813" y="36940"/>
                  </a:lnTo>
                  <a:lnTo>
                    <a:pt x="100557" y="33626"/>
                  </a:lnTo>
                  <a:lnTo>
                    <a:pt x="96196" y="30451"/>
                  </a:lnTo>
                  <a:lnTo>
                    <a:pt x="91734" y="27418"/>
                  </a:lnTo>
                  <a:lnTo>
                    <a:pt x="87178" y="24531"/>
                  </a:lnTo>
                  <a:lnTo>
                    <a:pt x="82530" y="21793"/>
                  </a:lnTo>
                  <a:lnTo>
                    <a:pt x="77796" y="19205"/>
                  </a:lnTo>
                  <a:lnTo>
                    <a:pt x="72982" y="16772"/>
                  </a:lnTo>
                  <a:lnTo>
                    <a:pt x="68091" y="14496"/>
                  </a:lnTo>
                  <a:lnTo>
                    <a:pt x="63130" y="12378"/>
                  </a:lnTo>
                  <a:lnTo>
                    <a:pt x="58103" y="10422"/>
                  </a:lnTo>
                  <a:lnTo>
                    <a:pt x="53015" y="8629"/>
                  </a:lnTo>
                  <a:lnTo>
                    <a:pt x="47872" y="7001"/>
                  </a:lnTo>
                  <a:lnTo>
                    <a:pt x="42679" y="5540"/>
                  </a:lnTo>
                  <a:lnTo>
                    <a:pt x="37442" y="4247"/>
                  </a:lnTo>
                  <a:lnTo>
                    <a:pt x="32166" y="3123"/>
                  </a:lnTo>
                  <a:lnTo>
                    <a:pt x="26856" y="2171"/>
                  </a:lnTo>
                  <a:lnTo>
                    <a:pt x="21518" y="1390"/>
                  </a:lnTo>
                  <a:lnTo>
                    <a:pt x="16158" y="782"/>
                  </a:lnTo>
                  <a:lnTo>
                    <a:pt x="10781" y="348"/>
                  </a:lnTo>
                  <a:lnTo>
                    <a:pt x="5393" y="87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g338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g339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g340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g341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g342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g343"/>
            <p:cNvSpPr/>
            <p:nvPr/>
          </p:nvSpPr>
          <p:spPr>
            <a:xfrm>
              <a:off x="5023544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g344"/>
            <p:cNvSpPr/>
            <p:nvPr/>
          </p:nvSpPr>
          <p:spPr>
            <a:xfrm>
              <a:off x="4942557" y="941493"/>
              <a:ext cx="80986" cy="167167"/>
            </a:xfrm>
            <a:custGeom>
              <a:avLst/>
              <a:pathLst>
                <a:path w="80986" h="167167">
                  <a:moveTo>
                    <a:pt x="80986" y="0"/>
                  </a:moveTo>
                  <a:lnTo>
                    <a:pt x="75351" y="95"/>
                  </a:lnTo>
                  <a:lnTo>
                    <a:pt x="69722" y="379"/>
                  </a:lnTo>
                  <a:lnTo>
                    <a:pt x="64106" y="854"/>
                  </a:lnTo>
                  <a:lnTo>
                    <a:pt x="58509" y="1518"/>
                  </a:lnTo>
                  <a:lnTo>
                    <a:pt x="52938" y="2369"/>
                  </a:lnTo>
                  <a:lnTo>
                    <a:pt x="47398" y="3409"/>
                  </a:lnTo>
                  <a:lnTo>
                    <a:pt x="41897" y="4634"/>
                  </a:lnTo>
                  <a:lnTo>
                    <a:pt x="36440" y="6044"/>
                  </a:lnTo>
                  <a:lnTo>
                    <a:pt x="31034" y="7637"/>
                  </a:lnTo>
                  <a:lnTo>
                    <a:pt x="25685" y="9412"/>
                  </a:lnTo>
                  <a:lnTo>
                    <a:pt x="20398" y="11366"/>
                  </a:lnTo>
                  <a:lnTo>
                    <a:pt x="15180" y="13497"/>
                  </a:lnTo>
                  <a:lnTo>
                    <a:pt x="10038" y="15802"/>
                  </a:lnTo>
                  <a:lnTo>
                    <a:pt x="4975" y="18280"/>
                  </a:lnTo>
                  <a:lnTo>
                    <a:pt x="0" y="20927"/>
                  </a:lnTo>
                  <a:lnTo>
                    <a:pt x="80986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g345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g346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g347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g348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g349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g350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g351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g352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g353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g354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g355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g356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g357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g358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g359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g360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g361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g362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g363"/>
            <p:cNvSpPr/>
            <p:nvPr/>
          </p:nvSpPr>
          <p:spPr>
            <a:xfrm>
              <a:off x="4942557" y="962420"/>
              <a:ext cx="80986" cy="146239"/>
            </a:xfrm>
            <a:custGeom>
              <a:avLst/>
              <a:pathLst>
                <a:path w="80986" h="146239">
                  <a:moveTo>
                    <a:pt x="0" y="0"/>
                  </a:moveTo>
                  <a:lnTo>
                    <a:pt x="80986" y="14623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g364"/>
            <p:cNvSpPr/>
            <p:nvPr/>
          </p:nvSpPr>
          <p:spPr>
            <a:xfrm>
              <a:off x="4856386" y="962420"/>
              <a:ext cx="334324" cy="313400"/>
            </a:xfrm>
            <a:custGeom>
              <a:avLst/>
              <a:pathLst>
                <a:path w="334324" h="313400">
                  <a:moveTo>
                    <a:pt x="86171" y="0"/>
                  </a:moveTo>
                  <a:lnTo>
                    <a:pt x="81584" y="2635"/>
                  </a:lnTo>
                  <a:lnTo>
                    <a:pt x="77083" y="5414"/>
                  </a:lnTo>
                  <a:lnTo>
                    <a:pt x="72673" y="8335"/>
                  </a:lnTo>
                  <a:lnTo>
                    <a:pt x="68357" y="11393"/>
                  </a:lnTo>
                  <a:lnTo>
                    <a:pt x="64140" y="14587"/>
                  </a:lnTo>
                  <a:lnTo>
                    <a:pt x="60026" y="17912"/>
                  </a:lnTo>
                  <a:lnTo>
                    <a:pt x="56020" y="21366"/>
                  </a:lnTo>
                  <a:lnTo>
                    <a:pt x="52124" y="24945"/>
                  </a:lnTo>
                  <a:lnTo>
                    <a:pt x="48344" y="28645"/>
                  </a:lnTo>
                  <a:lnTo>
                    <a:pt x="44683" y="32463"/>
                  </a:lnTo>
                  <a:lnTo>
                    <a:pt x="41145" y="36395"/>
                  </a:lnTo>
                  <a:lnTo>
                    <a:pt x="37732" y="40437"/>
                  </a:lnTo>
                  <a:lnTo>
                    <a:pt x="34450" y="44585"/>
                  </a:lnTo>
                  <a:lnTo>
                    <a:pt x="31300" y="48834"/>
                  </a:lnTo>
                  <a:lnTo>
                    <a:pt x="28286" y="53181"/>
                  </a:lnTo>
                  <a:lnTo>
                    <a:pt x="25411" y="57622"/>
                  </a:lnTo>
                  <a:lnTo>
                    <a:pt x="22679" y="62151"/>
                  </a:lnTo>
                  <a:lnTo>
                    <a:pt x="20090" y="66764"/>
                  </a:lnTo>
                  <a:lnTo>
                    <a:pt x="17649" y="71457"/>
                  </a:lnTo>
                  <a:lnTo>
                    <a:pt x="15358" y="76225"/>
                  </a:lnTo>
                  <a:lnTo>
                    <a:pt x="13219" y="81063"/>
                  </a:lnTo>
                  <a:lnTo>
                    <a:pt x="11234" y="85966"/>
                  </a:lnTo>
                  <a:lnTo>
                    <a:pt x="9405" y="90929"/>
                  </a:lnTo>
                  <a:lnTo>
                    <a:pt x="7734" y="95948"/>
                  </a:lnTo>
                  <a:lnTo>
                    <a:pt x="6223" y="101017"/>
                  </a:lnTo>
                  <a:lnTo>
                    <a:pt x="4872" y="106132"/>
                  </a:lnTo>
                  <a:lnTo>
                    <a:pt x="3685" y="111286"/>
                  </a:lnTo>
                  <a:lnTo>
                    <a:pt x="2661" y="116476"/>
                  </a:lnTo>
                  <a:lnTo>
                    <a:pt x="1801" y="121695"/>
                  </a:lnTo>
                  <a:lnTo>
                    <a:pt x="1108" y="126939"/>
                  </a:lnTo>
                  <a:lnTo>
                    <a:pt x="580" y="132203"/>
                  </a:lnTo>
                  <a:lnTo>
                    <a:pt x="219" y="137480"/>
                  </a:lnTo>
                  <a:lnTo>
                    <a:pt x="26" y="142766"/>
                  </a:lnTo>
                  <a:lnTo>
                    <a:pt x="0" y="148056"/>
                  </a:lnTo>
                  <a:lnTo>
                    <a:pt x="141" y="153344"/>
                  </a:lnTo>
                  <a:lnTo>
                    <a:pt x="449" y="158624"/>
                  </a:lnTo>
                  <a:lnTo>
                    <a:pt x="924" y="163893"/>
                  </a:lnTo>
                  <a:lnTo>
                    <a:pt x="1566" y="169143"/>
                  </a:lnTo>
                  <a:lnTo>
                    <a:pt x="2374" y="174371"/>
                  </a:lnTo>
                  <a:lnTo>
                    <a:pt x="3346" y="179571"/>
                  </a:lnTo>
                  <a:lnTo>
                    <a:pt x="4483" y="184737"/>
                  </a:lnTo>
                  <a:lnTo>
                    <a:pt x="5782" y="189864"/>
                  </a:lnTo>
                  <a:lnTo>
                    <a:pt x="7243" y="194948"/>
                  </a:lnTo>
                  <a:lnTo>
                    <a:pt x="8864" y="199983"/>
                  </a:lnTo>
                  <a:lnTo>
                    <a:pt x="10644" y="204965"/>
                  </a:lnTo>
                  <a:lnTo>
                    <a:pt x="12581" y="209887"/>
                  </a:lnTo>
                  <a:lnTo>
                    <a:pt x="14672" y="214746"/>
                  </a:lnTo>
                  <a:lnTo>
                    <a:pt x="16916" y="219536"/>
                  </a:lnTo>
                  <a:lnTo>
                    <a:pt x="19310" y="224253"/>
                  </a:lnTo>
                  <a:lnTo>
                    <a:pt x="21852" y="228892"/>
                  </a:lnTo>
                  <a:lnTo>
                    <a:pt x="24540" y="233448"/>
                  </a:lnTo>
                  <a:lnTo>
                    <a:pt x="27371" y="237916"/>
                  </a:lnTo>
                  <a:lnTo>
                    <a:pt x="30341" y="242293"/>
                  </a:lnTo>
                  <a:lnTo>
                    <a:pt x="33449" y="246574"/>
                  </a:lnTo>
                  <a:lnTo>
                    <a:pt x="36690" y="250754"/>
                  </a:lnTo>
                  <a:lnTo>
                    <a:pt x="40062" y="254830"/>
                  </a:lnTo>
                  <a:lnTo>
                    <a:pt x="43561" y="258797"/>
                  </a:lnTo>
                  <a:lnTo>
                    <a:pt x="47185" y="262651"/>
                  </a:lnTo>
                  <a:lnTo>
                    <a:pt x="50928" y="266388"/>
                  </a:lnTo>
                  <a:lnTo>
                    <a:pt x="54787" y="270005"/>
                  </a:lnTo>
                  <a:lnTo>
                    <a:pt x="58760" y="273499"/>
                  </a:lnTo>
                  <a:lnTo>
                    <a:pt x="62840" y="276865"/>
                  </a:lnTo>
                  <a:lnTo>
                    <a:pt x="67025" y="280100"/>
                  </a:lnTo>
                  <a:lnTo>
                    <a:pt x="71311" y="283201"/>
                  </a:lnTo>
                  <a:lnTo>
                    <a:pt x="75692" y="286165"/>
                  </a:lnTo>
                  <a:lnTo>
                    <a:pt x="80165" y="288989"/>
                  </a:lnTo>
                  <a:lnTo>
                    <a:pt x="84725" y="291669"/>
                  </a:lnTo>
                  <a:lnTo>
                    <a:pt x="89367" y="294205"/>
                  </a:lnTo>
                  <a:lnTo>
                    <a:pt x="94088" y="296592"/>
                  </a:lnTo>
                  <a:lnTo>
                    <a:pt x="98882" y="298828"/>
                  </a:lnTo>
                  <a:lnTo>
                    <a:pt x="103743" y="300912"/>
                  </a:lnTo>
                  <a:lnTo>
                    <a:pt x="108669" y="302841"/>
                  </a:lnTo>
                  <a:lnTo>
                    <a:pt x="113653" y="304613"/>
                  </a:lnTo>
                  <a:lnTo>
                    <a:pt x="118691" y="306227"/>
                  </a:lnTo>
                  <a:lnTo>
                    <a:pt x="123777" y="307680"/>
                  </a:lnTo>
                  <a:lnTo>
                    <a:pt x="128906" y="308972"/>
                  </a:lnTo>
                  <a:lnTo>
                    <a:pt x="134074" y="310101"/>
                  </a:lnTo>
                  <a:lnTo>
                    <a:pt x="139275" y="311065"/>
                  </a:lnTo>
                  <a:lnTo>
                    <a:pt x="144504" y="311865"/>
                  </a:lnTo>
                  <a:lnTo>
                    <a:pt x="149756" y="312499"/>
                  </a:lnTo>
                  <a:lnTo>
                    <a:pt x="155025" y="312966"/>
                  </a:lnTo>
                  <a:lnTo>
                    <a:pt x="160306" y="313266"/>
                  </a:lnTo>
                  <a:lnTo>
                    <a:pt x="165594" y="313400"/>
                  </a:lnTo>
                  <a:lnTo>
                    <a:pt x="170883" y="313365"/>
                  </a:lnTo>
                  <a:lnTo>
                    <a:pt x="176169" y="313164"/>
                  </a:lnTo>
                  <a:lnTo>
                    <a:pt x="181446" y="312795"/>
                  </a:lnTo>
                  <a:lnTo>
                    <a:pt x="186709" y="312260"/>
                  </a:lnTo>
                  <a:lnTo>
                    <a:pt x="191952" y="311558"/>
                  </a:lnTo>
                  <a:lnTo>
                    <a:pt x="197170" y="310691"/>
                  </a:lnTo>
                  <a:lnTo>
                    <a:pt x="202358" y="309659"/>
                  </a:lnTo>
                  <a:lnTo>
                    <a:pt x="207511" y="308463"/>
                  </a:lnTo>
                  <a:lnTo>
                    <a:pt x="212623" y="307105"/>
                  </a:lnTo>
                  <a:lnTo>
                    <a:pt x="217690" y="305586"/>
                  </a:lnTo>
                  <a:lnTo>
                    <a:pt x="222706" y="303908"/>
                  </a:lnTo>
                  <a:lnTo>
                    <a:pt x="227667" y="302071"/>
                  </a:lnTo>
                  <a:lnTo>
                    <a:pt x="232567" y="300079"/>
                  </a:lnTo>
                  <a:lnTo>
                    <a:pt x="237402" y="297932"/>
                  </a:lnTo>
                  <a:lnTo>
                    <a:pt x="242166" y="295634"/>
                  </a:lnTo>
                  <a:lnTo>
                    <a:pt x="246855" y="293186"/>
                  </a:lnTo>
                  <a:lnTo>
                    <a:pt x="251465" y="290590"/>
                  </a:lnTo>
                  <a:lnTo>
                    <a:pt x="255989" y="287851"/>
                  </a:lnTo>
                  <a:lnTo>
                    <a:pt x="260425" y="284969"/>
                  </a:lnTo>
                  <a:lnTo>
                    <a:pt x="264768" y="281949"/>
                  </a:lnTo>
                  <a:lnTo>
                    <a:pt x="269013" y="278793"/>
                  </a:lnTo>
                  <a:lnTo>
                    <a:pt x="273156" y="275504"/>
                  </a:lnTo>
                  <a:lnTo>
                    <a:pt x="277193" y="272085"/>
                  </a:lnTo>
                  <a:lnTo>
                    <a:pt x="281119" y="268541"/>
                  </a:lnTo>
                  <a:lnTo>
                    <a:pt x="284932" y="264874"/>
                  </a:lnTo>
                  <a:lnTo>
                    <a:pt x="288626" y="261088"/>
                  </a:lnTo>
                  <a:lnTo>
                    <a:pt x="292199" y="257188"/>
                  </a:lnTo>
                  <a:lnTo>
                    <a:pt x="295647" y="253176"/>
                  </a:lnTo>
                  <a:lnTo>
                    <a:pt x="298966" y="249057"/>
                  </a:lnTo>
                  <a:lnTo>
                    <a:pt x="302153" y="244835"/>
                  </a:lnTo>
                  <a:lnTo>
                    <a:pt x="305205" y="240515"/>
                  </a:lnTo>
                  <a:lnTo>
                    <a:pt x="308118" y="236100"/>
                  </a:lnTo>
                  <a:lnTo>
                    <a:pt x="310891" y="231595"/>
                  </a:lnTo>
                  <a:lnTo>
                    <a:pt x="313520" y="227004"/>
                  </a:lnTo>
                  <a:lnTo>
                    <a:pt x="316002" y="222333"/>
                  </a:lnTo>
                  <a:lnTo>
                    <a:pt x="318335" y="217586"/>
                  </a:lnTo>
                  <a:lnTo>
                    <a:pt x="320516" y="212767"/>
                  </a:lnTo>
                  <a:lnTo>
                    <a:pt x="322544" y="207881"/>
                  </a:lnTo>
                  <a:lnTo>
                    <a:pt x="324417" y="202934"/>
                  </a:lnTo>
                  <a:lnTo>
                    <a:pt x="326132" y="197930"/>
                  </a:lnTo>
                  <a:lnTo>
                    <a:pt x="327688" y="192875"/>
                  </a:lnTo>
                  <a:lnTo>
                    <a:pt x="329083" y="187772"/>
                  </a:lnTo>
                  <a:lnTo>
                    <a:pt x="330316" y="182628"/>
                  </a:lnTo>
                  <a:lnTo>
                    <a:pt x="331386" y="177448"/>
                  </a:lnTo>
                  <a:lnTo>
                    <a:pt x="332291" y="172236"/>
                  </a:lnTo>
                  <a:lnTo>
                    <a:pt x="333031" y="166998"/>
                  </a:lnTo>
                  <a:lnTo>
                    <a:pt x="333604" y="161740"/>
                  </a:lnTo>
                  <a:lnTo>
                    <a:pt x="334011" y="156466"/>
                  </a:lnTo>
                  <a:lnTo>
                    <a:pt x="334251" y="151182"/>
                  </a:lnTo>
                  <a:lnTo>
                    <a:pt x="334324" y="145892"/>
                  </a:lnTo>
                  <a:lnTo>
                    <a:pt x="334229" y="140604"/>
                  </a:lnTo>
                  <a:lnTo>
                    <a:pt x="333968" y="135320"/>
                  </a:lnTo>
                  <a:lnTo>
                    <a:pt x="333539" y="130048"/>
                  </a:lnTo>
                  <a:lnTo>
                    <a:pt x="332943" y="124792"/>
                  </a:lnTo>
                  <a:lnTo>
                    <a:pt x="332181" y="119557"/>
                  </a:lnTo>
                  <a:lnTo>
                    <a:pt x="331255" y="114349"/>
                  </a:lnTo>
                  <a:lnTo>
                    <a:pt x="330163" y="109174"/>
                  </a:lnTo>
                  <a:lnTo>
                    <a:pt x="328909" y="104035"/>
                  </a:lnTo>
                  <a:lnTo>
                    <a:pt x="327493" y="98938"/>
                  </a:lnTo>
                  <a:lnTo>
                    <a:pt x="325916" y="93889"/>
                  </a:lnTo>
                  <a:lnTo>
                    <a:pt x="324180" y="88892"/>
                  </a:lnTo>
                  <a:lnTo>
                    <a:pt x="322287" y="83953"/>
                  </a:lnTo>
                  <a:lnTo>
                    <a:pt x="320239" y="79076"/>
                  </a:lnTo>
                  <a:lnTo>
                    <a:pt x="318037" y="74266"/>
                  </a:lnTo>
                  <a:lnTo>
                    <a:pt x="315684" y="69528"/>
                  </a:lnTo>
                  <a:lnTo>
                    <a:pt x="313183" y="64867"/>
                  </a:lnTo>
                  <a:lnTo>
                    <a:pt x="310535" y="60288"/>
                  </a:lnTo>
                  <a:lnTo>
                    <a:pt x="307744" y="55795"/>
                  </a:lnTo>
                  <a:lnTo>
                    <a:pt x="167157" y="14623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g365"/>
            <p:cNvSpPr/>
            <p:nvPr/>
          </p:nvSpPr>
          <p:spPr>
            <a:xfrm>
              <a:off x="5023544" y="941493"/>
              <a:ext cx="140586" cy="167167"/>
            </a:xfrm>
            <a:custGeom>
              <a:avLst/>
              <a:pathLst>
                <a:path w="140586" h="167167">
                  <a:moveTo>
                    <a:pt x="140586" y="76722"/>
                  </a:moveTo>
                  <a:lnTo>
                    <a:pt x="137497" y="72091"/>
                  </a:lnTo>
                  <a:lnTo>
                    <a:pt x="134255" y="67565"/>
                  </a:lnTo>
                  <a:lnTo>
                    <a:pt x="130864" y="63150"/>
                  </a:lnTo>
                  <a:lnTo>
                    <a:pt x="127328" y="58850"/>
                  </a:lnTo>
                  <a:lnTo>
                    <a:pt x="123650" y="54671"/>
                  </a:lnTo>
                  <a:lnTo>
                    <a:pt x="119836" y="50616"/>
                  </a:lnTo>
                  <a:lnTo>
                    <a:pt x="115889" y="46690"/>
                  </a:lnTo>
                  <a:lnTo>
                    <a:pt x="111813" y="42898"/>
                  </a:lnTo>
                  <a:lnTo>
                    <a:pt x="107613" y="39244"/>
                  </a:lnTo>
                  <a:lnTo>
                    <a:pt x="103294" y="35732"/>
                  </a:lnTo>
                  <a:lnTo>
                    <a:pt x="98860" y="32365"/>
                  </a:lnTo>
                  <a:lnTo>
                    <a:pt x="94316" y="29148"/>
                  </a:lnTo>
                  <a:lnTo>
                    <a:pt x="89668" y="26084"/>
                  </a:lnTo>
                  <a:lnTo>
                    <a:pt x="84921" y="23176"/>
                  </a:lnTo>
                  <a:lnTo>
                    <a:pt x="80079" y="20428"/>
                  </a:lnTo>
                  <a:lnTo>
                    <a:pt x="75149" y="17843"/>
                  </a:lnTo>
                  <a:lnTo>
                    <a:pt x="70135" y="15424"/>
                  </a:lnTo>
                  <a:lnTo>
                    <a:pt x="65043" y="13173"/>
                  </a:lnTo>
                  <a:lnTo>
                    <a:pt x="59880" y="11092"/>
                  </a:lnTo>
                  <a:lnTo>
                    <a:pt x="54649" y="9185"/>
                  </a:lnTo>
                  <a:lnTo>
                    <a:pt x="49359" y="7453"/>
                  </a:lnTo>
                  <a:lnTo>
                    <a:pt x="44013" y="5898"/>
                  </a:lnTo>
                  <a:lnTo>
                    <a:pt x="38619" y="4522"/>
                  </a:lnTo>
                  <a:lnTo>
                    <a:pt x="33182" y="3326"/>
                  </a:lnTo>
                  <a:lnTo>
                    <a:pt x="27708" y="2312"/>
                  </a:lnTo>
                  <a:lnTo>
                    <a:pt x="22203" y="1481"/>
                  </a:lnTo>
                  <a:lnTo>
                    <a:pt x="16674" y="833"/>
                  </a:lnTo>
                  <a:lnTo>
                    <a:pt x="11126" y="370"/>
                  </a:lnTo>
                  <a:lnTo>
                    <a:pt x="5566" y="9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g366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g367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g368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g369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g370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g371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g372"/>
            <p:cNvSpPr/>
            <p:nvPr/>
          </p:nvSpPr>
          <p:spPr>
            <a:xfrm>
              <a:off x="4486215" y="94149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g373"/>
            <p:cNvSpPr/>
            <p:nvPr/>
          </p:nvSpPr>
          <p:spPr>
            <a:xfrm>
              <a:off x="4390570" y="941493"/>
              <a:ext cx="95645" cy="167167"/>
            </a:xfrm>
            <a:custGeom>
              <a:avLst/>
              <a:pathLst>
                <a:path w="95645" h="167167">
                  <a:moveTo>
                    <a:pt x="95645" y="0"/>
                  </a:moveTo>
                  <a:lnTo>
                    <a:pt x="89989" y="95"/>
                  </a:lnTo>
                  <a:lnTo>
                    <a:pt x="84339" y="382"/>
                  </a:lnTo>
                  <a:lnTo>
                    <a:pt x="78703" y="860"/>
                  </a:lnTo>
                  <a:lnTo>
                    <a:pt x="73086" y="1529"/>
                  </a:lnTo>
                  <a:lnTo>
                    <a:pt x="67494" y="2387"/>
                  </a:lnTo>
                  <a:lnTo>
                    <a:pt x="61935" y="3434"/>
                  </a:lnTo>
                  <a:lnTo>
                    <a:pt x="56415" y="4668"/>
                  </a:lnTo>
                  <a:lnTo>
                    <a:pt x="50939" y="6088"/>
                  </a:lnTo>
                  <a:lnTo>
                    <a:pt x="45515" y="7693"/>
                  </a:lnTo>
                  <a:lnTo>
                    <a:pt x="40148" y="9480"/>
                  </a:lnTo>
                  <a:lnTo>
                    <a:pt x="34845" y="11448"/>
                  </a:lnTo>
                  <a:lnTo>
                    <a:pt x="29611" y="13595"/>
                  </a:lnTo>
                  <a:lnTo>
                    <a:pt x="24453" y="15917"/>
                  </a:lnTo>
                  <a:lnTo>
                    <a:pt x="19376" y="18412"/>
                  </a:lnTo>
                  <a:lnTo>
                    <a:pt x="14387" y="21078"/>
                  </a:lnTo>
                  <a:lnTo>
                    <a:pt x="9491" y="23911"/>
                  </a:lnTo>
                  <a:lnTo>
                    <a:pt x="4693" y="26908"/>
                  </a:lnTo>
                  <a:lnTo>
                    <a:pt x="0" y="30065"/>
                  </a:lnTo>
                  <a:lnTo>
                    <a:pt x="95645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g374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g375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g376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g377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g378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g379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g380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g381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g382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g383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g384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g385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g386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g387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g388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g389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g390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g391"/>
            <p:cNvSpPr/>
            <p:nvPr/>
          </p:nvSpPr>
          <p:spPr>
            <a:xfrm>
              <a:off x="4390570" y="971558"/>
              <a:ext cx="95645" cy="137101"/>
            </a:xfrm>
            <a:custGeom>
              <a:avLst/>
              <a:pathLst>
                <a:path w="95645" h="137101">
                  <a:moveTo>
                    <a:pt x="0" y="0"/>
                  </a:moveTo>
                  <a:lnTo>
                    <a:pt x="95645" y="13710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g392"/>
            <p:cNvSpPr/>
            <p:nvPr/>
          </p:nvSpPr>
          <p:spPr>
            <a:xfrm>
              <a:off x="4319048" y="971558"/>
              <a:ext cx="167167" cy="257535"/>
            </a:xfrm>
            <a:custGeom>
              <a:avLst/>
              <a:pathLst>
                <a:path w="167167" h="257535">
                  <a:moveTo>
                    <a:pt x="71521" y="0"/>
                  </a:moveTo>
                  <a:lnTo>
                    <a:pt x="67169" y="3141"/>
                  </a:lnTo>
                  <a:lnTo>
                    <a:pt x="62920" y="6420"/>
                  </a:lnTo>
                  <a:lnTo>
                    <a:pt x="58778" y="9835"/>
                  </a:lnTo>
                  <a:lnTo>
                    <a:pt x="54748" y="13380"/>
                  </a:lnTo>
                  <a:lnTo>
                    <a:pt x="50834" y="17053"/>
                  </a:lnTo>
                  <a:lnTo>
                    <a:pt x="47039" y="20850"/>
                  </a:lnTo>
                  <a:lnTo>
                    <a:pt x="43369" y="24767"/>
                  </a:lnTo>
                  <a:lnTo>
                    <a:pt x="39826" y="28799"/>
                  </a:lnTo>
                  <a:lnTo>
                    <a:pt x="36415" y="32943"/>
                  </a:lnTo>
                  <a:lnTo>
                    <a:pt x="33138" y="37195"/>
                  </a:lnTo>
                  <a:lnTo>
                    <a:pt x="30000" y="41549"/>
                  </a:lnTo>
                  <a:lnTo>
                    <a:pt x="27003" y="46002"/>
                  </a:lnTo>
                  <a:lnTo>
                    <a:pt x="24150" y="50549"/>
                  </a:lnTo>
                  <a:lnTo>
                    <a:pt x="21445" y="55186"/>
                  </a:lnTo>
                  <a:lnTo>
                    <a:pt x="18890" y="59906"/>
                  </a:lnTo>
                  <a:lnTo>
                    <a:pt x="16488" y="64707"/>
                  </a:lnTo>
                  <a:lnTo>
                    <a:pt x="14242" y="69582"/>
                  </a:lnTo>
                  <a:lnTo>
                    <a:pt x="12153" y="74526"/>
                  </a:lnTo>
                  <a:lnTo>
                    <a:pt x="10224" y="79535"/>
                  </a:lnTo>
                  <a:lnTo>
                    <a:pt x="8457" y="84603"/>
                  </a:lnTo>
                  <a:lnTo>
                    <a:pt x="6853" y="89726"/>
                  </a:lnTo>
                  <a:lnTo>
                    <a:pt x="5415" y="94897"/>
                  </a:lnTo>
                  <a:lnTo>
                    <a:pt x="4143" y="100112"/>
                  </a:lnTo>
                  <a:lnTo>
                    <a:pt x="3039" y="105365"/>
                  </a:lnTo>
                  <a:lnTo>
                    <a:pt x="2105" y="110651"/>
                  </a:lnTo>
                  <a:lnTo>
                    <a:pt x="1341" y="115964"/>
                  </a:lnTo>
                  <a:lnTo>
                    <a:pt x="748" y="121299"/>
                  </a:lnTo>
                  <a:lnTo>
                    <a:pt x="326" y="126650"/>
                  </a:lnTo>
                  <a:lnTo>
                    <a:pt x="77" y="132012"/>
                  </a:lnTo>
                  <a:lnTo>
                    <a:pt x="0" y="137379"/>
                  </a:lnTo>
                  <a:lnTo>
                    <a:pt x="95" y="142746"/>
                  </a:lnTo>
                  <a:lnTo>
                    <a:pt x="362" y="148107"/>
                  </a:lnTo>
                  <a:lnTo>
                    <a:pt x="801" y="153456"/>
                  </a:lnTo>
                  <a:lnTo>
                    <a:pt x="1412" y="158789"/>
                  </a:lnTo>
                  <a:lnTo>
                    <a:pt x="2194" y="164100"/>
                  </a:lnTo>
                  <a:lnTo>
                    <a:pt x="3146" y="169382"/>
                  </a:lnTo>
                  <a:lnTo>
                    <a:pt x="4267" y="174632"/>
                  </a:lnTo>
                  <a:lnTo>
                    <a:pt x="5556" y="179842"/>
                  </a:lnTo>
                  <a:lnTo>
                    <a:pt x="7011" y="185009"/>
                  </a:lnTo>
                  <a:lnTo>
                    <a:pt x="8632" y="190126"/>
                  </a:lnTo>
                  <a:lnTo>
                    <a:pt x="10416" y="195188"/>
                  </a:lnTo>
                  <a:lnTo>
                    <a:pt x="12362" y="200191"/>
                  </a:lnTo>
                  <a:lnTo>
                    <a:pt x="14467" y="205129"/>
                  </a:lnTo>
                  <a:lnTo>
                    <a:pt x="16730" y="209996"/>
                  </a:lnTo>
                  <a:lnTo>
                    <a:pt x="19147" y="214788"/>
                  </a:lnTo>
                  <a:lnTo>
                    <a:pt x="21718" y="219500"/>
                  </a:lnTo>
                  <a:lnTo>
                    <a:pt x="24438" y="224128"/>
                  </a:lnTo>
                  <a:lnTo>
                    <a:pt x="27306" y="228665"/>
                  </a:lnTo>
                  <a:lnTo>
                    <a:pt x="30318" y="233108"/>
                  </a:lnTo>
                  <a:lnTo>
                    <a:pt x="33471" y="237452"/>
                  </a:lnTo>
                  <a:lnTo>
                    <a:pt x="36761" y="241693"/>
                  </a:lnTo>
                  <a:lnTo>
                    <a:pt x="40187" y="245826"/>
                  </a:lnTo>
                  <a:lnTo>
                    <a:pt x="43743" y="249846"/>
                  </a:lnTo>
                  <a:lnTo>
                    <a:pt x="47426" y="253751"/>
                  </a:lnTo>
                  <a:lnTo>
                    <a:pt x="51233" y="257535"/>
                  </a:lnTo>
                  <a:lnTo>
                    <a:pt x="167167" y="13710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g393"/>
            <p:cNvSpPr/>
            <p:nvPr/>
          </p:nvSpPr>
          <p:spPr>
            <a:xfrm>
              <a:off x="4370282" y="941493"/>
              <a:ext cx="283085" cy="334333"/>
            </a:xfrm>
            <a:custGeom>
              <a:avLst/>
              <a:pathLst>
                <a:path w="283085" h="334333">
                  <a:moveTo>
                    <a:pt x="0" y="287601"/>
                  </a:moveTo>
                  <a:lnTo>
                    <a:pt x="3884" y="291223"/>
                  </a:lnTo>
                  <a:lnTo>
                    <a:pt x="7881" y="294720"/>
                  </a:lnTo>
                  <a:lnTo>
                    <a:pt x="11988" y="298088"/>
                  </a:lnTo>
                  <a:lnTo>
                    <a:pt x="16199" y="301324"/>
                  </a:lnTo>
                  <a:lnTo>
                    <a:pt x="20511" y="304424"/>
                  </a:lnTo>
                  <a:lnTo>
                    <a:pt x="24919" y="307386"/>
                  </a:lnTo>
                  <a:lnTo>
                    <a:pt x="29420" y="310207"/>
                  </a:lnTo>
                  <a:lnTo>
                    <a:pt x="34007" y="312883"/>
                  </a:lnTo>
                  <a:lnTo>
                    <a:pt x="38677" y="315412"/>
                  </a:lnTo>
                  <a:lnTo>
                    <a:pt x="43426" y="317791"/>
                  </a:lnTo>
                  <a:lnTo>
                    <a:pt x="48247" y="320018"/>
                  </a:lnTo>
                  <a:lnTo>
                    <a:pt x="53137" y="322091"/>
                  </a:lnTo>
                  <a:lnTo>
                    <a:pt x="58090" y="324008"/>
                  </a:lnTo>
                  <a:lnTo>
                    <a:pt x="63101" y="325766"/>
                  </a:lnTo>
                  <a:lnTo>
                    <a:pt x="68166" y="327364"/>
                  </a:lnTo>
                  <a:lnTo>
                    <a:pt x="73279" y="328801"/>
                  </a:lnTo>
                  <a:lnTo>
                    <a:pt x="78435" y="330074"/>
                  </a:lnTo>
                  <a:lnTo>
                    <a:pt x="83629" y="331183"/>
                  </a:lnTo>
                  <a:lnTo>
                    <a:pt x="88856" y="332127"/>
                  </a:lnTo>
                  <a:lnTo>
                    <a:pt x="94110" y="332904"/>
                  </a:lnTo>
                  <a:lnTo>
                    <a:pt x="99386" y="333513"/>
                  </a:lnTo>
                  <a:lnTo>
                    <a:pt x="104678" y="333955"/>
                  </a:lnTo>
                  <a:lnTo>
                    <a:pt x="109982" y="334228"/>
                  </a:lnTo>
                  <a:lnTo>
                    <a:pt x="115292" y="334333"/>
                  </a:lnTo>
                  <a:lnTo>
                    <a:pt x="120603" y="334269"/>
                  </a:lnTo>
                  <a:lnTo>
                    <a:pt x="125909" y="334036"/>
                  </a:lnTo>
                  <a:lnTo>
                    <a:pt x="131205" y="333635"/>
                  </a:lnTo>
                  <a:lnTo>
                    <a:pt x="136485" y="333066"/>
                  </a:lnTo>
                  <a:lnTo>
                    <a:pt x="141745" y="332330"/>
                  </a:lnTo>
                  <a:lnTo>
                    <a:pt x="146978" y="331426"/>
                  </a:lnTo>
                  <a:lnTo>
                    <a:pt x="152181" y="330357"/>
                  </a:lnTo>
                  <a:lnTo>
                    <a:pt x="157346" y="329123"/>
                  </a:lnTo>
                  <a:lnTo>
                    <a:pt x="162470" y="327726"/>
                  </a:lnTo>
                  <a:lnTo>
                    <a:pt x="167547" y="326167"/>
                  </a:lnTo>
                  <a:lnTo>
                    <a:pt x="172572" y="324447"/>
                  </a:lnTo>
                  <a:lnTo>
                    <a:pt x="177540" y="322568"/>
                  </a:lnTo>
                  <a:lnTo>
                    <a:pt x="182445" y="320533"/>
                  </a:lnTo>
                  <a:lnTo>
                    <a:pt x="187284" y="318343"/>
                  </a:lnTo>
                  <a:lnTo>
                    <a:pt x="192050" y="316000"/>
                  </a:lnTo>
                  <a:lnTo>
                    <a:pt x="196740" y="313507"/>
                  </a:lnTo>
                  <a:lnTo>
                    <a:pt x="201347" y="310866"/>
                  </a:lnTo>
                  <a:lnTo>
                    <a:pt x="205869" y="308080"/>
                  </a:lnTo>
                  <a:lnTo>
                    <a:pt x="210300" y="305152"/>
                  </a:lnTo>
                  <a:lnTo>
                    <a:pt x="214636" y="302085"/>
                  </a:lnTo>
                  <a:lnTo>
                    <a:pt x="218872" y="298881"/>
                  </a:lnTo>
                  <a:lnTo>
                    <a:pt x="223004" y="295545"/>
                  </a:lnTo>
                  <a:lnTo>
                    <a:pt x="227028" y="292079"/>
                  </a:lnTo>
                  <a:lnTo>
                    <a:pt x="230940" y="288486"/>
                  </a:lnTo>
                  <a:lnTo>
                    <a:pt x="234736" y="284772"/>
                  </a:lnTo>
                  <a:lnTo>
                    <a:pt x="238412" y="280938"/>
                  </a:lnTo>
                  <a:lnTo>
                    <a:pt x="241964" y="276990"/>
                  </a:lnTo>
                  <a:lnTo>
                    <a:pt x="245389" y="272931"/>
                  </a:lnTo>
                  <a:lnTo>
                    <a:pt x="248684" y="268766"/>
                  </a:lnTo>
                  <a:lnTo>
                    <a:pt x="251844" y="264497"/>
                  </a:lnTo>
                  <a:lnTo>
                    <a:pt x="254868" y="260131"/>
                  </a:lnTo>
                  <a:lnTo>
                    <a:pt x="257751" y="255670"/>
                  </a:lnTo>
                  <a:lnTo>
                    <a:pt x="260490" y="251121"/>
                  </a:lnTo>
                  <a:lnTo>
                    <a:pt x="263084" y="246486"/>
                  </a:lnTo>
                  <a:lnTo>
                    <a:pt x="265530" y="241772"/>
                  </a:lnTo>
                  <a:lnTo>
                    <a:pt x="267824" y="236982"/>
                  </a:lnTo>
                  <a:lnTo>
                    <a:pt x="269965" y="232121"/>
                  </a:lnTo>
                  <a:lnTo>
                    <a:pt x="271951" y="227196"/>
                  </a:lnTo>
                  <a:lnTo>
                    <a:pt x="273779" y="222209"/>
                  </a:lnTo>
                  <a:lnTo>
                    <a:pt x="275448" y="217167"/>
                  </a:lnTo>
                  <a:lnTo>
                    <a:pt x="276956" y="212075"/>
                  </a:lnTo>
                  <a:lnTo>
                    <a:pt x="278301" y="206937"/>
                  </a:lnTo>
                  <a:lnTo>
                    <a:pt x="279483" y="201759"/>
                  </a:lnTo>
                  <a:lnTo>
                    <a:pt x="280499" y="196546"/>
                  </a:lnTo>
                  <a:lnTo>
                    <a:pt x="281349" y="191303"/>
                  </a:lnTo>
                  <a:lnTo>
                    <a:pt x="282032" y="186037"/>
                  </a:lnTo>
                  <a:lnTo>
                    <a:pt x="282548" y="180751"/>
                  </a:lnTo>
                  <a:lnTo>
                    <a:pt x="282895" y="175451"/>
                  </a:lnTo>
                  <a:lnTo>
                    <a:pt x="283074" y="170143"/>
                  </a:lnTo>
                  <a:lnTo>
                    <a:pt x="283085" y="164832"/>
                  </a:lnTo>
                  <a:lnTo>
                    <a:pt x="282926" y="159523"/>
                  </a:lnTo>
                  <a:lnTo>
                    <a:pt x="282599" y="154222"/>
                  </a:lnTo>
                  <a:lnTo>
                    <a:pt x="282104" y="148934"/>
                  </a:lnTo>
                  <a:lnTo>
                    <a:pt x="281441" y="143665"/>
                  </a:lnTo>
                  <a:lnTo>
                    <a:pt x="280610" y="138419"/>
                  </a:lnTo>
                  <a:lnTo>
                    <a:pt x="279614" y="133203"/>
                  </a:lnTo>
                  <a:lnTo>
                    <a:pt x="278453" y="128020"/>
                  </a:lnTo>
                  <a:lnTo>
                    <a:pt x="277127" y="122877"/>
                  </a:lnTo>
                  <a:lnTo>
                    <a:pt x="275639" y="117779"/>
                  </a:lnTo>
                  <a:lnTo>
                    <a:pt x="273989" y="112731"/>
                  </a:lnTo>
                  <a:lnTo>
                    <a:pt x="272180" y="107737"/>
                  </a:lnTo>
                  <a:lnTo>
                    <a:pt x="270213" y="102804"/>
                  </a:lnTo>
                  <a:lnTo>
                    <a:pt x="268091" y="97935"/>
                  </a:lnTo>
                  <a:lnTo>
                    <a:pt x="265815" y="93137"/>
                  </a:lnTo>
                  <a:lnTo>
                    <a:pt x="263388" y="88413"/>
                  </a:lnTo>
                  <a:lnTo>
                    <a:pt x="260811" y="83768"/>
                  </a:lnTo>
                  <a:lnTo>
                    <a:pt x="258089" y="79208"/>
                  </a:lnTo>
                  <a:lnTo>
                    <a:pt x="255223" y="74737"/>
                  </a:lnTo>
                  <a:lnTo>
                    <a:pt x="252217" y="70359"/>
                  </a:lnTo>
                  <a:lnTo>
                    <a:pt x="249073" y="66078"/>
                  </a:lnTo>
                  <a:lnTo>
                    <a:pt x="245794" y="61900"/>
                  </a:lnTo>
                  <a:lnTo>
                    <a:pt x="242385" y="57828"/>
                  </a:lnTo>
                  <a:lnTo>
                    <a:pt x="238847" y="53866"/>
                  </a:lnTo>
                  <a:lnTo>
                    <a:pt x="235186" y="50019"/>
                  </a:lnTo>
                  <a:lnTo>
                    <a:pt x="231405" y="46289"/>
                  </a:lnTo>
                  <a:lnTo>
                    <a:pt x="227506" y="42682"/>
                  </a:lnTo>
                  <a:lnTo>
                    <a:pt x="223496" y="39201"/>
                  </a:lnTo>
                  <a:lnTo>
                    <a:pt x="219376" y="35849"/>
                  </a:lnTo>
                  <a:lnTo>
                    <a:pt x="215153" y="32629"/>
                  </a:lnTo>
                  <a:lnTo>
                    <a:pt x="210829" y="29545"/>
                  </a:lnTo>
                  <a:lnTo>
                    <a:pt x="206409" y="26600"/>
                  </a:lnTo>
                  <a:lnTo>
                    <a:pt x="201898" y="23797"/>
                  </a:lnTo>
                  <a:lnTo>
                    <a:pt x="197300" y="21138"/>
                  </a:lnTo>
                  <a:lnTo>
                    <a:pt x="192620" y="18627"/>
                  </a:lnTo>
                  <a:lnTo>
                    <a:pt x="187863" y="16266"/>
                  </a:lnTo>
                  <a:lnTo>
                    <a:pt x="183033" y="14057"/>
                  </a:lnTo>
                  <a:lnTo>
                    <a:pt x="178135" y="12003"/>
                  </a:lnTo>
                  <a:lnTo>
                    <a:pt x="173175" y="10105"/>
                  </a:lnTo>
                  <a:lnTo>
                    <a:pt x="168157" y="8366"/>
                  </a:lnTo>
                  <a:lnTo>
                    <a:pt x="163086" y="6787"/>
                  </a:lnTo>
                  <a:lnTo>
                    <a:pt x="157967" y="5370"/>
                  </a:lnTo>
                  <a:lnTo>
                    <a:pt x="152806" y="4117"/>
                  </a:lnTo>
                  <a:lnTo>
                    <a:pt x="147608" y="3028"/>
                  </a:lnTo>
                  <a:lnTo>
                    <a:pt x="142378" y="2104"/>
                  </a:lnTo>
                  <a:lnTo>
                    <a:pt x="137121" y="1348"/>
                  </a:lnTo>
                  <a:lnTo>
                    <a:pt x="131843" y="758"/>
                  </a:lnTo>
                  <a:lnTo>
                    <a:pt x="126549" y="337"/>
                  </a:lnTo>
                  <a:lnTo>
                    <a:pt x="121244" y="84"/>
                  </a:lnTo>
                  <a:lnTo>
                    <a:pt x="115933" y="0"/>
                  </a:lnTo>
                  <a:lnTo>
                    <a:pt x="11593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7EC8E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g394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g395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g396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g397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g398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g399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g400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g401"/>
            <p:cNvSpPr/>
            <p:nvPr/>
          </p:nvSpPr>
          <p:spPr>
            <a:xfrm>
              <a:off x="3964501" y="1071028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g402"/>
            <p:cNvSpPr/>
            <p:nvPr/>
          </p:nvSpPr>
          <p:spPr>
            <a:xfrm>
              <a:off x="3797335" y="1071028"/>
              <a:ext cx="176371" cy="334328"/>
            </a:xfrm>
            <a:custGeom>
              <a:avLst/>
              <a:pathLst>
                <a:path w="176371" h="334328">
                  <a:moveTo>
                    <a:pt x="167165" y="0"/>
                  </a:moveTo>
                  <a:lnTo>
                    <a:pt x="161822" y="85"/>
                  </a:lnTo>
                  <a:lnTo>
                    <a:pt x="156485" y="341"/>
                  </a:lnTo>
                  <a:lnTo>
                    <a:pt x="151158" y="768"/>
                  </a:lnTo>
                  <a:lnTo>
                    <a:pt x="145848" y="1364"/>
                  </a:lnTo>
                  <a:lnTo>
                    <a:pt x="140560" y="2130"/>
                  </a:lnTo>
                  <a:lnTo>
                    <a:pt x="135299" y="3065"/>
                  </a:lnTo>
                  <a:lnTo>
                    <a:pt x="130070" y="4167"/>
                  </a:lnTo>
                  <a:lnTo>
                    <a:pt x="124879" y="5436"/>
                  </a:lnTo>
                  <a:lnTo>
                    <a:pt x="119732" y="6870"/>
                  </a:lnTo>
                  <a:lnTo>
                    <a:pt x="114633" y="8468"/>
                  </a:lnTo>
                  <a:lnTo>
                    <a:pt x="109587" y="10228"/>
                  </a:lnTo>
                  <a:lnTo>
                    <a:pt x="104601" y="12149"/>
                  </a:lnTo>
                  <a:lnTo>
                    <a:pt x="99678" y="14228"/>
                  </a:lnTo>
                  <a:lnTo>
                    <a:pt x="94824" y="16463"/>
                  </a:lnTo>
                  <a:lnTo>
                    <a:pt x="90045" y="18852"/>
                  </a:lnTo>
                  <a:lnTo>
                    <a:pt x="85344" y="21393"/>
                  </a:lnTo>
                  <a:lnTo>
                    <a:pt x="80726" y="24082"/>
                  </a:lnTo>
                  <a:lnTo>
                    <a:pt x="76197" y="26918"/>
                  </a:lnTo>
                  <a:lnTo>
                    <a:pt x="71761" y="29897"/>
                  </a:lnTo>
                  <a:lnTo>
                    <a:pt x="67423" y="33017"/>
                  </a:lnTo>
                  <a:lnTo>
                    <a:pt x="63186" y="36273"/>
                  </a:lnTo>
                  <a:lnTo>
                    <a:pt x="59055" y="39663"/>
                  </a:lnTo>
                  <a:lnTo>
                    <a:pt x="55035" y="43184"/>
                  </a:lnTo>
                  <a:lnTo>
                    <a:pt x="51130" y="46831"/>
                  </a:lnTo>
                  <a:lnTo>
                    <a:pt x="47343" y="50601"/>
                  </a:lnTo>
                  <a:lnTo>
                    <a:pt x="43679" y="54490"/>
                  </a:lnTo>
                  <a:lnTo>
                    <a:pt x="40141" y="58495"/>
                  </a:lnTo>
                  <a:lnTo>
                    <a:pt x="36732" y="62610"/>
                  </a:lnTo>
                  <a:lnTo>
                    <a:pt x="33457" y="66832"/>
                  </a:lnTo>
                  <a:lnTo>
                    <a:pt x="30319" y="71157"/>
                  </a:lnTo>
                  <a:lnTo>
                    <a:pt x="27320" y="75580"/>
                  </a:lnTo>
                  <a:lnTo>
                    <a:pt x="24464" y="80096"/>
                  </a:lnTo>
                  <a:lnTo>
                    <a:pt x="21754" y="84702"/>
                  </a:lnTo>
                  <a:lnTo>
                    <a:pt x="19193" y="89391"/>
                  </a:lnTo>
                  <a:lnTo>
                    <a:pt x="16782" y="94161"/>
                  </a:lnTo>
                  <a:lnTo>
                    <a:pt x="14526" y="99004"/>
                  </a:lnTo>
                  <a:lnTo>
                    <a:pt x="12425" y="103918"/>
                  </a:lnTo>
                  <a:lnTo>
                    <a:pt x="10483" y="108896"/>
                  </a:lnTo>
                  <a:lnTo>
                    <a:pt x="8700" y="113933"/>
                  </a:lnTo>
                  <a:lnTo>
                    <a:pt x="7080" y="119025"/>
                  </a:lnTo>
                  <a:lnTo>
                    <a:pt x="5623" y="124166"/>
                  </a:lnTo>
                  <a:lnTo>
                    <a:pt x="4331" y="129352"/>
                  </a:lnTo>
                  <a:lnTo>
                    <a:pt x="3206" y="134575"/>
                  </a:lnTo>
                  <a:lnTo>
                    <a:pt x="2248" y="139832"/>
                  </a:lnTo>
                  <a:lnTo>
                    <a:pt x="1458" y="145117"/>
                  </a:lnTo>
                  <a:lnTo>
                    <a:pt x="838" y="150425"/>
                  </a:lnTo>
                  <a:lnTo>
                    <a:pt x="388" y="155749"/>
                  </a:lnTo>
                  <a:lnTo>
                    <a:pt x="109" y="161086"/>
                  </a:lnTo>
                  <a:lnTo>
                    <a:pt x="0" y="166428"/>
                  </a:lnTo>
                  <a:lnTo>
                    <a:pt x="61" y="171771"/>
                  </a:lnTo>
                  <a:lnTo>
                    <a:pt x="294" y="177110"/>
                  </a:lnTo>
                  <a:lnTo>
                    <a:pt x="697" y="182438"/>
                  </a:lnTo>
                  <a:lnTo>
                    <a:pt x="1270" y="187751"/>
                  </a:lnTo>
                  <a:lnTo>
                    <a:pt x="2013" y="193043"/>
                  </a:lnTo>
                  <a:lnTo>
                    <a:pt x="2924" y="198308"/>
                  </a:lnTo>
                  <a:lnTo>
                    <a:pt x="4003" y="203541"/>
                  </a:lnTo>
                  <a:lnTo>
                    <a:pt x="5249" y="208738"/>
                  </a:lnTo>
                  <a:lnTo>
                    <a:pt x="6661" y="213892"/>
                  </a:lnTo>
                  <a:lnTo>
                    <a:pt x="8236" y="218998"/>
                  </a:lnTo>
                  <a:lnTo>
                    <a:pt x="9974" y="224051"/>
                  </a:lnTo>
                  <a:lnTo>
                    <a:pt x="11872" y="229046"/>
                  </a:lnTo>
                  <a:lnTo>
                    <a:pt x="13929" y="233978"/>
                  </a:lnTo>
                  <a:lnTo>
                    <a:pt x="16143" y="238841"/>
                  </a:lnTo>
                  <a:lnTo>
                    <a:pt x="18511" y="243631"/>
                  </a:lnTo>
                  <a:lnTo>
                    <a:pt x="21031" y="248344"/>
                  </a:lnTo>
                  <a:lnTo>
                    <a:pt x="23700" y="252973"/>
                  </a:lnTo>
                  <a:lnTo>
                    <a:pt x="26516" y="257514"/>
                  </a:lnTo>
                  <a:lnTo>
                    <a:pt x="29475" y="261963"/>
                  </a:lnTo>
                  <a:lnTo>
                    <a:pt x="32575" y="266316"/>
                  </a:lnTo>
                  <a:lnTo>
                    <a:pt x="35813" y="270567"/>
                  </a:lnTo>
                  <a:lnTo>
                    <a:pt x="39185" y="274712"/>
                  </a:lnTo>
                  <a:lnTo>
                    <a:pt x="42688" y="278748"/>
                  </a:lnTo>
                  <a:lnTo>
                    <a:pt x="46318" y="282669"/>
                  </a:lnTo>
                  <a:lnTo>
                    <a:pt x="50071" y="286473"/>
                  </a:lnTo>
                  <a:lnTo>
                    <a:pt x="53944" y="290154"/>
                  </a:lnTo>
                  <a:lnTo>
                    <a:pt x="57933" y="293710"/>
                  </a:lnTo>
                  <a:lnTo>
                    <a:pt x="62033" y="297137"/>
                  </a:lnTo>
                  <a:lnTo>
                    <a:pt x="66241" y="300430"/>
                  </a:lnTo>
                  <a:lnTo>
                    <a:pt x="70551" y="303588"/>
                  </a:lnTo>
                  <a:lnTo>
                    <a:pt x="74961" y="306606"/>
                  </a:lnTo>
                  <a:lnTo>
                    <a:pt x="79465" y="309482"/>
                  </a:lnTo>
                  <a:lnTo>
                    <a:pt x="84058" y="312212"/>
                  </a:lnTo>
                  <a:lnTo>
                    <a:pt x="88737" y="314794"/>
                  </a:lnTo>
                  <a:lnTo>
                    <a:pt x="93495" y="317226"/>
                  </a:lnTo>
                  <a:lnTo>
                    <a:pt x="98329" y="319504"/>
                  </a:lnTo>
                  <a:lnTo>
                    <a:pt x="103233" y="321626"/>
                  </a:lnTo>
                  <a:lnTo>
                    <a:pt x="108202" y="323590"/>
                  </a:lnTo>
                  <a:lnTo>
                    <a:pt x="113232" y="325395"/>
                  </a:lnTo>
                  <a:lnTo>
                    <a:pt x="118317" y="327038"/>
                  </a:lnTo>
                  <a:lnTo>
                    <a:pt x="123451" y="328518"/>
                  </a:lnTo>
                  <a:lnTo>
                    <a:pt x="128631" y="329832"/>
                  </a:lnTo>
                  <a:lnTo>
                    <a:pt x="133849" y="330981"/>
                  </a:lnTo>
                  <a:lnTo>
                    <a:pt x="139102" y="331962"/>
                  </a:lnTo>
                  <a:lnTo>
                    <a:pt x="144383" y="332775"/>
                  </a:lnTo>
                  <a:lnTo>
                    <a:pt x="149688" y="333418"/>
                  </a:lnTo>
                  <a:lnTo>
                    <a:pt x="155011" y="333892"/>
                  </a:lnTo>
                  <a:lnTo>
                    <a:pt x="160346" y="334195"/>
                  </a:lnTo>
                  <a:lnTo>
                    <a:pt x="165688" y="334328"/>
                  </a:lnTo>
                  <a:lnTo>
                    <a:pt x="171031" y="334290"/>
                  </a:lnTo>
                  <a:lnTo>
                    <a:pt x="176371" y="334081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g403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g404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g405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g406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g407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g408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g409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g410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g411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g412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g413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g414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g415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g416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g417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g418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g419"/>
            <p:cNvSpPr/>
            <p:nvPr/>
          </p:nvSpPr>
          <p:spPr>
            <a:xfrm>
              <a:off x="3964501" y="1238196"/>
              <a:ext cx="9205" cy="166913"/>
            </a:xfrm>
            <a:custGeom>
              <a:avLst/>
              <a:pathLst>
                <a:path w="9205" h="166913">
                  <a:moveTo>
                    <a:pt x="9205" y="166913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g420"/>
            <p:cNvSpPr/>
            <p:nvPr/>
          </p:nvSpPr>
          <p:spPr>
            <a:xfrm>
              <a:off x="3964501" y="1074137"/>
              <a:ext cx="167158" cy="330973"/>
            </a:xfrm>
            <a:custGeom>
              <a:avLst/>
              <a:pathLst>
                <a:path w="167158" h="330973">
                  <a:moveTo>
                    <a:pt x="9205" y="330973"/>
                  </a:moveTo>
                  <a:lnTo>
                    <a:pt x="14506" y="330596"/>
                  </a:lnTo>
                  <a:lnTo>
                    <a:pt x="19793" y="330050"/>
                  </a:lnTo>
                  <a:lnTo>
                    <a:pt x="25060" y="329337"/>
                  </a:lnTo>
                  <a:lnTo>
                    <a:pt x="30301" y="328457"/>
                  </a:lnTo>
                  <a:lnTo>
                    <a:pt x="35512" y="327410"/>
                  </a:lnTo>
                  <a:lnTo>
                    <a:pt x="40687" y="326199"/>
                  </a:lnTo>
                  <a:lnTo>
                    <a:pt x="45821" y="324824"/>
                  </a:lnTo>
                  <a:lnTo>
                    <a:pt x="50909" y="323286"/>
                  </a:lnTo>
                  <a:lnTo>
                    <a:pt x="55945" y="321587"/>
                  </a:lnTo>
                  <a:lnTo>
                    <a:pt x="60924" y="319729"/>
                  </a:lnTo>
                  <a:lnTo>
                    <a:pt x="65842" y="317713"/>
                  </a:lnTo>
                  <a:lnTo>
                    <a:pt x="70694" y="315542"/>
                  </a:lnTo>
                  <a:lnTo>
                    <a:pt x="75473" y="313219"/>
                  </a:lnTo>
                  <a:lnTo>
                    <a:pt x="80177" y="310744"/>
                  </a:lnTo>
                  <a:lnTo>
                    <a:pt x="84800" y="308121"/>
                  </a:lnTo>
                  <a:lnTo>
                    <a:pt x="89336" y="305352"/>
                  </a:lnTo>
                  <a:lnTo>
                    <a:pt x="93783" y="302441"/>
                  </a:lnTo>
                  <a:lnTo>
                    <a:pt x="98135" y="299390"/>
                  </a:lnTo>
                  <a:lnTo>
                    <a:pt x="102387" y="296201"/>
                  </a:lnTo>
                  <a:lnTo>
                    <a:pt x="106536" y="292880"/>
                  </a:lnTo>
                  <a:lnTo>
                    <a:pt x="110578" y="289428"/>
                  </a:lnTo>
                  <a:lnTo>
                    <a:pt x="114507" y="285849"/>
                  </a:lnTo>
                  <a:lnTo>
                    <a:pt x="118321" y="282148"/>
                  </a:lnTo>
                  <a:lnTo>
                    <a:pt x="122015" y="278326"/>
                  </a:lnTo>
                  <a:lnTo>
                    <a:pt x="125586" y="274390"/>
                  </a:lnTo>
                  <a:lnTo>
                    <a:pt x="129030" y="270342"/>
                  </a:lnTo>
                  <a:lnTo>
                    <a:pt x="132344" y="266186"/>
                  </a:lnTo>
                  <a:lnTo>
                    <a:pt x="135523" y="261927"/>
                  </a:lnTo>
                  <a:lnTo>
                    <a:pt x="138566" y="257570"/>
                  </a:lnTo>
                  <a:lnTo>
                    <a:pt x="141469" y="253117"/>
                  </a:lnTo>
                  <a:lnTo>
                    <a:pt x="144228" y="248575"/>
                  </a:lnTo>
                  <a:lnTo>
                    <a:pt x="146842" y="243947"/>
                  </a:lnTo>
                  <a:lnTo>
                    <a:pt x="149308" y="239239"/>
                  </a:lnTo>
                  <a:lnTo>
                    <a:pt x="151622" y="234454"/>
                  </a:lnTo>
                  <a:lnTo>
                    <a:pt x="153783" y="229599"/>
                  </a:lnTo>
                  <a:lnTo>
                    <a:pt x="155789" y="224677"/>
                  </a:lnTo>
                  <a:lnTo>
                    <a:pt x="157637" y="219694"/>
                  </a:lnTo>
                  <a:lnTo>
                    <a:pt x="159326" y="214654"/>
                  </a:lnTo>
                  <a:lnTo>
                    <a:pt x="160854" y="209564"/>
                  </a:lnTo>
                  <a:lnTo>
                    <a:pt x="162220" y="204427"/>
                  </a:lnTo>
                  <a:lnTo>
                    <a:pt x="163421" y="199250"/>
                  </a:lnTo>
                  <a:lnTo>
                    <a:pt x="164457" y="194037"/>
                  </a:lnTo>
                  <a:lnTo>
                    <a:pt x="165327" y="188794"/>
                  </a:lnTo>
                  <a:lnTo>
                    <a:pt x="166030" y="183525"/>
                  </a:lnTo>
                  <a:lnTo>
                    <a:pt x="166565" y="178238"/>
                  </a:lnTo>
                  <a:lnTo>
                    <a:pt x="166931" y="172935"/>
                  </a:lnTo>
                  <a:lnTo>
                    <a:pt x="167129" y="167624"/>
                  </a:lnTo>
                  <a:lnTo>
                    <a:pt x="167158" y="162309"/>
                  </a:lnTo>
                  <a:lnTo>
                    <a:pt x="167018" y="156996"/>
                  </a:lnTo>
                  <a:lnTo>
                    <a:pt x="166709" y="151690"/>
                  </a:lnTo>
                  <a:lnTo>
                    <a:pt x="166231" y="146397"/>
                  </a:lnTo>
                  <a:lnTo>
                    <a:pt x="165586" y="141121"/>
                  </a:lnTo>
                  <a:lnTo>
                    <a:pt x="164773" y="135869"/>
                  </a:lnTo>
                  <a:lnTo>
                    <a:pt x="163794" y="130645"/>
                  </a:lnTo>
                  <a:lnTo>
                    <a:pt x="162649" y="125455"/>
                  </a:lnTo>
                  <a:lnTo>
                    <a:pt x="161339" y="120304"/>
                  </a:lnTo>
                  <a:lnTo>
                    <a:pt x="159867" y="115197"/>
                  </a:lnTo>
                  <a:lnTo>
                    <a:pt x="158233" y="110140"/>
                  </a:lnTo>
                  <a:lnTo>
                    <a:pt x="156438" y="105137"/>
                  </a:lnTo>
                  <a:lnTo>
                    <a:pt x="154486" y="100193"/>
                  </a:lnTo>
                  <a:lnTo>
                    <a:pt x="152378" y="95314"/>
                  </a:lnTo>
                  <a:lnTo>
                    <a:pt x="150116" y="90505"/>
                  </a:lnTo>
                  <a:lnTo>
                    <a:pt x="147701" y="85770"/>
                  </a:lnTo>
                  <a:lnTo>
                    <a:pt x="145138" y="81114"/>
                  </a:lnTo>
                  <a:lnTo>
                    <a:pt x="142428" y="76542"/>
                  </a:lnTo>
                  <a:lnTo>
                    <a:pt x="139574" y="72059"/>
                  </a:lnTo>
                  <a:lnTo>
                    <a:pt x="136579" y="67668"/>
                  </a:lnTo>
                  <a:lnTo>
                    <a:pt x="133445" y="63375"/>
                  </a:lnTo>
                  <a:lnTo>
                    <a:pt x="130177" y="59184"/>
                  </a:lnTo>
                  <a:lnTo>
                    <a:pt x="126777" y="55099"/>
                  </a:lnTo>
                  <a:lnTo>
                    <a:pt x="123249" y="51123"/>
                  </a:lnTo>
                  <a:lnTo>
                    <a:pt x="119597" y="47262"/>
                  </a:lnTo>
                  <a:lnTo>
                    <a:pt x="115824" y="43519"/>
                  </a:lnTo>
                  <a:lnTo>
                    <a:pt x="111933" y="39898"/>
                  </a:lnTo>
                  <a:lnTo>
                    <a:pt x="107929" y="36403"/>
                  </a:lnTo>
                  <a:lnTo>
                    <a:pt x="103817" y="33036"/>
                  </a:lnTo>
                  <a:lnTo>
                    <a:pt x="99599" y="29802"/>
                  </a:lnTo>
                  <a:lnTo>
                    <a:pt x="95281" y="26704"/>
                  </a:lnTo>
                  <a:lnTo>
                    <a:pt x="90866" y="23744"/>
                  </a:lnTo>
                  <a:lnTo>
                    <a:pt x="86360" y="20926"/>
                  </a:lnTo>
                  <a:lnTo>
                    <a:pt x="81766" y="18253"/>
                  </a:lnTo>
                  <a:lnTo>
                    <a:pt x="77089" y="15728"/>
                  </a:lnTo>
                  <a:lnTo>
                    <a:pt x="72335" y="13352"/>
                  </a:lnTo>
                  <a:lnTo>
                    <a:pt x="67507" y="11129"/>
                  </a:lnTo>
                  <a:lnTo>
                    <a:pt x="62612" y="9060"/>
                  </a:lnTo>
                  <a:lnTo>
                    <a:pt x="57653" y="7148"/>
                  </a:lnTo>
                  <a:lnTo>
                    <a:pt x="52635" y="5394"/>
                  </a:lnTo>
                  <a:lnTo>
                    <a:pt x="47565" y="3801"/>
                  </a:lnTo>
                  <a:lnTo>
                    <a:pt x="42446" y="2370"/>
                  </a:lnTo>
                  <a:lnTo>
                    <a:pt x="37285" y="1102"/>
                  </a:lnTo>
                  <a:lnTo>
                    <a:pt x="32086" y="0"/>
                  </a:lnTo>
                  <a:lnTo>
                    <a:pt x="0" y="164059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g421"/>
            <p:cNvSpPr/>
            <p:nvPr/>
          </p:nvSpPr>
          <p:spPr>
            <a:xfrm>
              <a:off x="3964501" y="1071028"/>
              <a:ext cx="32086" cy="167167"/>
            </a:xfrm>
            <a:custGeom>
              <a:avLst/>
              <a:pathLst>
                <a:path w="32086" h="167167">
                  <a:moveTo>
                    <a:pt x="32086" y="3108"/>
                  </a:moveTo>
                  <a:lnTo>
                    <a:pt x="25726" y="1991"/>
                  </a:lnTo>
                  <a:lnTo>
                    <a:pt x="19328" y="1121"/>
                  </a:lnTo>
                  <a:lnTo>
                    <a:pt x="12901" y="498"/>
                  </a:lnTo>
                  <a:lnTo>
                    <a:pt x="6455" y="12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g422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g423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g424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g425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g426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g427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g428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g429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g430"/>
            <p:cNvSpPr/>
            <p:nvPr/>
          </p:nvSpPr>
          <p:spPr>
            <a:xfrm>
              <a:off x="3488720" y="132257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g431"/>
            <p:cNvSpPr/>
            <p:nvPr/>
          </p:nvSpPr>
          <p:spPr>
            <a:xfrm>
              <a:off x="3368538" y="1322571"/>
              <a:ext cx="120182" cy="167167"/>
            </a:xfrm>
            <a:custGeom>
              <a:avLst/>
              <a:pathLst>
                <a:path w="120182" h="167167">
                  <a:moveTo>
                    <a:pt x="120182" y="0"/>
                  </a:moveTo>
                  <a:lnTo>
                    <a:pt x="114595" y="93"/>
                  </a:lnTo>
                  <a:lnTo>
                    <a:pt x="109014" y="373"/>
                  </a:lnTo>
                  <a:lnTo>
                    <a:pt x="103446" y="839"/>
                  </a:lnTo>
                  <a:lnTo>
                    <a:pt x="97896" y="1492"/>
                  </a:lnTo>
                  <a:lnTo>
                    <a:pt x="92372" y="2329"/>
                  </a:lnTo>
                  <a:lnTo>
                    <a:pt x="86878" y="3351"/>
                  </a:lnTo>
                  <a:lnTo>
                    <a:pt x="81422" y="4555"/>
                  </a:lnTo>
                  <a:lnTo>
                    <a:pt x="76008" y="5941"/>
                  </a:lnTo>
                  <a:lnTo>
                    <a:pt x="70645" y="7508"/>
                  </a:lnTo>
                  <a:lnTo>
                    <a:pt x="65336" y="9253"/>
                  </a:lnTo>
                  <a:lnTo>
                    <a:pt x="60089" y="11174"/>
                  </a:lnTo>
                  <a:lnTo>
                    <a:pt x="54909" y="13269"/>
                  </a:lnTo>
                  <a:lnTo>
                    <a:pt x="49802" y="15537"/>
                  </a:lnTo>
                  <a:lnTo>
                    <a:pt x="44774" y="17974"/>
                  </a:lnTo>
                  <a:lnTo>
                    <a:pt x="39830" y="20577"/>
                  </a:lnTo>
                  <a:lnTo>
                    <a:pt x="34975" y="23345"/>
                  </a:lnTo>
                  <a:lnTo>
                    <a:pt x="30216" y="26273"/>
                  </a:lnTo>
                  <a:lnTo>
                    <a:pt x="25558" y="29358"/>
                  </a:lnTo>
                  <a:lnTo>
                    <a:pt x="21005" y="32598"/>
                  </a:lnTo>
                  <a:lnTo>
                    <a:pt x="16563" y="35988"/>
                  </a:lnTo>
                  <a:lnTo>
                    <a:pt x="12236" y="39524"/>
                  </a:lnTo>
                  <a:lnTo>
                    <a:pt x="8030" y="43203"/>
                  </a:lnTo>
                  <a:lnTo>
                    <a:pt x="3950" y="47021"/>
                  </a:lnTo>
                  <a:lnTo>
                    <a:pt x="0" y="50972"/>
                  </a:lnTo>
                  <a:lnTo>
                    <a:pt x="120182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g432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g433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g434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g435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g436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g437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g438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g439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g440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g441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g442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g443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g444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g445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g446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g447"/>
            <p:cNvSpPr/>
            <p:nvPr/>
          </p:nvSpPr>
          <p:spPr>
            <a:xfrm>
              <a:off x="3368538" y="1373544"/>
              <a:ext cx="120182" cy="116194"/>
            </a:xfrm>
            <a:custGeom>
              <a:avLst/>
              <a:pathLst>
                <a:path w="120182" h="116194">
                  <a:moveTo>
                    <a:pt x="0" y="0"/>
                  </a:moveTo>
                  <a:lnTo>
                    <a:pt x="120182" y="116194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g448"/>
            <p:cNvSpPr/>
            <p:nvPr/>
          </p:nvSpPr>
          <p:spPr>
            <a:xfrm>
              <a:off x="3321556" y="1350827"/>
              <a:ext cx="334330" cy="306069"/>
            </a:xfrm>
            <a:custGeom>
              <a:avLst/>
              <a:pathLst>
                <a:path w="334330" h="306069">
                  <a:moveTo>
                    <a:pt x="46981" y="22717"/>
                  </a:moveTo>
                  <a:lnTo>
                    <a:pt x="43352" y="26592"/>
                  </a:lnTo>
                  <a:lnTo>
                    <a:pt x="39848" y="30580"/>
                  </a:lnTo>
                  <a:lnTo>
                    <a:pt x="36472" y="34677"/>
                  </a:lnTo>
                  <a:lnTo>
                    <a:pt x="33228" y="38880"/>
                  </a:lnTo>
                  <a:lnTo>
                    <a:pt x="30119" y="43183"/>
                  </a:lnTo>
                  <a:lnTo>
                    <a:pt x="27149" y="47583"/>
                  </a:lnTo>
                  <a:lnTo>
                    <a:pt x="24319" y="52076"/>
                  </a:lnTo>
                  <a:lnTo>
                    <a:pt x="21634" y="56655"/>
                  </a:lnTo>
                  <a:lnTo>
                    <a:pt x="19095" y="61318"/>
                  </a:lnTo>
                  <a:lnTo>
                    <a:pt x="16706" y="66059"/>
                  </a:lnTo>
                  <a:lnTo>
                    <a:pt x="14469" y="70873"/>
                  </a:lnTo>
                  <a:lnTo>
                    <a:pt x="12385" y="75756"/>
                  </a:lnTo>
                  <a:lnTo>
                    <a:pt x="10458" y="80703"/>
                  </a:lnTo>
                  <a:lnTo>
                    <a:pt x="8688" y="85709"/>
                  </a:lnTo>
                  <a:lnTo>
                    <a:pt x="7079" y="90768"/>
                  </a:lnTo>
                  <a:lnTo>
                    <a:pt x="5631" y="95875"/>
                  </a:lnTo>
                  <a:lnTo>
                    <a:pt x="4346" y="101026"/>
                  </a:lnTo>
                  <a:lnTo>
                    <a:pt x="3225" y="106216"/>
                  </a:lnTo>
                  <a:lnTo>
                    <a:pt x="2269" y="111438"/>
                  </a:lnTo>
                  <a:lnTo>
                    <a:pt x="1480" y="116688"/>
                  </a:lnTo>
                  <a:lnTo>
                    <a:pt x="858" y="121960"/>
                  </a:lnTo>
                  <a:lnTo>
                    <a:pt x="403" y="127250"/>
                  </a:lnTo>
                  <a:lnTo>
                    <a:pt x="117" y="132551"/>
                  </a:lnTo>
                  <a:lnTo>
                    <a:pt x="0" y="137858"/>
                  </a:lnTo>
                  <a:lnTo>
                    <a:pt x="50" y="143167"/>
                  </a:lnTo>
                  <a:lnTo>
                    <a:pt x="270" y="148472"/>
                  </a:lnTo>
                  <a:lnTo>
                    <a:pt x="658" y="153766"/>
                  </a:lnTo>
                  <a:lnTo>
                    <a:pt x="1213" y="159046"/>
                  </a:lnTo>
                  <a:lnTo>
                    <a:pt x="1936" y="164306"/>
                  </a:lnTo>
                  <a:lnTo>
                    <a:pt x="2826" y="169540"/>
                  </a:lnTo>
                  <a:lnTo>
                    <a:pt x="3881" y="174742"/>
                  </a:lnTo>
                  <a:lnTo>
                    <a:pt x="5102" y="179909"/>
                  </a:lnTo>
                  <a:lnTo>
                    <a:pt x="6485" y="185035"/>
                  </a:lnTo>
                  <a:lnTo>
                    <a:pt x="8031" y="190114"/>
                  </a:lnTo>
                  <a:lnTo>
                    <a:pt x="9737" y="195141"/>
                  </a:lnTo>
                  <a:lnTo>
                    <a:pt x="11602" y="200112"/>
                  </a:lnTo>
                  <a:lnTo>
                    <a:pt x="13624" y="205021"/>
                  </a:lnTo>
                  <a:lnTo>
                    <a:pt x="15800" y="209863"/>
                  </a:lnTo>
                  <a:lnTo>
                    <a:pt x="18130" y="214633"/>
                  </a:lnTo>
                  <a:lnTo>
                    <a:pt x="20609" y="219328"/>
                  </a:lnTo>
                  <a:lnTo>
                    <a:pt x="23237" y="223941"/>
                  </a:lnTo>
                  <a:lnTo>
                    <a:pt x="26009" y="228468"/>
                  </a:lnTo>
                  <a:lnTo>
                    <a:pt x="28924" y="232905"/>
                  </a:lnTo>
                  <a:lnTo>
                    <a:pt x="31979" y="237248"/>
                  </a:lnTo>
                  <a:lnTo>
                    <a:pt x="35170" y="241491"/>
                  </a:lnTo>
                  <a:lnTo>
                    <a:pt x="38493" y="245630"/>
                  </a:lnTo>
                  <a:lnTo>
                    <a:pt x="41947" y="249662"/>
                  </a:lnTo>
                  <a:lnTo>
                    <a:pt x="45527" y="253583"/>
                  </a:lnTo>
                  <a:lnTo>
                    <a:pt x="49230" y="257387"/>
                  </a:lnTo>
                  <a:lnTo>
                    <a:pt x="53051" y="261073"/>
                  </a:lnTo>
                  <a:lnTo>
                    <a:pt x="56988" y="264635"/>
                  </a:lnTo>
                  <a:lnTo>
                    <a:pt x="61036" y="268070"/>
                  </a:lnTo>
                  <a:lnTo>
                    <a:pt x="65191" y="271375"/>
                  </a:lnTo>
                  <a:lnTo>
                    <a:pt x="69448" y="274546"/>
                  </a:lnTo>
                  <a:lnTo>
                    <a:pt x="73805" y="277580"/>
                  </a:lnTo>
                  <a:lnTo>
                    <a:pt x="78255" y="280475"/>
                  </a:lnTo>
                  <a:lnTo>
                    <a:pt x="82795" y="283227"/>
                  </a:lnTo>
                  <a:lnTo>
                    <a:pt x="87420" y="285833"/>
                  </a:lnTo>
                  <a:lnTo>
                    <a:pt x="92126" y="288291"/>
                  </a:lnTo>
                  <a:lnTo>
                    <a:pt x="96907" y="290599"/>
                  </a:lnTo>
                  <a:lnTo>
                    <a:pt x="101759" y="292753"/>
                  </a:lnTo>
                  <a:lnTo>
                    <a:pt x="106677" y="294752"/>
                  </a:lnTo>
                  <a:lnTo>
                    <a:pt x="111657" y="296594"/>
                  </a:lnTo>
                  <a:lnTo>
                    <a:pt x="116692" y="298277"/>
                  </a:lnTo>
                  <a:lnTo>
                    <a:pt x="121778" y="299800"/>
                  </a:lnTo>
                  <a:lnTo>
                    <a:pt x="126909" y="301160"/>
                  </a:lnTo>
                  <a:lnTo>
                    <a:pt x="132082" y="302356"/>
                  </a:lnTo>
                  <a:lnTo>
                    <a:pt x="137290" y="303388"/>
                  </a:lnTo>
                  <a:lnTo>
                    <a:pt x="142527" y="304254"/>
                  </a:lnTo>
                  <a:lnTo>
                    <a:pt x="147790" y="304952"/>
                  </a:lnTo>
                  <a:lnTo>
                    <a:pt x="153073" y="305484"/>
                  </a:lnTo>
                  <a:lnTo>
                    <a:pt x="158369" y="305847"/>
                  </a:lnTo>
                  <a:lnTo>
                    <a:pt x="163674" y="306042"/>
                  </a:lnTo>
                  <a:lnTo>
                    <a:pt x="168983" y="306069"/>
                  </a:lnTo>
                  <a:lnTo>
                    <a:pt x="174290" y="305927"/>
                  </a:lnTo>
                  <a:lnTo>
                    <a:pt x="179590" y="305616"/>
                  </a:lnTo>
                  <a:lnTo>
                    <a:pt x="184877" y="305138"/>
                  </a:lnTo>
                  <a:lnTo>
                    <a:pt x="190147" y="304491"/>
                  </a:lnTo>
                  <a:lnTo>
                    <a:pt x="195393" y="303678"/>
                  </a:lnTo>
                  <a:lnTo>
                    <a:pt x="200611" y="302699"/>
                  </a:lnTo>
                  <a:lnTo>
                    <a:pt x="205795" y="301554"/>
                  </a:lnTo>
                  <a:lnTo>
                    <a:pt x="210940" y="300245"/>
                  </a:lnTo>
                  <a:lnTo>
                    <a:pt x="216041" y="298774"/>
                  </a:lnTo>
                  <a:lnTo>
                    <a:pt x="221093" y="297141"/>
                  </a:lnTo>
                  <a:lnTo>
                    <a:pt x="226090" y="295349"/>
                  </a:lnTo>
                  <a:lnTo>
                    <a:pt x="231028" y="293399"/>
                  </a:lnTo>
                  <a:lnTo>
                    <a:pt x="235901" y="291293"/>
                  </a:lnTo>
                  <a:lnTo>
                    <a:pt x="240705" y="289033"/>
                  </a:lnTo>
                  <a:lnTo>
                    <a:pt x="245435" y="286622"/>
                  </a:lnTo>
                  <a:lnTo>
                    <a:pt x="250086" y="284062"/>
                  </a:lnTo>
                  <a:lnTo>
                    <a:pt x="254654" y="281356"/>
                  </a:lnTo>
                  <a:lnTo>
                    <a:pt x="259133" y="278506"/>
                  </a:lnTo>
                  <a:lnTo>
                    <a:pt x="263519" y="275515"/>
                  </a:lnTo>
                  <a:lnTo>
                    <a:pt x="267808" y="272387"/>
                  </a:lnTo>
                  <a:lnTo>
                    <a:pt x="271996" y="269123"/>
                  </a:lnTo>
                  <a:lnTo>
                    <a:pt x="276078" y="265729"/>
                  </a:lnTo>
                  <a:lnTo>
                    <a:pt x="280050" y="262206"/>
                  </a:lnTo>
                  <a:lnTo>
                    <a:pt x="283908" y="258560"/>
                  </a:lnTo>
                  <a:lnTo>
                    <a:pt x="287649" y="254792"/>
                  </a:lnTo>
                  <a:lnTo>
                    <a:pt x="291268" y="250908"/>
                  </a:lnTo>
                  <a:lnTo>
                    <a:pt x="294761" y="246910"/>
                  </a:lnTo>
                  <a:lnTo>
                    <a:pt x="298126" y="242804"/>
                  </a:lnTo>
                  <a:lnTo>
                    <a:pt x="301359" y="238593"/>
                  </a:lnTo>
                  <a:lnTo>
                    <a:pt x="304457" y="234282"/>
                  </a:lnTo>
                  <a:lnTo>
                    <a:pt x="307416" y="229874"/>
                  </a:lnTo>
                  <a:lnTo>
                    <a:pt x="310234" y="225374"/>
                  </a:lnTo>
                  <a:lnTo>
                    <a:pt x="312907" y="220788"/>
                  </a:lnTo>
                  <a:lnTo>
                    <a:pt x="315434" y="216118"/>
                  </a:lnTo>
                  <a:lnTo>
                    <a:pt x="317811" y="211371"/>
                  </a:lnTo>
                  <a:lnTo>
                    <a:pt x="320036" y="206551"/>
                  </a:lnTo>
                  <a:lnTo>
                    <a:pt x="322106" y="201663"/>
                  </a:lnTo>
                  <a:lnTo>
                    <a:pt x="324021" y="196711"/>
                  </a:lnTo>
                  <a:lnTo>
                    <a:pt x="325777" y="191701"/>
                  </a:lnTo>
                  <a:lnTo>
                    <a:pt x="327373" y="186638"/>
                  </a:lnTo>
                  <a:lnTo>
                    <a:pt x="328808" y="181526"/>
                  </a:lnTo>
                  <a:lnTo>
                    <a:pt x="330080" y="176372"/>
                  </a:lnTo>
                  <a:lnTo>
                    <a:pt x="331187" y="171180"/>
                  </a:lnTo>
                  <a:lnTo>
                    <a:pt x="332129" y="165955"/>
                  </a:lnTo>
                  <a:lnTo>
                    <a:pt x="332905" y="160703"/>
                  </a:lnTo>
                  <a:lnTo>
                    <a:pt x="333513" y="155429"/>
                  </a:lnTo>
                  <a:lnTo>
                    <a:pt x="333954" y="150138"/>
                  </a:lnTo>
                  <a:lnTo>
                    <a:pt x="334226" y="144836"/>
                  </a:lnTo>
                  <a:lnTo>
                    <a:pt x="334330" y="139528"/>
                  </a:lnTo>
                  <a:lnTo>
                    <a:pt x="334265" y="134220"/>
                  </a:lnTo>
                  <a:lnTo>
                    <a:pt x="334032" y="128916"/>
                  </a:lnTo>
                  <a:lnTo>
                    <a:pt x="333630" y="123622"/>
                  </a:lnTo>
                  <a:lnTo>
                    <a:pt x="333061" y="118344"/>
                  </a:lnTo>
                  <a:lnTo>
                    <a:pt x="332324" y="113086"/>
                  </a:lnTo>
                  <a:lnTo>
                    <a:pt x="331421" y="107855"/>
                  </a:lnTo>
                  <a:lnTo>
                    <a:pt x="330352" y="102655"/>
                  </a:lnTo>
                  <a:lnTo>
                    <a:pt x="329118" y="97491"/>
                  </a:lnTo>
                  <a:lnTo>
                    <a:pt x="327721" y="92369"/>
                  </a:lnTo>
                  <a:lnTo>
                    <a:pt x="326162" y="87294"/>
                  </a:lnTo>
                  <a:lnTo>
                    <a:pt x="324443" y="82271"/>
                  </a:lnTo>
                  <a:lnTo>
                    <a:pt x="322565" y="77306"/>
                  </a:lnTo>
                  <a:lnTo>
                    <a:pt x="320531" y="72402"/>
                  </a:lnTo>
                  <a:lnTo>
                    <a:pt x="318341" y="67565"/>
                  </a:lnTo>
                  <a:lnTo>
                    <a:pt x="316000" y="62801"/>
                  </a:lnTo>
                  <a:lnTo>
                    <a:pt x="313508" y="58113"/>
                  </a:lnTo>
                  <a:lnTo>
                    <a:pt x="310868" y="53507"/>
                  </a:lnTo>
                  <a:lnTo>
                    <a:pt x="308084" y="48987"/>
                  </a:lnTo>
                  <a:lnTo>
                    <a:pt x="305157" y="44557"/>
                  </a:lnTo>
                  <a:lnTo>
                    <a:pt x="302091" y="40223"/>
                  </a:lnTo>
                  <a:lnTo>
                    <a:pt x="298890" y="35988"/>
                  </a:lnTo>
                  <a:lnTo>
                    <a:pt x="295555" y="31857"/>
                  </a:lnTo>
                  <a:lnTo>
                    <a:pt x="292091" y="27834"/>
                  </a:lnTo>
                  <a:lnTo>
                    <a:pt x="288501" y="23923"/>
                  </a:lnTo>
                  <a:lnTo>
                    <a:pt x="284788" y="20128"/>
                  </a:lnTo>
                  <a:lnTo>
                    <a:pt x="280957" y="16453"/>
                  </a:lnTo>
                  <a:lnTo>
                    <a:pt x="277011" y="12901"/>
                  </a:lnTo>
                  <a:lnTo>
                    <a:pt x="272954" y="9477"/>
                  </a:lnTo>
                  <a:lnTo>
                    <a:pt x="268791" y="6183"/>
                  </a:lnTo>
                  <a:lnTo>
                    <a:pt x="264525" y="3023"/>
                  </a:lnTo>
                  <a:lnTo>
                    <a:pt x="260161" y="0"/>
                  </a:lnTo>
                  <a:lnTo>
                    <a:pt x="167164" y="13891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g449"/>
            <p:cNvSpPr/>
            <p:nvPr/>
          </p:nvSpPr>
          <p:spPr>
            <a:xfrm>
              <a:off x="3488720" y="1322571"/>
              <a:ext cx="92996" cy="167167"/>
            </a:xfrm>
            <a:custGeom>
              <a:avLst/>
              <a:pathLst>
                <a:path w="92996" h="167167">
                  <a:moveTo>
                    <a:pt x="92996" y="28255"/>
                  </a:moveTo>
                  <a:lnTo>
                    <a:pt x="88121" y="25112"/>
                  </a:lnTo>
                  <a:lnTo>
                    <a:pt x="83139" y="22140"/>
                  </a:lnTo>
                  <a:lnTo>
                    <a:pt x="78057" y="19343"/>
                  </a:lnTo>
                  <a:lnTo>
                    <a:pt x="72882" y="16724"/>
                  </a:lnTo>
                  <a:lnTo>
                    <a:pt x="67618" y="14286"/>
                  </a:lnTo>
                  <a:lnTo>
                    <a:pt x="62273" y="12032"/>
                  </a:lnTo>
                  <a:lnTo>
                    <a:pt x="56853" y="9964"/>
                  </a:lnTo>
                  <a:lnTo>
                    <a:pt x="51365" y="8087"/>
                  </a:lnTo>
                  <a:lnTo>
                    <a:pt x="45814" y="6400"/>
                  </a:lnTo>
                  <a:lnTo>
                    <a:pt x="40209" y="4907"/>
                  </a:lnTo>
                  <a:lnTo>
                    <a:pt x="34555" y="3610"/>
                  </a:lnTo>
                  <a:lnTo>
                    <a:pt x="28860" y="2510"/>
                  </a:lnTo>
                  <a:lnTo>
                    <a:pt x="23129" y="1607"/>
                  </a:lnTo>
                  <a:lnTo>
                    <a:pt x="17371" y="905"/>
                  </a:lnTo>
                  <a:lnTo>
                    <a:pt x="11592" y="402"/>
                  </a:lnTo>
                  <a:lnTo>
                    <a:pt x="5799" y="10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3E7CA5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g450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g451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g452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g453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g454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g455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g456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g457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g458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g459"/>
            <p:cNvSpPr/>
            <p:nvPr/>
          </p:nvSpPr>
          <p:spPr>
            <a:xfrm>
              <a:off x="3086524" y="168150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g460"/>
            <p:cNvSpPr/>
            <p:nvPr/>
          </p:nvSpPr>
          <p:spPr>
            <a:xfrm>
              <a:off x="2998926" y="1681503"/>
              <a:ext cx="87598" cy="167167"/>
            </a:xfrm>
            <a:custGeom>
              <a:avLst/>
              <a:pathLst>
                <a:path w="87598" h="167167">
                  <a:moveTo>
                    <a:pt x="87598" y="0"/>
                  </a:moveTo>
                  <a:lnTo>
                    <a:pt x="81836" y="99"/>
                  </a:lnTo>
                  <a:lnTo>
                    <a:pt x="76082" y="397"/>
                  </a:lnTo>
                  <a:lnTo>
                    <a:pt x="70341" y="893"/>
                  </a:lnTo>
                  <a:lnTo>
                    <a:pt x="64620" y="1586"/>
                  </a:lnTo>
                  <a:lnTo>
                    <a:pt x="58927" y="2477"/>
                  </a:lnTo>
                  <a:lnTo>
                    <a:pt x="53268" y="3563"/>
                  </a:lnTo>
                  <a:lnTo>
                    <a:pt x="47649" y="4843"/>
                  </a:lnTo>
                  <a:lnTo>
                    <a:pt x="42079" y="6316"/>
                  </a:lnTo>
                  <a:lnTo>
                    <a:pt x="36562" y="7981"/>
                  </a:lnTo>
                  <a:lnTo>
                    <a:pt x="31106" y="9834"/>
                  </a:lnTo>
                  <a:lnTo>
                    <a:pt x="25717" y="11875"/>
                  </a:lnTo>
                  <a:lnTo>
                    <a:pt x="20401" y="14100"/>
                  </a:lnTo>
                  <a:lnTo>
                    <a:pt x="15166" y="16507"/>
                  </a:lnTo>
                  <a:lnTo>
                    <a:pt x="10016" y="19093"/>
                  </a:lnTo>
                  <a:lnTo>
                    <a:pt x="4959" y="21854"/>
                  </a:lnTo>
                  <a:lnTo>
                    <a:pt x="0" y="24789"/>
                  </a:lnTo>
                  <a:lnTo>
                    <a:pt x="87598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g461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g462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g463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g464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g465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g466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g467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g468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g469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g470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g471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g472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g473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g474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g475"/>
            <p:cNvSpPr/>
            <p:nvPr/>
          </p:nvSpPr>
          <p:spPr>
            <a:xfrm>
              <a:off x="2998926" y="1706292"/>
              <a:ext cx="87598" cy="142378"/>
            </a:xfrm>
            <a:custGeom>
              <a:avLst/>
              <a:pathLst>
                <a:path w="87598" h="142378">
                  <a:moveTo>
                    <a:pt x="0" y="0"/>
                  </a:moveTo>
                  <a:lnTo>
                    <a:pt x="87598" y="142378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g476"/>
            <p:cNvSpPr/>
            <p:nvPr/>
          </p:nvSpPr>
          <p:spPr>
            <a:xfrm>
              <a:off x="2998838" y="1706346"/>
              <a:ext cx="87686" cy="142323"/>
            </a:xfrm>
            <a:custGeom>
              <a:avLst/>
              <a:pathLst>
                <a:path w="87686" h="142323">
                  <a:moveTo>
                    <a:pt x="0" y="0"/>
                  </a:moveTo>
                  <a:lnTo>
                    <a:pt x="87686" y="1423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g477"/>
            <p:cNvSpPr/>
            <p:nvPr/>
          </p:nvSpPr>
          <p:spPr>
            <a:xfrm>
              <a:off x="2919359" y="1681503"/>
              <a:ext cx="334319" cy="334330"/>
            </a:xfrm>
            <a:custGeom>
              <a:avLst/>
              <a:pathLst>
                <a:path w="334319" h="334330">
                  <a:moveTo>
                    <a:pt x="79478" y="24843"/>
                  </a:moveTo>
                  <a:lnTo>
                    <a:pt x="75016" y="27690"/>
                  </a:lnTo>
                  <a:lnTo>
                    <a:pt x="70647" y="30678"/>
                  </a:lnTo>
                  <a:lnTo>
                    <a:pt x="66375" y="33802"/>
                  </a:lnTo>
                  <a:lnTo>
                    <a:pt x="62203" y="37059"/>
                  </a:lnTo>
                  <a:lnTo>
                    <a:pt x="58137" y="40447"/>
                  </a:lnTo>
                  <a:lnTo>
                    <a:pt x="54180" y="43962"/>
                  </a:lnTo>
                  <a:lnTo>
                    <a:pt x="50336" y="47601"/>
                  </a:lnTo>
                  <a:lnTo>
                    <a:pt x="46609" y="51359"/>
                  </a:lnTo>
                  <a:lnTo>
                    <a:pt x="43004" y="55234"/>
                  </a:lnTo>
                  <a:lnTo>
                    <a:pt x="39522" y="59221"/>
                  </a:lnTo>
                  <a:lnTo>
                    <a:pt x="36169" y="63316"/>
                  </a:lnTo>
                  <a:lnTo>
                    <a:pt x="32947" y="67515"/>
                  </a:lnTo>
                  <a:lnTo>
                    <a:pt x="29859" y="71814"/>
                  </a:lnTo>
                  <a:lnTo>
                    <a:pt x="26909" y="76208"/>
                  </a:lnTo>
                  <a:lnTo>
                    <a:pt x="24100" y="80694"/>
                  </a:lnTo>
                  <a:lnTo>
                    <a:pt x="21434" y="85266"/>
                  </a:lnTo>
                  <a:lnTo>
                    <a:pt x="18915" y="89921"/>
                  </a:lnTo>
                  <a:lnTo>
                    <a:pt x="16544" y="94653"/>
                  </a:lnTo>
                  <a:lnTo>
                    <a:pt x="14323" y="99458"/>
                  </a:lnTo>
                  <a:lnTo>
                    <a:pt x="12256" y="104330"/>
                  </a:lnTo>
                  <a:lnTo>
                    <a:pt x="10345" y="109266"/>
                  </a:lnTo>
                  <a:lnTo>
                    <a:pt x="8590" y="114259"/>
                  </a:lnTo>
                  <a:lnTo>
                    <a:pt x="6995" y="119306"/>
                  </a:lnTo>
                  <a:lnTo>
                    <a:pt x="5560" y="124400"/>
                  </a:lnTo>
                  <a:lnTo>
                    <a:pt x="4287" y="129538"/>
                  </a:lnTo>
                  <a:lnTo>
                    <a:pt x="3178" y="134713"/>
                  </a:lnTo>
                  <a:lnTo>
                    <a:pt x="2232" y="139921"/>
                  </a:lnTo>
                  <a:lnTo>
                    <a:pt x="1453" y="145156"/>
                  </a:lnTo>
                  <a:lnTo>
                    <a:pt x="839" y="150413"/>
                  </a:lnTo>
                  <a:lnTo>
                    <a:pt x="392" y="155687"/>
                  </a:lnTo>
                  <a:lnTo>
                    <a:pt x="112" y="160972"/>
                  </a:lnTo>
                  <a:lnTo>
                    <a:pt x="0" y="166264"/>
                  </a:lnTo>
                  <a:lnTo>
                    <a:pt x="55" y="171556"/>
                  </a:lnTo>
                  <a:lnTo>
                    <a:pt x="277" y="176845"/>
                  </a:lnTo>
                  <a:lnTo>
                    <a:pt x="667" y="182123"/>
                  </a:lnTo>
                  <a:lnTo>
                    <a:pt x="1224" y="187386"/>
                  </a:lnTo>
                  <a:lnTo>
                    <a:pt x="1948" y="192630"/>
                  </a:lnTo>
                  <a:lnTo>
                    <a:pt x="2837" y="197847"/>
                  </a:lnTo>
                  <a:lnTo>
                    <a:pt x="3890" y="203034"/>
                  </a:lnTo>
                  <a:lnTo>
                    <a:pt x="5107" y="208185"/>
                  </a:lnTo>
                  <a:lnTo>
                    <a:pt x="6487" y="213295"/>
                  </a:lnTo>
                  <a:lnTo>
                    <a:pt x="8028" y="218358"/>
                  </a:lnTo>
                  <a:lnTo>
                    <a:pt x="9728" y="223371"/>
                  </a:lnTo>
                  <a:lnTo>
                    <a:pt x="11587" y="228326"/>
                  </a:lnTo>
                  <a:lnTo>
                    <a:pt x="13601" y="233221"/>
                  </a:lnTo>
                  <a:lnTo>
                    <a:pt x="15769" y="238049"/>
                  </a:lnTo>
                  <a:lnTo>
                    <a:pt x="18089" y="242807"/>
                  </a:lnTo>
                  <a:lnTo>
                    <a:pt x="20558" y="247488"/>
                  </a:lnTo>
                  <a:lnTo>
                    <a:pt x="23174" y="252089"/>
                  </a:lnTo>
                  <a:lnTo>
                    <a:pt x="25935" y="256605"/>
                  </a:lnTo>
                  <a:lnTo>
                    <a:pt x="28837" y="261031"/>
                  </a:lnTo>
                  <a:lnTo>
                    <a:pt x="31878" y="265363"/>
                  </a:lnTo>
                  <a:lnTo>
                    <a:pt x="35055" y="269597"/>
                  </a:lnTo>
                  <a:lnTo>
                    <a:pt x="38363" y="273728"/>
                  </a:lnTo>
                  <a:lnTo>
                    <a:pt x="41801" y="277752"/>
                  </a:lnTo>
                  <a:lnTo>
                    <a:pt x="45365" y="281665"/>
                  </a:lnTo>
                  <a:lnTo>
                    <a:pt x="49051" y="285464"/>
                  </a:lnTo>
                  <a:lnTo>
                    <a:pt x="52855" y="289144"/>
                  </a:lnTo>
                  <a:lnTo>
                    <a:pt x="56774" y="292701"/>
                  </a:lnTo>
                  <a:lnTo>
                    <a:pt x="60803" y="296133"/>
                  </a:lnTo>
                  <a:lnTo>
                    <a:pt x="64940" y="299436"/>
                  </a:lnTo>
                  <a:lnTo>
                    <a:pt x="69178" y="302606"/>
                  </a:lnTo>
                  <a:lnTo>
                    <a:pt x="73515" y="305640"/>
                  </a:lnTo>
                  <a:lnTo>
                    <a:pt x="77946" y="308535"/>
                  </a:lnTo>
                  <a:lnTo>
                    <a:pt x="82466" y="311289"/>
                  </a:lnTo>
                  <a:lnTo>
                    <a:pt x="87071" y="313898"/>
                  </a:lnTo>
                  <a:lnTo>
                    <a:pt x="91756" y="316360"/>
                  </a:lnTo>
                  <a:lnTo>
                    <a:pt x="96517" y="318672"/>
                  </a:lnTo>
                  <a:lnTo>
                    <a:pt x="101349" y="320833"/>
                  </a:lnTo>
                  <a:lnTo>
                    <a:pt x="106246" y="322839"/>
                  </a:lnTo>
                  <a:lnTo>
                    <a:pt x="111205" y="324690"/>
                  </a:lnTo>
                  <a:lnTo>
                    <a:pt x="116220" y="326383"/>
                  </a:lnTo>
                  <a:lnTo>
                    <a:pt x="121286" y="327916"/>
                  </a:lnTo>
                  <a:lnTo>
                    <a:pt x="126398" y="329287"/>
                  </a:lnTo>
                  <a:lnTo>
                    <a:pt x="131551" y="330497"/>
                  </a:lnTo>
                  <a:lnTo>
                    <a:pt x="136739" y="331542"/>
                  </a:lnTo>
                  <a:lnTo>
                    <a:pt x="141958" y="332423"/>
                  </a:lnTo>
                  <a:lnTo>
                    <a:pt x="147202" y="333138"/>
                  </a:lnTo>
                  <a:lnTo>
                    <a:pt x="152467" y="333687"/>
                  </a:lnTo>
                  <a:lnTo>
                    <a:pt x="157746" y="334069"/>
                  </a:lnTo>
                  <a:lnTo>
                    <a:pt x="163034" y="334283"/>
                  </a:lnTo>
                  <a:lnTo>
                    <a:pt x="168327" y="334330"/>
                  </a:lnTo>
                  <a:lnTo>
                    <a:pt x="173618" y="334210"/>
                  </a:lnTo>
                  <a:lnTo>
                    <a:pt x="178903" y="333922"/>
                  </a:lnTo>
                  <a:lnTo>
                    <a:pt x="184176" y="333467"/>
                  </a:lnTo>
                  <a:lnTo>
                    <a:pt x="189433" y="332845"/>
                  </a:lnTo>
                  <a:lnTo>
                    <a:pt x="194666" y="332057"/>
                  </a:lnTo>
                  <a:lnTo>
                    <a:pt x="199873" y="331103"/>
                  </a:lnTo>
                  <a:lnTo>
                    <a:pt x="205046" y="329986"/>
                  </a:lnTo>
                  <a:lnTo>
                    <a:pt x="210182" y="328705"/>
                  </a:lnTo>
                  <a:lnTo>
                    <a:pt x="215274" y="327262"/>
                  </a:lnTo>
                  <a:lnTo>
                    <a:pt x="220318" y="325659"/>
                  </a:lnTo>
                  <a:lnTo>
                    <a:pt x="225309" y="323897"/>
                  </a:lnTo>
                  <a:lnTo>
                    <a:pt x="230241" y="321977"/>
                  </a:lnTo>
                  <a:lnTo>
                    <a:pt x="235111" y="319903"/>
                  </a:lnTo>
                  <a:lnTo>
                    <a:pt x="239912" y="317675"/>
                  </a:lnTo>
                  <a:lnTo>
                    <a:pt x="244640" y="315297"/>
                  </a:lnTo>
                  <a:lnTo>
                    <a:pt x="249291" y="312770"/>
                  </a:lnTo>
                  <a:lnTo>
                    <a:pt x="253859" y="310097"/>
                  </a:lnTo>
                  <a:lnTo>
                    <a:pt x="258341" y="307281"/>
                  </a:lnTo>
                  <a:lnTo>
                    <a:pt x="262731" y="304324"/>
                  </a:lnTo>
                  <a:lnTo>
                    <a:pt x="267025" y="301230"/>
                  </a:lnTo>
                  <a:lnTo>
                    <a:pt x="271219" y="298001"/>
                  </a:lnTo>
                  <a:lnTo>
                    <a:pt x="275309" y="294642"/>
                  </a:lnTo>
                  <a:lnTo>
                    <a:pt x="279290" y="291154"/>
                  </a:lnTo>
                  <a:lnTo>
                    <a:pt x="283159" y="287542"/>
                  </a:lnTo>
                  <a:lnTo>
                    <a:pt x="286912" y="283810"/>
                  </a:lnTo>
                  <a:lnTo>
                    <a:pt x="290544" y="279961"/>
                  </a:lnTo>
                  <a:lnTo>
                    <a:pt x="294053" y="275998"/>
                  </a:lnTo>
                  <a:lnTo>
                    <a:pt x="297435" y="271927"/>
                  </a:lnTo>
                  <a:lnTo>
                    <a:pt x="300686" y="267750"/>
                  </a:lnTo>
                  <a:lnTo>
                    <a:pt x="303803" y="263473"/>
                  </a:lnTo>
                  <a:lnTo>
                    <a:pt x="306784" y="259099"/>
                  </a:lnTo>
                  <a:lnTo>
                    <a:pt x="309624" y="254632"/>
                  </a:lnTo>
                  <a:lnTo>
                    <a:pt x="312322" y="250079"/>
                  </a:lnTo>
                  <a:lnTo>
                    <a:pt x="314874" y="245442"/>
                  </a:lnTo>
                  <a:lnTo>
                    <a:pt x="317278" y="240726"/>
                  </a:lnTo>
                  <a:lnTo>
                    <a:pt x="319531" y="235937"/>
                  </a:lnTo>
                  <a:lnTo>
                    <a:pt x="321632" y="231079"/>
                  </a:lnTo>
                  <a:lnTo>
                    <a:pt x="323578" y="226157"/>
                  </a:lnTo>
                  <a:lnTo>
                    <a:pt x="325367" y="221176"/>
                  </a:lnTo>
                  <a:lnTo>
                    <a:pt x="326997" y="216140"/>
                  </a:lnTo>
                  <a:lnTo>
                    <a:pt x="328468" y="211056"/>
                  </a:lnTo>
                  <a:lnTo>
                    <a:pt x="329776" y="205927"/>
                  </a:lnTo>
                  <a:lnTo>
                    <a:pt x="330922" y="200760"/>
                  </a:lnTo>
                  <a:lnTo>
                    <a:pt x="331903" y="195559"/>
                  </a:lnTo>
                  <a:lnTo>
                    <a:pt x="332719" y="190330"/>
                  </a:lnTo>
                  <a:lnTo>
                    <a:pt x="333370" y="185077"/>
                  </a:lnTo>
                  <a:lnTo>
                    <a:pt x="333853" y="179806"/>
                  </a:lnTo>
                  <a:lnTo>
                    <a:pt x="334170" y="174523"/>
                  </a:lnTo>
                  <a:lnTo>
                    <a:pt x="334319" y="169232"/>
                  </a:lnTo>
                  <a:lnTo>
                    <a:pt x="334301" y="163939"/>
                  </a:lnTo>
                  <a:lnTo>
                    <a:pt x="334115" y="158650"/>
                  </a:lnTo>
                  <a:lnTo>
                    <a:pt x="333762" y="153369"/>
                  </a:lnTo>
                  <a:lnTo>
                    <a:pt x="333241" y="148102"/>
                  </a:lnTo>
                  <a:lnTo>
                    <a:pt x="332554" y="142854"/>
                  </a:lnTo>
                  <a:lnTo>
                    <a:pt x="331702" y="137630"/>
                  </a:lnTo>
                  <a:lnTo>
                    <a:pt x="330684" y="132436"/>
                  </a:lnTo>
                  <a:lnTo>
                    <a:pt x="329503" y="127277"/>
                  </a:lnTo>
                  <a:lnTo>
                    <a:pt x="328159" y="122157"/>
                  </a:lnTo>
                  <a:lnTo>
                    <a:pt x="326653" y="117083"/>
                  </a:lnTo>
                  <a:lnTo>
                    <a:pt x="324988" y="112059"/>
                  </a:lnTo>
                  <a:lnTo>
                    <a:pt x="323164" y="107091"/>
                  </a:lnTo>
                  <a:lnTo>
                    <a:pt x="321184" y="102182"/>
                  </a:lnTo>
                  <a:lnTo>
                    <a:pt x="319049" y="97339"/>
                  </a:lnTo>
                  <a:lnTo>
                    <a:pt x="316763" y="92566"/>
                  </a:lnTo>
                  <a:lnTo>
                    <a:pt x="314326" y="87867"/>
                  </a:lnTo>
                  <a:lnTo>
                    <a:pt x="311742" y="83248"/>
                  </a:lnTo>
                  <a:lnTo>
                    <a:pt x="309012" y="78713"/>
                  </a:lnTo>
                  <a:lnTo>
                    <a:pt x="306141" y="74267"/>
                  </a:lnTo>
                  <a:lnTo>
                    <a:pt x="303130" y="69914"/>
                  </a:lnTo>
                  <a:lnTo>
                    <a:pt x="299984" y="65658"/>
                  </a:lnTo>
                  <a:lnTo>
                    <a:pt x="296703" y="61504"/>
                  </a:lnTo>
                  <a:lnTo>
                    <a:pt x="293293" y="57456"/>
                  </a:lnTo>
                  <a:lnTo>
                    <a:pt x="289757" y="53518"/>
                  </a:lnTo>
                  <a:lnTo>
                    <a:pt x="286098" y="49694"/>
                  </a:lnTo>
                  <a:lnTo>
                    <a:pt x="282319" y="45988"/>
                  </a:lnTo>
                  <a:lnTo>
                    <a:pt x="278425" y="42403"/>
                  </a:lnTo>
                  <a:lnTo>
                    <a:pt x="274420" y="38943"/>
                  </a:lnTo>
                  <a:lnTo>
                    <a:pt x="270307" y="35612"/>
                  </a:lnTo>
                  <a:lnTo>
                    <a:pt x="266090" y="32413"/>
                  </a:lnTo>
                  <a:lnTo>
                    <a:pt x="261775" y="29349"/>
                  </a:lnTo>
                  <a:lnTo>
                    <a:pt x="257364" y="26423"/>
                  </a:lnTo>
                  <a:lnTo>
                    <a:pt x="252863" y="23638"/>
                  </a:lnTo>
                  <a:lnTo>
                    <a:pt x="248277" y="20997"/>
                  </a:lnTo>
                  <a:lnTo>
                    <a:pt x="243608" y="18502"/>
                  </a:lnTo>
                  <a:lnTo>
                    <a:pt x="238864" y="16156"/>
                  </a:lnTo>
                  <a:lnTo>
                    <a:pt x="234047" y="13962"/>
                  </a:lnTo>
                  <a:lnTo>
                    <a:pt x="229164" y="11922"/>
                  </a:lnTo>
                  <a:lnTo>
                    <a:pt x="224218" y="10037"/>
                  </a:lnTo>
                  <a:lnTo>
                    <a:pt x="219215" y="8309"/>
                  </a:lnTo>
                  <a:lnTo>
                    <a:pt x="214160" y="6741"/>
                  </a:lnTo>
                  <a:lnTo>
                    <a:pt x="209057" y="5334"/>
                  </a:lnTo>
                  <a:lnTo>
                    <a:pt x="203913" y="4089"/>
                  </a:lnTo>
                  <a:lnTo>
                    <a:pt x="198732" y="3007"/>
                  </a:lnTo>
                  <a:lnTo>
                    <a:pt x="193519" y="2090"/>
                  </a:lnTo>
                  <a:lnTo>
                    <a:pt x="188280" y="1338"/>
                  </a:lnTo>
                  <a:lnTo>
                    <a:pt x="183020" y="753"/>
                  </a:lnTo>
                  <a:lnTo>
                    <a:pt x="177743" y="335"/>
                  </a:lnTo>
                  <a:lnTo>
                    <a:pt x="172457" y="83"/>
                  </a:lnTo>
                  <a:lnTo>
                    <a:pt x="167165" y="0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g47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g479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g480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g481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g482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g483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g484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g485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g486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g487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g488"/>
            <p:cNvSpPr/>
            <p:nvPr/>
          </p:nvSpPr>
          <p:spPr>
            <a:xfrm>
              <a:off x="2781287" y="212696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g489"/>
            <p:cNvSpPr/>
            <p:nvPr/>
          </p:nvSpPr>
          <p:spPr>
            <a:xfrm>
              <a:off x="2680617" y="2126963"/>
              <a:ext cx="100670" cy="167167"/>
            </a:xfrm>
            <a:custGeom>
              <a:avLst/>
              <a:pathLst>
                <a:path w="100670" h="167167">
                  <a:moveTo>
                    <a:pt x="100670" y="0"/>
                  </a:moveTo>
                  <a:lnTo>
                    <a:pt x="94985" y="96"/>
                  </a:lnTo>
                  <a:lnTo>
                    <a:pt x="89307" y="386"/>
                  </a:lnTo>
                  <a:lnTo>
                    <a:pt x="83641" y="869"/>
                  </a:lnTo>
                  <a:lnTo>
                    <a:pt x="77996" y="1544"/>
                  </a:lnTo>
                  <a:lnTo>
                    <a:pt x="72376" y="2411"/>
                  </a:lnTo>
                  <a:lnTo>
                    <a:pt x="66790" y="3469"/>
                  </a:lnTo>
                  <a:lnTo>
                    <a:pt x="61242" y="4716"/>
                  </a:lnTo>
                  <a:lnTo>
                    <a:pt x="55741" y="6150"/>
                  </a:lnTo>
                  <a:lnTo>
                    <a:pt x="50291" y="7772"/>
                  </a:lnTo>
                  <a:lnTo>
                    <a:pt x="44899" y="9577"/>
                  </a:lnTo>
                  <a:lnTo>
                    <a:pt x="39572" y="11565"/>
                  </a:lnTo>
                  <a:lnTo>
                    <a:pt x="34316" y="13733"/>
                  </a:lnTo>
                  <a:lnTo>
                    <a:pt x="29136" y="16078"/>
                  </a:lnTo>
                  <a:lnTo>
                    <a:pt x="24040" y="18598"/>
                  </a:lnTo>
                  <a:lnTo>
                    <a:pt x="19031" y="21290"/>
                  </a:lnTo>
                  <a:lnTo>
                    <a:pt x="14118" y="24151"/>
                  </a:lnTo>
                  <a:lnTo>
                    <a:pt x="9304" y="27177"/>
                  </a:lnTo>
                  <a:lnTo>
                    <a:pt x="4596" y="30365"/>
                  </a:lnTo>
                  <a:lnTo>
                    <a:pt x="0" y="33711"/>
                  </a:lnTo>
                  <a:lnTo>
                    <a:pt x="10067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g490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g491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g492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g493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g494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g495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g496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g497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g498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g499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g500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g501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g502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g503"/>
            <p:cNvSpPr/>
            <p:nvPr/>
          </p:nvSpPr>
          <p:spPr>
            <a:xfrm>
              <a:off x="2680617" y="2160675"/>
              <a:ext cx="100670" cy="133455"/>
            </a:xfrm>
            <a:custGeom>
              <a:avLst/>
              <a:pathLst>
                <a:path w="100670" h="133455">
                  <a:moveTo>
                    <a:pt x="0" y="0"/>
                  </a:moveTo>
                  <a:lnTo>
                    <a:pt x="100670" y="13345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g504"/>
            <p:cNvSpPr/>
            <p:nvPr/>
          </p:nvSpPr>
          <p:spPr>
            <a:xfrm>
              <a:off x="2614124" y="2129207"/>
              <a:ext cx="334312" cy="332089"/>
            </a:xfrm>
            <a:custGeom>
              <a:avLst/>
              <a:pathLst>
                <a:path w="334312" h="332089">
                  <a:moveTo>
                    <a:pt x="66492" y="31467"/>
                  </a:moveTo>
                  <a:lnTo>
                    <a:pt x="62321" y="34718"/>
                  </a:lnTo>
                  <a:lnTo>
                    <a:pt x="58256" y="38099"/>
                  </a:lnTo>
                  <a:lnTo>
                    <a:pt x="54299" y="41607"/>
                  </a:lnTo>
                  <a:lnTo>
                    <a:pt x="50455" y="45239"/>
                  </a:lnTo>
                  <a:lnTo>
                    <a:pt x="46728" y="48990"/>
                  </a:lnTo>
                  <a:lnTo>
                    <a:pt x="43121" y="52858"/>
                  </a:lnTo>
                  <a:lnTo>
                    <a:pt x="39638" y="56837"/>
                  </a:lnTo>
                  <a:lnTo>
                    <a:pt x="36283" y="60925"/>
                  </a:lnTo>
                  <a:lnTo>
                    <a:pt x="33059" y="65117"/>
                  </a:lnTo>
                  <a:lnTo>
                    <a:pt x="29970" y="69408"/>
                  </a:lnTo>
                  <a:lnTo>
                    <a:pt x="27017" y="73795"/>
                  </a:lnTo>
                  <a:lnTo>
                    <a:pt x="24205" y="78274"/>
                  </a:lnTo>
                  <a:lnTo>
                    <a:pt x="21536" y="82839"/>
                  </a:lnTo>
                  <a:lnTo>
                    <a:pt x="19012" y="87486"/>
                  </a:lnTo>
                  <a:lnTo>
                    <a:pt x="16637" y="92211"/>
                  </a:lnTo>
                  <a:lnTo>
                    <a:pt x="14413" y="97008"/>
                  </a:lnTo>
                  <a:lnTo>
                    <a:pt x="12341" y="101874"/>
                  </a:lnTo>
                  <a:lnTo>
                    <a:pt x="10424" y="106802"/>
                  </a:lnTo>
                  <a:lnTo>
                    <a:pt x="8664" y="111789"/>
                  </a:lnTo>
                  <a:lnTo>
                    <a:pt x="7063" y="116829"/>
                  </a:lnTo>
                  <a:lnTo>
                    <a:pt x="5622" y="121917"/>
                  </a:lnTo>
                  <a:lnTo>
                    <a:pt x="4342" y="127048"/>
                  </a:lnTo>
                  <a:lnTo>
                    <a:pt x="3226" y="132217"/>
                  </a:lnTo>
                  <a:lnTo>
                    <a:pt x="2273" y="137418"/>
                  </a:lnTo>
                  <a:lnTo>
                    <a:pt x="1486" y="142647"/>
                  </a:lnTo>
                  <a:lnTo>
                    <a:pt x="864" y="147899"/>
                  </a:lnTo>
                  <a:lnTo>
                    <a:pt x="409" y="153167"/>
                  </a:lnTo>
                  <a:lnTo>
                    <a:pt x="121" y="158448"/>
                  </a:lnTo>
                  <a:lnTo>
                    <a:pt x="0" y="163734"/>
                  </a:lnTo>
                  <a:lnTo>
                    <a:pt x="46" y="169022"/>
                  </a:lnTo>
                  <a:lnTo>
                    <a:pt x="259" y="174306"/>
                  </a:lnTo>
                  <a:lnTo>
                    <a:pt x="639" y="179581"/>
                  </a:lnTo>
                  <a:lnTo>
                    <a:pt x="1186" y="184840"/>
                  </a:lnTo>
                  <a:lnTo>
                    <a:pt x="1899" y="190080"/>
                  </a:lnTo>
                  <a:lnTo>
                    <a:pt x="2778" y="195295"/>
                  </a:lnTo>
                  <a:lnTo>
                    <a:pt x="3820" y="200479"/>
                  </a:lnTo>
                  <a:lnTo>
                    <a:pt x="5027" y="205628"/>
                  </a:lnTo>
                  <a:lnTo>
                    <a:pt x="6395" y="210736"/>
                  </a:lnTo>
                  <a:lnTo>
                    <a:pt x="7925" y="215798"/>
                  </a:lnTo>
                  <a:lnTo>
                    <a:pt x="9614" y="220809"/>
                  </a:lnTo>
                  <a:lnTo>
                    <a:pt x="11460" y="225765"/>
                  </a:lnTo>
                  <a:lnTo>
                    <a:pt x="13463" y="230659"/>
                  </a:lnTo>
                  <a:lnTo>
                    <a:pt x="15619" y="235488"/>
                  </a:lnTo>
                  <a:lnTo>
                    <a:pt x="17927" y="240246"/>
                  </a:lnTo>
                  <a:lnTo>
                    <a:pt x="20384" y="244928"/>
                  </a:lnTo>
                  <a:lnTo>
                    <a:pt x="22988" y="249531"/>
                  </a:lnTo>
                  <a:lnTo>
                    <a:pt x="25736" y="254049"/>
                  </a:lnTo>
                  <a:lnTo>
                    <a:pt x="28626" y="258477"/>
                  </a:lnTo>
                  <a:lnTo>
                    <a:pt x="31654" y="262812"/>
                  </a:lnTo>
                  <a:lnTo>
                    <a:pt x="34818" y="267050"/>
                  </a:lnTo>
                  <a:lnTo>
                    <a:pt x="38115" y="271184"/>
                  </a:lnTo>
                  <a:lnTo>
                    <a:pt x="41540" y="275213"/>
                  </a:lnTo>
                  <a:lnTo>
                    <a:pt x="45092" y="279131"/>
                  </a:lnTo>
                  <a:lnTo>
                    <a:pt x="48765" y="282935"/>
                  </a:lnTo>
                  <a:lnTo>
                    <a:pt x="52557" y="286621"/>
                  </a:lnTo>
                  <a:lnTo>
                    <a:pt x="56464" y="290185"/>
                  </a:lnTo>
                  <a:lnTo>
                    <a:pt x="60481" y="293624"/>
                  </a:lnTo>
                  <a:lnTo>
                    <a:pt x="64605" y="296934"/>
                  </a:lnTo>
                  <a:lnTo>
                    <a:pt x="68832" y="300112"/>
                  </a:lnTo>
                  <a:lnTo>
                    <a:pt x="73157" y="303154"/>
                  </a:lnTo>
                  <a:lnTo>
                    <a:pt x="77577" y="306058"/>
                  </a:lnTo>
                  <a:lnTo>
                    <a:pt x="82085" y="308821"/>
                  </a:lnTo>
                  <a:lnTo>
                    <a:pt x="86680" y="311440"/>
                  </a:lnTo>
                  <a:lnTo>
                    <a:pt x="91354" y="313913"/>
                  </a:lnTo>
                  <a:lnTo>
                    <a:pt x="96105" y="316236"/>
                  </a:lnTo>
                  <a:lnTo>
                    <a:pt x="100926" y="318408"/>
                  </a:lnTo>
                  <a:lnTo>
                    <a:pt x="105814" y="320426"/>
                  </a:lnTo>
                  <a:lnTo>
                    <a:pt x="110763" y="322289"/>
                  </a:lnTo>
                  <a:lnTo>
                    <a:pt x="115769" y="323994"/>
                  </a:lnTo>
                  <a:lnTo>
                    <a:pt x="120826" y="325540"/>
                  </a:lnTo>
                  <a:lnTo>
                    <a:pt x="125929" y="326925"/>
                  </a:lnTo>
                  <a:lnTo>
                    <a:pt x="131074" y="328148"/>
                  </a:lnTo>
                  <a:lnTo>
                    <a:pt x="136255" y="329208"/>
                  </a:lnTo>
                  <a:lnTo>
                    <a:pt x="141467" y="330103"/>
                  </a:lnTo>
                  <a:lnTo>
                    <a:pt x="146704" y="330834"/>
                  </a:lnTo>
                  <a:lnTo>
                    <a:pt x="151962" y="331398"/>
                  </a:lnTo>
                  <a:lnTo>
                    <a:pt x="157235" y="331795"/>
                  </a:lnTo>
                  <a:lnTo>
                    <a:pt x="162519" y="332026"/>
                  </a:lnTo>
                  <a:lnTo>
                    <a:pt x="167806" y="332089"/>
                  </a:lnTo>
                  <a:lnTo>
                    <a:pt x="173093" y="331985"/>
                  </a:lnTo>
                  <a:lnTo>
                    <a:pt x="178375" y="331714"/>
                  </a:lnTo>
                  <a:lnTo>
                    <a:pt x="183645" y="331276"/>
                  </a:lnTo>
                  <a:lnTo>
                    <a:pt x="188898" y="330671"/>
                  </a:lnTo>
                  <a:lnTo>
                    <a:pt x="194130" y="329901"/>
                  </a:lnTo>
                  <a:lnTo>
                    <a:pt x="199335" y="328965"/>
                  </a:lnTo>
                  <a:lnTo>
                    <a:pt x="204507" y="327866"/>
                  </a:lnTo>
                  <a:lnTo>
                    <a:pt x="209642" y="326603"/>
                  </a:lnTo>
                  <a:lnTo>
                    <a:pt x="214735" y="325178"/>
                  </a:lnTo>
                  <a:lnTo>
                    <a:pt x="219780" y="323593"/>
                  </a:lnTo>
                  <a:lnTo>
                    <a:pt x="224772" y="321850"/>
                  </a:lnTo>
                  <a:lnTo>
                    <a:pt x="229707" y="319949"/>
                  </a:lnTo>
                  <a:lnTo>
                    <a:pt x="234579" y="317893"/>
                  </a:lnTo>
                  <a:lnTo>
                    <a:pt x="239384" y="315684"/>
                  </a:lnTo>
                  <a:lnTo>
                    <a:pt x="244116" y="313325"/>
                  </a:lnTo>
                  <a:lnTo>
                    <a:pt x="248772" y="310816"/>
                  </a:lnTo>
                  <a:lnTo>
                    <a:pt x="253346" y="308162"/>
                  </a:lnTo>
                  <a:lnTo>
                    <a:pt x="257833" y="305364"/>
                  </a:lnTo>
                  <a:lnTo>
                    <a:pt x="262230" y="302426"/>
                  </a:lnTo>
                  <a:lnTo>
                    <a:pt x="266531" y="299350"/>
                  </a:lnTo>
                  <a:lnTo>
                    <a:pt x="270734" y="296140"/>
                  </a:lnTo>
                  <a:lnTo>
                    <a:pt x="274832" y="292799"/>
                  </a:lnTo>
                  <a:lnTo>
                    <a:pt x="278823" y="289329"/>
                  </a:lnTo>
                  <a:lnTo>
                    <a:pt x="282702" y="285735"/>
                  </a:lnTo>
                  <a:lnTo>
                    <a:pt x="286466" y="282020"/>
                  </a:lnTo>
                  <a:lnTo>
                    <a:pt x="290110" y="278188"/>
                  </a:lnTo>
                  <a:lnTo>
                    <a:pt x="293631" y="274242"/>
                  </a:lnTo>
                  <a:lnTo>
                    <a:pt x="297025" y="270188"/>
                  </a:lnTo>
                  <a:lnTo>
                    <a:pt x="300290" y="266027"/>
                  </a:lnTo>
                  <a:lnTo>
                    <a:pt x="303421" y="261766"/>
                  </a:lnTo>
                  <a:lnTo>
                    <a:pt x="306416" y="257408"/>
                  </a:lnTo>
                  <a:lnTo>
                    <a:pt x="309272" y="252957"/>
                  </a:lnTo>
                  <a:lnTo>
                    <a:pt x="311985" y="248418"/>
                  </a:lnTo>
                  <a:lnTo>
                    <a:pt x="314553" y="243796"/>
                  </a:lnTo>
                  <a:lnTo>
                    <a:pt x="316974" y="239094"/>
                  </a:lnTo>
                  <a:lnTo>
                    <a:pt x="319246" y="234318"/>
                  </a:lnTo>
                  <a:lnTo>
                    <a:pt x="321364" y="229473"/>
                  </a:lnTo>
                  <a:lnTo>
                    <a:pt x="323329" y="224564"/>
                  </a:lnTo>
                  <a:lnTo>
                    <a:pt x="325137" y="219594"/>
                  </a:lnTo>
                  <a:lnTo>
                    <a:pt x="326787" y="214570"/>
                  </a:lnTo>
                  <a:lnTo>
                    <a:pt x="328278" y="209497"/>
                  </a:lnTo>
                  <a:lnTo>
                    <a:pt x="329607" y="204378"/>
                  </a:lnTo>
                  <a:lnTo>
                    <a:pt x="330774" y="199220"/>
                  </a:lnTo>
                  <a:lnTo>
                    <a:pt x="331777" y="194028"/>
                  </a:lnTo>
                  <a:lnTo>
                    <a:pt x="332615" y="188807"/>
                  </a:lnTo>
                  <a:lnTo>
                    <a:pt x="333288" y="183562"/>
                  </a:lnTo>
                  <a:lnTo>
                    <a:pt x="333794" y="178298"/>
                  </a:lnTo>
                  <a:lnTo>
                    <a:pt x="334134" y="173021"/>
                  </a:lnTo>
                  <a:lnTo>
                    <a:pt x="334306" y="167735"/>
                  </a:lnTo>
                  <a:lnTo>
                    <a:pt x="334312" y="162447"/>
                  </a:lnTo>
                  <a:lnTo>
                    <a:pt x="334150" y="157162"/>
                  </a:lnTo>
                  <a:lnTo>
                    <a:pt x="333821" y="151884"/>
                  </a:lnTo>
                  <a:lnTo>
                    <a:pt x="333325" y="146619"/>
                  </a:lnTo>
                  <a:lnTo>
                    <a:pt x="332663" y="141372"/>
                  </a:lnTo>
                  <a:lnTo>
                    <a:pt x="331835" y="136149"/>
                  </a:lnTo>
                  <a:lnTo>
                    <a:pt x="330843" y="130955"/>
                  </a:lnTo>
                  <a:lnTo>
                    <a:pt x="329687" y="125795"/>
                  </a:lnTo>
                  <a:lnTo>
                    <a:pt x="328368" y="120674"/>
                  </a:lnTo>
                  <a:lnTo>
                    <a:pt x="326887" y="115597"/>
                  </a:lnTo>
                  <a:lnTo>
                    <a:pt x="325247" y="110570"/>
                  </a:lnTo>
                  <a:lnTo>
                    <a:pt x="323449" y="105597"/>
                  </a:lnTo>
                  <a:lnTo>
                    <a:pt x="321494" y="100683"/>
                  </a:lnTo>
                  <a:lnTo>
                    <a:pt x="319385" y="95834"/>
                  </a:lnTo>
                  <a:lnTo>
                    <a:pt x="317124" y="91054"/>
                  </a:lnTo>
                  <a:lnTo>
                    <a:pt x="314712" y="86348"/>
                  </a:lnTo>
                  <a:lnTo>
                    <a:pt x="312153" y="81720"/>
                  </a:lnTo>
                  <a:lnTo>
                    <a:pt x="309449" y="77175"/>
                  </a:lnTo>
                  <a:lnTo>
                    <a:pt x="306602" y="72719"/>
                  </a:lnTo>
                  <a:lnTo>
                    <a:pt x="303616" y="68355"/>
                  </a:lnTo>
                  <a:lnTo>
                    <a:pt x="300493" y="64087"/>
                  </a:lnTo>
                  <a:lnTo>
                    <a:pt x="297237" y="59920"/>
                  </a:lnTo>
                  <a:lnTo>
                    <a:pt x="293851" y="55858"/>
                  </a:lnTo>
                  <a:lnTo>
                    <a:pt x="290338" y="51906"/>
                  </a:lnTo>
                  <a:lnTo>
                    <a:pt x="286702" y="48066"/>
                  </a:lnTo>
                  <a:lnTo>
                    <a:pt x="282946" y="44344"/>
                  </a:lnTo>
                  <a:lnTo>
                    <a:pt x="279074" y="40742"/>
                  </a:lnTo>
                  <a:lnTo>
                    <a:pt x="275090" y="37264"/>
                  </a:lnTo>
                  <a:lnTo>
                    <a:pt x="270998" y="33915"/>
                  </a:lnTo>
                  <a:lnTo>
                    <a:pt x="266803" y="30696"/>
                  </a:lnTo>
                  <a:lnTo>
                    <a:pt x="262507" y="27611"/>
                  </a:lnTo>
                  <a:lnTo>
                    <a:pt x="258116" y="24664"/>
                  </a:lnTo>
                  <a:lnTo>
                    <a:pt x="253634" y="21858"/>
                  </a:lnTo>
                  <a:lnTo>
                    <a:pt x="249066" y="19194"/>
                  </a:lnTo>
                  <a:lnTo>
                    <a:pt x="244416" y="16677"/>
                  </a:lnTo>
                  <a:lnTo>
                    <a:pt x="239688" y="14307"/>
                  </a:lnTo>
                  <a:lnTo>
                    <a:pt x="234888" y="12089"/>
                  </a:lnTo>
                  <a:lnTo>
                    <a:pt x="230020" y="10023"/>
                  </a:lnTo>
                  <a:lnTo>
                    <a:pt x="225089" y="8112"/>
                  </a:lnTo>
                  <a:lnTo>
                    <a:pt x="220100" y="6359"/>
                  </a:lnTo>
                  <a:lnTo>
                    <a:pt x="215058" y="4763"/>
                  </a:lnTo>
                  <a:lnTo>
                    <a:pt x="209968" y="3329"/>
                  </a:lnTo>
                  <a:lnTo>
                    <a:pt x="204836" y="2056"/>
                  </a:lnTo>
                  <a:lnTo>
                    <a:pt x="199665" y="946"/>
                  </a:lnTo>
                  <a:lnTo>
                    <a:pt x="194463" y="0"/>
                  </a:lnTo>
                  <a:lnTo>
                    <a:pt x="167163" y="164923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g505"/>
            <p:cNvSpPr/>
            <p:nvPr/>
          </p:nvSpPr>
          <p:spPr>
            <a:xfrm>
              <a:off x="2781287" y="2126963"/>
              <a:ext cx="27299" cy="167167"/>
            </a:xfrm>
            <a:custGeom>
              <a:avLst/>
              <a:pathLst>
                <a:path w="27299" h="167167">
                  <a:moveTo>
                    <a:pt x="27299" y="2244"/>
                  </a:moveTo>
                  <a:lnTo>
                    <a:pt x="20515" y="1263"/>
                  </a:lnTo>
                  <a:lnTo>
                    <a:pt x="13696" y="562"/>
                  </a:lnTo>
                  <a:lnTo>
                    <a:pt x="6853" y="140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2B6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g50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g50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g508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g509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g510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g511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g512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g513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g514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g515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g516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g517"/>
            <p:cNvSpPr/>
            <p:nvPr/>
          </p:nvSpPr>
          <p:spPr>
            <a:xfrm>
              <a:off x="2590748" y="2633064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g518"/>
            <p:cNvSpPr/>
            <p:nvPr/>
          </p:nvSpPr>
          <p:spPr>
            <a:xfrm>
              <a:off x="2423601" y="2633064"/>
              <a:ext cx="334295" cy="334334"/>
            </a:xfrm>
            <a:custGeom>
              <a:avLst/>
              <a:pathLst>
                <a:path w="334295" h="334334">
                  <a:moveTo>
                    <a:pt x="167147" y="0"/>
                  </a:moveTo>
                  <a:lnTo>
                    <a:pt x="161842" y="84"/>
                  </a:lnTo>
                  <a:lnTo>
                    <a:pt x="156542" y="336"/>
                  </a:lnTo>
                  <a:lnTo>
                    <a:pt x="151254" y="757"/>
                  </a:lnTo>
                  <a:lnTo>
                    <a:pt x="145981" y="1345"/>
                  </a:lnTo>
                  <a:lnTo>
                    <a:pt x="140729" y="2100"/>
                  </a:lnTo>
                  <a:lnTo>
                    <a:pt x="135505" y="3021"/>
                  </a:lnTo>
                  <a:lnTo>
                    <a:pt x="130312" y="4108"/>
                  </a:lnTo>
                  <a:lnTo>
                    <a:pt x="125156" y="5359"/>
                  </a:lnTo>
                  <a:lnTo>
                    <a:pt x="120042" y="6773"/>
                  </a:lnTo>
                  <a:lnTo>
                    <a:pt x="114976" y="8349"/>
                  </a:lnTo>
                  <a:lnTo>
                    <a:pt x="109962" y="10084"/>
                  </a:lnTo>
                  <a:lnTo>
                    <a:pt x="105006" y="11978"/>
                  </a:lnTo>
                  <a:lnTo>
                    <a:pt x="100113" y="14028"/>
                  </a:lnTo>
                  <a:lnTo>
                    <a:pt x="95287" y="16233"/>
                  </a:lnTo>
                  <a:lnTo>
                    <a:pt x="90534" y="18589"/>
                  </a:lnTo>
                  <a:lnTo>
                    <a:pt x="85857" y="21095"/>
                  </a:lnTo>
                  <a:lnTo>
                    <a:pt x="81263" y="23748"/>
                  </a:lnTo>
                  <a:lnTo>
                    <a:pt x="76755" y="26546"/>
                  </a:lnTo>
                  <a:lnTo>
                    <a:pt x="72338" y="29485"/>
                  </a:lnTo>
                  <a:lnTo>
                    <a:pt x="68017" y="32563"/>
                  </a:lnTo>
                  <a:lnTo>
                    <a:pt x="63795" y="35776"/>
                  </a:lnTo>
                  <a:lnTo>
                    <a:pt x="59678" y="39122"/>
                  </a:lnTo>
                  <a:lnTo>
                    <a:pt x="55669" y="42597"/>
                  </a:lnTo>
                  <a:lnTo>
                    <a:pt x="51772" y="46197"/>
                  </a:lnTo>
                  <a:lnTo>
                    <a:pt x="47991" y="49920"/>
                  </a:lnTo>
                  <a:lnTo>
                    <a:pt x="44331" y="53760"/>
                  </a:lnTo>
                  <a:lnTo>
                    <a:pt x="40794" y="57714"/>
                  </a:lnTo>
                  <a:lnTo>
                    <a:pt x="37384" y="61779"/>
                  </a:lnTo>
                  <a:lnTo>
                    <a:pt x="34105" y="65950"/>
                  </a:lnTo>
                  <a:lnTo>
                    <a:pt x="30960" y="70223"/>
                  </a:lnTo>
                  <a:lnTo>
                    <a:pt x="27952" y="74593"/>
                  </a:lnTo>
                  <a:lnTo>
                    <a:pt x="25085" y="79057"/>
                  </a:lnTo>
                  <a:lnTo>
                    <a:pt x="22360" y="83610"/>
                  </a:lnTo>
                  <a:lnTo>
                    <a:pt x="19782" y="88246"/>
                  </a:lnTo>
                  <a:lnTo>
                    <a:pt x="17351" y="92962"/>
                  </a:lnTo>
                  <a:lnTo>
                    <a:pt x="15072" y="97753"/>
                  </a:lnTo>
                  <a:lnTo>
                    <a:pt x="12946" y="102614"/>
                  </a:lnTo>
                  <a:lnTo>
                    <a:pt x="10975" y="107540"/>
                  </a:lnTo>
                  <a:lnTo>
                    <a:pt x="9162" y="112526"/>
                  </a:lnTo>
                  <a:lnTo>
                    <a:pt x="7507" y="117567"/>
                  </a:lnTo>
                  <a:lnTo>
                    <a:pt x="6014" y="122658"/>
                  </a:lnTo>
                  <a:lnTo>
                    <a:pt x="4682" y="127793"/>
                  </a:lnTo>
                  <a:lnTo>
                    <a:pt x="3515" y="132969"/>
                  </a:lnTo>
                  <a:lnTo>
                    <a:pt x="2512" y="138179"/>
                  </a:lnTo>
                  <a:lnTo>
                    <a:pt x="1675" y="143418"/>
                  </a:lnTo>
                  <a:lnTo>
                    <a:pt x="1004" y="148680"/>
                  </a:lnTo>
                  <a:lnTo>
                    <a:pt x="502" y="153962"/>
                  </a:lnTo>
                  <a:lnTo>
                    <a:pt x="166" y="159257"/>
                  </a:lnTo>
                  <a:lnTo>
                    <a:pt x="0" y="164560"/>
                  </a:lnTo>
                  <a:lnTo>
                    <a:pt x="1" y="169865"/>
                  </a:lnTo>
                  <a:lnTo>
                    <a:pt x="171" y="175168"/>
                  </a:lnTo>
                  <a:lnTo>
                    <a:pt x="509" y="180463"/>
                  </a:lnTo>
                  <a:lnTo>
                    <a:pt x="1015" y="185744"/>
                  </a:lnTo>
                  <a:lnTo>
                    <a:pt x="1688" y="191007"/>
                  </a:lnTo>
                  <a:lnTo>
                    <a:pt x="2528" y="196245"/>
                  </a:lnTo>
                  <a:lnTo>
                    <a:pt x="3533" y="201454"/>
                  </a:lnTo>
                  <a:lnTo>
                    <a:pt x="4704" y="206629"/>
                  </a:lnTo>
                  <a:lnTo>
                    <a:pt x="6038" y="211764"/>
                  </a:lnTo>
                  <a:lnTo>
                    <a:pt x="7534" y="216854"/>
                  </a:lnTo>
                  <a:lnTo>
                    <a:pt x="9191" y="221894"/>
                  </a:lnTo>
                  <a:lnTo>
                    <a:pt x="11008" y="226879"/>
                  </a:lnTo>
                  <a:lnTo>
                    <a:pt x="12981" y="231804"/>
                  </a:lnTo>
                  <a:lnTo>
                    <a:pt x="15110" y="236664"/>
                  </a:lnTo>
                  <a:lnTo>
                    <a:pt x="17392" y="241453"/>
                  </a:lnTo>
                  <a:lnTo>
                    <a:pt x="19825" y="246168"/>
                  </a:lnTo>
                  <a:lnTo>
                    <a:pt x="22406" y="250803"/>
                  </a:lnTo>
                  <a:lnTo>
                    <a:pt x="25133" y="255354"/>
                  </a:lnTo>
                  <a:lnTo>
                    <a:pt x="28003" y="259816"/>
                  </a:lnTo>
                  <a:lnTo>
                    <a:pt x="31013" y="264185"/>
                  </a:lnTo>
                  <a:lnTo>
                    <a:pt x="34160" y="268456"/>
                  </a:lnTo>
                  <a:lnTo>
                    <a:pt x="37441" y="272626"/>
                  </a:lnTo>
                  <a:lnTo>
                    <a:pt x="40853" y="276688"/>
                  </a:lnTo>
                  <a:lnTo>
                    <a:pt x="44392" y="280641"/>
                  </a:lnTo>
                  <a:lnTo>
                    <a:pt x="48055" y="284479"/>
                  </a:lnTo>
                  <a:lnTo>
                    <a:pt x="51838" y="288199"/>
                  </a:lnTo>
                  <a:lnTo>
                    <a:pt x="55737" y="291798"/>
                  </a:lnTo>
                  <a:lnTo>
                    <a:pt x="59748" y="295270"/>
                  </a:lnTo>
                  <a:lnTo>
                    <a:pt x="63867" y="298614"/>
                  </a:lnTo>
                  <a:lnTo>
                    <a:pt x="68090" y="301825"/>
                  </a:lnTo>
                  <a:lnTo>
                    <a:pt x="72413" y="304901"/>
                  </a:lnTo>
                  <a:lnTo>
                    <a:pt x="76832" y="307837"/>
                  </a:lnTo>
                  <a:lnTo>
                    <a:pt x="81341" y="310633"/>
                  </a:lnTo>
                  <a:lnTo>
                    <a:pt x="85937" y="313283"/>
                  </a:lnTo>
                  <a:lnTo>
                    <a:pt x="90615" y="315787"/>
                  </a:lnTo>
                  <a:lnTo>
                    <a:pt x="95370" y="318140"/>
                  </a:lnTo>
                  <a:lnTo>
                    <a:pt x="100197" y="320342"/>
                  </a:lnTo>
                  <a:lnTo>
                    <a:pt x="105091" y="322390"/>
                  </a:lnTo>
                  <a:lnTo>
                    <a:pt x="110048" y="324281"/>
                  </a:lnTo>
                  <a:lnTo>
                    <a:pt x="115063" y="326013"/>
                  </a:lnTo>
                  <a:lnTo>
                    <a:pt x="120130" y="327586"/>
                  </a:lnTo>
                  <a:lnTo>
                    <a:pt x="125244" y="328997"/>
                  </a:lnTo>
                  <a:lnTo>
                    <a:pt x="130400" y="330246"/>
                  </a:lnTo>
                  <a:lnTo>
                    <a:pt x="135594" y="331330"/>
                  </a:lnTo>
                  <a:lnTo>
                    <a:pt x="140819" y="332248"/>
                  </a:lnTo>
                  <a:lnTo>
                    <a:pt x="146071" y="333001"/>
                  </a:lnTo>
                  <a:lnTo>
                    <a:pt x="151344" y="333586"/>
                  </a:lnTo>
                  <a:lnTo>
                    <a:pt x="156633" y="334003"/>
                  </a:lnTo>
                  <a:lnTo>
                    <a:pt x="161933" y="334253"/>
                  </a:lnTo>
                  <a:lnTo>
                    <a:pt x="167238" y="334334"/>
                  </a:lnTo>
                  <a:lnTo>
                    <a:pt x="172543" y="334247"/>
                  </a:lnTo>
                  <a:lnTo>
                    <a:pt x="177842" y="333992"/>
                  </a:lnTo>
                  <a:lnTo>
                    <a:pt x="183130" y="333568"/>
                  </a:lnTo>
                  <a:lnTo>
                    <a:pt x="188403" y="332977"/>
                  </a:lnTo>
                  <a:lnTo>
                    <a:pt x="193654" y="332219"/>
                  </a:lnTo>
                  <a:lnTo>
                    <a:pt x="198878" y="331295"/>
                  </a:lnTo>
                  <a:lnTo>
                    <a:pt x="204071" y="330206"/>
                  </a:lnTo>
                  <a:lnTo>
                    <a:pt x="209226" y="328952"/>
                  </a:lnTo>
                  <a:lnTo>
                    <a:pt x="214339" y="327535"/>
                  </a:lnTo>
                  <a:lnTo>
                    <a:pt x="219404" y="325957"/>
                  </a:lnTo>
                  <a:lnTo>
                    <a:pt x="224416" y="324218"/>
                  </a:lnTo>
                  <a:lnTo>
                    <a:pt x="229371" y="322322"/>
                  </a:lnTo>
                  <a:lnTo>
                    <a:pt x="234264" y="320269"/>
                  </a:lnTo>
                  <a:lnTo>
                    <a:pt x="239088" y="318062"/>
                  </a:lnTo>
                  <a:lnTo>
                    <a:pt x="243840" y="315703"/>
                  </a:lnTo>
                  <a:lnTo>
                    <a:pt x="248515" y="313195"/>
                  </a:lnTo>
                  <a:lnTo>
                    <a:pt x="253108" y="310539"/>
                  </a:lnTo>
                  <a:lnTo>
                    <a:pt x="257615" y="307739"/>
                  </a:lnTo>
                  <a:lnTo>
                    <a:pt x="262030" y="304797"/>
                  </a:lnTo>
                  <a:lnTo>
                    <a:pt x="266350" y="301717"/>
                  </a:lnTo>
                  <a:lnTo>
                    <a:pt x="270569" y="298501"/>
                  </a:lnTo>
                  <a:lnTo>
                    <a:pt x="274685" y="295153"/>
                  </a:lnTo>
                  <a:lnTo>
                    <a:pt x="278692" y="291676"/>
                  </a:lnTo>
                  <a:lnTo>
                    <a:pt x="282587" y="288074"/>
                  </a:lnTo>
                  <a:lnTo>
                    <a:pt x="286366" y="284349"/>
                  </a:lnTo>
                  <a:lnTo>
                    <a:pt x="290024" y="280507"/>
                  </a:lnTo>
                  <a:lnTo>
                    <a:pt x="293559" y="276551"/>
                  </a:lnTo>
                  <a:lnTo>
                    <a:pt x="296967" y="272484"/>
                  </a:lnTo>
                  <a:lnTo>
                    <a:pt x="300243" y="268311"/>
                  </a:lnTo>
                  <a:lnTo>
                    <a:pt x="303386" y="264037"/>
                  </a:lnTo>
                  <a:lnTo>
                    <a:pt x="306391" y="259665"/>
                  </a:lnTo>
                  <a:lnTo>
                    <a:pt x="309257" y="255199"/>
                  </a:lnTo>
                  <a:lnTo>
                    <a:pt x="311979" y="250645"/>
                  </a:lnTo>
                  <a:lnTo>
                    <a:pt x="314555" y="246007"/>
                  </a:lnTo>
                  <a:lnTo>
                    <a:pt x="316982" y="241290"/>
                  </a:lnTo>
                  <a:lnTo>
                    <a:pt x="319259" y="236498"/>
                  </a:lnTo>
                  <a:lnTo>
                    <a:pt x="321383" y="231636"/>
                  </a:lnTo>
                  <a:lnTo>
                    <a:pt x="323351" y="226709"/>
                  </a:lnTo>
                  <a:lnTo>
                    <a:pt x="325161" y="221722"/>
                  </a:lnTo>
                  <a:lnTo>
                    <a:pt x="326813" y="216680"/>
                  </a:lnTo>
                  <a:lnTo>
                    <a:pt x="328304" y="211588"/>
                  </a:lnTo>
                  <a:lnTo>
                    <a:pt x="329632" y="206452"/>
                  </a:lnTo>
                  <a:lnTo>
                    <a:pt x="330797" y="201276"/>
                  </a:lnTo>
                  <a:lnTo>
                    <a:pt x="331797" y="196066"/>
                  </a:lnTo>
                  <a:lnTo>
                    <a:pt x="332631" y="190826"/>
                  </a:lnTo>
                  <a:lnTo>
                    <a:pt x="333299" y="185563"/>
                  </a:lnTo>
                  <a:lnTo>
                    <a:pt x="333799" y="180281"/>
                  </a:lnTo>
                  <a:lnTo>
                    <a:pt x="334131" y="174986"/>
                  </a:lnTo>
                  <a:lnTo>
                    <a:pt x="334295" y="169683"/>
                  </a:lnTo>
                  <a:lnTo>
                    <a:pt x="334291" y="164378"/>
                  </a:lnTo>
                  <a:lnTo>
                    <a:pt x="334118" y="159075"/>
                  </a:lnTo>
                  <a:lnTo>
                    <a:pt x="333777" y="153780"/>
                  </a:lnTo>
                  <a:lnTo>
                    <a:pt x="167147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g519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g520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g521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g522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g523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g524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g525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g526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g527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g528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g529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g530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g531"/>
            <p:cNvSpPr/>
            <p:nvPr/>
          </p:nvSpPr>
          <p:spPr>
            <a:xfrm>
              <a:off x="2590748" y="2786845"/>
              <a:ext cx="166630" cy="13386"/>
            </a:xfrm>
            <a:custGeom>
              <a:avLst/>
              <a:pathLst>
                <a:path w="166630" h="13386">
                  <a:moveTo>
                    <a:pt x="166630" y="0"/>
                  </a:moveTo>
                  <a:lnTo>
                    <a:pt x="0" y="13386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g532"/>
            <p:cNvSpPr/>
            <p:nvPr/>
          </p:nvSpPr>
          <p:spPr>
            <a:xfrm>
              <a:off x="2590748" y="2647154"/>
              <a:ext cx="166630" cy="153077"/>
            </a:xfrm>
            <a:custGeom>
              <a:avLst/>
              <a:pathLst>
                <a:path w="166630" h="153077">
                  <a:moveTo>
                    <a:pt x="166630" y="139691"/>
                  </a:moveTo>
                  <a:lnTo>
                    <a:pt x="166104" y="134260"/>
                  </a:lnTo>
                  <a:lnTo>
                    <a:pt x="165402" y="128849"/>
                  </a:lnTo>
                  <a:lnTo>
                    <a:pt x="164523" y="123464"/>
                  </a:lnTo>
                  <a:lnTo>
                    <a:pt x="163469" y="118111"/>
                  </a:lnTo>
                  <a:lnTo>
                    <a:pt x="162241" y="112795"/>
                  </a:lnTo>
                  <a:lnTo>
                    <a:pt x="160840" y="107522"/>
                  </a:lnTo>
                  <a:lnTo>
                    <a:pt x="159268" y="102297"/>
                  </a:lnTo>
                  <a:lnTo>
                    <a:pt x="157526" y="97127"/>
                  </a:lnTo>
                  <a:lnTo>
                    <a:pt x="155616" y="92016"/>
                  </a:lnTo>
                  <a:lnTo>
                    <a:pt x="153540" y="86970"/>
                  </a:lnTo>
                  <a:lnTo>
                    <a:pt x="151301" y="81994"/>
                  </a:lnTo>
                  <a:lnTo>
                    <a:pt x="148901" y="77095"/>
                  </a:lnTo>
                  <a:lnTo>
                    <a:pt x="146342" y="72276"/>
                  </a:lnTo>
                  <a:lnTo>
                    <a:pt x="143627" y="67543"/>
                  </a:lnTo>
                  <a:lnTo>
                    <a:pt x="140759" y="62901"/>
                  </a:lnTo>
                  <a:lnTo>
                    <a:pt x="137741" y="58356"/>
                  </a:lnTo>
                  <a:lnTo>
                    <a:pt x="134577" y="53911"/>
                  </a:lnTo>
                  <a:lnTo>
                    <a:pt x="131269" y="49572"/>
                  </a:lnTo>
                  <a:lnTo>
                    <a:pt x="127821" y="45344"/>
                  </a:lnTo>
                  <a:lnTo>
                    <a:pt x="124238" y="41230"/>
                  </a:lnTo>
                  <a:lnTo>
                    <a:pt x="120521" y="37235"/>
                  </a:lnTo>
                  <a:lnTo>
                    <a:pt x="116677" y="33363"/>
                  </a:lnTo>
                  <a:lnTo>
                    <a:pt x="112708" y="29619"/>
                  </a:lnTo>
                  <a:lnTo>
                    <a:pt x="108619" y="26007"/>
                  </a:lnTo>
                  <a:lnTo>
                    <a:pt x="104414" y="22530"/>
                  </a:lnTo>
                  <a:lnTo>
                    <a:pt x="100098" y="19192"/>
                  </a:lnTo>
                  <a:lnTo>
                    <a:pt x="95676" y="15997"/>
                  </a:lnTo>
                  <a:lnTo>
                    <a:pt x="91151" y="12948"/>
                  </a:lnTo>
                  <a:lnTo>
                    <a:pt x="86530" y="10047"/>
                  </a:lnTo>
                  <a:lnTo>
                    <a:pt x="81816" y="7300"/>
                  </a:lnTo>
                  <a:lnTo>
                    <a:pt x="77015" y="4707"/>
                  </a:lnTo>
                  <a:lnTo>
                    <a:pt x="72132" y="2273"/>
                  </a:lnTo>
                  <a:lnTo>
                    <a:pt x="67172" y="0"/>
                  </a:lnTo>
                  <a:lnTo>
                    <a:pt x="0" y="15307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g533"/>
            <p:cNvSpPr/>
            <p:nvPr/>
          </p:nvSpPr>
          <p:spPr>
            <a:xfrm>
              <a:off x="2590748" y="2633064"/>
              <a:ext cx="67172" cy="167167"/>
            </a:xfrm>
            <a:custGeom>
              <a:avLst/>
              <a:pathLst>
                <a:path w="67172" h="167167">
                  <a:moveTo>
                    <a:pt x="67172" y="14089"/>
                  </a:moveTo>
                  <a:lnTo>
                    <a:pt x="61859" y="11866"/>
                  </a:lnTo>
                  <a:lnTo>
                    <a:pt x="56471" y="9827"/>
                  </a:lnTo>
                  <a:lnTo>
                    <a:pt x="51017" y="7975"/>
                  </a:lnTo>
                  <a:lnTo>
                    <a:pt x="45502" y="6312"/>
                  </a:lnTo>
                  <a:lnTo>
                    <a:pt x="39933" y="4839"/>
                  </a:lnTo>
                  <a:lnTo>
                    <a:pt x="34317" y="3560"/>
                  </a:lnTo>
                  <a:lnTo>
                    <a:pt x="28660" y="2475"/>
                  </a:lnTo>
                  <a:lnTo>
                    <a:pt x="22969" y="1585"/>
                  </a:lnTo>
                  <a:lnTo>
                    <a:pt x="17250" y="892"/>
                  </a:lnTo>
                  <a:lnTo>
                    <a:pt x="11511" y="396"/>
                  </a:lnTo>
                  <a:lnTo>
                    <a:pt x="5759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g53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g53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g53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g537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g538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g539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g540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g541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g542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g543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g544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g545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g546"/>
            <p:cNvSpPr/>
            <p:nvPr/>
          </p:nvSpPr>
          <p:spPr>
            <a:xfrm>
              <a:off x="2525980" y="3170392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g547"/>
            <p:cNvSpPr/>
            <p:nvPr/>
          </p:nvSpPr>
          <p:spPr>
            <a:xfrm>
              <a:off x="2358825" y="3170392"/>
              <a:ext cx="334321" cy="334329"/>
            </a:xfrm>
            <a:custGeom>
              <a:avLst/>
              <a:pathLst>
                <a:path w="334321" h="334329">
                  <a:moveTo>
                    <a:pt x="167155" y="0"/>
                  </a:moveTo>
                  <a:lnTo>
                    <a:pt x="161864" y="83"/>
                  </a:lnTo>
                  <a:lnTo>
                    <a:pt x="156579" y="334"/>
                  </a:lnTo>
                  <a:lnTo>
                    <a:pt x="151304" y="753"/>
                  </a:lnTo>
                  <a:lnTo>
                    <a:pt x="146045" y="1338"/>
                  </a:lnTo>
                  <a:lnTo>
                    <a:pt x="140807" y="2089"/>
                  </a:lnTo>
                  <a:lnTo>
                    <a:pt x="135596" y="3006"/>
                  </a:lnTo>
                  <a:lnTo>
                    <a:pt x="130416" y="4087"/>
                  </a:lnTo>
                  <a:lnTo>
                    <a:pt x="125273" y="5331"/>
                  </a:lnTo>
                  <a:lnTo>
                    <a:pt x="120172" y="6738"/>
                  </a:lnTo>
                  <a:lnTo>
                    <a:pt x="115118" y="8305"/>
                  </a:lnTo>
                  <a:lnTo>
                    <a:pt x="110116" y="10032"/>
                  </a:lnTo>
                  <a:lnTo>
                    <a:pt x="105172" y="11915"/>
                  </a:lnTo>
                  <a:lnTo>
                    <a:pt x="100289" y="13955"/>
                  </a:lnTo>
                  <a:lnTo>
                    <a:pt x="95474" y="16148"/>
                  </a:lnTo>
                  <a:lnTo>
                    <a:pt x="90730" y="18492"/>
                  </a:lnTo>
                  <a:lnTo>
                    <a:pt x="86063" y="20986"/>
                  </a:lnTo>
                  <a:lnTo>
                    <a:pt x="81477" y="23625"/>
                  </a:lnTo>
                  <a:lnTo>
                    <a:pt x="76977" y="26409"/>
                  </a:lnTo>
                  <a:lnTo>
                    <a:pt x="72567" y="29334"/>
                  </a:lnTo>
                  <a:lnTo>
                    <a:pt x="68252" y="32396"/>
                  </a:lnTo>
                  <a:lnTo>
                    <a:pt x="64036" y="35594"/>
                  </a:lnTo>
                  <a:lnTo>
                    <a:pt x="59924" y="38924"/>
                  </a:lnTo>
                  <a:lnTo>
                    <a:pt x="55918" y="42382"/>
                  </a:lnTo>
                  <a:lnTo>
                    <a:pt x="52025" y="45965"/>
                  </a:lnTo>
                  <a:lnTo>
                    <a:pt x="48247" y="49669"/>
                  </a:lnTo>
                  <a:lnTo>
                    <a:pt x="44587" y="53491"/>
                  </a:lnTo>
                  <a:lnTo>
                    <a:pt x="41051" y="57428"/>
                  </a:lnTo>
                  <a:lnTo>
                    <a:pt x="37641" y="61474"/>
                  </a:lnTo>
                  <a:lnTo>
                    <a:pt x="34361" y="65626"/>
                  </a:lnTo>
                  <a:lnTo>
                    <a:pt x="31214" y="69879"/>
                  </a:lnTo>
                  <a:lnTo>
                    <a:pt x="28203" y="74231"/>
                  </a:lnTo>
                  <a:lnTo>
                    <a:pt x="25331" y="78675"/>
                  </a:lnTo>
                  <a:lnTo>
                    <a:pt x="22601" y="83208"/>
                  </a:lnTo>
                  <a:lnTo>
                    <a:pt x="20016" y="87825"/>
                  </a:lnTo>
                  <a:lnTo>
                    <a:pt x="17579" y="92521"/>
                  </a:lnTo>
                  <a:lnTo>
                    <a:pt x="15291" y="97293"/>
                  </a:lnTo>
                  <a:lnTo>
                    <a:pt x="13156" y="102134"/>
                  </a:lnTo>
                  <a:lnTo>
                    <a:pt x="11175" y="107041"/>
                  </a:lnTo>
                  <a:lnTo>
                    <a:pt x="9350" y="112008"/>
                  </a:lnTo>
                  <a:lnTo>
                    <a:pt x="7683" y="117030"/>
                  </a:lnTo>
                  <a:lnTo>
                    <a:pt x="6176" y="122102"/>
                  </a:lnTo>
                  <a:lnTo>
                    <a:pt x="4831" y="127219"/>
                  </a:lnTo>
                  <a:lnTo>
                    <a:pt x="3648" y="132377"/>
                  </a:lnTo>
                  <a:lnTo>
                    <a:pt x="2629" y="137569"/>
                  </a:lnTo>
                  <a:lnTo>
                    <a:pt x="1774" y="142791"/>
                  </a:lnTo>
                  <a:lnTo>
                    <a:pt x="1086" y="148038"/>
                  </a:lnTo>
                  <a:lnTo>
                    <a:pt x="563" y="153303"/>
                  </a:lnTo>
                  <a:lnTo>
                    <a:pt x="208" y="158583"/>
                  </a:lnTo>
                  <a:lnTo>
                    <a:pt x="20" y="163871"/>
                  </a:lnTo>
                  <a:lnTo>
                    <a:pt x="0" y="169162"/>
                  </a:lnTo>
                  <a:lnTo>
                    <a:pt x="146" y="174451"/>
                  </a:lnTo>
                  <a:lnTo>
                    <a:pt x="461" y="179733"/>
                  </a:lnTo>
                  <a:lnTo>
                    <a:pt x="942" y="185003"/>
                  </a:lnTo>
                  <a:lnTo>
                    <a:pt x="1590" y="190254"/>
                  </a:lnTo>
                  <a:lnTo>
                    <a:pt x="2403" y="195483"/>
                  </a:lnTo>
                  <a:lnTo>
                    <a:pt x="3382" y="200683"/>
                  </a:lnTo>
                  <a:lnTo>
                    <a:pt x="4525" y="205850"/>
                  </a:lnTo>
                  <a:lnTo>
                    <a:pt x="5831" y="210977"/>
                  </a:lnTo>
                  <a:lnTo>
                    <a:pt x="7298" y="216061"/>
                  </a:lnTo>
                  <a:lnTo>
                    <a:pt x="8925" y="221096"/>
                  </a:lnTo>
                  <a:lnTo>
                    <a:pt x="10712" y="226077"/>
                  </a:lnTo>
                  <a:lnTo>
                    <a:pt x="12654" y="230999"/>
                  </a:lnTo>
                  <a:lnTo>
                    <a:pt x="14752" y="235857"/>
                  </a:lnTo>
                  <a:lnTo>
                    <a:pt x="17002" y="240646"/>
                  </a:lnTo>
                  <a:lnTo>
                    <a:pt x="19403" y="245361"/>
                  </a:lnTo>
                  <a:lnTo>
                    <a:pt x="21952" y="249998"/>
                  </a:lnTo>
                  <a:lnTo>
                    <a:pt x="24646" y="254552"/>
                  </a:lnTo>
                  <a:lnTo>
                    <a:pt x="27483" y="259019"/>
                  </a:lnTo>
                  <a:lnTo>
                    <a:pt x="30460" y="263393"/>
                  </a:lnTo>
                  <a:lnTo>
                    <a:pt x="33574" y="267671"/>
                  </a:lnTo>
                  <a:lnTo>
                    <a:pt x="36822" y="271849"/>
                  </a:lnTo>
                  <a:lnTo>
                    <a:pt x="40201" y="275921"/>
                  </a:lnTo>
                  <a:lnTo>
                    <a:pt x="43706" y="279885"/>
                  </a:lnTo>
                  <a:lnTo>
                    <a:pt x="47335" y="283735"/>
                  </a:lnTo>
                  <a:lnTo>
                    <a:pt x="51085" y="287469"/>
                  </a:lnTo>
                  <a:lnTo>
                    <a:pt x="54950" y="291083"/>
                  </a:lnTo>
                  <a:lnTo>
                    <a:pt x="58928" y="294572"/>
                  </a:lnTo>
                  <a:lnTo>
                    <a:pt x="63015" y="297933"/>
                  </a:lnTo>
                  <a:lnTo>
                    <a:pt x="67206" y="301164"/>
                  </a:lnTo>
                  <a:lnTo>
                    <a:pt x="71497" y="304260"/>
                  </a:lnTo>
                  <a:lnTo>
                    <a:pt x="75884" y="307219"/>
                  </a:lnTo>
                  <a:lnTo>
                    <a:pt x="80362" y="310037"/>
                  </a:lnTo>
                  <a:lnTo>
                    <a:pt x="84927" y="312713"/>
                  </a:lnTo>
                  <a:lnTo>
                    <a:pt x="89575" y="315242"/>
                  </a:lnTo>
                  <a:lnTo>
                    <a:pt x="94300" y="317623"/>
                  </a:lnTo>
                  <a:lnTo>
                    <a:pt x="99098" y="319854"/>
                  </a:lnTo>
                  <a:lnTo>
                    <a:pt x="103965" y="321931"/>
                  </a:lnTo>
                  <a:lnTo>
                    <a:pt x="108895" y="323854"/>
                  </a:lnTo>
                  <a:lnTo>
                    <a:pt x="113883" y="325619"/>
                  </a:lnTo>
                  <a:lnTo>
                    <a:pt x="118925" y="327226"/>
                  </a:lnTo>
                  <a:lnTo>
                    <a:pt x="124014" y="328672"/>
                  </a:lnTo>
                  <a:lnTo>
                    <a:pt x="129148" y="329956"/>
                  </a:lnTo>
                  <a:lnTo>
                    <a:pt x="134319" y="331078"/>
                  </a:lnTo>
                  <a:lnTo>
                    <a:pt x="139523" y="332035"/>
                  </a:lnTo>
                  <a:lnTo>
                    <a:pt x="144755" y="332827"/>
                  </a:lnTo>
                  <a:lnTo>
                    <a:pt x="150009" y="333453"/>
                  </a:lnTo>
                  <a:lnTo>
                    <a:pt x="155280" y="333912"/>
                  </a:lnTo>
                  <a:lnTo>
                    <a:pt x="160564" y="334204"/>
                  </a:lnTo>
                  <a:lnTo>
                    <a:pt x="165854" y="334329"/>
                  </a:lnTo>
                  <a:lnTo>
                    <a:pt x="171145" y="334287"/>
                  </a:lnTo>
                  <a:lnTo>
                    <a:pt x="176432" y="334077"/>
                  </a:lnTo>
                  <a:lnTo>
                    <a:pt x="181710" y="333700"/>
                  </a:lnTo>
                  <a:lnTo>
                    <a:pt x="186973" y="333155"/>
                  </a:lnTo>
                  <a:lnTo>
                    <a:pt x="192217" y="332445"/>
                  </a:lnTo>
                  <a:lnTo>
                    <a:pt x="197435" y="331569"/>
                  </a:lnTo>
                  <a:lnTo>
                    <a:pt x="202623" y="330528"/>
                  </a:lnTo>
                  <a:lnTo>
                    <a:pt x="207776" y="329324"/>
                  </a:lnTo>
                  <a:lnTo>
                    <a:pt x="212888" y="327957"/>
                  </a:lnTo>
                  <a:lnTo>
                    <a:pt x="217954" y="326429"/>
                  </a:lnTo>
                  <a:lnTo>
                    <a:pt x="222969" y="324742"/>
                  </a:lnTo>
                  <a:lnTo>
                    <a:pt x="227928" y="322896"/>
                  </a:lnTo>
                  <a:lnTo>
                    <a:pt x="232826" y="320895"/>
                  </a:lnTo>
                  <a:lnTo>
                    <a:pt x="237659" y="318739"/>
                  </a:lnTo>
                  <a:lnTo>
                    <a:pt x="242421" y="316432"/>
                  </a:lnTo>
                  <a:lnTo>
                    <a:pt x="247107" y="313975"/>
                  </a:lnTo>
                  <a:lnTo>
                    <a:pt x="251713" y="311371"/>
                  </a:lnTo>
                  <a:lnTo>
                    <a:pt x="256235" y="308623"/>
                  </a:lnTo>
                  <a:lnTo>
                    <a:pt x="260667" y="305733"/>
                  </a:lnTo>
                  <a:lnTo>
                    <a:pt x="265006" y="302704"/>
                  </a:lnTo>
                  <a:lnTo>
                    <a:pt x="269247" y="299539"/>
                  </a:lnTo>
                  <a:lnTo>
                    <a:pt x="273385" y="296241"/>
                  </a:lnTo>
                  <a:lnTo>
                    <a:pt x="277417" y="292814"/>
                  </a:lnTo>
                  <a:lnTo>
                    <a:pt x="281338" y="289262"/>
                  </a:lnTo>
                  <a:lnTo>
                    <a:pt x="285145" y="285587"/>
                  </a:lnTo>
                  <a:lnTo>
                    <a:pt x="288834" y="281793"/>
                  </a:lnTo>
                  <a:lnTo>
                    <a:pt x="292401" y="277885"/>
                  </a:lnTo>
                  <a:lnTo>
                    <a:pt x="295842" y="273865"/>
                  </a:lnTo>
                  <a:lnTo>
                    <a:pt x="299155" y="269739"/>
                  </a:lnTo>
                  <a:lnTo>
                    <a:pt x="302335" y="265510"/>
                  </a:lnTo>
                  <a:lnTo>
                    <a:pt x="305380" y="261182"/>
                  </a:lnTo>
                  <a:lnTo>
                    <a:pt x="308286" y="256760"/>
                  </a:lnTo>
                  <a:lnTo>
                    <a:pt x="311051" y="252249"/>
                  </a:lnTo>
                  <a:lnTo>
                    <a:pt x="313672" y="247652"/>
                  </a:lnTo>
                  <a:lnTo>
                    <a:pt x="316145" y="242975"/>
                  </a:lnTo>
                  <a:lnTo>
                    <a:pt x="318470" y="238221"/>
                  </a:lnTo>
                  <a:lnTo>
                    <a:pt x="320643" y="233397"/>
                  </a:lnTo>
                  <a:lnTo>
                    <a:pt x="322662" y="228506"/>
                  </a:lnTo>
                  <a:lnTo>
                    <a:pt x="324526" y="223553"/>
                  </a:lnTo>
                  <a:lnTo>
                    <a:pt x="326232" y="218544"/>
                  </a:lnTo>
                  <a:lnTo>
                    <a:pt x="327778" y="213484"/>
                  </a:lnTo>
                  <a:lnTo>
                    <a:pt x="329163" y="208377"/>
                  </a:lnTo>
                  <a:lnTo>
                    <a:pt x="330386" y="203229"/>
                  </a:lnTo>
                  <a:lnTo>
                    <a:pt x="331446" y="198045"/>
                  </a:lnTo>
                  <a:lnTo>
                    <a:pt x="332341" y="192829"/>
                  </a:lnTo>
                  <a:lnTo>
                    <a:pt x="333070" y="187589"/>
                  </a:lnTo>
                  <a:lnTo>
                    <a:pt x="333634" y="182327"/>
                  </a:lnTo>
                  <a:lnTo>
                    <a:pt x="334030" y="177051"/>
                  </a:lnTo>
                  <a:lnTo>
                    <a:pt x="334259" y="171764"/>
                  </a:lnTo>
                  <a:lnTo>
                    <a:pt x="334321" y="166473"/>
                  </a:lnTo>
                  <a:lnTo>
                    <a:pt x="334215" y="161183"/>
                  </a:lnTo>
                  <a:lnTo>
                    <a:pt x="333942" y="155899"/>
                  </a:lnTo>
                  <a:lnTo>
                    <a:pt x="333502" y="150626"/>
                  </a:lnTo>
                  <a:lnTo>
                    <a:pt x="332895" y="145369"/>
                  </a:lnTo>
                  <a:lnTo>
                    <a:pt x="332122" y="140134"/>
                  </a:lnTo>
                  <a:lnTo>
                    <a:pt x="331184" y="134927"/>
                  </a:lnTo>
                  <a:lnTo>
                    <a:pt x="330082" y="129752"/>
                  </a:lnTo>
                  <a:lnTo>
                    <a:pt x="328816" y="124614"/>
                  </a:lnTo>
                  <a:lnTo>
                    <a:pt x="327388" y="119519"/>
                  </a:lnTo>
                  <a:lnTo>
                    <a:pt x="325800" y="114471"/>
                  </a:lnTo>
                  <a:lnTo>
                    <a:pt x="324052" y="109477"/>
                  </a:lnTo>
                  <a:lnTo>
                    <a:pt x="322148" y="104540"/>
                  </a:lnTo>
                  <a:lnTo>
                    <a:pt x="320088" y="99666"/>
                  </a:lnTo>
                  <a:lnTo>
                    <a:pt x="317875" y="94859"/>
                  </a:lnTo>
                  <a:lnTo>
                    <a:pt x="315511" y="90125"/>
                  </a:lnTo>
                  <a:lnTo>
                    <a:pt x="312999" y="85469"/>
                  </a:lnTo>
                  <a:lnTo>
                    <a:pt x="310340" y="80894"/>
                  </a:lnTo>
                  <a:lnTo>
                    <a:pt x="307538" y="76405"/>
                  </a:lnTo>
                  <a:lnTo>
                    <a:pt x="304595" y="72008"/>
                  </a:lnTo>
                  <a:lnTo>
                    <a:pt x="301514" y="67705"/>
                  </a:lnTo>
                  <a:lnTo>
                    <a:pt x="298299" y="63503"/>
                  </a:lnTo>
                  <a:lnTo>
                    <a:pt x="294952" y="59404"/>
                  </a:lnTo>
                  <a:lnTo>
                    <a:pt x="291478" y="55414"/>
                  </a:lnTo>
                  <a:lnTo>
                    <a:pt x="287879" y="51535"/>
                  </a:lnTo>
                  <a:lnTo>
                    <a:pt x="284158" y="47772"/>
                  </a:lnTo>
                  <a:lnTo>
                    <a:pt x="280321" y="44129"/>
                  </a:lnTo>
                  <a:lnTo>
                    <a:pt x="276370" y="40609"/>
                  </a:lnTo>
                  <a:lnTo>
                    <a:pt x="272310" y="37215"/>
                  </a:lnTo>
                  <a:lnTo>
                    <a:pt x="167155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g548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g549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g550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g551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g552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g553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g554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g555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g556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g557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g558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g559"/>
            <p:cNvSpPr/>
            <p:nvPr/>
          </p:nvSpPr>
          <p:spPr>
            <a:xfrm>
              <a:off x="2525980" y="3207608"/>
              <a:ext cx="105154" cy="129951"/>
            </a:xfrm>
            <a:custGeom>
              <a:avLst/>
              <a:pathLst>
                <a:path w="105154" h="129951">
                  <a:moveTo>
                    <a:pt x="105154" y="0"/>
                  </a:moveTo>
                  <a:lnTo>
                    <a:pt x="0" y="129951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g560"/>
            <p:cNvSpPr/>
            <p:nvPr/>
          </p:nvSpPr>
          <p:spPr>
            <a:xfrm>
              <a:off x="2525980" y="3198303"/>
              <a:ext cx="105154" cy="139256"/>
            </a:xfrm>
            <a:custGeom>
              <a:avLst/>
              <a:pathLst>
                <a:path w="105154" h="139256">
                  <a:moveTo>
                    <a:pt x="105154" y="9304"/>
                  </a:moveTo>
                  <a:lnTo>
                    <a:pt x="92480" y="0"/>
                  </a:lnTo>
                  <a:lnTo>
                    <a:pt x="0" y="139256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g561"/>
            <p:cNvSpPr/>
            <p:nvPr/>
          </p:nvSpPr>
          <p:spPr>
            <a:xfrm>
              <a:off x="2525980" y="3170392"/>
              <a:ext cx="92480" cy="167167"/>
            </a:xfrm>
            <a:custGeom>
              <a:avLst/>
              <a:pathLst>
                <a:path w="92480" h="167167">
                  <a:moveTo>
                    <a:pt x="92480" y="27911"/>
                  </a:moveTo>
                  <a:lnTo>
                    <a:pt x="87624" y="24805"/>
                  </a:lnTo>
                  <a:lnTo>
                    <a:pt x="82663" y="21869"/>
                  </a:lnTo>
                  <a:lnTo>
                    <a:pt x="77605" y="19105"/>
                  </a:lnTo>
                  <a:lnTo>
                    <a:pt x="72454" y="16517"/>
                  </a:lnTo>
                  <a:lnTo>
                    <a:pt x="67217" y="14109"/>
                  </a:lnTo>
                  <a:lnTo>
                    <a:pt x="61900" y="11882"/>
                  </a:lnTo>
                  <a:lnTo>
                    <a:pt x="56509" y="9841"/>
                  </a:lnTo>
                  <a:lnTo>
                    <a:pt x="51052" y="7986"/>
                  </a:lnTo>
                  <a:lnTo>
                    <a:pt x="45533" y="6320"/>
                  </a:lnTo>
                  <a:lnTo>
                    <a:pt x="39961" y="4846"/>
                  </a:lnTo>
                  <a:lnTo>
                    <a:pt x="34341" y="3565"/>
                  </a:lnTo>
                  <a:lnTo>
                    <a:pt x="28680" y="2478"/>
                  </a:lnTo>
                  <a:lnTo>
                    <a:pt x="22985" y="1587"/>
                  </a:lnTo>
                  <a:lnTo>
                    <a:pt x="17262" y="893"/>
                  </a:lnTo>
                  <a:lnTo>
                    <a:pt x="11519" y="397"/>
                  </a:lnTo>
                  <a:lnTo>
                    <a:pt x="5763" y="99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g56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g56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g56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g56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g566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g567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g568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g569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g570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g571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g572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g573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g574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g575"/>
            <p:cNvSpPr/>
            <p:nvPr/>
          </p:nvSpPr>
          <p:spPr>
            <a:xfrm>
              <a:off x="2590748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g576"/>
            <p:cNvSpPr/>
            <p:nvPr/>
          </p:nvSpPr>
          <p:spPr>
            <a:xfrm>
              <a:off x="2423601" y="3707720"/>
              <a:ext cx="334294" cy="334334"/>
            </a:xfrm>
            <a:custGeom>
              <a:avLst/>
              <a:pathLst>
                <a:path w="334294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2" y="1345"/>
                  </a:lnTo>
                  <a:lnTo>
                    <a:pt x="140731" y="2100"/>
                  </a:lnTo>
                  <a:lnTo>
                    <a:pt x="135507" y="3021"/>
                  </a:lnTo>
                  <a:lnTo>
                    <a:pt x="130314" y="4108"/>
                  </a:lnTo>
                  <a:lnTo>
                    <a:pt x="125159" y="5358"/>
                  </a:lnTo>
                  <a:lnTo>
                    <a:pt x="120046" y="6772"/>
                  </a:lnTo>
                  <a:lnTo>
                    <a:pt x="114980" y="8347"/>
                  </a:lnTo>
                  <a:lnTo>
                    <a:pt x="109967" y="10083"/>
                  </a:lnTo>
                  <a:lnTo>
                    <a:pt x="105011" y="11976"/>
                  </a:lnTo>
                  <a:lnTo>
                    <a:pt x="100118" y="14026"/>
                  </a:lnTo>
                  <a:lnTo>
                    <a:pt x="95293" y="16230"/>
                  </a:lnTo>
                  <a:lnTo>
                    <a:pt x="90540" y="18586"/>
                  </a:lnTo>
                  <a:lnTo>
                    <a:pt x="85864" y="21091"/>
                  </a:lnTo>
                  <a:lnTo>
                    <a:pt x="81269" y="23744"/>
                  </a:lnTo>
                  <a:lnTo>
                    <a:pt x="76762" y="26541"/>
                  </a:lnTo>
                  <a:lnTo>
                    <a:pt x="72345" y="29480"/>
                  </a:lnTo>
                  <a:lnTo>
                    <a:pt x="68024" y="32557"/>
                  </a:lnTo>
                  <a:lnTo>
                    <a:pt x="63803" y="35770"/>
                  </a:lnTo>
                  <a:lnTo>
                    <a:pt x="59685" y="39116"/>
                  </a:lnTo>
                  <a:lnTo>
                    <a:pt x="55676" y="42590"/>
                  </a:lnTo>
                  <a:lnTo>
                    <a:pt x="51780" y="46190"/>
                  </a:lnTo>
                  <a:lnTo>
                    <a:pt x="47999" y="49911"/>
                  </a:lnTo>
                  <a:lnTo>
                    <a:pt x="44338" y="53751"/>
                  </a:lnTo>
                  <a:lnTo>
                    <a:pt x="40801" y="57705"/>
                  </a:lnTo>
                  <a:lnTo>
                    <a:pt x="37392" y="61769"/>
                  </a:lnTo>
                  <a:lnTo>
                    <a:pt x="34113" y="65939"/>
                  </a:lnTo>
                  <a:lnTo>
                    <a:pt x="30968" y="70211"/>
                  </a:lnTo>
                  <a:lnTo>
                    <a:pt x="27960" y="74581"/>
                  </a:lnTo>
                  <a:lnTo>
                    <a:pt x="25092" y="79044"/>
                  </a:lnTo>
                  <a:lnTo>
                    <a:pt x="22368" y="83596"/>
                  </a:lnTo>
                  <a:lnTo>
                    <a:pt x="19789" y="88232"/>
                  </a:lnTo>
                  <a:lnTo>
                    <a:pt x="17358" y="92948"/>
                  </a:lnTo>
                  <a:lnTo>
                    <a:pt x="15079" y="97738"/>
                  </a:lnTo>
                  <a:lnTo>
                    <a:pt x="12952" y="102598"/>
                  </a:lnTo>
                  <a:lnTo>
                    <a:pt x="10981" y="107523"/>
                  </a:lnTo>
                  <a:lnTo>
                    <a:pt x="9167" y="112509"/>
                  </a:lnTo>
                  <a:lnTo>
                    <a:pt x="7512" y="117549"/>
                  </a:lnTo>
                  <a:lnTo>
                    <a:pt x="6018" y="122639"/>
                  </a:lnTo>
                  <a:lnTo>
                    <a:pt x="4687" y="127774"/>
                  </a:lnTo>
                  <a:lnTo>
                    <a:pt x="3518" y="132949"/>
                  </a:lnTo>
                  <a:lnTo>
                    <a:pt x="2515" y="138158"/>
                  </a:lnTo>
                  <a:lnTo>
                    <a:pt x="1677" y="143397"/>
                  </a:lnTo>
                  <a:lnTo>
                    <a:pt x="1007" y="148659"/>
                  </a:lnTo>
                  <a:lnTo>
                    <a:pt x="503" y="153940"/>
                  </a:lnTo>
                  <a:lnTo>
                    <a:pt x="167" y="159235"/>
                  </a:lnTo>
                  <a:lnTo>
                    <a:pt x="0" y="164537"/>
                  </a:lnTo>
                  <a:lnTo>
                    <a:pt x="0" y="169842"/>
                  </a:lnTo>
                  <a:lnTo>
                    <a:pt x="169" y="175144"/>
                  </a:lnTo>
                  <a:lnTo>
                    <a:pt x="506" y="180438"/>
                  </a:lnTo>
                  <a:lnTo>
                    <a:pt x="1011" y="185719"/>
                  </a:lnTo>
                  <a:lnTo>
                    <a:pt x="1684" y="190982"/>
                  </a:lnTo>
                  <a:lnTo>
                    <a:pt x="2523" y="196220"/>
                  </a:lnTo>
                  <a:lnTo>
                    <a:pt x="3528" y="201429"/>
                  </a:lnTo>
                  <a:lnTo>
                    <a:pt x="4697" y="206603"/>
                  </a:lnTo>
                  <a:lnTo>
                    <a:pt x="6030" y="211738"/>
                  </a:lnTo>
                  <a:lnTo>
                    <a:pt x="7526" y="216828"/>
                  </a:lnTo>
                  <a:lnTo>
                    <a:pt x="9182" y="221868"/>
                  </a:lnTo>
                  <a:lnTo>
                    <a:pt x="10997" y="226853"/>
                  </a:lnTo>
                  <a:lnTo>
                    <a:pt x="12970" y="231777"/>
                  </a:lnTo>
                  <a:lnTo>
                    <a:pt x="15097" y="236637"/>
                  </a:lnTo>
                  <a:lnTo>
                    <a:pt x="17378" y="241426"/>
                  </a:lnTo>
                  <a:lnTo>
                    <a:pt x="19810" y="246141"/>
                  </a:lnTo>
                  <a:lnTo>
                    <a:pt x="22390" y="250777"/>
                  </a:lnTo>
                  <a:lnTo>
                    <a:pt x="25116" y="255328"/>
                  </a:lnTo>
                  <a:lnTo>
                    <a:pt x="27985" y="259790"/>
                  </a:lnTo>
                  <a:lnTo>
                    <a:pt x="30994" y="264159"/>
                  </a:lnTo>
                  <a:lnTo>
                    <a:pt x="34140" y="268430"/>
                  </a:lnTo>
                  <a:lnTo>
                    <a:pt x="37420" y="272600"/>
                  </a:lnTo>
                  <a:lnTo>
                    <a:pt x="40831" y="276663"/>
                  </a:lnTo>
                  <a:lnTo>
                    <a:pt x="44369" y="280616"/>
                  </a:lnTo>
                  <a:lnTo>
                    <a:pt x="48031" y="284455"/>
                  </a:lnTo>
                  <a:lnTo>
                    <a:pt x="51812" y="288175"/>
                  </a:lnTo>
                  <a:lnTo>
                    <a:pt x="55710" y="291774"/>
                  </a:lnTo>
                  <a:lnTo>
                    <a:pt x="59720" y="295247"/>
                  </a:lnTo>
                  <a:lnTo>
                    <a:pt x="63838" y="298591"/>
                  </a:lnTo>
                  <a:lnTo>
                    <a:pt x="68060" y="301803"/>
                  </a:lnTo>
                  <a:lnTo>
                    <a:pt x="72382" y="304879"/>
                  </a:lnTo>
                  <a:lnTo>
                    <a:pt x="76800" y="307817"/>
                  </a:lnTo>
                  <a:lnTo>
                    <a:pt x="81308" y="310613"/>
                  </a:lnTo>
                  <a:lnTo>
                    <a:pt x="85903" y="313264"/>
                  </a:lnTo>
                  <a:lnTo>
                    <a:pt x="90580" y="315769"/>
                  </a:lnTo>
                  <a:lnTo>
                    <a:pt x="95333" y="318123"/>
                  </a:lnTo>
                  <a:lnTo>
                    <a:pt x="100160" y="320326"/>
                  </a:lnTo>
                  <a:lnTo>
                    <a:pt x="105053" y="322375"/>
                  </a:lnTo>
                  <a:lnTo>
                    <a:pt x="110009" y="324267"/>
                  </a:lnTo>
                  <a:lnTo>
                    <a:pt x="115023" y="326001"/>
                  </a:lnTo>
                  <a:lnTo>
                    <a:pt x="120089" y="327574"/>
                  </a:lnTo>
                  <a:lnTo>
                    <a:pt x="125202" y="328987"/>
                  </a:lnTo>
                  <a:lnTo>
                    <a:pt x="130358" y="330236"/>
                  </a:lnTo>
                  <a:lnTo>
                    <a:pt x="135551" y="331321"/>
                  </a:lnTo>
                  <a:lnTo>
                    <a:pt x="140776" y="332241"/>
                  </a:lnTo>
                  <a:lnTo>
                    <a:pt x="146027" y="332995"/>
                  </a:lnTo>
                  <a:lnTo>
                    <a:pt x="151299" y="333582"/>
                  </a:lnTo>
                  <a:lnTo>
                    <a:pt x="156588" y="334001"/>
                  </a:lnTo>
                  <a:lnTo>
                    <a:pt x="161887" y="334252"/>
                  </a:lnTo>
                  <a:lnTo>
                    <a:pt x="167191" y="334334"/>
                  </a:lnTo>
                  <a:lnTo>
                    <a:pt x="172496" y="334249"/>
                  </a:lnTo>
                  <a:lnTo>
                    <a:pt x="177794" y="333995"/>
                  </a:lnTo>
                  <a:lnTo>
                    <a:pt x="183083" y="333573"/>
                  </a:lnTo>
                  <a:lnTo>
                    <a:pt x="188355" y="332984"/>
                  </a:lnTo>
                  <a:lnTo>
                    <a:pt x="193606" y="332227"/>
                  </a:lnTo>
                  <a:lnTo>
                    <a:pt x="198830" y="331304"/>
                  </a:lnTo>
                  <a:lnTo>
                    <a:pt x="204022" y="330216"/>
                  </a:lnTo>
                  <a:lnTo>
                    <a:pt x="209177" y="328964"/>
                  </a:lnTo>
                  <a:lnTo>
                    <a:pt x="214290" y="327549"/>
                  </a:lnTo>
                  <a:lnTo>
                    <a:pt x="219355" y="325972"/>
                  </a:lnTo>
                  <a:lnTo>
                    <a:pt x="224368" y="324236"/>
                  </a:lnTo>
                  <a:lnTo>
                    <a:pt x="229323" y="322341"/>
                  </a:lnTo>
                  <a:lnTo>
                    <a:pt x="234215" y="320290"/>
                  </a:lnTo>
                  <a:lnTo>
                    <a:pt x="239040" y="318085"/>
                  </a:lnTo>
                  <a:lnTo>
                    <a:pt x="243793" y="315728"/>
                  </a:lnTo>
                  <a:lnTo>
                    <a:pt x="248468" y="313221"/>
                  </a:lnTo>
                  <a:lnTo>
                    <a:pt x="253062" y="310567"/>
                  </a:lnTo>
                  <a:lnTo>
                    <a:pt x="257568" y="307768"/>
                  </a:lnTo>
                  <a:lnTo>
                    <a:pt x="261984" y="304828"/>
                  </a:lnTo>
                  <a:lnTo>
                    <a:pt x="266305" y="301750"/>
                  </a:lnTo>
                  <a:lnTo>
                    <a:pt x="270525" y="298536"/>
                  </a:lnTo>
                  <a:lnTo>
                    <a:pt x="274642" y="295189"/>
                  </a:lnTo>
                  <a:lnTo>
                    <a:pt x="278650" y="291714"/>
                  </a:lnTo>
                  <a:lnTo>
                    <a:pt x="282545" y="288113"/>
                  </a:lnTo>
                  <a:lnTo>
                    <a:pt x="286325" y="284391"/>
                  </a:lnTo>
                  <a:lnTo>
                    <a:pt x="289985" y="280550"/>
                  </a:lnTo>
                  <a:lnTo>
                    <a:pt x="293520" y="276595"/>
                  </a:lnTo>
                  <a:lnTo>
                    <a:pt x="296929" y="272530"/>
                  </a:lnTo>
                  <a:lnTo>
                    <a:pt x="300207" y="268359"/>
                  </a:lnTo>
                  <a:lnTo>
                    <a:pt x="303351" y="264086"/>
                  </a:lnTo>
                  <a:lnTo>
                    <a:pt x="306358" y="259715"/>
                  </a:lnTo>
                  <a:lnTo>
                    <a:pt x="309224" y="255251"/>
                  </a:lnTo>
                  <a:lnTo>
                    <a:pt x="311947" y="250699"/>
                  </a:lnTo>
                  <a:lnTo>
                    <a:pt x="314525" y="246062"/>
                  </a:lnTo>
                  <a:lnTo>
                    <a:pt x="316954" y="241346"/>
                  </a:lnTo>
                  <a:lnTo>
                    <a:pt x="319233" y="236555"/>
                  </a:lnTo>
                  <a:lnTo>
                    <a:pt x="321358" y="231694"/>
                  </a:lnTo>
                  <a:lnTo>
                    <a:pt x="323328" y="226769"/>
                  </a:lnTo>
                  <a:lnTo>
                    <a:pt x="325140" y="221783"/>
                  </a:lnTo>
                  <a:lnTo>
                    <a:pt x="326794" y="216742"/>
                  </a:lnTo>
                  <a:lnTo>
                    <a:pt x="328286" y="211651"/>
                  </a:lnTo>
                  <a:lnTo>
                    <a:pt x="329617" y="206516"/>
                  </a:lnTo>
                  <a:lnTo>
                    <a:pt x="330783" y="201341"/>
                  </a:lnTo>
                  <a:lnTo>
                    <a:pt x="331785" y="196131"/>
                  </a:lnTo>
                  <a:lnTo>
                    <a:pt x="332621" y="190893"/>
                  </a:lnTo>
                  <a:lnTo>
                    <a:pt x="333291" y="185630"/>
                  </a:lnTo>
                  <a:lnTo>
                    <a:pt x="333793" y="180349"/>
                  </a:lnTo>
                  <a:lnTo>
                    <a:pt x="334128" y="175054"/>
                  </a:lnTo>
                  <a:lnTo>
                    <a:pt x="334294" y="169752"/>
                  </a:lnTo>
                  <a:lnTo>
                    <a:pt x="334292" y="164447"/>
                  </a:lnTo>
                  <a:lnTo>
                    <a:pt x="334121" y="159145"/>
                  </a:lnTo>
                  <a:lnTo>
                    <a:pt x="333782" y="153851"/>
                  </a:lnTo>
                  <a:lnTo>
                    <a:pt x="333276" y="148570"/>
                  </a:lnTo>
                  <a:lnTo>
                    <a:pt x="332602" y="143308"/>
                  </a:lnTo>
                  <a:lnTo>
                    <a:pt x="331762" y="138070"/>
                  </a:lnTo>
                  <a:lnTo>
                    <a:pt x="330756" y="132861"/>
                  </a:lnTo>
                  <a:lnTo>
                    <a:pt x="329585" y="127687"/>
                  </a:lnTo>
                  <a:lnTo>
                    <a:pt x="328250" y="122552"/>
                  </a:lnTo>
                  <a:lnTo>
                    <a:pt x="326753" y="117463"/>
                  </a:lnTo>
                  <a:lnTo>
                    <a:pt x="325096" y="112424"/>
                  </a:lnTo>
                  <a:lnTo>
                    <a:pt x="323279" y="107439"/>
                  </a:lnTo>
                  <a:lnTo>
                    <a:pt x="321306" y="102515"/>
                  </a:lnTo>
                  <a:lnTo>
                    <a:pt x="319177" y="97656"/>
                  </a:lnTo>
                  <a:lnTo>
                    <a:pt x="316894" y="92867"/>
                  </a:lnTo>
                  <a:lnTo>
                    <a:pt x="314461" y="88153"/>
                  </a:lnTo>
                  <a:lnTo>
                    <a:pt x="311880" y="83518"/>
                  </a:lnTo>
                  <a:lnTo>
                    <a:pt x="309153" y="78968"/>
                  </a:lnTo>
                  <a:lnTo>
                    <a:pt x="306283" y="74506"/>
                  </a:lnTo>
                  <a:lnTo>
                    <a:pt x="303273" y="70138"/>
                  </a:lnTo>
                  <a:lnTo>
                    <a:pt x="300125" y="65868"/>
                  </a:lnTo>
                  <a:lnTo>
                    <a:pt x="296844" y="61699"/>
                  </a:lnTo>
                  <a:lnTo>
                    <a:pt x="293432" y="57637"/>
                  </a:lnTo>
                  <a:lnTo>
                    <a:pt x="289893" y="53685"/>
                  </a:lnTo>
                  <a:lnTo>
                    <a:pt x="286230" y="49847"/>
                  </a:lnTo>
                  <a:lnTo>
                    <a:pt x="282448" y="46128"/>
                  </a:lnTo>
                  <a:lnTo>
                    <a:pt x="278549" y="42530"/>
                  </a:lnTo>
                  <a:lnTo>
                    <a:pt x="274538" y="39058"/>
                  </a:lnTo>
                  <a:lnTo>
                    <a:pt x="270419" y="35715"/>
                  </a:lnTo>
                  <a:lnTo>
                    <a:pt x="266196" y="32504"/>
                  </a:lnTo>
                  <a:lnTo>
                    <a:pt x="261873" y="29429"/>
                  </a:lnTo>
                  <a:lnTo>
                    <a:pt x="257455" y="26493"/>
                  </a:lnTo>
                  <a:lnTo>
                    <a:pt x="252946" y="23698"/>
                  </a:lnTo>
                  <a:lnTo>
                    <a:pt x="248350" y="21048"/>
                  </a:lnTo>
                  <a:lnTo>
                    <a:pt x="243673" y="18545"/>
                  </a:lnTo>
                  <a:lnTo>
                    <a:pt x="238918" y="16191"/>
                  </a:lnTo>
                  <a:lnTo>
                    <a:pt x="234092" y="13990"/>
                  </a:lnTo>
                  <a:lnTo>
                    <a:pt x="229198" y="11943"/>
                  </a:lnTo>
                  <a:lnTo>
                    <a:pt x="224241" y="10052"/>
                  </a:lnTo>
                  <a:lnTo>
                    <a:pt x="219227" y="8319"/>
                  </a:lnTo>
                  <a:lnTo>
                    <a:pt x="214160" y="6747"/>
                  </a:lnTo>
                  <a:lnTo>
                    <a:pt x="209046" y="5336"/>
                  </a:lnTo>
                  <a:lnTo>
                    <a:pt x="203890" y="4088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g577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g578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g579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g580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g581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g582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g583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g584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g585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g586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g587"/>
            <p:cNvSpPr/>
            <p:nvPr/>
          </p:nvSpPr>
          <p:spPr>
            <a:xfrm>
              <a:off x="2590748" y="3711809"/>
              <a:ext cx="36744" cy="163079"/>
            </a:xfrm>
            <a:custGeom>
              <a:avLst/>
              <a:pathLst>
                <a:path w="36744" h="163079">
                  <a:moveTo>
                    <a:pt x="36744" y="0"/>
                  </a:moveTo>
                  <a:lnTo>
                    <a:pt x="0" y="163079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g588"/>
            <p:cNvSpPr/>
            <p:nvPr/>
          </p:nvSpPr>
          <p:spPr>
            <a:xfrm>
              <a:off x="2590748" y="3711366"/>
              <a:ext cx="36744" cy="163521"/>
            </a:xfrm>
            <a:custGeom>
              <a:avLst/>
              <a:pathLst>
                <a:path w="36744" h="163521">
                  <a:moveTo>
                    <a:pt x="36744" y="442"/>
                  </a:moveTo>
                  <a:lnTo>
                    <a:pt x="34722" y="0"/>
                  </a:lnTo>
                  <a:lnTo>
                    <a:pt x="0" y="163521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g589"/>
            <p:cNvSpPr/>
            <p:nvPr/>
          </p:nvSpPr>
          <p:spPr>
            <a:xfrm>
              <a:off x="2590748" y="3707720"/>
              <a:ext cx="34722" cy="167167"/>
            </a:xfrm>
            <a:custGeom>
              <a:avLst/>
              <a:pathLst>
                <a:path w="34722" h="167167">
                  <a:moveTo>
                    <a:pt x="34722" y="3645"/>
                  </a:moveTo>
                  <a:lnTo>
                    <a:pt x="27851" y="2336"/>
                  </a:lnTo>
                  <a:lnTo>
                    <a:pt x="20931" y="1315"/>
                  </a:lnTo>
                  <a:lnTo>
                    <a:pt x="13974" y="585"/>
                  </a:lnTo>
                  <a:lnTo>
                    <a:pt x="6993" y="146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g59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g59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g59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g59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g59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g595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g596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g597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g598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g599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g600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g601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g602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g603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g604"/>
            <p:cNvSpPr/>
            <p:nvPr/>
          </p:nvSpPr>
          <p:spPr>
            <a:xfrm>
              <a:off x="2781287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g605"/>
            <p:cNvSpPr/>
            <p:nvPr/>
          </p:nvSpPr>
          <p:spPr>
            <a:xfrm>
              <a:off x="2614129" y="4213821"/>
              <a:ext cx="334325" cy="334324"/>
            </a:xfrm>
            <a:custGeom>
              <a:avLst/>
              <a:pathLst>
                <a:path w="334325" h="334324">
                  <a:moveTo>
                    <a:pt x="167158" y="0"/>
                  </a:moveTo>
                  <a:lnTo>
                    <a:pt x="161873" y="83"/>
                  </a:lnTo>
                  <a:lnTo>
                    <a:pt x="156593" y="334"/>
                  </a:lnTo>
                  <a:lnTo>
                    <a:pt x="151323" y="751"/>
                  </a:lnTo>
                  <a:lnTo>
                    <a:pt x="146070" y="1335"/>
                  </a:lnTo>
                  <a:lnTo>
                    <a:pt x="140837" y="2085"/>
                  </a:lnTo>
                  <a:lnTo>
                    <a:pt x="135631" y="2999"/>
                  </a:lnTo>
                  <a:lnTo>
                    <a:pt x="130456" y="4078"/>
                  </a:lnTo>
                  <a:lnTo>
                    <a:pt x="125318" y="5320"/>
                  </a:lnTo>
                  <a:lnTo>
                    <a:pt x="120222" y="6724"/>
                  </a:lnTo>
                  <a:lnTo>
                    <a:pt x="115173" y="8288"/>
                  </a:lnTo>
                  <a:lnTo>
                    <a:pt x="110175" y="10011"/>
                  </a:lnTo>
                  <a:lnTo>
                    <a:pt x="105235" y="11891"/>
                  </a:lnTo>
                  <a:lnTo>
                    <a:pt x="100357" y="13927"/>
                  </a:lnTo>
                  <a:lnTo>
                    <a:pt x="95545" y="16116"/>
                  </a:lnTo>
                  <a:lnTo>
                    <a:pt x="90805" y="18455"/>
                  </a:lnTo>
                  <a:lnTo>
                    <a:pt x="86141" y="20944"/>
                  </a:lnTo>
                  <a:lnTo>
                    <a:pt x="81559" y="23578"/>
                  </a:lnTo>
                  <a:lnTo>
                    <a:pt x="77062" y="26356"/>
                  </a:lnTo>
                  <a:lnTo>
                    <a:pt x="72655" y="29275"/>
                  </a:lnTo>
                  <a:lnTo>
                    <a:pt x="68342" y="32332"/>
                  </a:lnTo>
                  <a:lnTo>
                    <a:pt x="64129" y="35524"/>
                  </a:lnTo>
                  <a:lnTo>
                    <a:pt x="60018" y="38847"/>
                  </a:lnTo>
                  <a:lnTo>
                    <a:pt x="56014" y="42299"/>
                  </a:lnTo>
                  <a:lnTo>
                    <a:pt x="52122" y="45875"/>
                  </a:lnTo>
                  <a:lnTo>
                    <a:pt x="48345" y="49573"/>
                  </a:lnTo>
                  <a:lnTo>
                    <a:pt x="44686" y="53388"/>
                  </a:lnTo>
                  <a:lnTo>
                    <a:pt x="41150" y="57317"/>
                  </a:lnTo>
                  <a:lnTo>
                    <a:pt x="37740" y="61356"/>
                  </a:lnTo>
                  <a:lnTo>
                    <a:pt x="34459" y="65501"/>
                  </a:lnTo>
                  <a:lnTo>
                    <a:pt x="31311" y="69747"/>
                  </a:lnTo>
                  <a:lnTo>
                    <a:pt x="28299" y="74091"/>
                  </a:lnTo>
                  <a:lnTo>
                    <a:pt x="25426" y="78528"/>
                  </a:lnTo>
                  <a:lnTo>
                    <a:pt x="22694" y="83054"/>
                  </a:lnTo>
                  <a:lnTo>
                    <a:pt x="20107" y="87663"/>
                  </a:lnTo>
                  <a:lnTo>
                    <a:pt x="17667" y="92352"/>
                  </a:lnTo>
                  <a:lnTo>
                    <a:pt x="15376" y="97116"/>
                  </a:lnTo>
                  <a:lnTo>
                    <a:pt x="13237" y="101950"/>
                  </a:lnTo>
                  <a:lnTo>
                    <a:pt x="11252" y="106849"/>
                  </a:lnTo>
                  <a:lnTo>
                    <a:pt x="9423" y="111809"/>
                  </a:lnTo>
                  <a:lnTo>
                    <a:pt x="7751" y="116823"/>
                  </a:lnTo>
                  <a:lnTo>
                    <a:pt x="6239" y="121888"/>
                  </a:lnTo>
                  <a:lnTo>
                    <a:pt x="4888" y="126999"/>
                  </a:lnTo>
                  <a:lnTo>
                    <a:pt x="3699" y="132149"/>
                  </a:lnTo>
                  <a:lnTo>
                    <a:pt x="2674" y="137335"/>
                  </a:lnTo>
                  <a:lnTo>
                    <a:pt x="1813" y="142550"/>
                  </a:lnTo>
                  <a:lnTo>
                    <a:pt x="1117" y="147790"/>
                  </a:lnTo>
                  <a:lnTo>
                    <a:pt x="588" y="153050"/>
                  </a:lnTo>
                  <a:lnTo>
                    <a:pt x="225" y="158323"/>
                  </a:lnTo>
                  <a:lnTo>
                    <a:pt x="29" y="163606"/>
                  </a:lnTo>
                  <a:lnTo>
                    <a:pt x="0" y="168892"/>
                  </a:lnTo>
                  <a:lnTo>
                    <a:pt x="138" y="174176"/>
                  </a:lnTo>
                  <a:lnTo>
                    <a:pt x="443" y="179453"/>
                  </a:lnTo>
                  <a:lnTo>
                    <a:pt x="914" y="184718"/>
                  </a:lnTo>
                  <a:lnTo>
                    <a:pt x="1553" y="189965"/>
                  </a:lnTo>
                  <a:lnTo>
                    <a:pt x="2356" y="195190"/>
                  </a:lnTo>
                  <a:lnTo>
                    <a:pt x="3325" y="200386"/>
                  </a:lnTo>
                  <a:lnTo>
                    <a:pt x="4457" y="205550"/>
                  </a:lnTo>
                  <a:lnTo>
                    <a:pt x="5752" y="210675"/>
                  </a:lnTo>
                  <a:lnTo>
                    <a:pt x="7208" y="215756"/>
                  </a:lnTo>
                  <a:lnTo>
                    <a:pt x="8824" y="220789"/>
                  </a:lnTo>
                  <a:lnTo>
                    <a:pt x="10599" y="225768"/>
                  </a:lnTo>
                  <a:lnTo>
                    <a:pt x="12530" y="230689"/>
                  </a:lnTo>
                  <a:lnTo>
                    <a:pt x="14615" y="235546"/>
                  </a:lnTo>
                  <a:lnTo>
                    <a:pt x="16854" y="240335"/>
                  </a:lnTo>
                  <a:lnTo>
                    <a:pt x="19242" y="245050"/>
                  </a:lnTo>
                  <a:lnTo>
                    <a:pt x="21778" y="249688"/>
                  </a:lnTo>
                  <a:lnTo>
                    <a:pt x="24460" y="254243"/>
                  </a:lnTo>
                  <a:lnTo>
                    <a:pt x="27285" y="258711"/>
                  </a:lnTo>
                  <a:lnTo>
                    <a:pt x="30249" y="263088"/>
                  </a:lnTo>
                  <a:lnTo>
                    <a:pt x="33350" y="267369"/>
                  </a:lnTo>
                  <a:lnTo>
                    <a:pt x="36585" y="271549"/>
                  </a:lnTo>
                  <a:lnTo>
                    <a:pt x="39951" y="275625"/>
                  </a:lnTo>
                  <a:lnTo>
                    <a:pt x="43443" y="279593"/>
                  </a:lnTo>
                  <a:lnTo>
                    <a:pt x="47060" y="283448"/>
                  </a:lnTo>
                  <a:lnTo>
                    <a:pt x="50796" y="287187"/>
                  </a:lnTo>
                  <a:lnTo>
                    <a:pt x="54649" y="290806"/>
                  </a:lnTo>
                  <a:lnTo>
                    <a:pt x="58614" y="294302"/>
                  </a:lnTo>
                  <a:lnTo>
                    <a:pt x="62688" y="297670"/>
                  </a:lnTo>
                  <a:lnTo>
                    <a:pt x="66867" y="300908"/>
                  </a:lnTo>
                  <a:lnTo>
                    <a:pt x="71145" y="304012"/>
                  </a:lnTo>
                  <a:lnTo>
                    <a:pt x="75520" y="306979"/>
                  </a:lnTo>
                  <a:lnTo>
                    <a:pt x="79986" y="309806"/>
                  </a:lnTo>
                  <a:lnTo>
                    <a:pt x="84540" y="312491"/>
                  </a:lnTo>
                  <a:lnTo>
                    <a:pt x="89176" y="315031"/>
                  </a:lnTo>
                  <a:lnTo>
                    <a:pt x="93890" y="317422"/>
                  </a:lnTo>
                  <a:lnTo>
                    <a:pt x="98677" y="319664"/>
                  </a:lnTo>
                  <a:lnTo>
                    <a:pt x="103533" y="321753"/>
                  </a:lnTo>
                  <a:lnTo>
                    <a:pt x="108452" y="323687"/>
                  </a:lnTo>
                  <a:lnTo>
                    <a:pt x="113430" y="325465"/>
                  </a:lnTo>
                  <a:lnTo>
                    <a:pt x="118462" y="327084"/>
                  </a:lnTo>
                  <a:lnTo>
                    <a:pt x="123542" y="328544"/>
                  </a:lnTo>
                  <a:lnTo>
                    <a:pt x="128666" y="329842"/>
                  </a:lnTo>
                  <a:lnTo>
                    <a:pt x="133829" y="330978"/>
                  </a:lnTo>
                  <a:lnTo>
                    <a:pt x="139025" y="331950"/>
                  </a:lnTo>
                  <a:lnTo>
                    <a:pt x="144249" y="332757"/>
                  </a:lnTo>
                  <a:lnTo>
                    <a:pt x="149496" y="333399"/>
                  </a:lnTo>
                  <a:lnTo>
                    <a:pt x="154760" y="333874"/>
                  </a:lnTo>
                  <a:lnTo>
                    <a:pt x="160037" y="334183"/>
                  </a:lnTo>
                  <a:lnTo>
                    <a:pt x="165321" y="334324"/>
                  </a:lnTo>
                  <a:lnTo>
                    <a:pt x="170607" y="334299"/>
                  </a:lnTo>
                  <a:lnTo>
                    <a:pt x="175890" y="334106"/>
                  </a:lnTo>
                  <a:lnTo>
                    <a:pt x="181163" y="333747"/>
                  </a:lnTo>
                  <a:lnTo>
                    <a:pt x="186423" y="333221"/>
                  </a:lnTo>
                  <a:lnTo>
                    <a:pt x="191664" y="332528"/>
                  </a:lnTo>
                  <a:lnTo>
                    <a:pt x="196880" y="331671"/>
                  </a:lnTo>
                  <a:lnTo>
                    <a:pt x="202066" y="330649"/>
                  </a:lnTo>
                  <a:lnTo>
                    <a:pt x="207217" y="329464"/>
                  </a:lnTo>
                  <a:lnTo>
                    <a:pt x="212329" y="328116"/>
                  </a:lnTo>
                  <a:lnTo>
                    <a:pt x="217395" y="326607"/>
                  </a:lnTo>
                  <a:lnTo>
                    <a:pt x="222411" y="324939"/>
                  </a:lnTo>
                  <a:lnTo>
                    <a:pt x="227371" y="323113"/>
                  </a:lnTo>
                  <a:lnTo>
                    <a:pt x="232272" y="321132"/>
                  </a:lnTo>
                  <a:lnTo>
                    <a:pt x="237107" y="318996"/>
                  </a:lnTo>
                  <a:lnTo>
                    <a:pt x="241873" y="316709"/>
                  </a:lnTo>
                  <a:lnTo>
                    <a:pt x="246563" y="314272"/>
                  </a:lnTo>
                  <a:lnTo>
                    <a:pt x="251175" y="311687"/>
                  </a:lnTo>
                  <a:lnTo>
                    <a:pt x="255702" y="308959"/>
                  </a:lnTo>
                  <a:lnTo>
                    <a:pt x="260141" y="306088"/>
                  </a:lnTo>
                  <a:lnTo>
                    <a:pt x="264486" y="303079"/>
                  </a:lnTo>
                  <a:lnTo>
                    <a:pt x="268735" y="299934"/>
                  </a:lnTo>
                  <a:lnTo>
                    <a:pt x="272882" y="296656"/>
                  </a:lnTo>
                  <a:lnTo>
                    <a:pt x="276923" y="293249"/>
                  </a:lnTo>
                  <a:lnTo>
                    <a:pt x="280854" y="289715"/>
                  </a:lnTo>
                  <a:lnTo>
                    <a:pt x="284672" y="286059"/>
                  </a:lnTo>
                  <a:lnTo>
                    <a:pt x="288372" y="282284"/>
                  </a:lnTo>
                  <a:lnTo>
                    <a:pt x="291952" y="278394"/>
                  </a:lnTo>
                  <a:lnTo>
                    <a:pt x="295406" y="274393"/>
                  </a:lnTo>
                  <a:lnTo>
                    <a:pt x="298732" y="270285"/>
                  </a:lnTo>
                  <a:lnTo>
                    <a:pt x="301926" y="266073"/>
                  </a:lnTo>
                  <a:lnTo>
                    <a:pt x="304986" y="261763"/>
                  </a:lnTo>
                  <a:lnTo>
                    <a:pt x="307908" y="257358"/>
                  </a:lnTo>
                  <a:lnTo>
                    <a:pt x="310689" y="252863"/>
                  </a:lnTo>
                  <a:lnTo>
                    <a:pt x="313327" y="248282"/>
                  </a:lnTo>
                  <a:lnTo>
                    <a:pt x="315818" y="243620"/>
                  </a:lnTo>
                  <a:lnTo>
                    <a:pt x="318161" y="238881"/>
                  </a:lnTo>
                  <a:lnTo>
                    <a:pt x="320353" y="234071"/>
                  </a:lnTo>
                  <a:lnTo>
                    <a:pt x="322392" y="229194"/>
                  </a:lnTo>
                  <a:lnTo>
                    <a:pt x="324275" y="224255"/>
                  </a:lnTo>
                  <a:lnTo>
                    <a:pt x="326002" y="219259"/>
                  </a:lnTo>
                  <a:lnTo>
                    <a:pt x="327569" y="214211"/>
                  </a:lnTo>
                  <a:lnTo>
                    <a:pt x="328977" y="209116"/>
                  </a:lnTo>
                  <a:lnTo>
                    <a:pt x="330222" y="203978"/>
                  </a:lnTo>
                  <a:lnTo>
                    <a:pt x="331304" y="198804"/>
                  </a:lnTo>
                  <a:lnTo>
                    <a:pt x="332223" y="193599"/>
                  </a:lnTo>
                  <a:lnTo>
                    <a:pt x="332976" y="188367"/>
                  </a:lnTo>
                  <a:lnTo>
                    <a:pt x="333563" y="183113"/>
                  </a:lnTo>
                  <a:lnTo>
                    <a:pt x="333984" y="177844"/>
                  </a:lnTo>
                  <a:lnTo>
                    <a:pt x="334238" y="172564"/>
                  </a:lnTo>
                  <a:lnTo>
                    <a:pt x="334325" y="167279"/>
                  </a:lnTo>
                  <a:lnTo>
                    <a:pt x="334245" y="161994"/>
                  </a:lnTo>
                  <a:lnTo>
                    <a:pt x="333998" y="156713"/>
                  </a:lnTo>
                  <a:lnTo>
                    <a:pt x="333584" y="151444"/>
                  </a:lnTo>
                  <a:lnTo>
                    <a:pt x="333004" y="146190"/>
                  </a:lnTo>
                  <a:lnTo>
                    <a:pt x="332258" y="140957"/>
                  </a:lnTo>
                  <a:lnTo>
                    <a:pt x="331347" y="135750"/>
                  </a:lnTo>
                  <a:lnTo>
                    <a:pt x="330271" y="130574"/>
                  </a:lnTo>
                  <a:lnTo>
                    <a:pt x="329033" y="125435"/>
                  </a:lnTo>
                  <a:lnTo>
                    <a:pt x="327632" y="120338"/>
                  </a:lnTo>
                  <a:lnTo>
                    <a:pt x="326072" y="115288"/>
                  </a:lnTo>
                  <a:lnTo>
                    <a:pt x="324352" y="110290"/>
                  </a:lnTo>
                  <a:lnTo>
                    <a:pt x="322475" y="105348"/>
                  </a:lnTo>
                  <a:lnTo>
                    <a:pt x="320443" y="100468"/>
                  </a:lnTo>
                  <a:lnTo>
                    <a:pt x="318257" y="95655"/>
                  </a:lnTo>
                  <a:lnTo>
                    <a:pt x="315921" y="90914"/>
                  </a:lnTo>
                  <a:lnTo>
                    <a:pt x="313436" y="86248"/>
                  </a:lnTo>
                  <a:lnTo>
                    <a:pt x="310804" y="81664"/>
                  </a:lnTo>
                  <a:lnTo>
                    <a:pt x="308029" y="77165"/>
                  </a:lnTo>
                  <a:lnTo>
                    <a:pt x="305113" y="72756"/>
                  </a:lnTo>
                  <a:lnTo>
                    <a:pt x="302059" y="68442"/>
                  </a:lnTo>
                  <a:lnTo>
                    <a:pt x="298870" y="64226"/>
                  </a:lnTo>
                  <a:lnTo>
                    <a:pt x="295550" y="60113"/>
                  </a:lnTo>
                  <a:lnTo>
                    <a:pt x="292101" y="56107"/>
                  </a:lnTo>
                  <a:lnTo>
                    <a:pt x="288527" y="52212"/>
                  </a:lnTo>
                  <a:lnTo>
                    <a:pt x="284832" y="48432"/>
                  </a:lnTo>
                  <a:lnTo>
                    <a:pt x="281019" y="44771"/>
                  </a:lnTo>
                  <a:lnTo>
                    <a:pt x="277092" y="41233"/>
                  </a:lnTo>
                  <a:lnTo>
                    <a:pt x="273055" y="37820"/>
                  </a:lnTo>
                  <a:lnTo>
                    <a:pt x="268913" y="34536"/>
                  </a:lnTo>
                  <a:lnTo>
                    <a:pt x="264669" y="31385"/>
                  </a:lnTo>
                  <a:lnTo>
                    <a:pt x="260327" y="28370"/>
                  </a:lnTo>
                  <a:lnTo>
                    <a:pt x="255892" y="25494"/>
                  </a:lnTo>
                  <a:lnTo>
                    <a:pt x="251368" y="22759"/>
                  </a:lnTo>
                  <a:lnTo>
                    <a:pt x="246760" y="20169"/>
                  </a:lnTo>
                  <a:lnTo>
                    <a:pt x="242073" y="17726"/>
                  </a:lnTo>
                  <a:lnTo>
                    <a:pt x="237311" y="15432"/>
                  </a:lnTo>
                  <a:lnTo>
                    <a:pt x="232478" y="13290"/>
                  </a:lnTo>
                  <a:lnTo>
                    <a:pt x="227580" y="11301"/>
                  </a:lnTo>
                  <a:lnTo>
                    <a:pt x="222622" y="9469"/>
                  </a:lnTo>
                  <a:lnTo>
                    <a:pt x="217609" y="7794"/>
                  </a:lnTo>
                  <a:lnTo>
                    <a:pt x="212544" y="6279"/>
                  </a:lnTo>
                  <a:lnTo>
                    <a:pt x="207435" y="4924"/>
                  </a:lnTo>
                  <a:lnTo>
                    <a:pt x="202285" y="3732"/>
                  </a:lnTo>
                  <a:lnTo>
                    <a:pt x="167158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g606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g607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g608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g609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g610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g611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g612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g613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g614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g615"/>
            <p:cNvSpPr/>
            <p:nvPr/>
          </p:nvSpPr>
          <p:spPr>
            <a:xfrm>
              <a:off x="2781287" y="4217553"/>
              <a:ext cx="35127" cy="163435"/>
            </a:xfrm>
            <a:custGeom>
              <a:avLst/>
              <a:pathLst>
                <a:path w="35127" h="163435">
                  <a:moveTo>
                    <a:pt x="35127" y="0"/>
                  </a:moveTo>
                  <a:lnTo>
                    <a:pt x="0" y="16343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g616"/>
            <p:cNvSpPr/>
            <p:nvPr/>
          </p:nvSpPr>
          <p:spPr>
            <a:xfrm>
              <a:off x="2781287" y="4217131"/>
              <a:ext cx="35127" cy="163857"/>
            </a:xfrm>
            <a:custGeom>
              <a:avLst/>
              <a:pathLst>
                <a:path w="35127" h="163857">
                  <a:moveTo>
                    <a:pt x="35127" y="422"/>
                  </a:moveTo>
                  <a:lnTo>
                    <a:pt x="33101" y="0"/>
                  </a:lnTo>
                  <a:lnTo>
                    <a:pt x="0" y="1638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g617"/>
            <p:cNvSpPr/>
            <p:nvPr/>
          </p:nvSpPr>
          <p:spPr>
            <a:xfrm>
              <a:off x="2781287" y="4213821"/>
              <a:ext cx="33101" cy="167167"/>
            </a:xfrm>
            <a:custGeom>
              <a:avLst/>
              <a:pathLst>
                <a:path w="33101" h="167167">
                  <a:moveTo>
                    <a:pt x="33101" y="3309"/>
                  </a:moveTo>
                  <a:lnTo>
                    <a:pt x="26544" y="2120"/>
                  </a:lnTo>
                  <a:lnTo>
                    <a:pt x="19945" y="1194"/>
                  </a:lnTo>
                  <a:lnTo>
                    <a:pt x="13314" y="531"/>
                  </a:lnTo>
                  <a:lnTo>
                    <a:pt x="6662" y="132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CB85C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g61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g61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g62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g62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g62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g62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g624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g625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g626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g627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g628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g629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g630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g631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g632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g633"/>
            <p:cNvSpPr/>
            <p:nvPr/>
          </p:nvSpPr>
          <p:spPr>
            <a:xfrm>
              <a:off x="3086524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g634"/>
            <p:cNvSpPr/>
            <p:nvPr/>
          </p:nvSpPr>
          <p:spPr>
            <a:xfrm>
              <a:off x="2919359" y="4659281"/>
              <a:ext cx="167165" cy="218923"/>
            </a:xfrm>
            <a:custGeom>
              <a:avLst/>
              <a:pathLst>
                <a:path w="167165" h="218923">
                  <a:moveTo>
                    <a:pt x="167165" y="0"/>
                  </a:moveTo>
                  <a:lnTo>
                    <a:pt x="161823" y="85"/>
                  </a:lnTo>
                  <a:lnTo>
                    <a:pt x="156487" y="341"/>
                  </a:lnTo>
                  <a:lnTo>
                    <a:pt x="151162" y="767"/>
                  </a:lnTo>
                  <a:lnTo>
                    <a:pt x="145853" y="1364"/>
                  </a:lnTo>
                  <a:lnTo>
                    <a:pt x="140566" y="2129"/>
                  </a:lnTo>
                  <a:lnTo>
                    <a:pt x="135306" y="3063"/>
                  </a:lnTo>
                  <a:lnTo>
                    <a:pt x="130079" y="4165"/>
                  </a:lnTo>
                  <a:lnTo>
                    <a:pt x="124889" y="5433"/>
                  </a:lnTo>
                  <a:lnTo>
                    <a:pt x="119743" y="6867"/>
                  </a:lnTo>
                  <a:lnTo>
                    <a:pt x="114645" y="8464"/>
                  </a:lnTo>
                  <a:lnTo>
                    <a:pt x="109601" y="10223"/>
                  </a:lnTo>
                  <a:lnTo>
                    <a:pt x="104615" y="12143"/>
                  </a:lnTo>
                  <a:lnTo>
                    <a:pt x="99694" y="14221"/>
                  </a:lnTo>
                  <a:lnTo>
                    <a:pt x="94841" y="16455"/>
                  </a:lnTo>
                  <a:lnTo>
                    <a:pt x="90062" y="18843"/>
                  </a:lnTo>
                  <a:lnTo>
                    <a:pt x="85362" y="21382"/>
                  </a:lnTo>
                  <a:lnTo>
                    <a:pt x="80745" y="24070"/>
                  </a:lnTo>
                  <a:lnTo>
                    <a:pt x="76217" y="26905"/>
                  </a:lnTo>
                  <a:lnTo>
                    <a:pt x="71782" y="29883"/>
                  </a:lnTo>
                  <a:lnTo>
                    <a:pt x="67444" y="33001"/>
                  </a:lnTo>
                  <a:lnTo>
                    <a:pt x="63207" y="36256"/>
                  </a:lnTo>
                  <a:lnTo>
                    <a:pt x="59078" y="39644"/>
                  </a:lnTo>
                  <a:lnTo>
                    <a:pt x="55058" y="43163"/>
                  </a:lnTo>
                  <a:lnTo>
                    <a:pt x="51153" y="46809"/>
                  </a:lnTo>
                  <a:lnTo>
                    <a:pt x="47366" y="50577"/>
                  </a:lnTo>
                  <a:lnTo>
                    <a:pt x="43702" y="54465"/>
                  </a:lnTo>
                  <a:lnTo>
                    <a:pt x="40164" y="58467"/>
                  </a:lnTo>
                  <a:lnTo>
                    <a:pt x="36755" y="62581"/>
                  </a:lnTo>
                  <a:lnTo>
                    <a:pt x="33480" y="66801"/>
                  </a:lnTo>
                  <a:lnTo>
                    <a:pt x="30341" y="71124"/>
                  </a:lnTo>
                  <a:lnTo>
                    <a:pt x="27342" y="75545"/>
                  </a:lnTo>
                  <a:lnTo>
                    <a:pt x="24486" y="80060"/>
                  </a:lnTo>
                  <a:lnTo>
                    <a:pt x="21775" y="84663"/>
                  </a:lnTo>
                  <a:lnTo>
                    <a:pt x="19213" y="89351"/>
                  </a:lnTo>
                  <a:lnTo>
                    <a:pt x="16802" y="94119"/>
                  </a:lnTo>
                  <a:lnTo>
                    <a:pt x="14545" y="98961"/>
                  </a:lnTo>
                  <a:lnTo>
                    <a:pt x="12444" y="103872"/>
                  </a:lnTo>
                  <a:lnTo>
                    <a:pt x="10500" y="108848"/>
                  </a:lnTo>
                  <a:lnTo>
                    <a:pt x="8717" y="113884"/>
                  </a:lnTo>
                  <a:lnTo>
                    <a:pt x="7095" y="118974"/>
                  </a:lnTo>
                  <a:lnTo>
                    <a:pt x="5637" y="124114"/>
                  </a:lnTo>
                  <a:lnTo>
                    <a:pt x="4344" y="129297"/>
                  </a:lnTo>
                  <a:lnTo>
                    <a:pt x="3217" y="134519"/>
                  </a:lnTo>
                  <a:lnTo>
                    <a:pt x="2257" y="139774"/>
                  </a:lnTo>
                  <a:lnTo>
                    <a:pt x="1466" y="145058"/>
                  </a:lnTo>
                  <a:lnTo>
                    <a:pt x="844" y="150364"/>
                  </a:lnTo>
                  <a:lnTo>
                    <a:pt x="392" y="155687"/>
                  </a:lnTo>
                  <a:lnTo>
                    <a:pt x="111" y="161022"/>
                  </a:lnTo>
                  <a:lnTo>
                    <a:pt x="0" y="166363"/>
                  </a:lnTo>
                  <a:lnTo>
                    <a:pt x="59" y="171705"/>
                  </a:lnTo>
                  <a:lnTo>
                    <a:pt x="289" y="177042"/>
                  </a:lnTo>
                  <a:lnTo>
                    <a:pt x="690" y="182369"/>
                  </a:lnTo>
                  <a:lnTo>
                    <a:pt x="1261" y="187681"/>
                  </a:lnTo>
                  <a:lnTo>
                    <a:pt x="2001" y="192972"/>
                  </a:lnTo>
                  <a:lnTo>
                    <a:pt x="2910" y="198236"/>
                  </a:lnTo>
                  <a:lnTo>
                    <a:pt x="3987" y="203469"/>
                  </a:lnTo>
                  <a:lnTo>
                    <a:pt x="5230" y="208664"/>
                  </a:lnTo>
                  <a:lnTo>
                    <a:pt x="6639" y="213817"/>
                  </a:lnTo>
                  <a:lnTo>
                    <a:pt x="8211" y="218923"/>
                  </a:lnTo>
                  <a:lnTo>
                    <a:pt x="167165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g635"/>
            <p:cNvSpPr/>
            <p:nvPr/>
          </p:nvSpPr>
          <p:spPr>
            <a:xfrm>
              <a:off x="2927571" y="4826449"/>
              <a:ext cx="158953" cy="51755"/>
            </a:xfrm>
            <a:custGeom>
              <a:avLst/>
              <a:pathLst>
                <a:path w="158953" h="51755">
                  <a:moveTo>
                    <a:pt x="0" y="51755"/>
                  </a:moveTo>
                  <a:lnTo>
                    <a:pt x="1589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g636"/>
            <p:cNvSpPr/>
            <p:nvPr/>
          </p:nvSpPr>
          <p:spPr>
            <a:xfrm>
              <a:off x="2927571" y="4826449"/>
              <a:ext cx="158953" cy="51755"/>
            </a:xfrm>
            <a:custGeom>
              <a:avLst/>
              <a:pathLst>
                <a:path w="158953" h="51755">
                  <a:moveTo>
                    <a:pt x="0" y="51755"/>
                  </a:moveTo>
                  <a:lnTo>
                    <a:pt x="158953" y="0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g637"/>
            <p:cNvSpPr/>
            <p:nvPr/>
          </p:nvSpPr>
          <p:spPr>
            <a:xfrm>
              <a:off x="2927571" y="4826449"/>
              <a:ext cx="158953" cy="51755"/>
            </a:xfrm>
            <a:custGeom>
              <a:avLst/>
              <a:pathLst>
                <a:path w="158953" h="51755">
                  <a:moveTo>
                    <a:pt x="0" y="51755"/>
                  </a:moveTo>
                  <a:lnTo>
                    <a:pt x="158953" y="0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g638"/>
            <p:cNvSpPr/>
            <p:nvPr/>
          </p:nvSpPr>
          <p:spPr>
            <a:xfrm>
              <a:off x="2927571" y="4826449"/>
              <a:ext cx="158953" cy="51755"/>
            </a:xfrm>
            <a:custGeom>
              <a:avLst/>
              <a:pathLst>
                <a:path w="158953" h="51755">
                  <a:moveTo>
                    <a:pt x="0" y="51755"/>
                  </a:moveTo>
                  <a:lnTo>
                    <a:pt x="1589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g639"/>
            <p:cNvSpPr/>
            <p:nvPr/>
          </p:nvSpPr>
          <p:spPr>
            <a:xfrm>
              <a:off x="2927571" y="4826449"/>
              <a:ext cx="158953" cy="51755"/>
            </a:xfrm>
            <a:custGeom>
              <a:avLst/>
              <a:pathLst>
                <a:path w="158953" h="51755">
                  <a:moveTo>
                    <a:pt x="0" y="51755"/>
                  </a:moveTo>
                  <a:lnTo>
                    <a:pt x="1589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g640"/>
            <p:cNvSpPr/>
            <p:nvPr/>
          </p:nvSpPr>
          <p:spPr>
            <a:xfrm>
              <a:off x="2927571" y="4826449"/>
              <a:ext cx="158953" cy="51755"/>
            </a:xfrm>
            <a:custGeom>
              <a:avLst/>
              <a:pathLst>
                <a:path w="158953" h="51755">
                  <a:moveTo>
                    <a:pt x="0" y="51755"/>
                  </a:moveTo>
                  <a:lnTo>
                    <a:pt x="1589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g641"/>
            <p:cNvSpPr/>
            <p:nvPr/>
          </p:nvSpPr>
          <p:spPr>
            <a:xfrm>
              <a:off x="2927571" y="4826449"/>
              <a:ext cx="158953" cy="51755"/>
            </a:xfrm>
            <a:custGeom>
              <a:avLst/>
              <a:pathLst>
                <a:path w="158953" h="51755">
                  <a:moveTo>
                    <a:pt x="0" y="51755"/>
                  </a:moveTo>
                  <a:lnTo>
                    <a:pt x="158953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g642"/>
            <p:cNvSpPr/>
            <p:nvPr/>
          </p:nvSpPr>
          <p:spPr>
            <a:xfrm>
              <a:off x="2927571" y="4826449"/>
              <a:ext cx="158953" cy="51755"/>
            </a:xfrm>
            <a:custGeom>
              <a:avLst/>
              <a:pathLst>
                <a:path w="158953" h="51755">
                  <a:moveTo>
                    <a:pt x="0" y="51755"/>
                  </a:moveTo>
                  <a:lnTo>
                    <a:pt x="15895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g643"/>
            <p:cNvSpPr/>
            <p:nvPr/>
          </p:nvSpPr>
          <p:spPr>
            <a:xfrm>
              <a:off x="2927571" y="4826449"/>
              <a:ext cx="158953" cy="51755"/>
            </a:xfrm>
            <a:custGeom>
              <a:avLst/>
              <a:pathLst>
                <a:path w="158953" h="51755">
                  <a:moveTo>
                    <a:pt x="0" y="51755"/>
                  </a:moveTo>
                  <a:lnTo>
                    <a:pt x="15895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g644"/>
            <p:cNvSpPr/>
            <p:nvPr/>
          </p:nvSpPr>
          <p:spPr>
            <a:xfrm>
              <a:off x="2927571" y="4826449"/>
              <a:ext cx="158953" cy="79306"/>
            </a:xfrm>
            <a:custGeom>
              <a:avLst/>
              <a:pathLst>
                <a:path w="158953" h="79306">
                  <a:moveTo>
                    <a:pt x="0" y="51755"/>
                  </a:moveTo>
                  <a:lnTo>
                    <a:pt x="2482" y="58835"/>
                  </a:lnTo>
                  <a:lnTo>
                    <a:pt x="5279" y="65796"/>
                  </a:lnTo>
                  <a:lnTo>
                    <a:pt x="8385" y="72624"/>
                  </a:lnTo>
                  <a:lnTo>
                    <a:pt x="11795" y="79306"/>
                  </a:lnTo>
                  <a:lnTo>
                    <a:pt x="15895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g645"/>
            <p:cNvSpPr/>
            <p:nvPr/>
          </p:nvSpPr>
          <p:spPr>
            <a:xfrm>
              <a:off x="2939367" y="4659281"/>
              <a:ext cx="314306" cy="334334"/>
            </a:xfrm>
            <a:custGeom>
              <a:avLst/>
              <a:pathLst>
                <a:path w="314306" h="334334">
                  <a:moveTo>
                    <a:pt x="0" y="246473"/>
                  </a:moveTo>
                  <a:lnTo>
                    <a:pt x="2588" y="251100"/>
                  </a:lnTo>
                  <a:lnTo>
                    <a:pt x="5322" y="255642"/>
                  </a:lnTo>
                  <a:lnTo>
                    <a:pt x="8199" y="260095"/>
                  </a:lnTo>
                  <a:lnTo>
                    <a:pt x="11216" y="264455"/>
                  </a:lnTo>
                  <a:lnTo>
                    <a:pt x="14369" y="268716"/>
                  </a:lnTo>
                  <a:lnTo>
                    <a:pt x="17656" y="272876"/>
                  </a:lnTo>
                  <a:lnTo>
                    <a:pt x="21073" y="276929"/>
                  </a:lnTo>
                  <a:lnTo>
                    <a:pt x="24617" y="280872"/>
                  </a:lnTo>
                  <a:lnTo>
                    <a:pt x="28284" y="284701"/>
                  </a:lnTo>
                  <a:lnTo>
                    <a:pt x="32071" y="288411"/>
                  </a:lnTo>
                  <a:lnTo>
                    <a:pt x="35974" y="291999"/>
                  </a:lnTo>
                  <a:lnTo>
                    <a:pt x="39988" y="295462"/>
                  </a:lnTo>
                  <a:lnTo>
                    <a:pt x="44110" y="298796"/>
                  </a:lnTo>
                  <a:lnTo>
                    <a:pt x="48336" y="301997"/>
                  </a:lnTo>
                  <a:lnTo>
                    <a:pt x="52661" y="305063"/>
                  </a:lnTo>
                  <a:lnTo>
                    <a:pt x="57081" y="307990"/>
                  </a:lnTo>
                  <a:lnTo>
                    <a:pt x="61592" y="310776"/>
                  </a:lnTo>
                  <a:lnTo>
                    <a:pt x="66188" y="313417"/>
                  </a:lnTo>
                  <a:lnTo>
                    <a:pt x="70867" y="315911"/>
                  </a:lnTo>
                  <a:lnTo>
                    <a:pt x="75622" y="318255"/>
                  </a:lnTo>
                  <a:lnTo>
                    <a:pt x="80449" y="320447"/>
                  </a:lnTo>
                  <a:lnTo>
                    <a:pt x="85343" y="322486"/>
                  </a:lnTo>
                  <a:lnTo>
                    <a:pt x="90299" y="324368"/>
                  </a:lnTo>
                  <a:lnTo>
                    <a:pt x="95312" y="326092"/>
                  </a:lnTo>
                  <a:lnTo>
                    <a:pt x="100378" y="327656"/>
                  </a:lnTo>
                  <a:lnTo>
                    <a:pt x="105490" y="329058"/>
                  </a:lnTo>
                  <a:lnTo>
                    <a:pt x="110645" y="330298"/>
                  </a:lnTo>
                  <a:lnTo>
                    <a:pt x="115836" y="331374"/>
                  </a:lnTo>
                  <a:lnTo>
                    <a:pt x="121059" y="332285"/>
                  </a:lnTo>
                  <a:lnTo>
                    <a:pt x="126308" y="333029"/>
                  </a:lnTo>
                  <a:lnTo>
                    <a:pt x="131578" y="333607"/>
                  </a:lnTo>
                  <a:lnTo>
                    <a:pt x="136863" y="334017"/>
                  </a:lnTo>
                  <a:lnTo>
                    <a:pt x="142159" y="334260"/>
                  </a:lnTo>
                  <a:lnTo>
                    <a:pt x="147460" y="334334"/>
                  </a:lnTo>
                  <a:lnTo>
                    <a:pt x="152761" y="334240"/>
                  </a:lnTo>
                  <a:lnTo>
                    <a:pt x="158056" y="333979"/>
                  </a:lnTo>
                  <a:lnTo>
                    <a:pt x="163340" y="333549"/>
                  </a:lnTo>
                  <a:lnTo>
                    <a:pt x="168608" y="332952"/>
                  </a:lnTo>
                  <a:lnTo>
                    <a:pt x="173854" y="332189"/>
                  </a:lnTo>
                  <a:lnTo>
                    <a:pt x="179073" y="331259"/>
                  </a:lnTo>
                  <a:lnTo>
                    <a:pt x="184260" y="330165"/>
                  </a:lnTo>
                  <a:lnTo>
                    <a:pt x="189410" y="328906"/>
                  </a:lnTo>
                  <a:lnTo>
                    <a:pt x="194518" y="327485"/>
                  </a:lnTo>
                  <a:lnTo>
                    <a:pt x="199578" y="325903"/>
                  </a:lnTo>
                  <a:lnTo>
                    <a:pt x="204585" y="324161"/>
                  </a:lnTo>
                  <a:lnTo>
                    <a:pt x="209534" y="322261"/>
                  </a:lnTo>
                  <a:lnTo>
                    <a:pt x="214421" y="320205"/>
                  </a:lnTo>
                  <a:lnTo>
                    <a:pt x="219240" y="317995"/>
                  </a:lnTo>
                  <a:lnTo>
                    <a:pt x="223986" y="315633"/>
                  </a:lnTo>
                  <a:lnTo>
                    <a:pt x="228655" y="313123"/>
                  </a:lnTo>
                  <a:lnTo>
                    <a:pt x="233242" y="310465"/>
                  </a:lnTo>
                  <a:lnTo>
                    <a:pt x="237743" y="307663"/>
                  </a:lnTo>
                  <a:lnTo>
                    <a:pt x="242153" y="304720"/>
                  </a:lnTo>
                  <a:lnTo>
                    <a:pt x="246467" y="301639"/>
                  </a:lnTo>
                  <a:lnTo>
                    <a:pt x="250681" y="298422"/>
                  </a:lnTo>
                  <a:lnTo>
                    <a:pt x="254791" y="295073"/>
                  </a:lnTo>
                  <a:lnTo>
                    <a:pt x="258792" y="291596"/>
                  </a:lnTo>
                  <a:lnTo>
                    <a:pt x="262682" y="287993"/>
                  </a:lnTo>
                  <a:lnTo>
                    <a:pt x="266455" y="284269"/>
                  </a:lnTo>
                  <a:lnTo>
                    <a:pt x="270108" y="280428"/>
                  </a:lnTo>
                  <a:lnTo>
                    <a:pt x="273638" y="276472"/>
                  </a:lnTo>
                  <a:lnTo>
                    <a:pt x="277041" y="272406"/>
                  </a:lnTo>
                  <a:lnTo>
                    <a:pt x="280312" y="268235"/>
                  </a:lnTo>
                  <a:lnTo>
                    <a:pt x="283450" y="263962"/>
                  </a:lnTo>
                  <a:lnTo>
                    <a:pt x="286451" y="259591"/>
                  </a:lnTo>
                  <a:lnTo>
                    <a:pt x="289312" y="255128"/>
                  </a:lnTo>
                  <a:lnTo>
                    <a:pt x="292029" y="250576"/>
                  </a:lnTo>
                  <a:lnTo>
                    <a:pt x="294601" y="245940"/>
                  </a:lnTo>
                  <a:lnTo>
                    <a:pt x="297025" y="241225"/>
                  </a:lnTo>
                  <a:lnTo>
                    <a:pt x="299298" y="236436"/>
                  </a:lnTo>
                  <a:lnTo>
                    <a:pt x="301418" y="231576"/>
                  </a:lnTo>
                  <a:lnTo>
                    <a:pt x="303383" y="226652"/>
                  </a:lnTo>
                  <a:lnTo>
                    <a:pt x="305191" y="221669"/>
                  </a:lnTo>
                  <a:lnTo>
                    <a:pt x="306839" y="216630"/>
                  </a:lnTo>
                  <a:lnTo>
                    <a:pt x="308328" y="211542"/>
                  </a:lnTo>
                  <a:lnTo>
                    <a:pt x="309654" y="206409"/>
                  </a:lnTo>
                  <a:lnTo>
                    <a:pt x="310816" y="201236"/>
                  </a:lnTo>
                  <a:lnTo>
                    <a:pt x="311814" y="196030"/>
                  </a:lnTo>
                  <a:lnTo>
                    <a:pt x="312647" y="190794"/>
                  </a:lnTo>
                  <a:lnTo>
                    <a:pt x="313313" y="185534"/>
                  </a:lnTo>
                  <a:lnTo>
                    <a:pt x="313812" y="180256"/>
                  </a:lnTo>
                  <a:lnTo>
                    <a:pt x="314143" y="174965"/>
                  </a:lnTo>
                  <a:lnTo>
                    <a:pt x="314306" y="169666"/>
                  </a:lnTo>
                  <a:lnTo>
                    <a:pt x="314301" y="164365"/>
                  </a:lnTo>
                  <a:lnTo>
                    <a:pt x="314128" y="159066"/>
                  </a:lnTo>
                  <a:lnTo>
                    <a:pt x="313788" y="153776"/>
                  </a:lnTo>
                  <a:lnTo>
                    <a:pt x="313279" y="148499"/>
                  </a:lnTo>
                  <a:lnTo>
                    <a:pt x="312604" y="143240"/>
                  </a:lnTo>
                  <a:lnTo>
                    <a:pt x="311762" y="138006"/>
                  </a:lnTo>
                  <a:lnTo>
                    <a:pt x="310754" y="132801"/>
                  </a:lnTo>
                  <a:lnTo>
                    <a:pt x="309582" y="127631"/>
                  </a:lnTo>
                  <a:lnTo>
                    <a:pt x="308247" y="122500"/>
                  </a:lnTo>
                  <a:lnTo>
                    <a:pt x="306750" y="117415"/>
                  </a:lnTo>
                  <a:lnTo>
                    <a:pt x="305092" y="112379"/>
                  </a:lnTo>
                  <a:lnTo>
                    <a:pt x="303275" y="107399"/>
                  </a:lnTo>
                  <a:lnTo>
                    <a:pt x="301301" y="102478"/>
                  </a:lnTo>
                  <a:lnTo>
                    <a:pt x="299172" y="97623"/>
                  </a:lnTo>
                  <a:lnTo>
                    <a:pt x="296891" y="92838"/>
                  </a:lnTo>
                  <a:lnTo>
                    <a:pt x="294459" y="88127"/>
                  </a:lnTo>
                  <a:lnTo>
                    <a:pt x="291878" y="83496"/>
                  </a:lnTo>
                  <a:lnTo>
                    <a:pt x="289152" y="78949"/>
                  </a:lnTo>
                  <a:lnTo>
                    <a:pt x="286283" y="74491"/>
                  </a:lnTo>
                  <a:lnTo>
                    <a:pt x="283275" y="70126"/>
                  </a:lnTo>
                  <a:lnTo>
                    <a:pt x="280129" y="65858"/>
                  </a:lnTo>
                  <a:lnTo>
                    <a:pt x="276850" y="61693"/>
                  </a:lnTo>
                  <a:lnTo>
                    <a:pt x="273440" y="57633"/>
                  </a:lnTo>
                  <a:lnTo>
                    <a:pt x="269903" y="53684"/>
                  </a:lnTo>
                  <a:lnTo>
                    <a:pt x="266243" y="49849"/>
                  </a:lnTo>
                  <a:lnTo>
                    <a:pt x="262463" y="46132"/>
                  </a:lnTo>
                  <a:lnTo>
                    <a:pt x="258567" y="42536"/>
                  </a:lnTo>
                  <a:lnTo>
                    <a:pt x="254559" y="39066"/>
                  </a:lnTo>
                  <a:lnTo>
                    <a:pt x="250443" y="35725"/>
                  </a:lnTo>
                  <a:lnTo>
                    <a:pt x="246223" y="32516"/>
                  </a:lnTo>
                  <a:lnTo>
                    <a:pt x="241903" y="29442"/>
                  </a:lnTo>
                  <a:lnTo>
                    <a:pt x="237489" y="26507"/>
                  </a:lnTo>
                  <a:lnTo>
                    <a:pt x="232983" y="23713"/>
                  </a:lnTo>
                  <a:lnTo>
                    <a:pt x="228391" y="21064"/>
                  </a:lnTo>
                  <a:lnTo>
                    <a:pt x="223717" y="18562"/>
                  </a:lnTo>
                  <a:lnTo>
                    <a:pt x="218966" y="16209"/>
                  </a:lnTo>
                  <a:lnTo>
                    <a:pt x="214143" y="14008"/>
                  </a:lnTo>
                  <a:lnTo>
                    <a:pt x="209253" y="11960"/>
                  </a:lnTo>
                  <a:lnTo>
                    <a:pt x="204300" y="10069"/>
                  </a:lnTo>
                  <a:lnTo>
                    <a:pt x="199290" y="8336"/>
                  </a:lnTo>
                  <a:lnTo>
                    <a:pt x="194227" y="6763"/>
                  </a:lnTo>
                  <a:lnTo>
                    <a:pt x="189117" y="5351"/>
                  </a:lnTo>
                  <a:lnTo>
                    <a:pt x="183965" y="4102"/>
                  </a:lnTo>
                  <a:lnTo>
                    <a:pt x="178776" y="3017"/>
                  </a:lnTo>
                  <a:lnTo>
                    <a:pt x="173555" y="2097"/>
                  </a:lnTo>
                  <a:lnTo>
                    <a:pt x="168307" y="1343"/>
                  </a:lnTo>
                  <a:lnTo>
                    <a:pt x="163038" y="756"/>
                  </a:lnTo>
                  <a:lnTo>
                    <a:pt x="157754" y="336"/>
                  </a:lnTo>
                  <a:lnTo>
                    <a:pt x="152458" y="84"/>
                  </a:lnTo>
                  <a:lnTo>
                    <a:pt x="147157" y="0"/>
                  </a:lnTo>
                  <a:lnTo>
                    <a:pt x="147157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155A7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g64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g64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g64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g64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g65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g65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g65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g653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g654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g655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g656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g657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g658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g659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g660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g661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g662"/>
            <p:cNvSpPr/>
            <p:nvPr/>
          </p:nvSpPr>
          <p:spPr>
            <a:xfrm>
              <a:off x="3488720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g663"/>
            <p:cNvSpPr/>
            <p:nvPr/>
          </p:nvSpPr>
          <p:spPr>
            <a:xfrm>
              <a:off x="3487996" y="5018213"/>
              <a:ext cx="724" cy="167167"/>
            </a:xfrm>
            <a:custGeom>
              <a:avLst/>
              <a:pathLst>
                <a:path w="724" h="167167">
                  <a:moveTo>
                    <a:pt x="724" y="0"/>
                  </a:moveTo>
                  <a:lnTo>
                    <a:pt x="0" y="1"/>
                  </a:lnTo>
                  <a:lnTo>
                    <a:pt x="724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g664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g665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g666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g667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g668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g669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g670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g671"/>
            <p:cNvSpPr/>
            <p:nvPr/>
          </p:nvSpPr>
          <p:spPr>
            <a:xfrm>
              <a:off x="3487996" y="5018214"/>
              <a:ext cx="724" cy="167165"/>
            </a:xfrm>
            <a:custGeom>
              <a:avLst/>
              <a:pathLst>
                <a:path w="724" h="167165">
                  <a:moveTo>
                    <a:pt x="0" y="0"/>
                  </a:moveTo>
                  <a:lnTo>
                    <a:pt x="724" y="167165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g672"/>
            <p:cNvSpPr/>
            <p:nvPr/>
          </p:nvSpPr>
          <p:spPr>
            <a:xfrm>
              <a:off x="3321571" y="5018214"/>
              <a:ext cx="334306" cy="334333"/>
            </a:xfrm>
            <a:custGeom>
              <a:avLst/>
              <a:pathLst>
                <a:path w="334306" h="334333">
                  <a:moveTo>
                    <a:pt x="166425" y="0"/>
                  </a:moveTo>
                  <a:lnTo>
                    <a:pt x="161132" y="106"/>
                  </a:lnTo>
                  <a:lnTo>
                    <a:pt x="155844" y="381"/>
                  </a:lnTo>
                  <a:lnTo>
                    <a:pt x="150569" y="822"/>
                  </a:lnTo>
                  <a:lnTo>
                    <a:pt x="145309" y="1431"/>
                  </a:lnTo>
                  <a:lnTo>
                    <a:pt x="140072" y="2205"/>
                  </a:lnTo>
                  <a:lnTo>
                    <a:pt x="134862" y="3146"/>
                  </a:lnTo>
                  <a:lnTo>
                    <a:pt x="129684" y="4250"/>
                  </a:lnTo>
                  <a:lnTo>
                    <a:pt x="124544" y="5518"/>
                  </a:lnTo>
                  <a:lnTo>
                    <a:pt x="119446" y="6949"/>
                  </a:lnTo>
                  <a:lnTo>
                    <a:pt x="114397" y="8540"/>
                  </a:lnTo>
                  <a:lnTo>
                    <a:pt x="109400" y="10290"/>
                  </a:lnTo>
                  <a:lnTo>
                    <a:pt x="104461" y="12197"/>
                  </a:lnTo>
                  <a:lnTo>
                    <a:pt x="99585" y="14260"/>
                  </a:lnTo>
                  <a:lnTo>
                    <a:pt x="94777" y="16476"/>
                  </a:lnTo>
                  <a:lnTo>
                    <a:pt x="90041" y="18844"/>
                  </a:lnTo>
                  <a:lnTo>
                    <a:pt x="85383" y="21360"/>
                  </a:lnTo>
                  <a:lnTo>
                    <a:pt x="80807" y="24022"/>
                  </a:lnTo>
                  <a:lnTo>
                    <a:pt x="76317" y="26828"/>
                  </a:lnTo>
                  <a:lnTo>
                    <a:pt x="71919" y="29775"/>
                  </a:lnTo>
                  <a:lnTo>
                    <a:pt x="67616" y="32860"/>
                  </a:lnTo>
                  <a:lnTo>
                    <a:pt x="63413" y="36079"/>
                  </a:lnTo>
                  <a:lnTo>
                    <a:pt x="59314" y="39430"/>
                  </a:lnTo>
                  <a:lnTo>
                    <a:pt x="55323" y="42908"/>
                  </a:lnTo>
                  <a:lnTo>
                    <a:pt x="51444" y="46512"/>
                  </a:lnTo>
                  <a:lnTo>
                    <a:pt x="47681" y="50237"/>
                  </a:lnTo>
                  <a:lnTo>
                    <a:pt x="44038" y="54078"/>
                  </a:lnTo>
                  <a:lnTo>
                    <a:pt x="40519" y="58034"/>
                  </a:lnTo>
                  <a:lnTo>
                    <a:pt x="37127" y="62098"/>
                  </a:lnTo>
                  <a:lnTo>
                    <a:pt x="33865" y="66268"/>
                  </a:lnTo>
                  <a:lnTo>
                    <a:pt x="30737" y="70540"/>
                  </a:lnTo>
                  <a:lnTo>
                    <a:pt x="27745" y="74908"/>
                  </a:lnTo>
                  <a:lnTo>
                    <a:pt x="24894" y="79369"/>
                  </a:lnTo>
                  <a:lnTo>
                    <a:pt x="22185" y="83918"/>
                  </a:lnTo>
                  <a:lnTo>
                    <a:pt x="19621" y="88550"/>
                  </a:lnTo>
                  <a:lnTo>
                    <a:pt x="17206" y="93261"/>
                  </a:lnTo>
                  <a:lnTo>
                    <a:pt x="14940" y="98046"/>
                  </a:lnTo>
                  <a:lnTo>
                    <a:pt x="12828" y="102901"/>
                  </a:lnTo>
                  <a:lnTo>
                    <a:pt x="10870" y="107820"/>
                  </a:lnTo>
                  <a:lnTo>
                    <a:pt x="9069" y="112799"/>
                  </a:lnTo>
                  <a:lnTo>
                    <a:pt x="7427" y="117832"/>
                  </a:lnTo>
                  <a:lnTo>
                    <a:pt x="5945" y="122915"/>
                  </a:lnTo>
                  <a:lnTo>
                    <a:pt x="4625" y="128042"/>
                  </a:lnTo>
                  <a:lnTo>
                    <a:pt x="3467" y="133208"/>
                  </a:lnTo>
                  <a:lnTo>
                    <a:pt x="2474" y="138408"/>
                  </a:lnTo>
                  <a:lnTo>
                    <a:pt x="1646" y="143637"/>
                  </a:lnTo>
                  <a:lnTo>
                    <a:pt x="984" y="148890"/>
                  </a:lnTo>
                  <a:lnTo>
                    <a:pt x="488" y="154161"/>
                  </a:lnTo>
                  <a:lnTo>
                    <a:pt x="160" y="159446"/>
                  </a:lnTo>
                  <a:lnTo>
                    <a:pt x="0" y="164737"/>
                  </a:lnTo>
                  <a:lnTo>
                    <a:pt x="6" y="170032"/>
                  </a:lnTo>
                  <a:lnTo>
                    <a:pt x="181" y="175323"/>
                  </a:lnTo>
                  <a:lnTo>
                    <a:pt x="523" y="180607"/>
                  </a:lnTo>
                  <a:lnTo>
                    <a:pt x="1032" y="185876"/>
                  </a:lnTo>
                  <a:lnTo>
                    <a:pt x="1708" y="191127"/>
                  </a:lnTo>
                  <a:lnTo>
                    <a:pt x="2550" y="196354"/>
                  </a:lnTo>
                  <a:lnTo>
                    <a:pt x="3557" y="201552"/>
                  </a:lnTo>
                  <a:lnTo>
                    <a:pt x="4728" y="206715"/>
                  </a:lnTo>
                  <a:lnTo>
                    <a:pt x="6062" y="211839"/>
                  </a:lnTo>
                  <a:lnTo>
                    <a:pt x="7557" y="216918"/>
                  </a:lnTo>
                  <a:lnTo>
                    <a:pt x="9213" y="221946"/>
                  </a:lnTo>
                  <a:lnTo>
                    <a:pt x="11027" y="226920"/>
                  </a:lnTo>
                  <a:lnTo>
                    <a:pt x="12997" y="231834"/>
                  </a:lnTo>
                  <a:lnTo>
                    <a:pt x="15122" y="236683"/>
                  </a:lnTo>
                  <a:lnTo>
                    <a:pt x="17400" y="241463"/>
                  </a:lnTo>
                  <a:lnTo>
                    <a:pt x="19828" y="246168"/>
                  </a:lnTo>
                  <a:lnTo>
                    <a:pt x="22404" y="250793"/>
                  </a:lnTo>
                  <a:lnTo>
                    <a:pt x="25124" y="255335"/>
                  </a:lnTo>
                  <a:lnTo>
                    <a:pt x="27988" y="259788"/>
                  </a:lnTo>
                  <a:lnTo>
                    <a:pt x="30991" y="264149"/>
                  </a:lnTo>
                  <a:lnTo>
                    <a:pt x="34130" y="268412"/>
                  </a:lnTo>
                  <a:lnTo>
                    <a:pt x="37403" y="272573"/>
                  </a:lnTo>
                  <a:lnTo>
                    <a:pt x="40806" y="276629"/>
                  </a:lnTo>
                  <a:lnTo>
                    <a:pt x="44336" y="280575"/>
                  </a:lnTo>
                  <a:lnTo>
                    <a:pt x="47989" y="284407"/>
                  </a:lnTo>
                  <a:lnTo>
                    <a:pt x="51761" y="288122"/>
                  </a:lnTo>
                  <a:lnTo>
                    <a:pt x="55649" y="291715"/>
                  </a:lnTo>
                  <a:lnTo>
                    <a:pt x="59649" y="295184"/>
                  </a:lnTo>
                  <a:lnTo>
                    <a:pt x="63757" y="298524"/>
                  </a:lnTo>
                  <a:lnTo>
                    <a:pt x="67969" y="301732"/>
                  </a:lnTo>
                  <a:lnTo>
                    <a:pt x="72280" y="304805"/>
                  </a:lnTo>
                  <a:lnTo>
                    <a:pt x="76686" y="307740"/>
                  </a:lnTo>
                  <a:lnTo>
                    <a:pt x="81183" y="310535"/>
                  </a:lnTo>
                  <a:lnTo>
                    <a:pt x="85766" y="313185"/>
                  </a:lnTo>
                  <a:lnTo>
                    <a:pt x="90431" y="315689"/>
                  </a:lnTo>
                  <a:lnTo>
                    <a:pt x="95173" y="318044"/>
                  </a:lnTo>
                  <a:lnTo>
                    <a:pt x="99986" y="320247"/>
                  </a:lnTo>
                  <a:lnTo>
                    <a:pt x="104868" y="322297"/>
                  </a:lnTo>
                  <a:lnTo>
                    <a:pt x="109812" y="324192"/>
                  </a:lnTo>
                  <a:lnTo>
                    <a:pt x="114813" y="325929"/>
                  </a:lnTo>
                  <a:lnTo>
                    <a:pt x="119867" y="327507"/>
                  </a:lnTo>
                  <a:lnTo>
                    <a:pt x="124968" y="328923"/>
                  </a:lnTo>
                  <a:lnTo>
                    <a:pt x="130111" y="330178"/>
                  </a:lnTo>
                  <a:lnTo>
                    <a:pt x="135292" y="331269"/>
                  </a:lnTo>
                  <a:lnTo>
                    <a:pt x="140505" y="332196"/>
                  </a:lnTo>
                  <a:lnTo>
                    <a:pt x="145744" y="332957"/>
                  </a:lnTo>
                  <a:lnTo>
                    <a:pt x="151005" y="333551"/>
                  </a:lnTo>
                  <a:lnTo>
                    <a:pt x="156282" y="333979"/>
                  </a:lnTo>
                  <a:lnTo>
                    <a:pt x="161570" y="334240"/>
                  </a:lnTo>
                  <a:lnTo>
                    <a:pt x="166864" y="334333"/>
                  </a:lnTo>
                  <a:lnTo>
                    <a:pt x="172157" y="334258"/>
                  </a:lnTo>
                  <a:lnTo>
                    <a:pt x="177446" y="334015"/>
                  </a:lnTo>
                  <a:lnTo>
                    <a:pt x="182725" y="333606"/>
                  </a:lnTo>
                  <a:lnTo>
                    <a:pt x="187987" y="333029"/>
                  </a:lnTo>
                  <a:lnTo>
                    <a:pt x="193229" y="332286"/>
                  </a:lnTo>
                  <a:lnTo>
                    <a:pt x="198445" y="331377"/>
                  </a:lnTo>
                  <a:lnTo>
                    <a:pt x="203630" y="330304"/>
                  </a:lnTo>
                  <a:lnTo>
                    <a:pt x="208777" y="329067"/>
                  </a:lnTo>
                  <a:lnTo>
                    <a:pt x="213883" y="327667"/>
                  </a:lnTo>
                  <a:lnTo>
                    <a:pt x="218943" y="326107"/>
                  </a:lnTo>
                  <a:lnTo>
                    <a:pt x="223950" y="324387"/>
                  </a:lnTo>
                  <a:lnTo>
                    <a:pt x="228900" y="322510"/>
                  </a:lnTo>
                  <a:lnTo>
                    <a:pt x="233788" y="320476"/>
                  </a:lnTo>
                  <a:lnTo>
                    <a:pt x="238610" y="318289"/>
                  </a:lnTo>
                  <a:lnTo>
                    <a:pt x="243360" y="315950"/>
                  </a:lnTo>
                  <a:lnTo>
                    <a:pt x="248033" y="313462"/>
                  </a:lnTo>
                  <a:lnTo>
                    <a:pt x="252625" y="310828"/>
                  </a:lnTo>
                  <a:lnTo>
                    <a:pt x="257132" y="308049"/>
                  </a:lnTo>
                  <a:lnTo>
                    <a:pt x="261548" y="305129"/>
                  </a:lnTo>
                  <a:lnTo>
                    <a:pt x="265869" y="302070"/>
                  </a:lnTo>
                  <a:lnTo>
                    <a:pt x="270092" y="298876"/>
                  </a:lnTo>
                  <a:lnTo>
                    <a:pt x="274211" y="295550"/>
                  </a:lnTo>
                  <a:lnTo>
                    <a:pt x="278223" y="292096"/>
                  </a:lnTo>
                  <a:lnTo>
                    <a:pt x="282123" y="288516"/>
                  </a:lnTo>
                  <a:lnTo>
                    <a:pt x="285909" y="284814"/>
                  </a:lnTo>
                  <a:lnTo>
                    <a:pt x="289575" y="280994"/>
                  </a:lnTo>
                  <a:lnTo>
                    <a:pt x="293118" y="277060"/>
                  </a:lnTo>
                  <a:lnTo>
                    <a:pt x="296535" y="273016"/>
                  </a:lnTo>
                  <a:lnTo>
                    <a:pt x="299822" y="268866"/>
                  </a:lnTo>
                  <a:lnTo>
                    <a:pt x="302976" y="264614"/>
                  </a:lnTo>
                  <a:lnTo>
                    <a:pt x="305993" y="260263"/>
                  </a:lnTo>
                  <a:lnTo>
                    <a:pt x="308872" y="255820"/>
                  </a:lnTo>
                  <a:lnTo>
                    <a:pt x="311608" y="251288"/>
                  </a:lnTo>
                  <a:lnTo>
                    <a:pt x="314200" y="246671"/>
                  </a:lnTo>
                  <a:lnTo>
                    <a:pt x="316644" y="241974"/>
                  </a:lnTo>
                  <a:lnTo>
                    <a:pt x="318938" y="237203"/>
                  </a:lnTo>
                  <a:lnTo>
                    <a:pt x="321079" y="232361"/>
                  </a:lnTo>
                  <a:lnTo>
                    <a:pt x="323067" y="227454"/>
                  </a:lnTo>
                  <a:lnTo>
                    <a:pt x="324898" y="222486"/>
                  </a:lnTo>
                  <a:lnTo>
                    <a:pt x="326570" y="217463"/>
                  </a:lnTo>
                  <a:lnTo>
                    <a:pt x="328083" y="212389"/>
                  </a:lnTo>
                  <a:lnTo>
                    <a:pt x="329435" y="207270"/>
                  </a:lnTo>
                  <a:lnTo>
                    <a:pt x="330623" y="202111"/>
                  </a:lnTo>
                  <a:lnTo>
                    <a:pt x="331648" y="196917"/>
                  </a:lnTo>
                  <a:lnTo>
                    <a:pt x="332508" y="191693"/>
                  </a:lnTo>
                  <a:lnTo>
                    <a:pt x="333201" y="186444"/>
                  </a:lnTo>
                  <a:lnTo>
                    <a:pt x="333729" y="181176"/>
                  </a:lnTo>
                  <a:lnTo>
                    <a:pt x="334089" y="175894"/>
                  </a:lnTo>
                  <a:lnTo>
                    <a:pt x="334281" y="170603"/>
                  </a:lnTo>
                  <a:lnTo>
                    <a:pt x="334306" y="165309"/>
                  </a:lnTo>
                  <a:lnTo>
                    <a:pt x="334164" y="160017"/>
                  </a:lnTo>
                  <a:lnTo>
                    <a:pt x="333854" y="154731"/>
                  </a:lnTo>
                  <a:lnTo>
                    <a:pt x="333376" y="149459"/>
                  </a:lnTo>
                  <a:lnTo>
                    <a:pt x="332732" y="144204"/>
                  </a:lnTo>
                  <a:lnTo>
                    <a:pt x="331922" y="138972"/>
                  </a:lnTo>
                  <a:lnTo>
                    <a:pt x="330947" y="133768"/>
                  </a:lnTo>
                  <a:lnTo>
                    <a:pt x="329807" y="128598"/>
                  </a:lnTo>
                  <a:lnTo>
                    <a:pt x="328504" y="123466"/>
                  </a:lnTo>
                  <a:lnTo>
                    <a:pt x="327039" y="118378"/>
                  </a:lnTo>
                  <a:lnTo>
                    <a:pt x="325414" y="113340"/>
                  </a:lnTo>
                  <a:lnTo>
                    <a:pt x="323630" y="108355"/>
                  </a:lnTo>
                  <a:lnTo>
                    <a:pt x="321689" y="103429"/>
                  </a:lnTo>
                  <a:lnTo>
                    <a:pt x="319594" y="98567"/>
                  </a:lnTo>
                  <a:lnTo>
                    <a:pt x="317345" y="93774"/>
                  </a:lnTo>
                  <a:lnTo>
                    <a:pt x="314945" y="89055"/>
                  </a:lnTo>
                  <a:lnTo>
                    <a:pt x="312398" y="84414"/>
                  </a:lnTo>
                  <a:lnTo>
                    <a:pt x="309704" y="79856"/>
                  </a:lnTo>
                  <a:lnTo>
                    <a:pt x="306868" y="75385"/>
                  </a:lnTo>
                  <a:lnTo>
                    <a:pt x="303892" y="71007"/>
                  </a:lnTo>
                  <a:lnTo>
                    <a:pt x="300778" y="66725"/>
                  </a:lnTo>
                  <a:lnTo>
                    <a:pt x="297530" y="62544"/>
                  </a:lnTo>
                  <a:lnTo>
                    <a:pt x="294152" y="58467"/>
                  </a:lnTo>
                  <a:lnTo>
                    <a:pt x="290646" y="54500"/>
                  </a:lnTo>
                  <a:lnTo>
                    <a:pt x="287016" y="50646"/>
                  </a:lnTo>
                  <a:lnTo>
                    <a:pt x="283266" y="46908"/>
                  </a:lnTo>
                  <a:lnTo>
                    <a:pt x="279400" y="43292"/>
                  </a:lnTo>
                  <a:lnTo>
                    <a:pt x="275421" y="39799"/>
                  </a:lnTo>
                  <a:lnTo>
                    <a:pt x="271333" y="36434"/>
                  </a:lnTo>
                  <a:lnTo>
                    <a:pt x="267141" y="33201"/>
                  </a:lnTo>
                  <a:lnTo>
                    <a:pt x="262849" y="30101"/>
                  </a:lnTo>
                  <a:lnTo>
                    <a:pt x="258461" y="27140"/>
                  </a:lnTo>
                  <a:lnTo>
                    <a:pt x="253981" y="24318"/>
                  </a:lnTo>
                  <a:lnTo>
                    <a:pt x="249414" y="21640"/>
                  </a:lnTo>
                  <a:lnTo>
                    <a:pt x="244764" y="19108"/>
                  </a:lnTo>
                  <a:lnTo>
                    <a:pt x="240037" y="16725"/>
                  </a:lnTo>
                  <a:lnTo>
                    <a:pt x="235236" y="14492"/>
                  </a:lnTo>
                  <a:lnTo>
                    <a:pt x="230367" y="12412"/>
                  </a:lnTo>
                  <a:lnTo>
                    <a:pt x="225435" y="10488"/>
                  </a:lnTo>
                  <a:lnTo>
                    <a:pt x="220444" y="8721"/>
                  </a:lnTo>
                  <a:lnTo>
                    <a:pt x="215400" y="7113"/>
                  </a:lnTo>
                  <a:lnTo>
                    <a:pt x="167149" y="167165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g673"/>
            <p:cNvSpPr/>
            <p:nvPr/>
          </p:nvSpPr>
          <p:spPr>
            <a:xfrm>
              <a:off x="3488720" y="5018213"/>
              <a:ext cx="48250" cy="167167"/>
            </a:xfrm>
            <a:custGeom>
              <a:avLst/>
              <a:pathLst>
                <a:path w="48250" h="167167">
                  <a:moveTo>
                    <a:pt x="48250" y="7114"/>
                  </a:moveTo>
                  <a:lnTo>
                    <a:pt x="42361" y="5456"/>
                  </a:lnTo>
                  <a:lnTo>
                    <a:pt x="36415" y="4014"/>
                  </a:lnTo>
                  <a:lnTo>
                    <a:pt x="30421" y="2791"/>
                  </a:lnTo>
                  <a:lnTo>
                    <a:pt x="24386" y="1788"/>
                  </a:lnTo>
                  <a:lnTo>
                    <a:pt x="18318" y="1006"/>
                  </a:lnTo>
                  <a:lnTo>
                    <a:pt x="12225" y="447"/>
                  </a:lnTo>
                  <a:lnTo>
                    <a:pt x="6117" y="111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g67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g67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g67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g67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g67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g67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g68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g68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g68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g68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g68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g68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g68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g68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g68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g68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g690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g691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g692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g693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g694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g695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g696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g697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g698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g699"/>
            <p:cNvSpPr/>
            <p:nvPr/>
          </p:nvSpPr>
          <p:spPr>
            <a:xfrm>
              <a:off x="3964501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g700"/>
            <p:cNvSpPr/>
            <p:nvPr/>
          </p:nvSpPr>
          <p:spPr>
            <a:xfrm>
              <a:off x="3797335" y="5269756"/>
              <a:ext cx="167166" cy="235522"/>
            </a:xfrm>
            <a:custGeom>
              <a:avLst/>
              <a:pathLst>
                <a:path w="167166" h="235522">
                  <a:moveTo>
                    <a:pt x="167166" y="0"/>
                  </a:moveTo>
                  <a:lnTo>
                    <a:pt x="161796" y="86"/>
                  </a:lnTo>
                  <a:lnTo>
                    <a:pt x="156431" y="345"/>
                  </a:lnTo>
                  <a:lnTo>
                    <a:pt x="151078" y="775"/>
                  </a:lnTo>
                  <a:lnTo>
                    <a:pt x="145741" y="1378"/>
                  </a:lnTo>
                  <a:lnTo>
                    <a:pt x="140426" y="2152"/>
                  </a:lnTo>
                  <a:lnTo>
                    <a:pt x="135139" y="3096"/>
                  </a:lnTo>
                  <a:lnTo>
                    <a:pt x="129885" y="4210"/>
                  </a:lnTo>
                  <a:lnTo>
                    <a:pt x="124669" y="5491"/>
                  </a:lnTo>
                  <a:lnTo>
                    <a:pt x="119497" y="6940"/>
                  </a:lnTo>
                  <a:lnTo>
                    <a:pt x="114375" y="8554"/>
                  </a:lnTo>
                  <a:lnTo>
                    <a:pt x="109307" y="10332"/>
                  </a:lnTo>
                  <a:lnTo>
                    <a:pt x="104298" y="12271"/>
                  </a:lnTo>
                  <a:lnTo>
                    <a:pt x="99355" y="14371"/>
                  </a:lnTo>
                  <a:lnTo>
                    <a:pt x="94481" y="16628"/>
                  </a:lnTo>
                  <a:lnTo>
                    <a:pt x="89683" y="19041"/>
                  </a:lnTo>
                  <a:lnTo>
                    <a:pt x="84964" y="21606"/>
                  </a:lnTo>
                  <a:lnTo>
                    <a:pt x="80331" y="24322"/>
                  </a:lnTo>
                  <a:lnTo>
                    <a:pt x="75787" y="27185"/>
                  </a:lnTo>
                  <a:lnTo>
                    <a:pt x="71337" y="30193"/>
                  </a:lnTo>
                  <a:lnTo>
                    <a:pt x="66986" y="33342"/>
                  </a:lnTo>
                  <a:lnTo>
                    <a:pt x="62739" y="36630"/>
                  </a:lnTo>
                  <a:lnTo>
                    <a:pt x="58600" y="40052"/>
                  </a:lnTo>
                  <a:lnTo>
                    <a:pt x="54572" y="43605"/>
                  </a:lnTo>
                  <a:lnTo>
                    <a:pt x="50661" y="47286"/>
                  </a:lnTo>
                  <a:lnTo>
                    <a:pt x="46870" y="51090"/>
                  </a:lnTo>
                  <a:lnTo>
                    <a:pt x="43203" y="55014"/>
                  </a:lnTo>
                  <a:lnTo>
                    <a:pt x="39664" y="59054"/>
                  </a:lnTo>
                  <a:lnTo>
                    <a:pt x="36257" y="63206"/>
                  </a:lnTo>
                  <a:lnTo>
                    <a:pt x="32985" y="67465"/>
                  </a:lnTo>
                  <a:lnTo>
                    <a:pt x="29851" y="71827"/>
                  </a:lnTo>
                  <a:lnTo>
                    <a:pt x="26860" y="76287"/>
                  </a:lnTo>
                  <a:lnTo>
                    <a:pt x="24013" y="80842"/>
                  </a:lnTo>
                  <a:lnTo>
                    <a:pt x="21313" y="85485"/>
                  </a:lnTo>
                  <a:lnTo>
                    <a:pt x="18765" y="90212"/>
                  </a:lnTo>
                  <a:lnTo>
                    <a:pt x="16369" y="95019"/>
                  </a:lnTo>
                  <a:lnTo>
                    <a:pt x="14129" y="99901"/>
                  </a:lnTo>
                  <a:lnTo>
                    <a:pt x="12047" y="104852"/>
                  </a:lnTo>
                  <a:lnTo>
                    <a:pt x="10126" y="109867"/>
                  </a:lnTo>
                  <a:lnTo>
                    <a:pt x="8366" y="114941"/>
                  </a:lnTo>
                  <a:lnTo>
                    <a:pt x="6770" y="120070"/>
                  </a:lnTo>
                  <a:lnTo>
                    <a:pt x="5340" y="125247"/>
                  </a:lnTo>
                  <a:lnTo>
                    <a:pt x="4077" y="130467"/>
                  </a:lnTo>
                  <a:lnTo>
                    <a:pt x="2982" y="135725"/>
                  </a:lnTo>
                  <a:lnTo>
                    <a:pt x="2057" y="141015"/>
                  </a:lnTo>
                  <a:lnTo>
                    <a:pt x="1302" y="146333"/>
                  </a:lnTo>
                  <a:lnTo>
                    <a:pt x="718" y="151672"/>
                  </a:lnTo>
                  <a:lnTo>
                    <a:pt x="306" y="157027"/>
                  </a:lnTo>
                  <a:lnTo>
                    <a:pt x="67" y="162392"/>
                  </a:lnTo>
                  <a:lnTo>
                    <a:pt x="0" y="167763"/>
                  </a:lnTo>
                  <a:lnTo>
                    <a:pt x="105" y="173133"/>
                  </a:lnTo>
                  <a:lnTo>
                    <a:pt x="383" y="178496"/>
                  </a:lnTo>
                  <a:lnTo>
                    <a:pt x="833" y="183848"/>
                  </a:lnTo>
                  <a:lnTo>
                    <a:pt x="1455" y="189183"/>
                  </a:lnTo>
                  <a:lnTo>
                    <a:pt x="2247" y="194495"/>
                  </a:lnTo>
                  <a:lnTo>
                    <a:pt x="3210" y="199779"/>
                  </a:lnTo>
                  <a:lnTo>
                    <a:pt x="4343" y="205029"/>
                  </a:lnTo>
                  <a:lnTo>
                    <a:pt x="5643" y="210240"/>
                  </a:lnTo>
                  <a:lnTo>
                    <a:pt x="7110" y="215406"/>
                  </a:lnTo>
                  <a:lnTo>
                    <a:pt x="8742" y="220523"/>
                  </a:lnTo>
                  <a:lnTo>
                    <a:pt x="10538" y="225585"/>
                  </a:lnTo>
                  <a:lnTo>
                    <a:pt x="12495" y="230586"/>
                  </a:lnTo>
                  <a:lnTo>
                    <a:pt x="14613" y="235522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g701"/>
            <p:cNvSpPr/>
            <p:nvPr/>
          </p:nvSpPr>
          <p:spPr>
            <a:xfrm>
              <a:off x="3811948" y="5269756"/>
              <a:ext cx="319706" cy="334332"/>
            </a:xfrm>
            <a:custGeom>
              <a:avLst/>
              <a:pathLst>
                <a:path w="319706" h="334332">
                  <a:moveTo>
                    <a:pt x="0" y="235522"/>
                  </a:moveTo>
                  <a:lnTo>
                    <a:pt x="2249" y="240336"/>
                  </a:lnTo>
                  <a:lnTo>
                    <a:pt x="4650" y="245076"/>
                  </a:lnTo>
                  <a:lnTo>
                    <a:pt x="7201" y="249737"/>
                  </a:lnTo>
                  <a:lnTo>
                    <a:pt x="9899" y="254315"/>
                  </a:lnTo>
                  <a:lnTo>
                    <a:pt x="12740" y="258804"/>
                  </a:lnTo>
                  <a:lnTo>
                    <a:pt x="15723" y="263201"/>
                  </a:lnTo>
                  <a:lnTo>
                    <a:pt x="18844" y="267501"/>
                  </a:lnTo>
                  <a:lnTo>
                    <a:pt x="22101" y="271700"/>
                  </a:lnTo>
                  <a:lnTo>
                    <a:pt x="25489" y="275793"/>
                  </a:lnTo>
                  <a:lnTo>
                    <a:pt x="29005" y="279777"/>
                  </a:lnTo>
                  <a:lnTo>
                    <a:pt x="32646" y="283646"/>
                  </a:lnTo>
                  <a:lnTo>
                    <a:pt x="36409" y="287398"/>
                  </a:lnTo>
                  <a:lnTo>
                    <a:pt x="40288" y="291028"/>
                  </a:lnTo>
                  <a:lnTo>
                    <a:pt x="44282" y="294534"/>
                  </a:lnTo>
                  <a:lnTo>
                    <a:pt x="48384" y="297910"/>
                  </a:lnTo>
                  <a:lnTo>
                    <a:pt x="52592" y="301155"/>
                  </a:lnTo>
                  <a:lnTo>
                    <a:pt x="56901" y="304264"/>
                  </a:lnTo>
                  <a:lnTo>
                    <a:pt x="61306" y="307235"/>
                  </a:lnTo>
                  <a:lnTo>
                    <a:pt x="65803" y="310064"/>
                  </a:lnTo>
                  <a:lnTo>
                    <a:pt x="70389" y="312749"/>
                  </a:lnTo>
                  <a:lnTo>
                    <a:pt x="75057" y="315286"/>
                  </a:lnTo>
                  <a:lnTo>
                    <a:pt x="79803" y="317674"/>
                  </a:lnTo>
                  <a:lnTo>
                    <a:pt x="84623" y="319910"/>
                  </a:lnTo>
                  <a:lnTo>
                    <a:pt x="89512" y="321992"/>
                  </a:lnTo>
                  <a:lnTo>
                    <a:pt x="94464" y="323917"/>
                  </a:lnTo>
                  <a:lnTo>
                    <a:pt x="99475" y="325684"/>
                  </a:lnTo>
                  <a:lnTo>
                    <a:pt x="104540" y="327291"/>
                  </a:lnTo>
                  <a:lnTo>
                    <a:pt x="109653" y="328736"/>
                  </a:lnTo>
                  <a:lnTo>
                    <a:pt x="114810" y="330018"/>
                  </a:lnTo>
                  <a:lnTo>
                    <a:pt x="120004" y="331135"/>
                  </a:lnTo>
                  <a:lnTo>
                    <a:pt x="125232" y="332087"/>
                  </a:lnTo>
                  <a:lnTo>
                    <a:pt x="130487" y="332872"/>
                  </a:lnTo>
                  <a:lnTo>
                    <a:pt x="135764" y="333489"/>
                  </a:lnTo>
                  <a:lnTo>
                    <a:pt x="141058" y="333939"/>
                  </a:lnTo>
                  <a:lnTo>
                    <a:pt x="146364" y="334220"/>
                  </a:lnTo>
                  <a:lnTo>
                    <a:pt x="151677" y="334332"/>
                  </a:lnTo>
                  <a:lnTo>
                    <a:pt x="156990" y="334275"/>
                  </a:lnTo>
                  <a:lnTo>
                    <a:pt x="162298" y="334050"/>
                  </a:lnTo>
                  <a:lnTo>
                    <a:pt x="167597" y="333656"/>
                  </a:lnTo>
                  <a:lnTo>
                    <a:pt x="172881" y="333094"/>
                  </a:lnTo>
                  <a:lnTo>
                    <a:pt x="178144" y="332364"/>
                  </a:lnTo>
                  <a:lnTo>
                    <a:pt x="183381" y="331467"/>
                  </a:lnTo>
                  <a:lnTo>
                    <a:pt x="188587" y="330404"/>
                  </a:lnTo>
                  <a:lnTo>
                    <a:pt x="193757" y="329177"/>
                  </a:lnTo>
                  <a:lnTo>
                    <a:pt x="198885" y="327786"/>
                  </a:lnTo>
                  <a:lnTo>
                    <a:pt x="203966" y="326232"/>
                  </a:lnTo>
                  <a:lnTo>
                    <a:pt x="208995" y="324518"/>
                  </a:lnTo>
                  <a:lnTo>
                    <a:pt x="213967" y="322644"/>
                  </a:lnTo>
                  <a:lnTo>
                    <a:pt x="218877" y="320614"/>
                  </a:lnTo>
                  <a:lnTo>
                    <a:pt x="223721" y="318429"/>
                  </a:lnTo>
                  <a:lnTo>
                    <a:pt x="228492" y="316090"/>
                  </a:lnTo>
                  <a:lnTo>
                    <a:pt x="233186" y="313602"/>
                  </a:lnTo>
                  <a:lnTo>
                    <a:pt x="237799" y="310965"/>
                  </a:lnTo>
                  <a:lnTo>
                    <a:pt x="242326" y="308183"/>
                  </a:lnTo>
                  <a:lnTo>
                    <a:pt x="246763" y="305259"/>
                  </a:lnTo>
                  <a:lnTo>
                    <a:pt x="251104" y="302195"/>
                  </a:lnTo>
                  <a:lnTo>
                    <a:pt x="255345" y="298995"/>
                  </a:lnTo>
                  <a:lnTo>
                    <a:pt x="259483" y="295662"/>
                  </a:lnTo>
                  <a:lnTo>
                    <a:pt x="263513" y="292198"/>
                  </a:lnTo>
                  <a:lnTo>
                    <a:pt x="267430" y="288609"/>
                  </a:lnTo>
                  <a:lnTo>
                    <a:pt x="271232" y="284897"/>
                  </a:lnTo>
                  <a:lnTo>
                    <a:pt x="274913" y="281065"/>
                  </a:lnTo>
                  <a:lnTo>
                    <a:pt x="278471" y="277119"/>
                  </a:lnTo>
                  <a:lnTo>
                    <a:pt x="281902" y="273062"/>
                  </a:lnTo>
                  <a:lnTo>
                    <a:pt x="285202" y="268897"/>
                  </a:lnTo>
                  <a:lnTo>
                    <a:pt x="288368" y="264630"/>
                  </a:lnTo>
                  <a:lnTo>
                    <a:pt x="291397" y="260265"/>
                  </a:lnTo>
                  <a:lnTo>
                    <a:pt x="294286" y="255805"/>
                  </a:lnTo>
                  <a:lnTo>
                    <a:pt x="297031" y="251256"/>
                  </a:lnTo>
                  <a:lnTo>
                    <a:pt x="299631" y="246622"/>
                  </a:lnTo>
                  <a:lnTo>
                    <a:pt x="302081" y="241907"/>
                  </a:lnTo>
                  <a:lnTo>
                    <a:pt x="304381" y="237118"/>
                  </a:lnTo>
                  <a:lnTo>
                    <a:pt x="306528" y="232257"/>
                  </a:lnTo>
                  <a:lnTo>
                    <a:pt x="308518" y="227331"/>
                  </a:lnTo>
                  <a:lnTo>
                    <a:pt x="310352" y="222344"/>
                  </a:lnTo>
                  <a:lnTo>
                    <a:pt x="312026" y="217301"/>
                  </a:lnTo>
                  <a:lnTo>
                    <a:pt x="313538" y="212207"/>
                  </a:lnTo>
                  <a:lnTo>
                    <a:pt x="314888" y="207068"/>
                  </a:lnTo>
                  <a:lnTo>
                    <a:pt x="316074" y="201889"/>
                  </a:lnTo>
                  <a:lnTo>
                    <a:pt x="317095" y="196674"/>
                  </a:lnTo>
                  <a:lnTo>
                    <a:pt x="317950" y="191430"/>
                  </a:lnTo>
                  <a:lnTo>
                    <a:pt x="318638" y="186162"/>
                  </a:lnTo>
                  <a:lnTo>
                    <a:pt x="319157" y="180874"/>
                  </a:lnTo>
                  <a:lnTo>
                    <a:pt x="319509" y="175572"/>
                  </a:lnTo>
                  <a:lnTo>
                    <a:pt x="319692" y="170262"/>
                  </a:lnTo>
                  <a:lnTo>
                    <a:pt x="319706" y="164948"/>
                  </a:lnTo>
                  <a:lnTo>
                    <a:pt x="319551" y="159637"/>
                  </a:lnTo>
                  <a:lnTo>
                    <a:pt x="319227" y="154334"/>
                  </a:lnTo>
                  <a:lnTo>
                    <a:pt x="318735" y="149043"/>
                  </a:lnTo>
                  <a:lnTo>
                    <a:pt x="318075" y="143771"/>
                  </a:lnTo>
                  <a:lnTo>
                    <a:pt x="317248" y="138522"/>
                  </a:lnTo>
                  <a:lnTo>
                    <a:pt x="316254" y="133303"/>
                  </a:lnTo>
                  <a:lnTo>
                    <a:pt x="315095" y="128117"/>
                  </a:lnTo>
                  <a:lnTo>
                    <a:pt x="313772" y="122971"/>
                  </a:lnTo>
                  <a:lnTo>
                    <a:pt x="312286" y="117870"/>
                  </a:lnTo>
                  <a:lnTo>
                    <a:pt x="310639" y="112818"/>
                  </a:lnTo>
                  <a:lnTo>
                    <a:pt x="308832" y="107821"/>
                  </a:lnTo>
                  <a:lnTo>
                    <a:pt x="306867" y="102885"/>
                  </a:lnTo>
                  <a:lnTo>
                    <a:pt x="304746" y="98013"/>
                  </a:lnTo>
                  <a:lnTo>
                    <a:pt x="302471" y="93211"/>
                  </a:lnTo>
                  <a:lnTo>
                    <a:pt x="300045" y="88484"/>
                  </a:lnTo>
                  <a:lnTo>
                    <a:pt x="297470" y="83836"/>
                  </a:lnTo>
                  <a:lnTo>
                    <a:pt x="294748" y="79273"/>
                  </a:lnTo>
                  <a:lnTo>
                    <a:pt x="291883" y="74798"/>
                  </a:lnTo>
                  <a:lnTo>
                    <a:pt x="288877" y="70417"/>
                  </a:lnTo>
                  <a:lnTo>
                    <a:pt x="285734" y="66133"/>
                  </a:lnTo>
                  <a:lnTo>
                    <a:pt x="282455" y="61952"/>
                  </a:lnTo>
                  <a:lnTo>
                    <a:pt x="279046" y="57876"/>
                  </a:lnTo>
                  <a:lnTo>
                    <a:pt x="275509" y="53911"/>
                  </a:lnTo>
                  <a:lnTo>
                    <a:pt x="271847" y="50061"/>
                  </a:lnTo>
                  <a:lnTo>
                    <a:pt x="268065" y="46329"/>
                  </a:lnTo>
                  <a:lnTo>
                    <a:pt x="264166" y="42719"/>
                  </a:lnTo>
                  <a:lnTo>
                    <a:pt x="260155" y="39234"/>
                  </a:lnTo>
                  <a:lnTo>
                    <a:pt x="256035" y="35879"/>
                  </a:lnTo>
                  <a:lnTo>
                    <a:pt x="251810" y="32657"/>
                  </a:lnTo>
                  <a:lnTo>
                    <a:pt x="247485" y="29570"/>
                  </a:lnTo>
                  <a:lnTo>
                    <a:pt x="243064" y="26623"/>
                  </a:lnTo>
                  <a:lnTo>
                    <a:pt x="238552" y="23817"/>
                  </a:lnTo>
                  <a:lnTo>
                    <a:pt x="233953" y="21157"/>
                  </a:lnTo>
                  <a:lnTo>
                    <a:pt x="229271" y="18643"/>
                  </a:lnTo>
                  <a:lnTo>
                    <a:pt x="224512" y="16280"/>
                  </a:lnTo>
                  <a:lnTo>
                    <a:pt x="219681" y="14070"/>
                  </a:lnTo>
                  <a:lnTo>
                    <a:pt x="214781" y="12014"/>
                  </a:lnTo>
                  <a:lnTo>
                    <a:pt x="209819" y="10114"/>
                  </a:lnTo>
                  <a:lnTo>
                    <a:pt x="204799" y="8374"/>
                  </a:lnTo>
                  <a:lnTo>
                    <a:pt x="199726" y="6793"/>
                  </a:lnTo>
                  <a:lnTo>
                    <a:pt x="194605" y="5375"/>
                  </a:lnTo>
                  <a:lnTo>
                    <a:pt x="189442" y="4120"/>
                  </a:lnTo>
                  <a:lnTo>
                    <a:pt x="184242" y="3030"/>
                  </a:lnTo>
                  <a:lnTo>
                    <a:pt x="179009" y="2106"/>
                  </a:lnTo>
                  <a:lnTo>
                    <a:pt x="173750" y="1349"/>
                  </a:lnTo>
                  <a:lnTo>
                    <a:pt x="168469" y="759"/>
                  </a:lnTo>
                  <a:lnTo>
                    <a:pt x="163173" y="337"/>
                  </a:lnTo>
                  <a:lnTo>
                    <a:pt x="157866" y="84"/>
                  </a:lnTo>
                  <a:lnTo>
                    <a:pt x="152553" y="0"/>
                  </a:lnTo>
                  <a:lnTo>
                    <a:pt x="15255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62C96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g70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g70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g70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g70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g70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g70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g70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g70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g71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g711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g712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g713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g714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g715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g716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g717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g718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g719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g720"/>
            <p:cNvSpPr/>
            <p:nvPr/>
          </p:nvSpPr>
          <p:spPr>
            <a:xfrm>
              <a:off x="4486215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g721"/>
            <p:cNvSpPr/>
            <p:nvPr/>
          </p:nvSpPr>
          <p:spPr>
            <a:xfrm>
              <a:off x="4455654" y="5399291"/>
              <a:ext cx="30561" cy="167167"/>
            </a:xfrm>
            <a:custGeom>
              <a:avLst/>
              <a:pathLst>
                <a:path w="30561" h="167167">
                  <a:moveTo>
                    <a:pt x="30561" y="0"/>
                  </a:moveTo>
                  <a:lnTo>
                    <a:pt x="22880" y="176"/>
                  </a:lnTo>
                  <a:lnTo>
                    <a:pt x="15215" y="705"/>
                  </a:lnTo>
                  <a:lnTo>
                    <a:pt x="7583" y="1586"/>
                  </a:lnTo>
                  <a:lnTo>
                    <a:pt x="0" y="2817"/>
                  </a:lnTo>
                  <a:lnTo>
                    <a:pt x="30561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g722"/>
            <p:cNvSpPr/>
            <p:nvPr/>
          </p:nvSpPr>
          <p:spPr>
            <a:xfrm>
              <a:off x="4455654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g723"/>
            <p:cNvSpPr/>
            <p:nvPr/>
          </p:nvSpPr>
          <p:spPr>
            <a:xfrm>
              <a:off x="4455654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g724"/>
            <p:cNvSpPr/>
            <p:nvPr/>
          </p:nvSpPr>
          <p:spPr>
            <a:xfrm>
              <a:off x="4455654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g725"/>
            <p:cNvSpPr/>
            <p:nvPr/>
          </p:nvSpPr>
          <p:spPr>
            <a:xfrm>
              <a:off x="4455654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g726"/>
            <p:cNvSpPr/>
            <p:nvPr/>
          </p:nvSpPr>
          <p:spPr>
            <a:xfrm>
              <a:off x="4455654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g727"/>
            <p:cNvSpPr/>
            <p:nvPr/>
          </p:nvSpPr>
          <p:spPr>
            <a:xfrm>
              <a:off x="4455654" y="5402109"/>
              <a:ext cx="30561" cy="164350"/>
            </a:xfrm>
            <a:custGeom>
              <a:avLst/>
              <a:pathLst>
                <a:path w="30561" h="164350">
                  <a:moveTo>
                    <a:pt x="0" y="0"/>
                  </a:moveTo>
                  <a:lnTo>
                    <a:pt x="30561" y="1643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g728"/>
            <p:cNvSpPr/>
            <p:nvPr/>
          </p:nvSpPr>
          <p:spPr>
            <a:xfrm>
              <a:off x="4319054" y="5402109"/>
              <a:ext cx="334324" cy="331512"/>
            </a:xfrm>
            <a:custGeom>
              <a:avLst/>
              <a:pathLst>
                <a:path w="334324" h="331512">
                  <a:moveTo>
                    <a:pt x="136599" y="0"/>
                  </a:moveTo>
                  <a:lnTo>
                    <a:pt x="131403" y="1051"/>
                  </a:lnTo>
                  <a:lnTo>
                    <a:pt x="126242" y="2267"/>
                  </a:lnTo>
                  <a:lnTo>
                    <a:pt x="121123" y="3647"/>
                  </a:lnTo>
                  <a:lnTo>
                    <a:pt x="116050" y="5187"/>
                  </a:lnTo>
                  <a:lnTo>
                    <a:pt x="111028" y="6888"/>
                  </a:lnTo>
                  <a:lnTo>
                    <a:pt x="106063" y="8747"/>
                  </a:lnTo>
                  <a:lnTo>
                    <a:pt x="101160" y="10763"/>
                  </a:lnTo>
                  <a:lnTo>
                    <a:pt x="96322" y="12933"/>
                  </a:lnTo>
                  <a:lnTo>
                    <a:pt x="91556" y="15256"/>
                  </a:lnTo>
                  <a:lnTo>
                    <a:pt x="86866" y="17729"/>
                  </a:lnTo>
                  <a:lnTo>
                    <a:pt x="82257" y="20349"/>
                  </a:lnTo>
                  <a:lnTo>
                    <a:pt x="77733" y="23113"/>
                  </a:lnTo>
                  <a:lnTo>
                    <a:pt x="73299" y="26020"/>
                  </a:lnTo>
                  <a:lnTo>
                    <a:pt x="68960" y="29066"/>
                  </a:lnTo>
                  <a:lnTo>
                    <a:pt x="64719" y="32249"/>
                  </a:lnTo>
                  <a:lnTo>
                    <a:pt x="60581" y="35564"/>
                  </a:lnTo>
                  <a:lnTo>
                    <a:pt x="56551" y="39008"/>
                  </a:lnTo>
                  <a:lnTo>
                    <a:pt x="52632" y="42579"/>
                  </a:lnTo>
                  <a:lnTo>
                    <a:pt x="48828" y="46272"/>
                  </a:lnTo>
                  <a:lnTo>
                    <a:pt x="45143" y="50084"/>
                  </a:lnTo>
                  <a:lnTo>
                    <a:pt x="41581" y="54011"/>
                  </a:lnTo>
                  <a:lnTo>
                    <a:pt x="38145" y="58049"/>
                  </a:lnTo>
                  <a:lnTo>
                    <a:pt x="34839" y="62194"/>
                  </a:lnTo>
                  <a:lnTo>
                    <a:pt x="31666" y="66441"/>
                  </a:lnTo>
                  <a:lnTo>
                    <a:pt x="28629" y="70787"/>
                  </a:lnTo>
                  <a:lnTo>
                    <a:pt x="25732" y="75227"/>
                  </a:lnTo>
                  <a:lnTo>
                    <a:pt x="22977" y="79757"/>
                  </a:lnTo>
                  <a:lnTo>
                    <a:pt x="20367" y="84372"/>
                  </a:lnTo>
                  <a:lnTo>
                    <a:pt x="17904" y="89067"/>
                  </a:lnTo>
                  <a:lnTo>
                    <a:pt x="15592" y="93838"/>
                  </a:lnTo>
                  <a:lnTo>
                    <a:pt x="13432" y="98680"/>
                  </a:lnTo>
                  <a:lnTo>
                    <a:pt x="11427" y="103588"/>
                  </a:lnTo>
                  <a:lnTo>
                    <a:pt x="9578" y="108558"/>
                  </a:lnTo>
                  <a:lnTo>
                    <a:pt x="7888" y="113583"/>
                  </a:lnTo>
                  <a:lnTo>
                    <a:pt x="6359" y="118659"/>
                  </a:lnTo>
                  <a:lnTo>
                    <a:pt x="4991" y="123781"/>
                  </a:lnTo>
                  <a:lnTo>
                    <a:pt x="3786" y="128945"/>
                  </a:lnTo>
                  <a:lnTo>
                    <a:pt x="2745" y="134143"/>
                  </a:lnTo>
                  <a:lnTo>
                    <a:pt x="1870" y="139372"/>
                  </a:lnTo>
                  <a:lnTo>
                    <a:pt x="1161" y="144627"/>
                  </a:lnTo>
                  <a:lnTo>
                    <a:pt x="619" y="149901"/>
                  </a:lnTo>
                  <a:lnTo>
                    <a:pt x="244" y="155189"/>
                  </a:lnTo>
                  <a:lnTo>
                    <a:pt x="38" y="160487"/>
                  </a:lnTo>
                  <a:lnTo>
                    <a:pt x="0" y="165789"/>
                  </a:lnTo>
                  <a:lnTo>
                    <a:pt x="129" y="171089"/>
                  </a:lnTo>
                  <a:lnTo>
                    <a:pt x="427" y="176383"/>
                  </a:lnTo>
                  <a:lnTo>
                    <a:pt x="892" y="181664"/>
                  </a:lnTo>
                  <a:lnTo>
                    <a:pt x="1525" y="186928"/>
                  </a:lnTo>
                  <a:lnTo>
                    <a:pt x="2324" y="192169"/>
                  </a:lnTo>
                  <a:lnTo>
                    <a:pt x="3290" y="197382"/>
                  </a:lnTo>
                  <a:lnTo>
                    <a:pt x="4419" y="202563"/>
                  </a:lnTo>
                  <a:lnTo>
                    <a:pt x="5713" y="207704"/>
                  </a:lnTo>
                  <a:lnTo>
                    <a:pt x="7169" y="212802"/>
                  </a:lnTo>
                  <a:lnTo>
                    <a:pt x="8786" y="217851"/>
                  </a:lnTo>
                  <a:lnTo>
                    <a:pt x="10562" y="222847"/>
                  </a:lnTo>
                  <a:lnTo>
                    <a:pt x="12496" y="227783"/>
                  </a:lnTo>
                  <a:lnTo>
                    <a:pt x="14586" y="232656"/>
                  </a:lnTo>
                  <a:lnTo>
                    <a:pt x="16828" y="237460"/>
                  </a:lnTo>
                  <a:lnTo>
                    <a:pt x="19223" y="242191"/>
                  </a:lnTo>
                  <a:lnTo>
                    <a:pt x="21765" y="246843"/>
                  </a:lnTo>
                  <a:lnTo>
                    <a:pt x="24455" y="251412"/>
                  </a:lnTo>
                  <a:lnTo>
                    <a:pt x="27287" y="255894"/>
                  </a:lnTo>
                  <a:lnTo>
                    <a:pt x="30261" y="260284"/>
                  </a:lnTo>
                  <a:lnTo>
                    <a:pt x="33372" y="264577"/>
                  </a:lnTo>
                  <a:lnTo>
                    <a:pt x="36617" y="268769"/>
                  </a:lnTo>
                  <a:lnTo>
                    <a:pt x="39994" y="272856"/>
                  </a:lnTo>
                  <a:lnTo>
                    <a:pt x="43499" y="276834"/>
                  </a:lnTo>
                  <a:lnTo>
                    <a:pt x="47129" y="280699"/>
                  </a:lnTo>
                  <a:lnTo>
                    <a:pt x="50879" y="284447"/>
                  </a:lnTo>
                  <a:lnTo>
                    <a:pt x="54746" y="288074"/>
                  </a:lnTo>
                  <a:lnTo>
                    <a:pt x="58726" y="291577"/>
                  </a:lnTo>
                  <a:lnTo>
                    <a:pt x="62815" y="294952"/>
                  </a:lnTo>
                  <a:lnTo>
                    <a:pt x="67009" y="298195"/>
                  </a:lnTo>
                  <a:lnTo>
                    <a:pt x="71304" y="301304"/>
                  </a:lnTo>
                  <a:lnTo>
                    <a:pt x="75695" y="304275"/>
                  </a:lnTo>
                  <a:lnTo>
                    <a:pt x="80178" y="307105"/>
                  </a:lnTo>
                  <a:lnTo>
                    <a:pt x="84749" y="309791"/>
                  </a:lnTo>
                  <a:lnTo>
                    <a:pt x="89403" y="312332"/>
                  </a:lnTo>
                  <a:lnTo>
                    <a:pt x="94135" y="314723"/>
                  </a:lnTo>
                  <a:lnTo>
                    <a:pt x="98940" y="316963"/>
                  </a:lnTo>
                  <a:lnTo>
                    <a:pt x="103814" y="319050"/>
                  </a:lnTo>
                  <a:lnTo>
                    <a:pt x="108752" y="320981"/>
                  </a:lnTo>
                  <a:lnTo>
                    <a:pt x="113748" y="322754"/>
                  </a:lnTo>
                  <a:lnTo>
                    <a:pt x="118798" y="324368"/>
                  </a:lnTo>
                  <a:lnTo>
                    <a:pt x="123897" y="325822"/>
                  </a:lnTo>
                  <a:lnTo>
                    <a:pt x="129039" y="327112"/>
                  </a:lnTo>
                  <a:lnTo>
                    <a:pt x="134220" y="328239"/>
                  </a:lnTo>
                  <a:lnTo>
                    <a:pt x="139434" y="329202"/>
                  </a:lnTo>
                  <a:lnTo>
                    <a:pt x="144676" y="329998"/>
                  </a:lnTo>
                  <a:lnTo>
                    <a:pt x="149940" y="330628"/>
                  </a:lnTo>
                  <a:lnTo>
                    <a:pt x="155222" y="331090"/>
                  </a:lnTo>
                  <a:lnTo>
                    <a:pt x="160515" y="331385"/>
                  </a:lnTo>
                  <a:lnTo>
                    <a:pt x="165815" y="331512"/>
                  </a:lnTo>
                  <a:lnTo>
                    <a:pt x="171117" y="331470"/>
                  </a:lnTo>
                  <a:lnTo>
                    <a:pt x="176415" y="331261"/>
                  </a:lnTo>
                  <a:lnTo>
                    <a:pt x="181703" y="330883"/>
                  </a:lnTo>
                  <a:lnTo>
                    <a:pt x="186977" y="330338"/>
                  </a:lnTo>
                  <a:lnTo>
                    <a:pt x="192231" y="329626"/>
                  </a:lnTo>
                  <a:lnTo>
                    <a:pt x="197460" y="328748"/>
                  </a:lnTo>
                  <a:lnTo>
                    <a:pt x="202658" y="327705"/>
                  </a:lnTo>
                  <a:lnTo>
                    <a:pt x="207820" y="326497"/>
                  </a:lnTo>
                  <a:lnTo>
                    <a:pt x="212942" y="325126"/>
                  </a:lnTo>
                  <a:lnTo>
                    <a:pt x="218017" y="323593"/>
                  </a:lnTo>
                  <a:lnTo>
                    <a:pt x="223041" y="321901"/>
                  </a:lnTo>
                  <a:lnTo>
                    <a:pt x="228010" y="320049"/>
                  </a:lnTo>
                  <a:lnTo>
                    <a:pt x="232916" y="318041"/>
                  </a:lnTo>
                  <a:lnTo>
                    <a:pt x="237757" y="315879"/>
                  </a:lnTo>
                  <a:lnTo>
                    <a:pt x="242527" y="313564"/>
                  </a:lnTo>
                  <a:lnTo>
                    <a:pt x="247221" y="311099"/>
                  </a:lnTo>
                  <a:lnTo>
                    <a:pt x="251834" y="308486"/>
                  </a:lnTo>
                  <a:lnTo>
                    <a:pt x="256363" y="305728"/>
                  </a:lnTo>
                  <a:lnTo>
                    <a:pt x="260801" y="302829"/>
                  </a:lnTo>
                  <a:lnTo>
                    <a:pt x="265145" y="299789"/>
                  </a:lnTo>
                  <a:lnTo>
                    <a:pt x="269391" y="296614"/>
                  </a:lnTo>
                  <a:lnTo>
                    <a:pt x="273534" y="293306"/>
                  </a:lnTo>
                  <a:lnTo>
                    <a:pt x="277570" y="289867"/>
                  </a:lnTo>
                  <a:lnTo>
                    <a:pt x="281495" y="286303"/>
                  </a:lnTo>
                  <a:lnTo>
                    <a:pt x="285305" y="282616"/>
                  </a:lnTo>
                  <a:lnTo>
                    <a:pt x="288996" y="278810"/>
                  </a:lnTo>
                  <a:lnTo>
                    <a:pt x="292564" y="274889"/>
                  </a:lnTo>
                  <a:lnTo>
                    <a:pt x="296007" y="270856"/>
                  </a:lnTo>
                  <a:lnTo>
                    <a:pt x="299319" y="266717"/>
                  </a:lnTo>
                  <a:lnTo>
                    <a:pt x="302499" y="262474"/>
                  </a:lnTo>
                  <a:lnTo>
                    <a:pt x="305543" y="258133"/>
                  </a:lnTo>
                  <a:lnTo>
                    <a:pt x="308447" y="253698"/>
                  </a:lnTo>
                  <a:lnTo>
                    <a:pt x="311210" y="249172"/>
                  </a:lnTo>
                  <a:lnTo>
                    <a:pt x="313827" y="244562"/>
                  </a:lnTo>
                  <a:lnTo>
                    <a:pt x="316297" y="239870"/>
                  </a:lnTo>
                  <a:lnTo>
                    <a:pt x="318617" y="235103"/>
                  </a:lnTo>
                  <a:lnTo>
                    <a:pt x="320784" y="230264"/>
                  </a:lnTo>
                  <a:lnTo>
                    <a:pt x="322797" y="225360"/>
                  </a:lnTo>
                  <a:lnTo>
                    <a:pt x="324654" y="220393"/>
                  </a:lnTo>
                  <a:lnTo>
                    <a:pt x="326352" y="215371"/>
                  </a:lnTo>
                  <a:lnTo>
                    <a:pt x="327890" y="210297"/>
                  </a:lnTo>
                  <a:lnTo>
                    <a:pt x="329266" y="205177"/>
                  </a:lnTo>
                  <a:lnTo>
                    <a:pt x="330479" y="200016"/>
                  </a:lnTo>
                  <a:lnTo>
                    <a:pt x="331528" y="194819"/>
                  </a:lnTo>
                  <a:lnTo>
                    <a:pt x="332412" y="189591"/>
                  </a:lnTo>
                  <a:lnTo>
                    <a:pt x="333129" y="184338"/>
                  </a:lnTo>
                  <a:lnTo>
                    <a:pt x="333679" y="179065"/>
                  </a:lnTo>
                  <a:lnTo>
                    <a:pt x="334062" y="173777"/>
                  </a:lnTo>
                  <a:lnTo>
                    <a:pt x="334277" y="168479"/>
                  </a:lnTo>
                  <a:lnTo>
                    <a:pt x="334324" y="163177"/>
                  </a:lnTo>
                  <a:lnTo>
                    <a:pt x="334203" y="157877"/>
                  </a:lnTo>
                  <a:lnTo>
                    <a:pt x="333914" y="152583"/>
                  </a:lnTo>
                  <a:lnTo>
                    <a:pt x="333457" y="147301"/>
                  </a:lnTo>
                  <a:lnTo>
                    <a:pt x="332832" y="142036"/>
                  </a:lnTo>
                  <a:lnTo>
                    <a:pt x="332041" y="136793"/>
                  </a:lnTo>
                  <a:lnTo>
                    <a:pt x="331085" y="131579"/>
                  </a:lnTo>
                  <a:lnTo>
                    <a:pt x="329963" y="126397"/>
                  </a:lnTo>
                  <a:lnTo>
                    <a:pt x="328677" y="121253"/>
                  </a:lnTo>
                  <a:lnTo>
                    <a:pt x="327230" y="116153"/>
                  </a:lnTo>
                  <a:lnTo>
                    <a:pt x="325621" y="111101"/>
                  </a:lnTo>
                  <a:lnTo>
                    <a:pt x="323852" y="106103"/>
                  </a:lnTo>
                  <a:lnTo>
                    <a:pt x="321926" y="101163"/>
                  </a:lnTo>
                  <a:lnTo>
                    <a:pt x="319845" y="96287"/>
                  </a:lnTo>
                  <a:lnTo>
                    <a:pt x="317610" y="91479"/>
                  </a:lnTo>
                  <a:lnTo>
                    <a:pt x="315223" y="86745"/>
                  </a:lnTo>
                  <a:lnTo>
                    <a:pt x="312688" y="82089"/>
                  </a:lnTo>
                  <a:lnTo>
                    <a:pt x="310006" y="77515"/>
                  </a:lnTo>
                  <a:lnTo>
                    <a:pt x="307180" y="73029"/>
                  </a:lnTo>
                  <a:lnTo>
                    <a:pt x="304214" y="68634"/>
                  </a:lnTo>
                  <a:lnTo>
                    <a:pt x="301110" y="64336"/>
                  </a:lnTo>
                  <a:lnTo>
                    <a:pt x="297871" y="60139"/>
                  </a:lnTo>
                  <a:lnTo>
                    <a:pt x="294500" y="56046"/>
                  </a:lnTo>
                  <a:lnTo>
                    <a:pt x="291002" y="52063"/>
                  </a:lnTo>
                  <a:lnTo>
                    <a:pt x="287379" y="48192"/>
                  </a:lnTo>
                  <a:lnTo>
                    <a:pt x="283635" y="44438"/>
                  </a:lnTo>
                  <a:lnTo>
                    <a:pt x="279773" y="40805"/>
                  </a:lnTo>
                  <a:lnTo>
                    <a:pt x="275799" y="37296"/>
                  </a:lnTo>
                  <a:lnTo>
                    <a:pt x="271715" y="33914"/>
                  </a:lnTo>
                  <a:lnTo>
                    <a:pt x="267526" y="30664"/>
                  </a:lnTo>
                  <a:lnTo>
                    <a:pt x="263236" y="27549"/>
                  </a:lnTo>
                  <a:lnTo>
                    <a:pt x="258850" y="24571"/>
                  </a:lnTo>
                  <a:lnTo>
                    <a:pt x="254371" y="21734"/>
                  </a:lnTo>
                  <a:lnTo>
                    <a:pt x="249805" y="19040"/>
                  </a:lnTo>
                  <a:lnTo>
                    <a:pt x="245155" y="16492"/>
                  </a:lnTo>
                  <a:lnTo>
                    <a:pt x="240427" y="14093"/>
                  </a:lnTo>
                  <a:lnTo>
                    <a:pt x="235625" y="11845"/>
                  </a:lnTo>
                  <a:lnTo>
                    <a:pt x="230755" y="9751"/>
                  </a:lnTo>
                  <a:lnTo>
                    <a:pt x="225820" y="7812"/>
                  </a:lnTo>
                  <a:lnTo>
                    <a:pt x="220826" y="6030"/>
                  </a:lnTo>
                  <a:lnTo>
                    <a:pt x="215779" y="4408"/>
                  </a:lnTo>
                  <a:lnTo>
                    <a:pt x="210682" y="2947"/>
                  </a:lnTo>
                  <a:lnTo>
                    <a:pt x="205542" y="1648"/>
                  </a:lnTo>
                  <a:lnTo>
                    <a:pt x="200363" y="513"/>
                  </a:lnTo>
                  <a:lnTo>
                    <a:pt x="167161" y="1643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g729"/>
            <p:cNvSpPr/>
            <p:nvPr/>
          </p:nvSpPr>
          <p:spPr>
            <a:xfrm>
              <a:off x="4486215" y="5399291"/>
              <a:ext cx="33202" cy="167167"/>
            </a:xfrm>
            <a:custGeom>
              <a:avLst/>
              <a:pathLst>
                <a:path w="33202" h="167167">
                  <a:moveTo>
                    <a:pt x="33202" y="3330"/>
                  </a:moveTo>
                  <a:lnTo>
                    <a:pt x="26625" y="2134"/>
                  </a:lnTo>
                  <a:lnTo>
                    <a:pt x="20006" y="1201"/>
                  </a:lnTo>
                  <a:lnTo>
                    <a:pt x="13355" y="534"/>
                  </a:lnTo>
                  <a:lnTo>
                    <a:pt x="6683" y="133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EE637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g73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g73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g73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g73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g73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g73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g73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g73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g73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g73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g740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g741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g742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g743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g744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g745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g746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g747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g748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g749"/>
            <p:cNvSpPr/>
            <p:nvPr/>
          </p:nvSpPr>
          <p:spPr>
            <a:xfrm>
              <a:off x="5023544" y="539929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g750"/>
            <p:cNvSpPr/>
            <p:nvPr/>
          </p:nvSpPr>
          <p:spPr>
            <a:xfrm>
              <a:off x="4856376" y="5399291"/>
              <a:ext cx="167167" cy="301058"/>
            </a:xfrm>
            <a:custGeom>
              <a:avLst/>
              <a:pathLst>
                <a:path w="167167" h="301058">
                  <a:moveTo>
                    <a:pt x="167167" y="0"/>
                  </a:moveTo>
                  <a:lnTo>
                    <a:pt x="161811" y="85"/>
                  </a:lnTo>
                  <a:lnTo>
                    <a:pt x="156460" y="343"/>
                  </a:lnTo>
                  <a:lnTo>
                    <a:pt x="151120" y="771"/>
                  </a:lnTo>
                  <a:lnTo>
                    <a:pt x="145797" y="1371"/>
                  </a:lnTo>
                  <a:lnTo>
                    <a:pt x="140495" y="2141"/>
                  </a:lnTo>
                  <a:lnTo>
                    <a:pt x="135221" y="3080"/>
                  </a:lnTo>
                  <a:lnTo>
                    <a:pt x="129980" y="4188"/>
                  </a:lnTo>
                  <a:lnTo>
                    <a:pt x="124777" y="5463"/>
                  </a:lnTo>
                  <a:lnTo>
                    <a:pt x="119618" y="6905"/>
                  </a:lnTo>
                  <a:lnTo>
                    <a:pt x="114507" y="8510"/>
                  </a:lnTo>
                  <a:lnTo>
                    <a:pt x="109451" y="10279"/>
                  </a:lnTo>
                  <a:lnTo>
                    <a:pt x="104453" y="12209"/>
                  </a:lnTo>
                  <a:lnTo>
                    <a:pt x="99521" y="14298"/>
                  </a:lnTo>
                  <a:lnTo>
                    <a:pt x="94657" y="16544"/>
                  </a:lnTo>
                  <a:lnTo>
                    <a:pt x="89868" y="18945"/>
                  </a:lnTo>
                  <a:lnTo>
                    <a:pt x="85159" y="21497"/>
                  </a:lnTo>
                  <a:lnTo>
                    <a:pt x="80533" y="24200"/>
                  </a:lnTo>
                  <a:lnTo>
                    <a:pt x="75997" y="27049"/>
                  </a:lnTo>
                  <a:lnTo>
                    <a:pt x="71554" y="30042"/>
                  </a:lnTo>
                  <a:lnTo>
                    <a:pt x="67210" y="33176"/>
                  </a:lnTo>
                  <a:lnTo>
                    <a:pt x="62968" y="36448"/>
                  </a:lnTo>
                  <a:lnTo>
                    <a:pt x="58833" y="39854"/>
                  </a:lnTo>
                  <a:lnTo>
                    <a:pt x="54809" y="43390"/>
                  </a:lnTo>
                  <a:lnTo>
                    <a:pt x="50901" y="47054"/>
                  </a:lnTo>
                  <a:lnTo>
                    <a:pt x="47112" y="50841"/>
                  </a:lnTo>
                  <a:lnTo>
                    <a:pt x="43446" y="54747"/>
                  </a:lnTo>
                  <a:lnTo>
                    <a:pt x="39908" y="58769"/>
                  </a:lnTo>
                  <a:lnTo>
                    <a:pt x="36500" y="62902"/>
                  </a:lnTo>
                  <a:lnTo>
                    <a:pt x="33226" y="67143"/>
                  </a:lnTo>
                  <a:lnTo>
                    <a:pt x="30090" y="71486"/>
                  </a:lnTo>
                  <a:lnTo>
                    <a:pt x="27095" y="75927"/>
                  </a:lnTo>
                  <a:lnTo>
                    <a:pt x="24243" y="80462"/>
                  </a:lnTo>
                  <a:lnTo>
                    <a:pt x="21538" y="85086"/>
                  </a:lnTo>
                  <a:lnTo>
                    <a:pt x="18983" y="89794"/>
                  </a:lnTo>
                  <a:lnTo>
                    <a:pt x="16580" y="94582"/>
                  </a:lnTo>
                  <a:lnTo>
                    <a:pt x="14332" y="99444"/>
                  </a:lnTo>
                  <a:lnTo>
                    <a:pt x="12240" y="104376"/>
                  </a:lnTo>
                  <a:lnTo>
                    <a:pt x="10308" y="109372"/>
                  </a:lnTo>
                  <a:lnTo>
                    <a:pt x="8537" y="114428"/>
                  </a:lnTo>
                  <a:lnTo>
                    <a:pt x="6928" y="119538"/>
                  </a:lnTo>
                  <a:lnTo>
                    <a:pt x="5484" y="124697"/>
                  </a:lnTo>
                  <a:lnTo>
                    <a:pt x="4207" y="129899"/>
                  </a:lnTo>
                  <a:lnTo>
                    <a:pt x="3096" y="135139"/>
                  </a:lnTo>
                  <a:lnTo>
                    <a:pt x="2154" y="140413"/>
                  </a:lnTo>
                  <a:lnTo>
                    <a:pt x="1382" y="145714"/>
                  </a:lnTo>
                  <a:lnTo>
                    <a:pt x="779" y="151037"/>
                  </a:lnTo>
                  <a:lnTo>
                    <a:pt x="348" y="156376"/>
                  </a:lnTo>
                  <a:lnTo>
                    <a:pt x="88" y="161727"/>
                  </a:lnTo>
                  <a:lnTo>
                    <a:pt x="0" y="167083"/>
                  </a:lnTo>
                  <a:lnTo>
                    <a:pt x="83" y="172440"/>
                  </a:lnTo>
                  <a:lnTo>
                    <a:pt x="337" y="177791"/>
                  </a:lnTo>
                  <a:lnTo>
                    <a:pt x="763" y="183131"/>
                  </a:lnTo>
                  <a:lnTo>
                    <a:pt x="1360" y="188454"/>
                  </a:lnTo>
                  <a:lnTo>
                    <a:pt x="2128" y="193756"/>
                  </a:lnTo>
                  <a:lnTo>
                    <a:pt x="3064" y="199030"/>
                  </a:lnTo>
                  <a:lnTo>
                    <a:pt x="4169" y="204272"/>
                  </a:lnTo>
                  <a:lnTo>
                    <a:pt x="5442" y="209476"/>
                  </a:lnTo>
                  <a:lnTo>
                    <a:pt x="6881" y="214636"/>
                  </a:lnTo>
                  <a:lnTo>
                    <a:pt x="8484" y="219747"/>
                  </a:lnTo>
                  <a:lnTo>
                    <a:pt x="10250" y="224805"/>
                  </a:lnTo>
                  <a:lnTo>
                    <a:pt x="12178" y="229803"/>
                  </a:lnTo>
                  <a:lnTo>
                    <a:pt x="14264" y="234737"/>
                  </a:lnTo>
                  <a:lnTo>
                    <a:pt x="16508" y="239601"/>
                  </a:lnTo>
                  <a:lnTo>
                    <a:pt x="18906" y="244391"/>
                  </a:lnTo>
                  <a:lnTo>
                    <a:pt x="21456" y="249102"/>
                  </a:lnTo>
                  <a:lnTo>
                    <a:pt x="24157" y="253729"/>
                  </a:lnTo>
                  <a:lnTo>
                    <a:pt x="27004" y="258267"/>
                  </a:lnTo>
                  <a:lnTo>
                    <a:pt x="29994" y="262711"/>
                  </a:lnTo>
                  <a:lnTo>
                    <a:pt x="33126" y="267057"/>
                  </a:lnTo>
                  <a:lnTo>
                    <a:pt x="36396" y="271301"/>
                  </a:lnTo>
                  <a:lnTo>
                    <a:pt x="39799" y="275437"/>
                  </a:lnTo>
                  <a:lnTo>
                    <a:pt x="43334" y="279463"/>
                  </a:lnTo>
                  <a:lnTo>
                    <a:pt x="46996" y="283373"/>
                  </a:lnTo>
                  <a:lnTo>
                    <a:pt x="50781" y="287164"/>
                  </a:lnTo>
                  <a:lnTo>
                    <a:pt x="54685" y="290831"/>
                  </a:lnTo>
                  <a:lnTo>
                    <a:pt x="58706" y="294372"/>
                  </a:lnTo>
                  <a:lnTo>
                    <a:pt x="62837" y="297782"/>
                  </a:lnTo>
                  <a:lnTo>
                    <a:pt x="67076" y="301058"/>
                  </a:lnTo>
                  <a:lnTo>
                    <a:pt x="16716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g751"/>
            <p:cNvSpPr/>
            <p:nvPr/>
          </p:nvSpPr>
          <p:spPr>
            <a:xfrm>
              <a:off x="4923452" y="5566459"/>
              <a:ext cx="100091" cy="133890"/>
            </a:xfrm>
            <a:custGeom>
              <a:avLst/>
              <a:pathLst>
                <a:path w="100091" h="133890">
                  <a:moveTo>
                    <a:pt x="0" y="133890"/>
                  </a:moveTo>
                  <a:lnTo>
                    <a:pt x="1000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g752"/>
            <p:cNvSpPr/>
            <p:nvPr/>
          </p:nvSpPr>
          <p:spPr>
            <a:xfrm>
              <a:off x="4923452" y="5566459"/>
              <a:ext cx="100091" cy="133890"/>
            </a:xfrm>
            <a:custGeom>
              <a:avLst/>
              <a:pathLst>
                <a:path w="100091" h="133890">
                  <a:moveTo>
                    <a:pt x="0" y="133890"/>
                  </a:moveTo>
                  <a:lnTo>
                    <a:pt x="1000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g753"/>
            <p:cNvSpPr/>
            <p:nvPr/>
          </p:nvSpPr>
          <p:spPr>
            <a:xfrm>
              <a:off x="4923452" y="5566459"/>
              <a:ext cx="100091" cy="133890"/>
            </a:xfrm>
            <a:custGeom>
              <a:avLst/>
              <a:pathLst>
                <a:path w="100091" h="133890">
                  <a:moveTo>
                    <a:pt x="0" y="133890"/>
                  </a:moveTo>
                  <a:lnTo>
                    <a:pt x="100091" y="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g754"/>
            <p:cNvSpPr/>
            <p:nvPr/>
          </p:nvSpPr>
          <p:spPr>
            <a:xfrm>
              <a:off x="4923452" y="5566459"/>
              <a:ext cx="100091" cy="133890"/>
            </a:xfrm>
            <a:custGeom>
              <a:avLst/>
              <a:pathLst>
                <a:path w="100091" h="133890">
                  <a:moveTo>
                    <a:pt x="0" y="133890"/>
                  </a:moveTo>
                  <a:lnTo>
                    <a:pt x="100091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g755"/>
            <p:cNvSpPr/>
            <p:nvPr/>
          </p:nvSpPr>
          <p:spPr>
            <a:xfrm>
              <a:off x="4923452" y="5566459"/>
              <a:ext cx="100091" cy="133890"/>
            </a:xfrm>
            <a:custGeom>
              <a:avLst/>
              <a:pathLst>
                <a:path w="100091" h="133890">
                  <a:moveTo>
                    <a:pt x="0" y="133890"/>
                  </a:moveTo>
                  <a:lnTo>
                    <a:pt x="100091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g756"/>
            <p:cNvSpPr/>
            <p:nvPr/>
          </p:nvSpPr>
          <p:spPr>
            <a:xfrm>
              <a:off x="4923452" y="5566459"/>
              <a:ext cx="161051" cy="167153"/>
            </a:xfrm>
            <a:custGeom>
              <a:avLst/>
              <a:pathLst>
                <a:path w="161051" h="167153">
                  <a:moveTo>
                    <a:pt x="0" y="133890"/>
                  </a:moveTo>
                  <a:lnTo>
                    <a:pt x="4437" y="137096"/>
                  </a:lnTo>
                  <a:lnTo>
                    <a:pt x="8977" y="140154"/>
                  </a:lnTo>
                  <a:lnTo>
                    <a:pt x="13615" y="143062"/>
                  </a:lnTo>
                  <a:lnTo>
                    <a:pt x="18346" y="145817"/>
                  </a:lnTo>
                  <a:lnTo>
                    <a:pt x="23164" y="148415"/>
                  </a:lnTo>
                  <a:lnTo>
                    <a:pt x="28065" y="150855"/>
                  </a:lnTo>
                  <a:lnTo>
                    <a:pt x="33043" y="153132"/>
                  </a:lnTo>
                  <a:lnTo>
                    <a:pt x="38093" y="155245"/>
                  </a:lnTo>
                  <a:lnTo>
                    <a:pt x="43210" y="157192"/>
                  </a:lnTo>
                  <a:lnTo>
                    <a:pt x="48387" y="158970"/>
                  </a:lnTo>
                  <a:lnTo>
                    <a:pt x="53620" y="160578"/>
                  </a:lnTo>
                  <a:lnTo>
                    <a:pt x="58903" y="162013"/>
                  </a:lnTo>
                  <a:lnTo>
                    <a:pt x="64230" y="163275"/>
                  </a:lnTo>
                  <a:lnTo>
                    <a:pt x="69595" y="164362"/>
                  </a:lnTo>
                  <a:lnTo>
                    <a:pt x="74993" y="165272"/>
                  </a:lnTo>
                  <a:lnTo>
                    <a:pt x="80418" y="166005"/>
                  </a:lnTo>
                  <a:lnTo>
                    <a:pt x="85864" y="166560"/>
                  </a:lnTo>
                  <a:lnTo>
                    <a:pt x="91325" y="166937"/>
                  </a:lnTo>
                  <a:lnTo>
                    <a:pt x="96796" y="167134"/>
                  </a:lnTo>
                  <a:lnTo>
                    <a:pt x="102270" y="167153"/>
                  </a:lnTo>
                  <a:lnTo>
                    <a:pt x="107742" y="166992"/>
                  </a:lnTo>
                  <a:lnTo>
                    <a:pt x="113206" y="166652"/>
                  </a:lnTo>
                  <a:lnTo>
                    <a:pt x="118656" y="166133"/>
                  </a:lnTo>
                  <a:lnTo>
                    <a:pt x="124085" y="165436"/>
                  </a:lnTo>
                  <a:lnTo>
                    <a:pt x="129490" y="164562"/>
                  </a:lnTo>
                  <a:lnTo>
                    <a:pt x="134862" y="163511"/>
                  </a:lnTo>
                  <a:lnTo>
                    <a:pt x="140197" y="162285"/>
                  </a:lnTo>
                  <a:lnTo>
                    <a:pt x="145489" y="160884"/>
                  </a:lnTo>
                  <a:lnTo>
                    <a:pt x="150733" y="159312"/>
                  </a:lnTo>
                  <a:lnTo>
                    <a:pt x="155922" y="157568"/>
                  </a:lnTo>
                  <a:lnTo>
                    <a:pt x="161051" y="155655"/>
                  </a:lnTo>
                  <a:lnTo>
                    <a:pt x="100091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g757"/>
            <p:cNvSpPr/>
            <p:nvPr/>
          </p:nvSpPr>
          <p:spPr>
            <a:xfrm>
              <a:off x="5023544" y="5399291"/>
              <a:ext cx="167156" cy="322823"/>
            </a:xfrm>
            <a:custGeom>
              <a:avLst/>
              <a:pathLst>
                <a:path w="167156" h="322823">
                  <a:moveTo>
                    <a:pt x="60960" y="322823"/>
                  </a:moveTo>
                  <a:lnTo>
                    <a:pt x="65881" y="320805"/>
                  </a:lnTo>
                  <a:lnTo>
                    <a:pt x="70736" y="318631"/>
                  </a:lnTo>
                  <a:lnTo>
                    <a:pt x="75519" y="316304"/>
                  </a:lnTo>
                  <a:lnTo>
                    <a:pt x="80225" y="313826"/>
                  </a:lnTo>
                  <a:lnTo>
                    <a:pt x="84851" y="311199"/>
                  </a:lnTo>
                  <a:lnTo>
                    <a:pt x="89390" y="308427"/>
                  </a:lnTo>
                  <a:lnTo>
                    <a:pt x="93839" y="305511"/>
                  </a:lnTo>
                  <a:lnTo>
                    <a:pt x="98193" y="302456"/>
                  </a:lnTo>
                  <a:lnTo>
                    <a:pt x="102447" y="299263"/>
                  </a:lnTo>
                  <a:lnTo>
                    <a:pt x="106598" y="295937"/>
                  </a:lnTo>
                  <a:lnTo>
                    <a:pt x="110641" y="292481"/>
                  </a:lnTo>
                  <a:lnTo>
                    <a:pt x="114571" y="288897"/>
                  </a:lnTo>
                  <a:lnTo>
                    <a:pt x="118386" y="285191"/>
                  </a:lnTo>
                  <a:lnTo>
                    <a:pt x="122081" y="281364"/>
                  </a:lnTo>
                  <a:lnTo>
                    <a:pt x="125652" y="277423"/>
                  </a:lnTo>
                  <a:lnTo>
                    <a:pt x="129096" y="273369"/>
                  </a:lnTo>
                  <a:lnTo>
                    <a:pt x="132410" y="269208"/>
                  </a:lnTo>
                  <a:lnTo>
                    <a:pt x="135589" y="264944"/>
                  </a:lnTo>
                  <a:lnTo>
                    <a:pt x="138631" y="260581"/>
                  </a:lnTo>
                  <a:lnTo>
                    <a:pt x="141533" y="256123"/>
                  </a:lnTo>
                  <a:lnTo>
                    <a:pt x="144291" y="251575"/>
                  </a:lnTo>
                  <a:lnTo>
                    <a:pt x="146904" y="246942"/>
                  </a:lnTo>
                  <a:lnTo>
                    <a:pt x="149367" y="242228"/>
                  </a:lnTo>
                  <a:lnTo>
                    <a:pt x="151680" y="237438"/>
                  </a:lnTo>
                  <a:lnTo>
                    <a:pt x="153839" y="232577"/>
                  </a:lnTo>
                  <a:lnTo>
                    <a:pt x="155842" y="227649"/>
                  </a:lnTo>
                  <a:lnTo>
                    <a:pt x="157687" y="222661"/>
                  </a:lnTo>
                  <a:lnTo>
                    <a:pt x="159373" y="217616"/>
                  </a:lnTo>
                  <a:lnTo>
                    <a:pt x="160897" y="212520"/>
                  </a:lnTo>
                  <a:lnTo>
                    <a:pt x="162259" y="207378"/>
                  </a:lnTo>
                  <a:lnTo>
                    <a:pt x="163456" y="202196"/>
                  </a:lnTo>
                  <a:lnTo>
                    <a:pt x="164487" y="196978"/>
                  </a:lnTo>
                  <a:lnTo>
                    <a:pt x="165353" y="191730"/>
                  </a:lnTo>
                  <a:lnTo>
                    <a:pt x="166050" y="186457"/>
                  </a:lnTo>
                  <a:lnTo>
                    <a:pt x="166580" y="181164"/>
                  </a:lnTo>
                  <a:lnTo>
                    <a:pt x="166941" y="175857"/>
                  </a:lnTo>
                  <a:lnTo>
                    <a:pt x="167133" y="170542"/>
                  </a:lnTo>
                  <a:lnTo>
                    <a:pt x="167156" y="165223"/>
                  </a:lnTo>
                  <a:lnTo>
                    <a:pt x="167009" y="159906"/>
                  </a:lnTo>
                  <a:lnTo>
                    <a:pt x="166694" y="154596"/>
                  </a:lnTo>
                  <a:lnTo>
                    <a:pt x="166209" y="149299"/>
                  </a:lnTo>
                  <a:lnTo>
                    <a:pt x="165557" y="144021"/>
                  </a:lnTo>
                  <a:lnTo>
                    <a:pt x="164737" y="138765"/>
                  </a:lnTo>
                  <a:lnTo>
                    <a:pt x="163750" y="133539"/>
                  </a:lnTo>
                  <a:lnTo>
                    <a:pt x="162597" y="128346"/>
                  </a:lnTo>
                  <a:lnTo>
                    <a:pt x="161279" y="123193"/>
                  </a:lnTo>
                  <a:lnTo>
                    <a:pt x="159799" y="118084"/>
                  </a:lnTo>
                  <a:lnTo>
                    <a:pt x="158156" y="113025"/>
                  </a:lnTo>
                  <a:lnTo>
                    <a:pt x="156354" y="108021"/>
                  </a:lnTo>
                  <a:lnTo>
                    <a:pt x="154393" y="103076"/>
                  </a:lnTo>
                  <a:lnTo>
                    <a:pt x="152276" y="98197"/>
                  </a:lnTo>
                  <a:lnTo>
                    <a:pt x="150004" y="93387"/>
                  </a:lnTo>
                  <a:lnTo>
                    <a:pt x="147581" y="88652"/>
                  </a:lnTo>
                  <a:lnTo>
                    <a:pt x="145009" y="83997"/>
                  </a:lnTo>
                  <a:lnTo>
                    <a:pt x="142289" y="79425"/>
                  </a:lnTo>
                  <a:lnTo>
                    <a:pt x="139426" y="74943"/>
                  </a:lnTo>
                  <a:lnTo>
                    <a:pt x="136421" y="70554"/>
                  </a:lnTo>
                  <a:lnTo>
                    <a:pt x="133278" y="66263"/>
                  </a:lnTo>
                  <a:lnTo>
                    <a:pt x="130001" y="62073"/>
                  </a:lnTo>
                  <a:lnTo>
                    <a:pt x="126591" y="57991"/>
                  </a:lnTo>
                  <a:lnTo>
                    <a:pt x="123054" y="54019"/>
                  </a:lnTo>
                  <a:lnTo>
                    <a:pt x="119392" y="50161"/>
                  </a:lnTo>
                  <a:lnTo>
                    <a:pt x="115609" y="46422"/>
                  </a:lnTo>
                  <a:lnTo>
                    <a:pt x="111709" y="42805"/>
                  </a:lnTo>
                  <a:lnTo>
                    <a:pt x="107696" y="39314"/>
                  </a:lnTo>
                  <a:lnTo>
                    <a:pt x="103574" y="35952"/>
                  </a:lnTo>
                  <a:lnTo>
                    <a:pt x="99347" y="32724"/>
                  </a:lnTo>
                  <a:lnTo>
                    <a:pt x="95020" y="29631"/>
                  </a:lnTo>
                  <a:lnTo>
                    <a:pt x="90596" y="26678"/>
                  </a:lnTo>
                  <a:lnTo>
                    <a:pt x="86080" y="23866"/>
                  </a:lnTo>
                  <a:lnTo>
                    <a:pt x="81478" y="21200"/>
                  </a:lnTo>
                  <a:lnTo>
                    <a:pt x="76793" y="18682"/>
                  </a:lnTo>
                  <a:lnTo>
                    <a:pt x="72030" y="16314"/>
                  </a:lnTo>
                  <a:lnTo>
                    <a:pt x="67194" y="14099"/>
                  </a:lnTo>
                  <a:lnTo>
                    <a:pt x="62290" y="12039"/>
                  </a:lnTo>
                  <a:lnTo>
                    <a:pt x="57324" y="10135"/>
                  </a:lnTo>
                  <a:lnTo>
                    <a:pt x="52299" y="8391"/>
                  </a:lnTo>
                  <a:lnTo>
                    <a:pt x="47221" y="6808"/>
                  </a:lnTo>
                  <a:lnTo>
                    <a:pt x="42095" y="5387"/>
                  </a:lnTo>
                  <a:lnTo>
                    <a:pt x="36927" y="4129"/>
                  </a:lnTo>
                  <a:lnTo>
                    <a:pt x="31721" y="3037"/>
                  </a:lnTo>
                  <a:lnTo>
                    <a:pt x="26484" y="2111"/>
                  </a:lnTo>
                  <a:lnTo>
                    <a:pt x="21219" y="1352"/>
                  </a:lnTo>
                  <a:lnTo>
                    <a:pt x="15933" y="761"/>
                  </a:lnTo>
                  <a:lnTo>
                    <a:pt x="10631" y="338"/>
                  </a:lnTo>
                  <a:lnTo>
                    <a:pt x="5318" y="84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g75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g75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g76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g76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g76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g76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g76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g76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g76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g76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g76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g769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g770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g771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g772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g773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g774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g775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g776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g777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g778"/>
            <p:cNvSpPr/>
            <p:nvPr/>
          </p:nvSpPr>
          <p:spPr>
            <a:xfrm>
              <a:off x="5545258" y="5269756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g779"/>
            <p:cNvSpPr/>
            <p:nvPr/>
          </p:nvSpPr>
          <p:spPr>
            <a:xfrm>
              <a:off x="5431961" y="5269756"/>
              <a:ext cx="113297" cy="167167"/>
            </a:xfrm>
            <a:custGeom>
              <a:avLst/>
              <a:pathLst>
                <a:path w="113297" h="167167">
                  <a:moveTo>
                    <a:pt x="113297" y="0"/>
                  </a:moveTo>
                  <a:lnTo>
                    <a:pt x="107640" y="95"/>
                  </a:lnTo>
                  <a:lnTo>
                    <a:pt x="101988" y="382"/>
                  </a:lnTo>
                  <a:lnTo>
                    <a:pt x="96350" y="861"/>
                  </a:lnTo>
                  <a:lnTo>
                    <a:pt x="90732" y="1530"/>
                  </a:lnTo>
                  <a:lnTo>
                    <a:pt x="85139" y="2388"/>
                  </a:lnTo>
                  <a:lnTo>
                    <a:pt x="79578" y="3435"/>
                  </a:lnTo>
                  <a:lnTo>
                    <a:pt x="74057" y="4670"/>
                  </a:lnTo>
                  <a:lnTo>
                    <a:pt x="68580" y="6091"/>
                  </a:lnTo>
                  <a:lnTo>
                    <a:pt x="63154" y="7697"/>
                  </a:lnTo>
                  <a:lnTo>
                    <a:pt x="57786" y="9486"/>
                  </a:lnTo>
                  <a:lnTo>
                    <a:pt x="52481" y="11455"/>
                  </a:lnTo>
                  <a:lnTo>
                    <a:pt x="47246" y="13602"/>
                  </a:lnTo>
                  <a:lnTo>
                    <a:pt x="42087" y="15925"/>
                  </a:lnTo>
                  <a:lnTo>
                    <a:pt x="37009" y="18422"/>
                  </a:lnTo>
                  <a:lnTo>
                    <a:pt x="32018" y="21089"/>
                  </a:lnTo>
                  <a:lnTo>
                    <a:pt x="27121" y="23923"/>
                  </a:lnTo>
                  <a:lnTo>
                    <a:pt x="22323" y="26922"/>
                  </a:lnTo>
                  <a:lnTo>
                    <a:pt x="17629" y="30081"/>
                  </a:lnTo>
                  <a:lnTo>
                    <a:pt x="13044" y="33397"/>
                  </a:lnTo>
                  <a:lnTo>
                    <a:pt x="8574" y="36867"/>
                  </a:lnTo>
                  <a:lnTo>
                    <a:pt x="4224" y="40486"/>
                  </a:lnTo>
                  <a:lnTo>
                    <a:pt x="0" y="44250"/>
                  </a:lnTo>
                  <a:lnTo>
                    <a:pt x="113297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g780"/>
            <p:cNvSpPr/>
            <p:nvPr/>
          </p:nvSpPr>
          <p:spPr>
            <a:xfrm>
              <a:off x="5431961" y="5314006"/>
              <a:ext cx="113297" cy="122917"/>
            </a:xfrm>
            <a:custGeom>
              <a:avLst/>
              <a:pathLst>
                <a:path w="113297" h="122917">
                  <a:moveTo>
                    <a:pt x="0" y="0"/>
                  </a:moveTo>
                  <a:lnTo>
                    <a:pt x="113297" y="122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g781"/>
            <p:cNvSpPr/>
            <p:nvPr/>
          </p:nvSpPr>
          <p:spPr>
            <a:xfrm>
              <a:off x="5431961" y="5314006"/>
              <a:ext cx="113297" cy="122917"/>
            </a:xfrm>
            <a:custGeom>
              <a:avLst/>
              <a:pathLst>
                <a:path w="113297" h="122917">
                  <a:moveTo>
                    <a:pt x="0" y="0"/>
                  </a:moveTo>
                  <a:lnTo>
                    <a:pt x="113297" y="12291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g782"/>
            <p:cNvSpPr/>
            <p:nvPr/>
          </p:nvSpPr>
          <p:spPr>
            <a:xfrm>
              <a:off x="5431961" y="5314006"/>
              <a:ext cx="113297" cy="122917"/>
            </a:xfrm>
            <a:custGeom>
              <a:avLst/>
              <a:pathLst>
                <a:path w="113297" h="122917">
                  <a:moveTo>
                    <a:pt x="0" y="0"/>
                  </a:moveTo>
                  <a:lnTo>
                    <a:pt x="113297" y="12291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g783"/>
            <p:cNvSpPr/>
            <p:nvPr/>
          </p:nvSpPr>
          <p:spPr>
            <a:xfrm>
              <a:off x="5431961" y="5314006"/>
              <a:ext cx="113297" cy="122917"/>
            </a:xfrm>
            <a:custGeom>
              <a:avLst/>
              <a:pathLst>
                <a:path w="113297" h="122917">
                  <a:moveTo>
                    <a:pt x="0" y="0"/>
                  </a:moveTo>
                  <a:lnTo>
                    <a:pt x="113297" y="12291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g784"/>
            <p:cNvSpPr/>
            <p:nvPr/>
          </p:nvSpPr>
          <p:spPr>
            <a:xfrm>
              <a:off x="5397130" y="5314006"/>
              <a:ext cx="148128" cy="122917"/>
            </a:xfrm>
            <a:custGeom>
              <a:avLst/>
              <a:pathLst>
                <a:path w="148128" h="122917">
                  <a:moveTo>
                    <a:pt x="34830" y="0"/>
                  </a:moveTo>
                  <a:lnTo>
                    <a:pt x="30214" y="4421"/>
                  </a:lnTo>
                  <a:lnTo>
                    <a:pt x="25769" y="9016"/>
                  </a:lnTo>
                  <a:lnTo>
                    <a:pt x="21504" y="13777"/>
                  </a:lnTo>
                  <a:lnTo>
                    <a:pt x="17424" y="18698"/>
                  </a:lnTo>
                  <a:lnTo>
                    <a:pt x="13535" y="23772"/>
                  </a:lnTo>
                  <a:lnTo>
                    <a:pt x="9843" y="28990"/>
                  </a:lnTo>
                  <a:lnTo>
                    <a:pt x="6353" y="34346"/>
                  </a:lnTo>
                  <a:lnTo>
                    <a:pt x="3070" y="39831"/>
                  </a:lnTo>
                  <a:lnTo>
                    <a:pt x="0" y="45438"/>
                  </a:lnTo>
                  <a:lnTo>
                    <a:pt x="148128" y="12291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g785"/>
            <p:cNvSpPr/>
            <p:nvPr/>
          </p:nvSpPr>
          <p:spPr>
            <a:xfrm>
              <a:off x="5378095" y="5269756"/>
              <a:ext cx="334317" cy="334331"/>
            </a:xfrm>
            <a:custGeom>
              <a:avLst/>
              <a:pathLst>
                <a:path w="334317" h="334331">
                  <a:moveTo>
                    <a:pt x="19035" y="89688"/>
                  </a:moveTo>
                  <a:lnTo>
                    <a:pt x="16655" y="94418"/>
                  </a:lnTo>
                  <a:lnTo>
                    <a:pt x="14427" y="99221"/>
                  </a:lnTo>
                  <a:lnTo>
                    <a:pt x="12352" y="104092"/>
                  </a:lnTo>
                  <a:lnTo>
                    <a:pt x="10432" y="109026"/>
                  </a:lnTo>
                  <a:lnTo>
                    <a:pt x="8670" y="114018"/>
                  </a:lnTo>
                  <a:lnTo>
                    <a:pt x="7066" y="119064"/>
                  </a:lnTo>
                  <a:lnTo>
                    <a:pt x="5623" y="124158"/>
                  </a:lnTo>
                  <a:lnTo>
                    <a:pt x="4342" y="129295"/>
                  </a:lnTo>
                  <a:lnTo>
                    <a:pt x="3224" y="134470"/>
                  </a:lnTo>
                  <a:lnTo>
                    <a:pt x="2271" y="139678"/>
                  </a:lnTo>
                  <a:lnTo>
                    <a:pt x="1483" y="144913"/>
                  </a:lnTo>
                  <a:lnTo>
                    <a:pt x="862" y="150171"/>
                  </a:lnTo>
                  <a:lnTo>
                    <a:pt x="407" y="155446"/>
                  </a:lnTo>
                  <a:lnTo>
                    <a:pt x="119" y="160732"/>
                  </a:lnTo>
                  <a:lnTo>
                    <a:pt x="0" y="166025"/>
                  </a:lnTo>
                  <a:lnTo>
                    <a:pt x="47" y="171320"/>
                  </a:lnTo>
                  <a:lnTo>
                    <a:pt x="263" y="176610"/>
                  </a:lnTo>
                  <a:lnTo>
                    <a:pt x="645" y="181890"/>
                  </a:lnTo>
                  <a:lnTo>
                    <a:pt x="1195" y="187156"/>
                  </a:lnTo>
                  <a:lnTo>
                    <a:pt x="1911" y="192402"/>
                  </a:lnTo>
                  <a:lnTo>
                    <a:pt x="2793" y="197622"/>
                  </a:lnTo>
                  <a:lnTo>
                    <a:pt x="3840" y="202812"/>
                  </a:lnTo>
                  <a:lnTo>
                    <a:pt x="5051" y="207966"/>
                  </a:lnTo>
                  <a:lnTo>
                    <a:pt x="6424" y="213079"/>
                  </a:lnTo>
                  <a:lnTo>
                    <a:pt x="7959" y="218147"/>
                  </a:lnTo>
                  <a:lnTo>
                    <a:pt x="9653" y="223163"/>
                  </a:lnTo>
                  <a:lnTo>
                    <a:pt x="11505" y="228122"/>
                  </a:lnTo>
                  <a:lnTo>
                    <a:pt x="13513" y="233021"/>
                  </a:lnTo>
                  <a:lnTo>
                    <a:pt x="15676" y="237854"/>
                  </a:lnTo>
                  <a:lnTo>
                    <a:pt x="17990" y="242615"/>
                  </a:lnTo>
                  <a:lnTo>
                    <a:pt x="20454" y="247302"/>
                  </a:lnTo>
                  <a:lnTo>
                    <a:pt x="23066" y="251907"/>
                  </a:lnTo>
                  <a:lnTo>
                    <a:pt x="25821" y="256428"/>
                  </a:lnTo>
                  <a:lnTo>
                    <a:pt x="28719" y="260859"/>
                  </a:lnTo>
                  <a:lnTo>
                    <a:pt x="31755" y="265196"/>
                  </a:lnTo>
                  <a:lnTo>
                    <a:pt x="34928" y="269435"/>
                  </a:lnTo>
                  <a:lnTo>
                    <a:pt x="38233" y="273571"/>
                  </a:lnTo>
                  <a:lnTo>
                    <a:pt x="41667" y="277601"/>
                  </a:lnTo>
                  <a:lnTo>
                    <a:pt x="45227" y="281519"/>
                  </a:lnTo>
                  <a:lnTo>
                    <a:pt x="48909" y="285324"/>
                  </a:lnTo>
                  <a:lnTo>
                    <a:pt x="52710" y="289009"/>
                  </a:lnTo>
                  <a:lnTo>
                    <a:pt x="56626" y="292572"/>
                  </a:lnTo>
                  <a:lnTo>
                    <a:pt x="60653" y="296010"/>
                  </a:lnTo>
                  <a:lnTo>
                    <a:pt x="64786" y="299318"/>
                  </a:lnTo>
                  <a:lnTo>
                    <a:pt x="69022" y="302494"/>
                  </a:lnTo>
                  <a:lnTo>
                    <a:pt x="73357" y="305534"/>
                  </a:lnTo>
                  <a:lnTo>
                    <a:pt x="77786" y="308435"/>
                  </a:lnTo>
                  <a:lnTo>
                    <a:pt x="82304" y="311195"/>
                  </a:lnTo>
                  <a:lnTo>
                    <a:pt x="86908" y="313810"/>
                  </a:lnTo>
                  <a:lnTo>
                    <a:pt x="91592" y="316277"/>
                  </a:lnTo>
                  <a:lnTo>
                    <a:pt x="96352" y="318596"/>
                  </a:lnTo>
                  <a:lnTo>
                    <a:pt x="101183" y="320762"/>
                  </a:lnTo>
                  <a:lnTo>
                    <a:pt x="106080" y="322775"/>
                  </a:lnTo>
                  <a:lnTo>
                    <a:pt x="111038" y="324631"/>
                  </a:lnTo>
                  <a:lnTo>
                    <a:pt x="116052" y="326329"/>
                  </a:lnTo>
                  <a:lnTo>
                    <a:pt x="121118" y="327868"/>
                  </a:lnTo>
                  <a:lnTo>
                    <a:pt x="126230" y="329246"/>
                  </a:lnTo>
                  <a:lnTo>
                    <a:pt x="131384" y="330460"/>
                  </a:lnTo>
                  <a:lnTo>
                    <a:pt x="136573" y="331512"/>
                  </a:lnTo>
                  <a:lnTo>
                    <a:pt x="141792" y="332398"/>
                  </a:lnTo>
                  <a:lnTo>
                    <a:pt x="147037" y="333118"/>
                  </a:lnTo>
                  <a:lnTo>
                    <a:pt x="152303" y="333673"/>
                  </a:lnTo>
                  <a:lnTo>
                    <a:pt x="157583" y="334060"/>
                  </a:lnTo>
                  <a:lnTo>
                    <a:pt x="162873" y="334279"/>
                  </a:lnTo>
                  <a:lnTo>
                    <a:pt x="168167" y="334331"/>
                  </a:lnTo>
                  <a:lnTo>
                    <a:pt x="173460" y="334216"/>
                  </a:lnTo>
                  <a:lnTo>
                    <a:pt x="178747" y="333933"/>
                  </a:lnTo>
                  <a:lnTo>
                    <a:pt x="184022" y="333482"/>
                  </a:lnTo>
                  <a:lnTo>
                    <a:pt x="189280" y="332865"/>
                  </a:lnTo>
                  <a:lnTo>
                    <a:pt x="194517" y="332081"/>
                  </a:lnTo>
                  <a:lnTo>
                    <a:pt x="199725" y="331132"/>
                  </a:lnTo>
                  <a:lnTo>
                    <a:pt x="204901" y="330019"/>
                  </a:lnTo>
                  <a:lnTo>
                    <a:pt x="210039" y="328742"/>
                  </a:lnTo>
                  <a:lnTo>
                    <a:pt x="215135" y="327303"/>
                  </a:lnTo>
                  <a:lnTo>
                    <a:pt x="220182" y="325704"/>
                  </a:lnTo>
                  <a:lnTo>
                    <a:pt x="225175" y="323946"/>
                  </a:lnTo>
                  <a:lnTo>
                    <a:pt x="230111" y="322030"/>
                  </a:lnTo>
                  <a:lnTo>
                    <a:pt x="234984" y="319959"/>
                  </a:lnTo>
                  <a:lnTo>
                    <a:pt x="239788" y="317734"/>
                  </a:lnTo>
                  <a:lnTo>
                    <a:pt x="244520" y="315359"/>
                  </a:lnTo>
                  <a:lnTo>
                    <a:pt x="249174" y="312835"/>
                  </a:lnTo>
                  <a:lnTo>
                    <a:pt x="253746" y="310165"/>
                  </a:lnTo>
                  <a:lnTo>
                    <a:pt x="258230" y="307351"/>
                  </a:lnTo>
                  <a:lnTo>
                    <a:pt x="262624" y="304397"/>
                  </a:lnTo>
                  <a:lnTo>
                    <a:pt x="266922" y="301305"/>
                  </a:lnTo>
                  <a:lnTo>
                    <a:pt x="271120" y="298079"/>
                  </a:lnTo>
                  <a:lnTo>
                    <a:pt x="275213" y="294721"/>
                  </a:lnTo>
                  <a:lnTo>
                    <a:pt x="279198" y="291236"/>
                  </a:lnTo>
                  <a:lnTo>
                    <a:pt x="283071" y="287626"/>
                  </a:lnTo>
                  <a:lnTo>
                    <a:pt x="286827" y="283895"/>
                  </a:lnTo>
                  <a:lnTo>
                    <a:pt x="290464" y="280047"/>
                  </a:lnTo>
                  <a:lnTo>
                    <a:pt x="293977" y="276086"/>
                  </a:lnTo>
                  <a:lnTo>
                    <a:pt x="297362" y="272015"/>
                  </a:lnTo>
                  <a:lnTo>
                    <a:pt x="300617" y="267839"/>
                  </a:lnTo>
                  <a:lnTo>
                    <a:pt x="303738" y="263563"/>
                  </a:lnTo>
                  <a:lnTo>
                    <a:pt x="306722" y="259189"/>
                  </a:lnTo>
                  <a:lnTo>
                    <a:pt x="309566" y="254724"/>
                  </a:lnTo>
                  <a:lnTo>
                    <a:pt x="312268" y="250170"/>
                  </a:lnTo>
                  <a:lnTo>
                    <a:pt x="314823" y="245534"/>
                  </a:lnTo>
                  <a:lnTo>
                    <a:pt x="317231" y="240818"/>
                  </a:lnTo>
                  <a:lnTo>
                    <a:pt x="319488" y="236029"/>
                  </a:lnTo>
                  <a:lnTo>
                    <a:pt x="321592" y="231171"/>
                  </a:lnTo>
                  <a:lnTo>
                    <a:pt x="323542" y="226248"/>
                  </a:lnTo>
                  <a:lnTo>
                    <a:pt x="325334" y="221267"/>
                  </a:lnTo>
                  <a:lnTo>
                    <a:pt x="326968" y="216231"/>
                  </a:lnTo>
                  <a:lnTo>
                    <a:pt x="328442" y="211146"/>
                  </a:lnTo>
                  <a:lnTo>
                    <a:pt x="329754" y="206016"/>
                  </a:lnTo>
                  <a:lnTo>
                    <a:pt x="330902" y="200848"/>
                  </a:lnTo>
                  <a:lnTo>
                    <a:pt x="331887" y="195646"/>
                  </a:lnTo>
                  <a:lnTo>
                    <a:pt x="332706" y="190415"/>
                  </a:lnTo>
                  <a:lnTo>
                    <a:pt x="333359" y="185161"/>
                  </a:lnTo>
                  <a:lnTo>
                    <a:pt x="333846" y="179889"/>
                  </a:lnTo>
                  <a:lnTo>
                    <a:pt x="334165" y="174604"/>
                  </a:lnTo>
                  <a:lnTo>
                    <a:pt x="334317" y="169312"/>
                  </a:lnTo>
                  <a:lnTo>
                    <a:pt x="334301" y="164018"/>
                  </a:lnTo>
                  <a:lnTo>
                    <a:pt x="334117" y="158727"/>
                  </a:lnTo>
                  <a:lnTo>
                    <a:pt x="333766" y="153444"/>
                  </a:lnTo>
                  <a:lnTo>
                    <a:pt x="333248" y="148175"/>
                  </a:lnTo>
                  <a:lnTo>
                    <a:pt x="332563" y="142925"/>
                  </a:lnTo>
                  <a:lnTo>
                    <a:pt x="331713" y="137699"/>
                  </a:lnTo>
                  <a:lnTo>
                    <a:pt x="330697" y="132503"/>
                  </a:lnTo>
                  <a:lnTo>
                    <a:pt x="329517" y="127342"/>
                  </a:lnTo>
                  <a:lnTo>
                    <a:pt x="328175" y="122221"/>
                  </a:lnTo>
                  <a:lnTo>
                    <a:pt x="326671" y="117144"/>
                  </a:lnTo>
                  <a:lnTo>
                    <a:pt x="325007" y="112118"/>
                  </a:lnTo>
                  <a:lnTo>
                    <a:pt x="323184" y="107147"/>
                  </a:lnTo>
                  <a:lnTo>
                    <a:pt x="321205" y="102237"/>
                  </a:lnTo>
                  <a:lnTo>
                    <a:pt x="319072" y="97391"/>
                  </a:lnTo>
                  <a:lnTo>
                    <a:pt x="316786" y="92616"/>
                  </a:lnTo>
                  <a:lnTo>
                    <a:pt x="314350" y="87915"/>
                  </a:lnTo>
                  <a:lnTo>
                    <a:pt x="311767" y="83294"/>
                  </a:lnTo>
                  <a:lnTo>
                    <a:pt x="309038" y="78756"/>
                  </a:lnTo>
                  <a:lnTo>
                    <a:pt x="306167" y="74308"/>
                  </a:lnTo>
                  <a:lnTo>
                    <a:pt x="303157" y="69953"/>
                  </a:lnTo>
                  <a:lnTo>
                    <a:pt x="300010" y="65695"/>
                  </a:lnTo>
                  <a:lnTo>
                    <a:pt x="296730" y="61539"/>
                  </a:lnTo>
                  <a:lnTo>
                    <a:pt x="293320" y="57489"/>
                  </a:lnTo>
                  <a:lnTo>
                    <a:pt x="289784" y="53549"/>
                  </a:lnTo>
                  <a:lnTo>
                    <a:pt x="286124" y="49723"/>
                  </a:lnTo>
                  <a:lnTo>
                    <a:pt x="282346" y="46014"/>
                  </a:lnTo>
                  <a:lnTo>
                    <a:pt x="278451" y="42428"/>
                  </a:lnTo>
                  <a:lnTo>
                    <a:pt x="274445" y="38966"/>
                  </a:lnTo>
                  <a:lnTo>
                    <a:pt x="270332" y="35633"/>
                  </a:lnTo>
                  <a:lnTo>
                    <a:pt x="266115" y="32432"/>
                  </a:lnTo>
                  <a:lnTo>
                    <a:pt x="261798" y="29366"/>
                  </a:lnTo>
                  <a:lnTo>
                    <a:pt x="257387" y="26438"/>
                  </a:lnTo>
                  <a:lnTo>
                    <a:pt x="252885" y="23652"/>
                  </a:lnTo>
                  <a:lnTo>
                    <a:pt x="248297" y="21009"/>
                  </a:lnTo>
                  <a:lnTo>
                    <a:pt x="243628" y="18513"/>
                  </a:lnTo>
                  <a:lnTo>
                    <a:pt x="238883" y="16166"/>
                  </a:lnTo>
                  <a:lnTo>
                    <a:pt x="234065" y="13971"/>
                  </a:lnTo>
                  <a:lnTo>
                    <a:pt x="229180" y="11929"/>
                  </a:lnTo>
                  <a:lnTo>
                    <a:pt x="224233" y="10043"/>
                  </a:lnTo>
                  <a:lnTo>
                    <a:pt x="219229" y="8314"/>
                  </a:lnTo>
                  <a:lnTo>
                    <a:pt x="214172" y="6745"/>
                  </a:lnTo>
                  <a:lnTo>
                    <a:pt x="209068" y="5337"/>
                  </a:lnTo>
                  <a:lnTo>
                    <a:pt x="203923" y="4091"/>
                  </a:lnTo>
                  <a:lnTo>
                    <a:pt x="198740" y="3009"/>
                  </a:lnTo>
                  <a:lnTo>
                    <a:pt x="193526" y="2091"/>
                  </a:lnTo>
                  <a:lnTo>
                    <a:pt x="188285" y="1339"/>
                  </a:lnTo>
                  <a:lnTo>
                    <a:pt x="183023" y="754"/>
                  </a:lnTo>
                  <a:lnTo>
                    <a:pt x="177745" y="335"/>
                  </a:lnTo>
                  <a:lnTo>
                    <a:pt x="172457" y="83"/>
                  </a:lnTo>
                  <a:lnTo>
                    <a:pt x="167163" y="0"/>
                  </a:lnTo>
                  <a:lnTo>
                    <a:pt x="167163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g78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g78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g78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g78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g79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g79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g79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g79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g79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g79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g79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g79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g798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g799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g800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g801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g802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g803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g804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g805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g806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g807"/>
            <p:cNvSpPr/>
            <p:nvPr/>
          </p:nvSpPr>
          <p:spPr>
            <a:xfrm>
              <a:off x="6021039" y="5018213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g808"/>
            <p:cNvSpPr/>
            <p:nvPr/>
          </p:nvSpPr>
          <p:spPr>
            <a:xfrm>
              <a:off x="5854960" y="5018213"/>
              <a:ext cx="166078" cy="167167"/>
            </a:xfrm>
            <a:custGeom>
              <a:avLst/>
              <a:pathLst>
                <a:path w="166078" h="167167">
                  <a:moveTo>
                    <a:pt x="166078" y="0"/>
                  </a:moveTo>
                  <a:lnTo>
                    <a:pt x="160668" y="87"/>
                  </a:lnTo>
                  <a:lnTo>
                    <a:pt x="155263" y="350"/>
                  </a:lnTo>
                  <a:lnTo>
                    <a:pt x="149870" y="787"/>
                  </a:lnTo>
                  <a:lnTo>
                    <a:pt x="144494" y="1399"/>
                  </a:lnTo>
                  <a:lnTo>
                    <a:pt x="139141" y="2184"/>
                  </a:lnTo>
                  <a:lnTo>
                    <a:pt x="133816" y="3142"/>
                  </a:lnTo>
                  <a:lnTo>
                    <a:pt x="128524" y="4272"/>
                  </a:lnTo>
                  <a:lnTo>
                    <a:pt x="123272" y="5573"/>
                  </a:lnTo>
                  <a:lnTo>
                    <a:pt x="118065" y="7043"/>
                  </a:lnTo>
                  <a:lnTo>
                    <a:pt x="112908" y="8681"/>
                  </a:lnTo>
                  <a:lnTo>
                    <a:pt x="107807" y="10484"/>
                  </a:lnTo>
                  <a:lnTo>
                    <a:pt x="102767" y="12452"/>
                  </a:lnTo>
                  <a:lnTo>
                    <a:pt x="97793" y="14582"/>
                  </a:lnTo>
                  <a:lnTo>
                    <a:pt x="92891" y="16872"/>
                  </a:lnTo>
                  <a:lnTo>
                    <a:pt x="88065" y="19319"/>
                  </a:lnTo>
                  <a:lnTo>
                    <a:pt x="83321" y="21921"/>
                  </a:lnTo>
                  <a:lnTo>
                    <a:pt x="78664" y="24676"/>
                  </a:lnTo>
                  <a:lnTo>
                    <a:pt x="74098" y="27579"/>
                  </a:lnTo>
                  <a:lnTo>
                    <a:pt x="69629" y="30629"/>
                  </a:lnTo>
                  <a:lnTo>
                    <a:pt x="65261" y="33822"/>
                  </a:lnTo>
                  <a:lnTo>
                    <a:pt x="60998" y="37155"/>
                  </a:lnTo>
                  <a:lnTo>
                    <a:pt x="56845" y="40624"/>
                  </a:lnTo>
                  <a:lnTo>
                    <a:pt x="52807" y="44225"/>
                  </a:lnTo>
                  <a:lnTo>
                    <a:pt x="48888" y="47955"/>
                  </a:lnTo>
                  <a:lnTo>
                    <a:pt x="45091" y="51810"/>
                  </a:lnTo>
                  <a:lnTo>
                    <a:pt x="41421" y="55786"/>
                  </a:lnTo>
                  <a:lnTo>
                    <a:pt x="37882" y="59879"/>
                  </a:lnTo>
                  <a:lnTo>
                    <a:pt x="34477" y="64084"/>
                  </a:lnTo>
                  <a:lnTo>
                    <a:pt x="31210" y="68397"/>
                  </a:lnTo>
                  <a:lnTo>
                    <a:pt x="28084" y="72813"/>
                  </a:lnTo>
                  <a:lnTo>
                    <a:pt x="25103" y="77328"/>
                  </a:lnTo>
                  <a:lnTo>
                    <a:pt x="22269" y="81938"/>
                  </a:lnTo>
                  <a:lnTo>
                    <a:pt x="19586" y="86636"/>
                  </a:lnTo>
                  <a:lnTo>
                    <a:pt x="17057" y="91420"/>
                  </a:lnTo>
                  <a:lnTo>
                    <a:pt x="14683" y="96282"/>
                  </a:lnTo>
                  <a:lnTo>
                    <a:pt x="12469" y="101219"/>
                  </a:lnTo>
                  <a:lnTo>
                    <a:pt x="10415" y="106224"/>
                  </a:lnTo>
                  <a:lnTo>
                    <a:pt x="8524" y="111294"/>
                  </a:lnTo>
                  <a:lnTo>
                    <a:pt x="6798" y="116422"/>
                  </a:lnTo>
                  <a:lnTo>
                    <a:pt x="5240" y="121604"/>
                  </a:lnTo>
                  <a:lnTo>
                    <a:pt x="3849" y="126833"/>
                  </a:lnTo>
                  <a:lnTo>
                    <a:pt x="2629" y="132104"/>
                  </a:lnTo>
                  <a:lnTo>
                    <a:pt x="1580" y="137412"/>
                  </a:lnTo>
                  <a:lnTo>
                    <a:pt x="703" y="142751"/>
                  </a:lnTo>
                  <a:lnTo>
                    <a:pt x="0" y="148116"/>
                  </a:lnTo>
                  <a:lnTo>
                    <a:pt x="166078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g809"/>
            <p:cNvSpPr/>
            <p:nvPr/>
          </p:nvSpPr>
          <p:spPr>
            <a:xfrm>
              <a:off x="5854960" y="5166329"/>
              <a:ext cx="166078" cy="19050"/>
            </a:xfrm>
            <a:custGeom>
              <a:avLst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g810"/>
            <p:cNvSpPr/>
            <p:nvPr/>
          </p:nvSpPr>
          <p:spPr>
            <a:xfrm>
              <a:off x="5854960" y="5166329"/>
              <a:ext cx="166078" cy="19050"/>
            </a:xfrm>
            <a:custGeom>
              <a:avLst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g811"/>
            <p:cNvSpPr/>
            <p:nvPr/>
          </p:nvSpPr>
          <p:spPr>
            <a:xfrm>
              <a:off x="5854960" y="5166329"/>
              <a:ext cx="166078" cy="19050"/>
            </a:xfrm>
            <a:custGeom>
              <a:avLst/>
              <a:pathLst>
                <a:path w="166078" h="19050">
                  <a:moveTo>
                    <a:pt x="0" y="0"/>
                  </a:moveTo>
                  <a:lnTo>
                    <a:pt x="166078" y="1905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g812"/>
            <p:cNvSpPr/>
            <p:nvPr/>
          </p:nvSpPr>
          <p:spPr>
            <a:xfrm>
              <a:off x="5853878" y="5166329"/>
              <a:ext cx="167160" cy="96346"/>
            </a:xfrm>
            <a:custGeom>
              <a:avLst/>
              <a:pathLst>
                <a:path w="167160" h="96346">
                  <a:moveTo>
                    <a:pt x="1081" y="0"/>
                  </a:moveTo>
                  <a:lnTo>
                    <a:pt x="517" y="5822"/>
                  </a:lnTo>
                  <a:lnTo>
                    <a:pt x="156" y="11660"/>
                  </a:lnTo>
                  <a:lnTo>
                    <a:pt x="0" y="17507"/>
                  </a:lnTo>
                  <a:lnTo>
                    <a:pt x="48" y="23357"/>
                  </a:lnTo>
                  <a:lnTo>
                    <a:pt x="301" y="29201"/>
                  </a:lnTo>
                  <a:lnTo>
                    <a:pt x="758" y="35032"/>
                  </a:lnTo>
                  <a:lnTo>
                    <a:pt x="1419" y="40844"/>
                  </a:lnTo>
                  <a:lnTo>
                    <a:pt x="2283" y="46630"/>
                  </a:lnTo>
                  <a:lnTo>
                    <a:pt x="3349" y="52381"/>
                  </a:lnTo>
                  <a:lnTo>
                    <a:pt x="4615" y="58092"/>
                  </a:lnTo>
                  <a:lnTo>
                    <a:pt x="6081" y="63755"/>
                  </a:lnTo>
                  <a:lnTo>
                    <a:pt x="7743" y="69363"/>
                  </a:lnTo>
                  <a:lnTo>
                    <a:pt x="9601" y="74910"/>
                  </a:lnTo>
                  <a:lnTo>
                    <a:pt x="11652" y="80388"/>
                  </a:lnTo>
                  <a:lnTo>
                    <a:pt x="13893" y="85791"/>
                  </a:lnTo>
                  <a:lnTo>
                    <a:pt x="16322" y="91112"/>
                  </a:lnTo>
                  <a:lnTo>
                    <a:pt x="18936" y="96346"/>
                  </a:lnTo>
                  <a:lnTo>
                    <a:pt x="167160" y="1905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g813"/>
            <p:cNvSpPr/>
            <p:nvPr/>
          </p:nvSpPr>
          <p:spPr>
            <a:xfrm>
              <a:off x="5872814" y="5018213"/>
              <a:ext cx="315380" cy="334329"/>
            </a:xfrm>
            <a:custGeom>
              <a:avLst/>
              <a:pathLst>
                <a:path w="315380" h="334329">
                  <a:moveTo>
                    <a:pt x="0" y="244462"/>
                  </a:moveTo>
                  <a:lnTo>
                    <a:pt x="2533" y="249138"/>
                  </a:lnTo>
                  <a:lnTo>
                    <a:pt x="5215" y="253731"/>
                  </a:lnTo>
                  <a:lnTo>
                    <a:pt x="8041" y="258237"/>
                  </a:lnTo>
                  <a:lnTo>
                    <a:pt x="11009" y="262650"/>
                  </a:lnTo>
                  <a:lnTo>
                    <a:pt x="14116" y="266967"/>
                  </a:lnTo>
                  <a:lnTo>
                    <a:pt x="17359" y="271183"/>
                  </a:lnTo>
                  <a:lnTo>
                    <a:pt x="20734" y="275293"/>
                  </a:lnTo>
                  <a:lnTo>
                    <a:pt x="24238" y="279294"/>
                  </a:lnTo>
                  <a:lnTo>
                    <a:pt x="27868" y="283182"/>
                  </a:lnTo>
                  <a:lnTo>
                    <a:pt x="31620" y="286952"/>
                  </a:lnTo>
                  <a:lnTo>
                    <a:pt x="35489" y="290601"/>
                  </a:lnTo>
                  <a:lnTo>
                    <a:pt x="39473" y="294124"/>
                  </a:lnTo>
                  <a:lnTo>
                    <a:pt x="43567" y="297520"/>
                  </a:lnTo>
                  <a:lnTo>
                    <a:pt x="47766" y="300783"/>
                  </a:lnTo>
                  <a:lnTo>
                    <a:pt x="52068" y="303911"/>
                  </a:lnTo>
                  <a:lnTo>
                    <a:pt x="56467" y="306901"/>
                  </a:lnTo>
                  <a:lnTo>
                    <a:pt x="60958" y="309749"/>
                  </a:lnTo>
                  <a:lnTo>
                    <a:pt x="65538" y="312453"/>
                  </a:lnTo>
                  <a:lnTo>
                    <a:pt x="70202" y="315010"/>
                  </a:lnTo>
                  <a:lnTo>
                    <a:pt x="74945" y="317417"/>
                  </a:lnTo>
                  <a:lnTo>
                    <a:pt x="79762" y="319672"/>
                  </a:lnTo>
                  <a:lnTo>
                    <a:pt x="84648" y="321773"/>
                  </a:lnTo>
                  <a:lnTo>
                    <a:pt x="89598" y="323717"/>
                  </a:lnTo>
                  <a:lnTo>
                    <a:pt x="94608" y="325503"/>
                  </a:lnTo>
                  <a:lnTo>
                    <a:pt x="99672" y="327129"/>
                  </a:lnTo>
                  <a:lnTo>
                    <a:pt x="104785" y="328592"/>
                  </a:lnTo>
                  <a:lnTo>
                    <a:pt x="109943" y="329892"/>
                  </a:lnTo>
                  <a:lnTo>
                    <a:pt x="115139" y="331028"/>
                  </a:lnTo>
                  <a:lnTo>
                    <a:pt x="120368" y="331997"/>
                  </a:lnTo>
                  <a:lnTo>
                    <a:pt x="125626" y="332800"/>
                  </a:lnTo>
                  <a:lnTo>
                    <a:pt x="130906" y="333435"/>
                  </a:lnTo>
                  <a:lnTo>
                    <a:pt x="136204" y="333902"/>
                  </a:lnTo>
                  <a:lnTo>
                    <a:pt x="141515" y="334200"/>
                  </a:lnTo>
                  <a:lnTo>
                    <a:pt x="146832" y="334329"/>
                  </a:lnTo>
                  <a:lnTo>
                    <a:pt x="152150" y="334288"/>
                  </a:lnTo>
                  <a:lnTo>
                    <a:pt x="157465" y="334079"/>
                  </a:lnTo>
                  <a:lnTo>
                    <a:pt x="162770" y="333700"/>
                  </a:lnTo>
                  <a:lnTo>
                    <a:pt x="168060" y="333153"/>
                  </a:lnTo>
                  <a:lnTo>
                    <a:pt x="173331" y="332438"/>
                  </a:lnTo>
                  <a:lnTo>
                    <a:pt x="178575" y="331556"/>
                  </a:lnTo>
                  <a:lnTo>
                    <a:pt x="183790" y="330507"/>
                  </a:lnTo>
                  <a:lnTo>
                    <a:pt x="188968" y="329293"/>
                  </a:lnTo>
                  <a:lnTo>
                    <a:pt x="194105" y="327915"/>
                  </a:lnTo>
                  <a:lnTo>
                    <a:pt x="199195" y="326374"/>
                  </a:lnTo>
                  <a:lnTo>
                    <a:pt x="204234" y="324672"/>
                  </a:lnTo>
                  <a:lnTo>
                    <a:pt x="209216" y="322810"/>
                  </a:lnTo>
                  <a:lnTo>
                    <a:pt x="214137" y="320791"/>
                  </a:lnTo>
                  <a:lnTo>
                    <a:pt x="218991" y="318617"/>
                  </a:lnTo>
                  <a:lnTo>
                    <a:pt x="223773" y="316289"/>
                  </a:lnTo>
                  <a:lnTo>
                    <a:pt x="228478" y="313810"/>
                  </a:lnTo>
                  <a:lnTo>
                    <a:pt x="233103" y="311183"/>
                  </a:lnTo>
                  <a:lnTo>
                    <a:pt x="237641" y="308410"/>
                  </a:lnTo>
                  <a:lnTo>
                    <a:pt x="242089" y="305494"/>
                  </a:lnTo>
                  <a:lnTo>
                    <a:pt x="246442" y="302438"/>
                  </a:lnTo>
                  <a:lnTo>
                    <a:pt x="250695" y="299245"/>
                  </a:lnTo>
                  <a:lnTo>
                    <a:pt x="254845" y="295918"/>
                  </a:lnTo>
                  <a:lnTo>
                    <a:pt x="258887" y="292461"/>
                  </a:lnTo>
                  <a:lnTo>
                    <a:pt x="262817" y="288877"/>
                  </a:lnTo>
                  <a:lnTo>
                    <a:pt x="266631" y="285170"/>
                  </a:lnTo>
                  <a:lnTo>
                    <a:pt x="270325" y="281343"/>
                  </a:lnTo>
                  <a:lnTo>
                    <a:pt x="273895" y="277401"/>
                  </a:lnTo>
                  <a:lnTo>
                    <a:pt x="277338" y="273348"/>
                  </a:lnTo>
                  <a:lnTo>
                    <a:pt x="280651" y="269187"/>
                  </a:lnTo>
                  <a:lnTo>
                    <a:pt x="283829" y="264922"/>
                  </a:lnTo>
                  <a:lnTo>
                    <a:pt x="286870" y="260559"/>
                  </a:lnTo>
                  <a:lnTo>
                    <a:pt x="289771" y="256101"/>
                  </a:lnTo>
                  <a:lnTo>
                    <a:pt x="292529" y="251553"/>
                  </a:lnTo>
                  <a:lnTo>
                    <a:pt x="295140" y="246920"/>
                  </a:lnTo>
                  <a:lnTo>
                    <a:pt x="297603" y="242206"/>
                  </a:lnTo>
                  <a:lnTo>
                    <a:pt x="299914" y="237416"/>
                  </a:lnTo>
                  <a:lnTo>
                    <a:pt x="302072" y="232554"/>
                  </a:lnTo>
                  <a:lnTo>
                    <a:pt x="304075" y="227627"/>
                  </a:lnTo>
                  <a:lnTo>
                    <a:pt x="305919" y="222639"/>
                  </a:lnTo>
                  <a:lnTo>
                    <a:pt x="307604" y="217594"/>
                  </a:lnTo>
                  <a:lnTo>
                    <a:pt x="309128" y="212498"/>
                  </a:lnTo>
                  <a:lnTo>
                    <a:pt x="310488" y="207357"/>
                  </a:lnTo>
                  <a:lnTo>
                    <a:pt x="311685" y="202174"/>
                  </a:lnTo>
                  <a:lnTo>
                    <a:pt x="312715" y="196957"/>
                  </a:lnTo>
                  <a:lnTo>
                    <a:pt x="313580" y="191709"/>
                  </a:lnTo>
                  <a:lnTo>
                    <a:pt x="314277" y="186436"/>
                  </a:lnTo>
                  <a:lnTo>
                    <a:pt x="314806" y="181144"/>
                  </a:lnTo>
                  <a:lnTo>
                    <a:pt x="315166" y="175837"/>
                  </a:lnTo>
                  <a:lnTo>
                    <a:pt x="315357" y="170522"/>
                  </a:lnTo>
                  <a:lnTo>
                    <a:pt x="315380" y="165204"/>
                  </a:lnTo>
                  <a:lnTo>
                    <a:pt x="315233" y="159887"/>
                  </a:lnTo>
                  <a:lnTo>
                    <a:pt x="314916" y="154578"/>
                  </a:lnTo>
                  <a:lnTo>
                    <a:pt x="314432" y="149281"/>
                  </a:lnTo>
                  <a:lnTo>
                    <a:pt x="313778" y="144003"/>
                  </a:lnTo>
                  <a:lnTo>
                    <a:pt x="312958" y="138748"/>
                  </a:lnTo>
                  <a:lnTo>
                    <a:pt x="311970" y="133522"/>
                  </a:lnTo>
                  <a:lnTo>
                    <a:pt x="310817" y="128330"/>
                  </a:lnTo>
                  <a:lnTo>
                    <a:pt x="309499" y="123177"/>
                  </a:lnTo>
                  <a:lnTo>
                    <a:pt x="308018" y="118069"/>
                  </a:lnTo>
                  <a:lnTo>
                    <a:pt x="306376" y="113010"/>
                  </a:lnTo>
                  <a:lnTo>
                    <a:pt x="304573" y="108007"/>
                  </a:lnTo>
                  <a:lnTo>
                    <a:pt x="302612" y="103063"/>
                  </a:lnTo>
                  <a:lnTo>
                    <a:pt x="300494" y="98184"/>
                  </a:lnTo>
                  <a:lnTo>
                    <a:pt x="298223" y="93375"/>
                  </a:lnTo>
                  <a:lnTo>
                    <a:pt x="295799" y="88640"/>
                  </a:lnTo>
                  <a:lnTo>
                    <a:pt x="293226" y="83985"/>
                  </a:lnTo>
                  <a:lnTo>
                    <a:pt x="290507" y="79415"/>
                  </a:lnTo>
                  <a:lnTo>
                    <a:pt x="287643" y="74933"/>
                  </a:lnTo>
                  <a:lnTo>
                    <a:pt x="284639" y="70544"/>
                  </a:lnTo>
                  <a:lnTo>
                    <a:pt x="281496" y="66253"/>
                  </a:lnTo>
                  <a:lnTo>
                    <a:pt x="278218" y="62065"/>
                  </a:lnTo>
                  <a:lnTo>
                    <a:pt x="274809" y="57983"/>
                  </a:lnTo>
                  <a:lnTo>
                    <a:pt x="271271" y="54011"/>
                  </a:lnTo>
                  <a:lnTo>
                    <a:pt x="267609" y="50154"/>
                  </a:lnTo>
                  <a:lnTo>
                    <a:pt x="263826" y="46415"/>
                  </a:lnTo>
                  <a:lnTo>
                    <a:pt x="259927" y="42799"/>
                  </a:lnTo>
                  <a:lnTo>
                    <a:pt x="255914" y="39308"/>
                  </a:lnTo>
                  <a:lnTo>
                    <a:pt x="251792" y="35947"/>
                  </a:lnTo>
                  <a:lnTo>
                    <a:pt x="247565" y="32719"/>
                  </a:lnTo>
                  <a:lnTo>
                    <a:pt x="243238" y="29627"/>
                  </a:lnTo>
                  <a:lnTo>
                    <a:pt x="238814" y="26674"/>
                  </a:lnTo>
                  <a:lnTo>
                    <a:pt x="234299" y="23863"/>
                  </a:lnTo>
                  <a:lnTo>
                    <a:pt x="229696" y="21197"/>
                  </a:lnTo>
                  <a:lnTo>
                    <a:pt x="225012" y="18679"/>
                  </a:lnTo>
                  <a:lnTo>
                    <a:pt x="220249" y="16312"/>
                  </a:lnTo>
                  <a:lnTo>
                    <a:pt x="215414" y="14097"/>
                  </a:lnTo>
                  <a:lnTo>
                    <a:pt x="210510" y="12037"/>
                  </a:lnTo>
                  <a:lnTo>
                    <a:pt x="205544" y="10134"/>
                  </a:lnTo>
                  <a:lnTo>
                    <a:pt x="200519" y="8390"/>
                  </a:lnTo>
                  <a:lnTo>
                    <a:pt x="195442" y="6807"/>
                  </a:lnTo>
                  <a:lnTo>
                    <a:pt x="190316" y="5386"/>
                  </a:lnTo>
                  <a:lnTo>
                    <a:pt x="185148" y="4129"/>
                  </a:lnTo>
                  <a:lnTo>
                    <a:pt x="179943" y="3036"/>
                  </a:lnTo>
                  <a:lnTo>
                    <a:pt x="174706" y="2110"/>
                  </a:lnTo>
                  <a:lnTo>
                    <a:pt x="169442" y="1352"/>
                  </a:lnTo>
                  <a:lnTo>
                    <a:pt x="164156" y="760"/>
                  </a:lnTo>
                  <a:lnTo>
                    <a:pt x="158854" y="338"/>
                  </a:lnTo>
                  <a:lnTo>
                    <a:pt x="153542" y="84"/>
                  </a:lnTo>
                  <a:lnTo>
                    <a:pt x="148224" y="0"/>
                  </a:lnTo>
                  <a:lnTo>
                    <a:pt x="148224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g81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g81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g81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g81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g81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g81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g82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g82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g82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g82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g82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g82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g82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g827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g828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g829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g830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g831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g832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g833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g834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g835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g836"/>
            <p:cNvSpPr/>
            <p:nvPr/>
          </p:nvSpPr>
          <p:spPr>
            <a:xfrm>
              <a:off x="6423235" y="465928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g837"/>
            <p:cNvSpPr/>
            <p:nvPr/>
          </p:nvSpPr>
          <p:spPr>
            <a:xfrm>
              <a:off x="6256068" y="4659281"/>
              <a:ext cx="167166" cy="324355"/>
            </a:xfrm>
            <a:custGeom>
              <a:avLst/>
              <a:pathLst>
                <a:path w="167166" h="324355">
                  <a:moveTo>
                    <a:pt x="167166" y="0"/>
                  </a:moveTo>
                  <a:lnTo>
                    <a:pt x="161798" y="86"/>
                  </a:lnTo>
                  <a:lnTo>
                    <a:pt x="156435" y="344"/>
                  </a:lnTo>
                  <a:lnTo>
                    <a:pt x="151084" y="775"/>
                  </a:lnTo>
                  <a:lnTo>
                    <a:pt x="145749" y="1377"/>
                  </a:lnTo>
                  <a:lnTo>
                    <a:pt x="140436" y="2150"/>
                  </a:lnTo>
                  <a:lnTo>
                    <a:pt x="135150" y="3094"/>
                  </a:lnTo>
                  <a:lnTo>
                    <a:pt x="129898" y="4207"/>
                  </a:lnTo>
                  <a:lnTo>
                    <a:pt x="124684" y="5488"/>
                  </a:lnTo>
                  <a:lnTo>
                    <a:pt x="119514" y="6935"/>
                  </a:lnTo>
                  <a:lnTo>
                    <a:pt x="114393" y="8548"/>
                  </a:lnTo>
                  <a:lnTo>
                    <a:pt x="109326" y="10325"/>
                  </a:lnTo>
                  <a:lnTo>
                    <a:pt x="104319" y="12263"/>
                  </a:lnTo>
                  <a:lnTo>
                    <a:pt x="99377" y="14361"/>
                  </a:lnTo>
                  <a:lnTo>
                    <a:pt x="94505" y="16617"/>
                  </a:lnTo>
                  <a:lnTo>
                    <a:pt x="89708" y="19028"/>
                  </a:lnTo>
                  <a:lnTo>
                    <a:pt x="84991" y="21592"/>
                  </a:lnTo>
                  <a:lnTo>
                    <a:pt x="80358" y="24306"/>
                  </a:lnTo>
                  <a:lnTo>
                    <a:pt x="75815" y="27167"/>
                  </a:lnTo>
                  <a:lnTo>
                    <a:pt x="71367" y="30173"/>
                  </a:lnTo>
                  <a:lnTo>
                    <a:pt x="67017" y="33320"/>
                  </a:lnTo>
                  <a:lnTo>
                    <a:pt x="62770" y="36605"/>
                  </a:lnTo>
                  <a:lnTo>
                    <a:pt x="58631" y="40025"/>
                  </a:lnTo>
                  <a:lnTo>
                    <a:pt x="54604" y="43576"/>
                  </a:lnTo>
                  <a:lnTo>
                    <a:pt x="50694" y="47254"/>
                  </a:lnTo>
                  <a:lnTo>
                    <a:pt x="46903" y="51056"/>
                  </a:lnTo>
                  <a:lnTo>
                    <a:pt x="43236" y="54978"/>
                  </a:lnTo>
                  <a:lnTo>
                    <a:pt x="39697" y="59016"/>
                  </a:lnTo>
                  <a:lnTo>
                    <a:pt x="36290" y="63165"/>
                  </a:lnTo>
                  <a:lnTo>
                    <a:pt x="33018" y="67421"/>
                  </a:lnTo>
                  <a:lnTo>
                    <a:pt x="29884" y="71781"/>
                  </a:lnTo>
                  <a:lnTo>
                    <a:pt x="26892" y="76239"/>
                  </a:lnTo>
                  <a:lnTo>
                    <a:pt x="24044" y="80790"/>
                  </a:lnTo>
                  <a:lnTo>
                    <a:pt x="21344" y="85431"/>
                  </a:lnTo>
                  <a:lnTo>
                    <a:pt x="18794" y="90156"/>
                  </a:lnTo>
                  <a:lnTo>
                    <a:pt x="16398" y="94960"/>
                  </a:lnTo>
                  <a:lnTo>
                    <a:pt x="14157" y="99839"/>
                  </a:lnTo>
                  <a:lnTo>
                    <a:pt x="12074" y="104787"/>
                  </a:lnTo>
                  <a:lnTo>
                    <a:pt x="10150" y="109800"/>
                  </a:lnTo>
                  <a:lnTo>
                    <a:pt x="8389" y="114872"/>
                  </a:lnTo>
                  <a:lnTo>
                    <a:pt x="6792" y="119998"/>
                  </a:lnTo>
                  <a:lnTo>
                    <a:pt x="5360" y="125172"/>
                  </a:lnTo>
                  <a:lnTo>
                    <a:pt x="4094" y="130390"/>
                  </a:lnTo>
                  <a:lnTo>
                    <a:pt x="2998" y="135645"/>
                  </a:lnTo>
                  <a:lnTo>
                    <a:pt x="2070" y="140934"/>
                  </a:lnTo>
                  <a:lnTo>
                    <a:pt x="1313" y="146249"/>
                  </a:lnTo>
                  <a:lnTo>
                    <a:pt x="726" y="151586"/>
                  </a:lnTo>
                  <a:lnTo>
                    <a:pt x="312" y="156939"/>
                  </a:lnTo>
                  <a:lnTo>
                    <a:pt x="70" y="162302"/>
                  </a:lnTo>
                  <a:lnTo>
                    <a:pt x="0" y="167671"/>
                  </a:lnTo>
                  <a:lnTo>
                    <a:pt x="102" y="173039"/>
                  </a:lnTo>
                  <a:lnTo>
                    <a:pt x="377" y="178401"/>
                  </a:lnTo>
                  <a:lnTo>
                    <a:pt x="823" y="183751"/>
                  </a:lnTo>
                  <a:lnTo>
                    <a:pt x="1442" y="189084"/>
                  </a:lnTo>
                  <a:lnTo>
                    <a:pt x="2231" y="194395"/>
                  </a:lnTo>
                  <a:lnTo>
                    <a:pt x="3190" y="199677"/>
                  </a:lnTo>
                  <a:lnTo>
                    <a:pt x="4319" y="204926"/>
                  </a:lnTo>
                  <a:lnTo>
                    <a:pt x="5616" y="210136"/>
                  </a:lnTo>
                  <a:lnTo>
                    <a:pt x="7079" y="215302"/>
                  </a:lnTo>
                  <a:lnTo>
                    <a:pt x="8707" y="220418"/>
                  </a:lnTo>
                  <a:lnTo>
                    <a:pt x="10499" y="225479"/>
                  </a:lnTo>
                  <a:lnTo>
                    <a:pt x="12452" y="230480"/>
                  </a:lnTo>
                  <a:lnTo>
                    <a:pt x="14565" y="235416"/>
                  </a:lnTo>
                  <a:lnTo>
                    <a:pt x="16836" y="240281"/>
                  </a:lnTo>
                  <a:lnTo>
                    <a:pt x="19261" y="245071"/>
                  </a:lnTo>
                  <a:lnTo>
                    <a:pt x="21839" y="249781"/>
                  </a:lnTo>
                  <a:lnTo>
                    <a:pt x="24567" y="254405"/>
                  </a:lnTo>
                  <a:lnTo>
                    <a:pt x="27442" y="258939"/>
                  </a:lnTo>
                  <a:lnTo>
                    <a:pt x="30461" y="263379"/>
                  </a:lnTo>
                  <a:lnTo>
                    <a:pt x="33621" y="267719"/>
                  </a:lnTo>
                  <a:lnTo>
                    <a:pt x="36919" y="271956"/>
                  </a:lnTo>
                  <a:lnTo>
                    <a:pt x="40352" y="276084"/>
                  </a:lnTo>
                  <a:lnTo>
                    <a:pt x="43915" y="280101"/>
                  </a:lnTo>
                  <a:lnTo>
                    <a:pt x="47605" y="284000"/>
                  </a:lnTo>
                  <a:lnTo>
                    <a:pt x="51418" y="287780"/>
                  </a:lnTo>
                  <a:lnTo>
                    <a:pt x="55351" y="291434"/>
                  </a:lnTo>
                  <a:lnTo>
                    <a:pt x="59400" y="294961"/>
                  </a:lnTo>
                  <a:lnTo>
                    <a:pt x="63559" y="298356"/>
                  </a:lnTo>
                  <a:lnTo>
                    <a:pt x="67825" y="301615"/>
                  </a:lnTo>
                  <a:lnTo>
                    <a:pt x="72194" y="304736"/>
                  </a:lnTo>
                  <a:lnTo>
                    <a:pt x="76661" y="307715"/>
                  </a:lnTo>
                  <a:lnTo>
                    <a:pt x="81221" y="310549"/>
                  </a:lnTo>
                  <a:lnTo>
                    <a:pt x="85870" y="313235"/>
                  </a:lnTo>
                  <a:lnTo>
                    <a:pt x="90602" y="315770"/>
                  </a:lnTo>
                  <a:lnTo>
                    <a:pt x="95414" y="318152"/>
                  </a:lnTo>
                  <a:lnTo>
                    <a:pt x="100300" y="320379"/>
                  </a:lnTo>
                  <a:lnTo>
                    <a:pt x="105254" y="322447"/>
                  </a:lnTo>
                  <a:lnTo>
                    <a:pt x="110273" y="324355"/>
                  </a:lnTo>
                  <a:lnTo>
                    <a:pt x="167166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g838"/>
            <p:cNvSpPr/>
            <p:nvPr/>
          </p:nvSpPr>
          <p:spPr>
            <a:xfrm>
              <a:off x="6366341" y="4826449"/>
              <a:ext cx="56893" cy="157188"/>
            </a:xfrm>
            <a:custGeom>
              <a:avLst/>
              <a:pathLst>
                <a:path w="56893" h="157188">
                  <a:moveTo>
                    <a:pt x="0" y="157188"/>
                  </a:moveTo>
                  <a:lnTo>
                    <a:pt x="56893" y="0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g839"/>
            <p:cNvSpPr/>
            <p:nvPr/>
          </p:nvSpPr>
          <p:spPr>
            <a:xfrm>
              <a:off x="6366341" y="4826449"/>
              <a:ext cx="56893" cy="157188"/>
            </a:xfrm>
            <a:custGeom>
              <a:avLst/>
              <a:pathLst>
                <a:path w="56893" h="157188">
                  <a:moveTo>
                    <a:pt x="0" y="157188"/>
                  </a:moveTo>
                  <a:lnTo>
                    <a:pt x="56893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g840"/>
            <p:cNvSpPr/>
            <p:nvPr/>
          </p:nvSpPr>
          <p:spPr>
            <a:xfrm>
              <a:off x="6366341" y="4826449"/>
              <a:ext cx="139774" cy="167150"/>
            </a:xfrm>
            <a:custGeom>
              <a:avLst/>
              <a:pathLst>
                <a:path w="139774" h="167150">
                  <a:moveTo>
                    <a:pt x="0" y="157188"/>
                  </a:moveTo>
                  <a:lnTo>
                    <a:pt x="5266" y="158995"/>
                  </a:lnTo>
                  <a:lnTo>
                    <a:pt x="10589" y="160626"/>
                  </a:lnTo>
                  <a:lnTo>
                    <a:pt x="15964" y="162079"/>
                  </a:lnTo>
                  <a:lnTo>
                    <a:pt x="21385" y="163352"/>
                  </a:lnTo>
                  <a:lnTo>
                    <a:pt x="26845" y="164444"/>
                  </a:lnTo>
                  <a:lnTo>
                    <a:pt x="32338" y="165354"/>
                  </a:lnTo>
                  <a:lnTo>
                    <a:pt x="37858" y="166080"/>
                  </a:lnTo>
                  <a:lnTo>
                    <a:pt x="43399" y="166621"/>
                  </a:lnTo>
                  <a:lnTo>
                    <a:pt x="48956" y="166978"/>
                  </a:lnTo>
                  <a:lnTo>
                    <a:pt x="54521" y="167150"/>
                  </a:lnTo>
                  <a:lnTo>
                    <a:pt x="60089" y="167136"/>
                  </a:lnTo>
                  <a:lnTo>
                    <a:pt x="65653" y="166937"/>
                  </a:lnTo>
                  <a:lnTo>
                    <a:pt x="71208" y="166553"/>
                  </a:lnTo>
                  <a:lnTo>
                    <a:pt x="76747" y="165984"/>
                  </a:lnTo>
                  <a:lnTo>
                    <a:pt x="82263" y="165231"/>
                  </a:lnTo>
                  <a:lnTo>
                    <a:pt x="87752" y="164294"/>
                  </a:lnTo>
                  <a:lnTo>
                    <a:pt x="93206" y="163175"/>
                  </a:lnTo>
                  <a:lnTo>
                    <a:pt x="98620" y="161875"/>
                  </a:lnTo>
                  <a:lnTo>
                    <a:pt x="103988" y="160396"/>
                  </a:lnTo>
                  <a:lnTo>
                    <a:pt x="109303" y="158739"/>
                  </a:lnTo>
                  <a:lnTo>
                    <a:pt x="114561" y="156905"/>
                  </a:lnTo>
                  <a:lnTo>
                    <a:pt x="119754" y="154898"/>
                  </a:lnTo>
                  <a:lnTo>
                    <a:pt x="124878" y="152718"/>
                  </a:lnTo>
                  <a:lnTo>
                    <a:pt x="129926" y="150370"/>
                  </a:lnTo>
                  <a:lnTo>
                    <a:pt x="134893" y="147854"/>
                  </a:lnTo>
                  <a:lnTo>
                    <a:pt x="139774" y="145174"/>
                  </a:lnTo>
                  <a:lnTo>
                    <a:pt x="56893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g841"/>
            <p:cNvSpPr/>
            <p:nvPr/>
          </p:nvSpPr>
          <p:spPr>
            <a:xfrm>
              <a:off x="6423235" y="4659281"/>
              <a:ext cx="167166" cy="312342"/>
            </a:xfrm>
            <a:custGeom>
              <a:avLst/>
              <a:pathLst>
                <a:path w="167166" h="312342">
                  <a:moveTo>
                    <a:pt x="82880" y="312342"/>
                  </a:moveTo>
                  <a:lnTo>
                    <a:pt x="87481" y="309617"/>
                  </a:lnTo>
                  <a:lnTo>
                    <a:pt x="91991" y="306746"/>
                  </a:lnTo>
                  <a:lnTo>
                    <a:pt x="96408" y="303733"/>
                  </a:lnTo>
                  <a:lnTo>
                    <a:pt x="100726" y="300580"/>
                  </a:lnTo>
                  <a:lnTo>
                    <a:pt x="104941" y="297291"/>
                  </a:lnTo>
                  <a:lnTo>
                    <a:pt x="109049" y="293868"/>
                  </a:lnTo>
                  <a:lnTo>
                    <a:pt x="113045" y="290316"/>
                  </a:lnTo>
                  <a:lnTo>
                    <a:pt x="116926" y="286637"/>
                  </a:lnTo>
                  <a:lnTo>
                    <a:pt x="120687" y="282837"/>
                  </a:lnTo>
                  <a:lnTo>
                    <a:pt x="124324" y="278918"/>
                  </a:lnTo>
                  <a:lnTo>
                    <a:pt x="127834" y="274885"/>
                  </a:lnTo>
                  <a:lnTo>
                    <a:pt x="131214" y="270742"/>
                  </a:lnTo>
                  <a:lnTo>
                    <a:pt x="134459" y="266492"/>
                  </a:lnTo>
                  <a:lnTo>
                    <a:pt x="137567" y="262141"/>
                  </a:lnTo>
                  <a:lnTo>
                    <a:pt x="140534" y="257693"/>
                  </a:lnTo>
                  <a:lnTo>
                    <a:pt x="143357" y="253153"/>
                  </a:lnTo>
                  <a:lnTo>
                    <a:pt x="146034" y="248524"/>
                  </a:lnTo>
                  <a:lnTo>
                    <a:pt x="148561" y="243812"/>
                  </a:lnTo>
                  <a:lnTo>
                    <a:pt x="150936" y="239022"/>
                  </a:lnTo>
                  <a:lnTo>
                    <a:pt x="153157" y="234158"/>
                  </a:lnTo>
                  <a:lnTo>
                    <a:pt x="155221" y="229226"/>
                  </a:lnTo>
                  <a:lnTo>
                    <a:pt x="157126" y="224230"/>
                  </a:lnTo>
                  <a:lnTo>
                    <a:pt x="158871" y="219176"/>
                  </a:lnTo>
                  <a:lnTo>
                    <a:pt x="160453" y="214069"/>
                  </a:lnTo>
                  <a:lnTo>
                    <a:pt x="161870" y="208913"/>
                  </a:lnTo>
                  <a:lnTo>
                    <a:pt x="163123" y="203715"/>
                  </a:lnTo>
                  <a:lnTo>
                    <a:pt x="164208" y="198480"/>
                  </a:lnTo>
                  <a:lnTo>
                    <a:pt x="165125" y="193212"/>
                  </a:lnTo>
                  <a:lnTo>
                    <a:pt x="165874" y="187918"/>
                  </a:lnTo>
                  <a:lnTo>
                    <a:pt x="166453" y="182603"/>
                  </a:lnTo>
                  <a:lnTo>
                    <a:pt x="166861" y="177272"/>
                  </a:lnTo>
                  <a:lnTo>
                    <a:pt x="167099" y="171930"/>
                  </a:lnTo>
                  <a:lnTo>
                    <a:pt x="167166" y="166584"/>
                  </a:lnTo>
                  <a:lnTo>
                    <a:pt x="167062" y="161238"/>
                  </a:lnTo>
                  <a:lnTo>
                    <a:pt x="166787" y="155898"/>
                  </a:lnTo>
                  <a:lnTo>
                    <a:pt x="166341" y="150570"/>
                  </a:lnTo>
                  <a:lnTo>
                    <a:pt x="165725" y="145259"/>
                  </a:lnTo>
                  <a:lnTo>
                    <a:pt x="164940" y="139970"/>
                  </a:lnTo>
                  <a:lnTo>
                    <a:pt x="163986" y="134709"/>
                  </a:lnTo>
                  <a:lnTo>
                    <a:pt x="162864" y="129482"/>
                  </a:lnTo>
                  <a:lnTo>
                    <a:pt x="161575" y="124292"/>
                  </a:lnTo>
                  <a:lnTo>
                    <a:pt x="160121" y="119147"/>
                  </a:lnTo>
                  <a:lnTo>
                    <a:pt x="158504" y="114051"/>
                  </a:lnTo>
                  <a:lnTo>
                    <a:pt x="156724" y="109009"/>
                  </a:lnTo>
                  <a:lnTo>
                    <a:pt x="154784" y="104027"/>
                  </a:lnTo>
                  <a:lnTo>
                    <a:pt x="152686" y="99109"/>
                  </a:lnTo>
                  <a:lnTo>
                    <a:pt x="150431" y="94261"/>
                  </a:lnTo>
                  <a:lnTo>
                    <a:pt x="148022" y="89487"/>
                  </a:lnTo>
                  <a:lnTo>
                    <a:pt x="145463" y="84793"/>
                  </a:lnTo>
                  <a:lnTo>
                    <a:pt x="142754" y="80183"/>
                  </a:lnTo>
                  <a:lnTo>
                    <a:pt x="139899" y="75662"/>
                  </a:lnTo>
                  <a:lnTo>
                    <a:pt x="136901" y="71235"/>
                  </a:lnTo>
                  <a:lnTo>
                    <a:pt x="133763" y="66906"/>
                  </a:lnTo>
                  <a:lnTo>
                    <a:pt x="130488" y="62679"/>
                  </a:lnTo>
                  <a:lnTo>
                    <a:pt x="127080" y="58560"/>
                  </a:lnTo>
                  <a:lnTo>
                    <a:pt x="123542" y="54551"/>
                  </a:lnTo>
                  <a:lnTo>
                    <a:pt x="119877" y="50658"/>
                  </a:lnTo>
                  <a:lnTo>
                    <a:pt x="116090" y="46884"/>
                  </a:lnTo>
                  <a:lnTo>
                    <a:pt x="112184" y="43233"/>
                  </a:lnTo>
                  <a:lnTo>
                    <a:pt x="108163" y="39708"/>
                  </a:lnTo>
                  <a:lnTo>
                    <a:pt x="104031" y="36315"/>
                  </a:lnTo>
                  <a:lnTo>
                    <a:pt x="99793" y="33054"/>
                  </a:lnTo>
                  <a:lnTo>
                    <a:pt x="95453" y="29932"/>
                  </a:lnTo>
                  <a:lnTo>
                    <a:pt x="91016" y="26949"/>
                  </a:lnTo>
                  <a:lnTo>
                    <a:pt x="86485" y="24110"/>
                  </a:lnTo>
                  <a:lnTo>
                    <a:pt x="81866" y="21417"/>
                  </a:lnTo>
                  <a:lnTo>
                    <a:pt x="77163" y="18874"/>
                  </a:lnTo>
                  <a:lnTo>
                    <a:pt x="72381" y="16482"/>
                  </a:lnTo>
                  <a:lnTo>
                    <a:pt x="67525" y="14244"/>
                  </a:lnTo>
                  <a:lnTo>
                    <a:pt x="62600" y="12163"/>
                  </a:lnTo>
                  <a:lnTo>
                    <a:pt x="57610" y="10240"/>
                  </a:lnTo>
                  <a:lnTo>
                    <a:pt x="52562" y="8478"/>
                  </a:lnTo>
                  <a:lnTo>
                    <a:pt x="47461" y="6878"/>
                  </a:lnTo>
                  <a:lnTo>
                    <a:pt x="42310" y="5443"/>
                  </a:lnTo>
                  <a:lnTo>
                    <a:pt x="37117" y="4172"/>
                  </a:lnTo>
                  <a:lnTo>
                    <a:pt x="31885" y="3069"/>
                  </a:lnTo>
                  <a:lnTo>
                    <a:pt x="26621" y="2133"/>
                  </a:lnTo>
                  <a:lnTo>
                    <a:pt x="21329" y="1366"/>
                  </a:lnTo>
                  <a:lnTo>
                    <a:pt x="16016" y="769"/>
                  </a:lnTo>
                  <a:lnTo>
                    <a:pt x="10686" y="341"/>
                  </a:lnTo>
                  <a:lnTo>
                    <a:pt x="5346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DAC76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g84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g84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g84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g84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g84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g84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g84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g84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g85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g85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g85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g85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g85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g85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g856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g857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g858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g859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g860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g861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g862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g863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g864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g865"/>
            <p:cNvSpPr/>
            <p:nvPr/>
          </p:nvSpPr>
          <p:spPr>
            <a:xfrm>
              <a:off x="6728472" y="4213821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g866"/>
            <p:cNvSpPr/>
            <p:nvPr/>
          </p:nvSpPr>
          <p:spPr>
            <a:xfrm>
              <a:off x="6561319" y="4213821"/>
              <a:ext cx="215205" cy="334332"/>
            </a:xfrm>
            <a:custGeom>
              <a:avLst/>
              <a:pathLst>
                <a:path w="215205" h="334332">
                  <a:moveTo>
                    <a:pt x="167152" y="0"/>
                  </a:moveTo>
                  <a:lnTo>
                    <a:pt x="161839" y="84"/>
                  </a:lnTo>
                  <a:lnTo>
                    <a:pt x="156532" y="337"/>
                  </a:lnTo>
                  <a:lnTo>
                    <a:pt x="151235" y="759"/>
                  </a:lnTo>
                  <a:lnTo>
                    <a:pt x="145954" y="1349"/>
                  </a:lnTo>
                  <a:lnTo>
                    <a:pt x="140694" y="2107"/>
                  </a:lnTo>
                  <a:lnTo>
                    <a:pt x="135461" y="3031"/>
                  </a:lnTo>
                  <a:lnTo>
                    <a:pt x="130261" y="4121"/>
                  </a:lnTo>
                  <a:lnTo>
                    <a:pt x="125097" y="5376"/>
                  </a:lnTo>
                  <a:lnTo>
                    <a:pt x="119976" y="6794"/>
                  </a:lnTo>
                  <a:lnTo>
                    <a:pt x="114903" y="8375"/>
                  </a:lnTo>
                  <a:lnTo>
                    <a:pt x="109882" y="10116"/>
                  </a:lnTo>
                  <a:lnTo>
                    <a:pt x="104920" y="12015"/>
                  </a:lnTo>
                  <a:lnTo>
                    <a:pt x="100020" y="14072"/>
                  </a:lnTo>
                  <a:lnTo>
                    <a:pt x="95188" y="16283"/>
                  </a:lnTo>
                  <a:lnTo>
                    <a:pt x="90429" y="18646"/>
                  </a:lnTo>
                  <a:lnTo>
                    <a:pt x="85747" y="21160"/>
                  </a:lnTo>
                  <a:lnTo>
                    <a:pt x="81148" y="23821"/>
                  </a:lnTo>
                  <a:lnTo>
                    <a:pt x="76635" y="26627"/>
                  </a:lnTo>
                  <a:lnTo>
                    <a:pt x="72214" y="29575"/>
                  </a:lnTo>
                  <a:lnTo>
                    <a:pt x="67889" y="32662"/>
                  </a:lnTo>
                  <a:lnTo>
                    <a:pt x="63664" y="35884"/>
                  </a:lnTo>
                  <a:lnTo>
                    <a:pt x="59544" y="39240"/>
                  </a:lnTo>
                  <a:lnTo>
                    <a:pt x="55532" y="42725"/>
                  </a:lnTo>
                  <a:lnTo>
                    <a:pt x="51633" y="46335"/>
                  </a:lnTo>
                  <a:lnTo>
                    <a:pt x="47851" y="50068"/>
                  </a:lnTo>
                  <a:lnTo>
                    <a:pt x="44190" y="53919"/>
                  </a:lnTo>
                  <a:lnTo>
                    <a:pt x="40653" y="57884"/>
                  </a:lnTo>
                  <a:lnTo>
                    <a:pt x="37243" y="61960"/>
                  </a:lnTo>
                  <a:lnTo>
                    <a:pt x="33965" y="66142"/>
                  </a:lnTo>
                  <a:lnTo>
                    <a:pt x="30821" y="70426"/>
                  </a:lnTo>
                  <a:lnTo>
                    <a:pt x="27816" y="74808"/>
                  </a:lnTo>
                  <a:lnTo>
                    <a:pt x="24950" y="79283"/>
                  </a:lnTo>
                  <a:lnTo>
                    <a:pt x="22229" y="83847"/>
                  </a:lnTo>
                  <a:lnTo>
                    <a:pt x="19654" y="88495"/>
                  </a:lnTo>
                  <a:lnTo>
                    <a:pt x="17228" y="93223"/>
                  </a:lnTo>
                  <a:lnTo>
                    <a:pt x="14954" y="98026"/>
                  </a:lnTo>
                  <a:lnTo>
                    <a:pt x="12833" y="102898"/>
                  </a:lnTo>
                  <a:lnTo>
                    <a:pt x="10868" y="107835"/>
                  </a:lnTo>
                  <a:lnTo>
                    <a:pt x="9062" y="112832"/>
                  </a:lnTo>
                  <a:lnTo>
                    <a:pt x="7415" y="117884"/>
                  </a:lnTo>
                  <a:lnTo>
                    <a:pt x="5929" y="122986"/>
                  </a:lnTo>
                  <a:lnTo>
                    <a:pt x="4606" y="128133"/>
                  </a:lnTo>
                  <a:lnTo>
                    <a:pt x="3448" y="133319"/>
                  </a:lnTo>
                  <a:lnTo>
                    <a:pt x="2455" y="138539"/>
                  </a:lnTo>
                  <a:lnTo>
                    <a:pt x="1628" y="143788"/>
                  </a:lnTo>
                  <a:lnTo>
                    <a:pt x="968" y="149061"/>
                  </a:lnTo>
                  <a:lnTo>
                    <a:pt x="477" y="154352"/>
                  </a:lnTo>
                  <a:lnTo>
                    <a:pt x="154" y="159656"/>
                  </a:lnTo>
                  <a:lnTo>
                    <a:pt x="0" y="164967"/>
                  </a:lnTo>
                  <a:lnTo>
                    <a:pt x="14" y="170281"/>
                  </a:lnTo>
                  <a:lnTo>
                    <a:pt x="197" y="175591"/>
                  </a:lnTo>
                  <a:lnTo>
                    <a:pt x="550" y="180894"/>
                  </a:lnTo>
                  <a:lnTo>
                    <a:pt x="1070" y="186182"/>
                  </a:lnTo>
                  <a:lnTo>
                    <a:pt x="1758" y="191451"/>
                  </a:lnTo>
                  <a:lnTo>
                    <a:pt x="2614" y="196695"/>
                  </a:lnTo>
                  <a:lnTo>
                    <a:pt x="3635" y="201910"/>
                  </a:lnTo>
                  <a:lnTo>
                    <a:pt x="4822" y="207089"/>
                  </a:lnTo>
                  <a:lnTo>
                    <a:pt x="6173" y="212229"/>
                  </a:lnTo>
                  <a:lnTo>
                    <a:pt x="7686" y="217322"/>
                  </a:lnTo>
                  <a:lnTo>
                    <a:pt x="9361" y="222365"/>
                  </a:lnTo>
                  <a:lnTo>
                    <a:pt x="11195" y="227352"/>
                  </a:lnTo>
                  <a:lnTo>
                    <a:pt x="13187" y="232279"/>
                  </a:lnTo>
                  <a:lnTo>
                    <a:pt x="15334" y="237140"/>
                  </a:lnTo>
                  <a:lnTo>
                    <a:pt x="17635" y="241929"/>
                  </a:lnTo>
                  <a:lnTo>
                    <a:pt x="20087" y="246644"/>
                  </a:lnTo>
                  <a:lnTo>
                    <a:pt x="22687" y="251278"/>
                  </a:lnTo>
                  <a:lnTo>
                    <a:pt x="25433" y="255827"/>
                  </a:lnTo>
                  <a:lnTo>
                    <a:pt x="28323" y="260286"/>
                  </a:lnTo>
                  <a:lnTo>
                    <a:pt x="31352" y="264652"/>
                  </a:lnTo>
                  <a:lnTo>
                    <a:pt x="34519" y="268919"/>
                  </a:lnTo>
                  <a:lnTo>
                    <a:pt x="37820" y="273083"/>
                  </a:lnTo>
                  <a:lnTo>
                    <a:pt x="41252" y="277140"/>
                  </a:lnTo>
                  <a:lnTo>
                    <a:pt x="44811" y="281086"/>
                  </a:lnTo>
                  <a:lnTo>
                    <a:pt x="48493" y="284917"/>
                  </a:lnTo>
                  <a:lnTo>
                    <a:pt x="52296" y="288629"/>
                  </a:lnTo>
                  <a:lnTo>
                    <a:pt x="56214" y="292218"/>
                  </a:lnTo>
                  <a:lnTo>
                    <a:pt x="60245" y="295680"/>
                  </a:lnTo>
                  <a:lnTo>
                    <a:pt x="64383" y="299013"/>
                  </a:lnTo>
                  <a:lnTo>
                    <a:pt x="68626" y="302213"/>
                  </a:lnTo>
                  <a:lnTo>
                    <a:pt x="72968" y="305276"/>
                  </a:lnTo>
                  <a:lnTo>
                    <a:pt x="77405" y="308200"/>
                  </a:lnTo>
                  <a:lnTo>
                    <a:pt x="81933" y="310981"/>
                  </a:lnTo>
                  <a:lnTo>
                    <a:pt x="86547" y="313617"/>
                  </a:lnTo>
                  <a:lnTo>
                    <a:pt x="91242" y="316105"/>
                  </a:lnTo>
                  <a:lnTo>
                    <a:pt x="96014" y="318443"/>
                  </a:lnTo>
                  <a:lnTo>
                    <a:pt x="100858" y="320627"/>
                  </a:lnTo>
                  <a:lnTo>
                    <a:pt x="105769" y="322657"/>
                  </a:lnTo>
                  <a:lnTo>
                    <a:pt x="110742" y="324529"/>
                  </a:lnTo>
                  <a:lnTo>
                    <a:pt x="115772" y="326242"/>
                  </a:lnTo>
                  <a:lnTo>
                    <a:pt x="120854" y="327795"/>
                  </a:lnTo>
                  <a:lnTo>
                    <a:pt x="125983" y="329185"/>
                  </a:lnTo>
                  <a:lnTo>
                    <a:pt x="131153" y="330412"/>
                  </a:lnTo>
                  <a:lnTo>
                    <a:pt x="136359" y="331474"/>
                  </a:lnTo>
                  <a:lnTo>
                    <a:pt x="141597" y="332369"/>
                  </a:lnTo>
                  <a:lnTo>
                    <a:pt x="146861" y="333098"/>
                  </a:lnTo>
                  <a:lnTo>
                    <a:pt x="152145" y="333659"/>
                  </a:lnTo>
                  <a:lnTo>
                    <a:pt x="157444" y="334052"/>
                  </a:lnTo>
                  <a:lnTo>
                    <a:pt x="162753" y="334276"/>
                  </a:lnTo>
                  <a:lnTo>
                    <a:pt x="168067" y="334332"/>
                  </a:lnTo>
                  <a:lnTo>
                    <a:pt x="173379" y="334218"/>
                  </a:lnTo>
                  <a:lnTo>
                    <a:pt x="178685" y="333936"/>
                  </a:lnTo>
                  <a:lnTo>
                    <a:pt x="183980" y="333485"/>
                  </a:lnTo>
                  <a:lnTo>
                    <a:pt x="189258" y="332866"/>
                  </a:lnTo>
                  <a:lnTo>
                    <a:pt x="194513" y="332080"/>
                  </a:lnTo>
                  <a:lnTo>
                    <a:pt x="199741" y="331127"/>
                  </a:lnTo>
                  <a:lnTo>
                    <a:pt x="204935" y="330009"/>
                  </a:lnTo>
                  <a:lnTo>
                    <a:pt x="210092" y="328726"/>
                  </a:lnTo>
                  <a:lnTo>
                    <a:pt x="215205" y="327279"/>
                  </a:lnTo>
                  <a:lnTo>
                    <a:pt x="167152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g867"/>
            <p:cNvSpPr/>
            <p:nvPr/>
          </p:nvSpPr>
          <p:spPr>
            <a:xfrm>
              <a:off x="6728472" y="4380988"/>
              <a:ext cx="48052" cy="160112"/>
            </a:xfrm>
            <a:custGeom>
              <a:avLst/>
              <a:pathLst>
                <a:path w="48052" h="160112">
                  <a:moveTo>
                    <a:pt x="48052" y="160112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g868"/>
            <p:cNvSpPr/>
            <p:nvPr/>
          </p:nvSpPr>
          <p:spPr>
            <a:xfrm>
              <a:off x="6728472" y="4380988"/>
              <a:ext cx="163067" cy="160112"/>
            </a:xfrm>
            <a:custGeom>
              <a:avLst/>
              <a:pathLst>
                <a:path w="163067" h="160112">
                  <a:moveTo>
                    <a:pt x="48052" y="160112"/>
                  </a:moveTo>
                  <a:lnTo>
                    <a:pt x="53315" y="158437"/>
                  </a:lnTo>
                  <a:lnTo>
                    <a:pt x="58520" y="156589"/>
                  </a:lnTo>
                  <a:lnTo>
                    <a:pt x="63661" y="154570"/>
                  </a:lnTo>
                  <a:lnTo>
                    <a:pt x="68732" y="152383"/>
                  </a:lnTo>
                  <a:lnTo>
                    <a:pt x="73729" y="150029"/>
                  </a:lnTo>
                  <a:lnTo>
                    <a:pt x="78645" y="147512"/>
                  </a:lnTo>
                  <a:lnTo>
                    <a:pt x="83475" y="144833"/>
                  </a:lnTo>
                  <a:lnTo>
                    <a:pt x="88214" y="141997"/>
                  </a:lnTo>
                  <a:lnTo>
                    <a:pt x="92857" y="139005"/>
                  </a:lnTo>
                  <a:lnTo>
                    <a:pt x="97398" y="135862"/>
                  </a:lnTo>
                  <a:lnTo>
                    <a:pt x="101833" y="132570"/>
                  </a:lnTo>
                  <a:lnTo>
                    <a:pt x="106157" y="129133"/>
                  </a:lnTo>
                  <a:lnTo>
                    <a:pt x="110365" y="125556"/>
                  </a:lnTo>
                  <a:lnTo>
                    <a:pt x="114452" y="121842"/>
                  </a:lnTo>
                  <a:lnTo>
                    <a:pt x="118415" y="117994"/>
                  </a:lnTo>
                  <a:lnTo>
                    <a:pt x="122248" y="114018"/>
                  </a:lnTo>
                  <a:lnTo>
                    <a:pt x="125948" y="109917"/>
                  </a:lnTo>
                  <a:lnTo>
                    <a:pt x="129510" y="105697"/>
                  </a:lnTo>
                  <a:lnTo>
                    <a:pt x="132931" y="101360"/>
                  </a:lnTo>
                  <a:lnTo>
                    <a:pt x="136207" y="96914"/>
                  </a:lnTo>
                  <a:lnTo>
                    <a:pt x="139335" y="92361"/>
                  </a:lnTo>
                  <a:lnTo>
                    <a:pt x="142310" y="87708"/>
                  </a:lnTo>
                  <a:lnTo>
                    <a:pt x="145129" y="82959"/>
                  </a:lnTo>
                  <a:lnTo>
                    <a:pt x="147791" y="78119"/>
                  </a:lnTo>
                  <a:lnTo>
                    <a:pt x="150291" y="73194"/>
                  </a:lnTo>
                  <a:lnTo>
                    <a:pt x="152627" y="68190"/>
                  </a:lnTo>
                  <a:lnTo>
                    <a:pt x="154796" y="63110"/>
                  </a:lnTo>
                  <a:lnTo>
                    <a:pt x="156796" y="57962"/>
                  </a:lnTo>
                  <a:lnTo>
                    <a:pt x="158626" y="52751"/>
                  </a:lnTo>
                  <a:lnTo>
                    <a:pt x="160282" y="47482"/>
                  </a:lnTo>
                  <a:lnTo>
                    <a:pt x="161763" y="42161"/>
                  </a:lnTo>
                  <a:lnTo>
                    <a:pt x="163067" y="367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g869"/>
            <p:cNvSpPr/>
            <p:nvPr/>
          </p:nvSpPr>
          <p:spPr>
            <a:xfrm>
              <a:off x="6728472" y="4213821"/>
              <a:ext cx="167167" cy="203962"/>
            </a:xfrm>
            <a:custGeom>
              <a:avLst/>
              <a:pathLst>
                <a:path w="167167" h="203962">
                  <a:moveTo>
                    <a:pt x="163067" y="203962"/>
                  </a:moveTo>
                  <a:lnTo>
                    <a:pt x="164161" y="198723"/>
                  </a:lnTo>
                  <a:lnTo>
                    <a:pt x="165087" y="193453"/>
                  </a:lnTo>
                  <a:lnTo>
                    <a:pt x="165844" y="188155"/>
                  </a:lnTo>
                  <a:lnTo>
                    <a:pt x="166431" y="182836"/>
                  </a:lnTo>
                  <a:lnTo>
                    <a:pt x="166847" y="177501"/>
                  </a:lnTo>
                  <a:lnTo>
                    <a:pt x="167092" y="172156"/>
                  </a:lnTo>
                  <a:lnTo>
                    <a:pt x="167167" y="166805"/>
                  </a:lnTo>
                  <a:lnTo>
                    <a:pt x="167069" y="161454"/>
                  </a:lnTo>
                  <a:lnTo>
                    <a:pt x="166801" y="156110"/>
                  </a:lnTo>
                  <a:lnTo>
                    <a:pt x="166361" y="150777"/>
                  </a:lnTo>
                  <a:lnTo>
                    <a:pt x="165752" y="145460"/>
                  </a:lnTo>
                  <a:lnTo>
                    <a:pt x="164972" y="140166"/>
                  </a:lnTo>
                  <a:lnTo>
                    <a:pt x="164023" y="134900"/>
                  </a:lnTo>
                  <a:lnTo>
                    <a:pt x="162906" y="129666"/>
                  </a:lnTo>
                  <a:lnTo>
                    <a:pt x="161623" y="124471"/>
                  </a:lnTo>
                  <a:lnTo>
                    <a:pt x="160173" y="119320"/>
                  </a:lnTo>
                  <a:lnTo>
                    <a:pt x="158560" y="114218"/>
                  </a:lnTo>
                  <a:lnTo>
                    <a:pt x="156784" y="109170"/>
                  </a:lnTo>
                  <a:lnTo>
                    <a:pt x="154847" y="104181"/>
                  </a:lnTo>
                  <a:lnTo>
                    <a:pt x="152752" y="99257"/>
                  </a:lnTo>
                  <a:lnTo>
                    <a:pt x="150500" y="94403"/>
                  </a:lnTo>
                  <a:lnTo>
                    <a:pt x="148094" y="89623"/>
                  </a:lnTo>
                  <a:lnTo>
                    <a:pt x="145536" y="84922"/>
                  </a:lnTo>
                  <a:lnTo>
                    <a:pt x="142829" y="80306"/>
                  </a:lnTo>
                  <a:lnTo>
                    <a:pt x="139975" y="75779"/>
                  </a:lnTo>
                  <a:lnTo>
                    <a:pt x="136979" y="71346"/>
                  </a:lnTo>
                  <a:lnTo>
                    <a:pt x="133841" y="67011"/>
                  </a:lnTo>
                  <a:lnTo>
                    <a:pt x="130567" y="62778"/>
                  </a:lnTo>
                  <a:lnTo>
                    <a:pt x="127159" y="58652"/>
                  </a:lnTo>
                  <a:lnTo>
                    <a:pt x="123621" y="54638"/>
                  </a:lnTo>
                  <a:lnTo>
                    <a:pt x="119955" y="50739"/>
                  </a:lnTo>
                  <a:lnTo>
                    <a:pt x="116167" y="46959"/>
                  </a:lnTo>
                  <a:lnTo>
                    <a:pt x="112260" y="43302"/>
                  </a:lnTo>
                  <a:lnTo>
                    <a:pt x="108238" y="39773"/>
                  </a:lnTo>
                  <a:lnTo>
                    <a:pt x="104105" y="36373"/>
                  </a:lnTo>
                  <a:lnTo>
                    <a:pt x="99866" y="33108"/>
                  </a:lnTo>
                  <a:lnTo>
                    <a:pt x="95524" y="29981"/>
                  </a:lnTo>
                  <a:lnTo>
                    <a:pt x="91084" y="26993"/>
                  </a:lnTo>
                  <a:lnTo>
                    <a:pt x="86550" y="24150"/>
                  </a:lnTo>
                  <a:lnTo>
                    <a:pt x="81928" y="21453"/>
                  </a:lnTo>
                  <a:lnTo>
                    <a:pt x="77223" y="18905"/>
                  </a:lnTo>
                  <a:lnTo>
                    <a:pt x="72437" y="16509"/>
                  </a:lnTo>
                  <a:lnTo>
                    <a:pt x="67578" y="14268"/>
                  </a:lnTo>
                  <a:lnTo>
                    <a:pt x="62650" y="12183"/>
                  </a:lnTo>
                  <a:lnTo>
                    <a:pt x="57657" y="10258"/>
                  </a:lnTo>
                  <a:lnTo>
                    <a:pt x="52605" y="8492"/>
                  </a:lnTo>
                  <a:lnTo>
                    <a:pt x="47499" y="6890"/>
                  </a:lnTo>
                  <a:lnTo>
                    <a:pt x="42345" y="5452"/>
                  </a:lnTo>
                  <a:lnTo>
                    <a:pt x="37147" y="4179"/>
                  </a:lnTo>
                  <a:lnTo>
                    <a:pt x="31911" y="3074"/>
                  </a:lnTo>
                  <a:lnTo>
                    <a:pt x="26643" y="2136"/>
                  </a:lnTo>
                  <a:lnTo>
                    <a:pt x="21347" y="1368"/>
                  </a:lnTo>
                  <a:lnTo>
                    <a:pt x="16029" y="770"/>
                  </a:lnTo>
                  <a:lnTo>
                    <a:pt x="10695" y="342"/>
                  </a:lnTo>
                  <a:lnTo>
                    <a:pt x="5350" y="85"/>
                  </a:ln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FF7F4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g87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g87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g87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23C99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g87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DCB702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g87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g87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g87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g87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7EC8E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g87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g87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3E7CA5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g88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g88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2B6EB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g88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g88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g88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g885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CB85C3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g886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B155A7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g887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g888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62C96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g889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EE637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g890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g891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g892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g893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DAC76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g894"/>
            <p:cNvSpPr/>
            <p:nvPr/>
          </p:nvSpPr>
          <p:spPr>
            <a:xfrm>
              <a:off x="6919011" y="3707720"/>
              <a:ext cx="0" cy="167167"/>
            </a:xfrm>
            <a:custGeom>
              <a:avLst/>
              <a:pathLst>
                <a:path w="0" h="167167">
                  <a:moveTo>
                    <a:pt x="0" y="0"/>
                  </a:moveTo>
                  <a:lnTo>
                    <a:pt x="0" y="167167"/>
                  </a:lnTo>
                  <a:close/>
                </a:path>
              </a:pathLst>
            </a:custGeom>
            <a:solidFill>
              <a:srgbClr val="FF7F40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g895"/>
            <p:cNvSpPr/>
            <p:nvPr/>
          </p:nvSpPr>
          <p:spPr>
            <a:xfrm>
              <a:off x="6751864" y="3707720"/>
              <a:ext cx="183058" cy="334334"/>
            </a:xfrm>
            <a:custGeom>
              <a:avLst/>
              <a:pathLst>
                <a:path w="183058" h="334334">
                  <a:moveTo>
                    <a:pt x="167146" y="0"/>
                  </a:moveTo>
                  <a:lnTo>
                    <a:pt x="161842" y="84"/>
                  </a:lnTo>
                  <a:lnTo>
                    <a:pt x="156543" y="336"/>
                  </a:lnTo>
                  <a:lnTo>
                    <a:pt x="151255" y="757"/>
                  </a:lnTo>
                  <a:lnTo>
                    <a:pt x="145983" y="1345"/>
                  </a:lnTo>
                  <a:lnTo>
                    <a:pt x="140732" y="2099"/>
                  </a:lnTo>
                  <a:lnTo>
                    <a:pt x="135508" y="3021"/>
                  </a:lnTo>
                  <a:lnTo>
                    <a:pt x="130316" y="4107"/>
                  </a:lnTo>
                  <a:lnTo>
                    <a:pt x="125161" y="5358"/>
                  </a:lnTo>
                  <a:lnTo>
                    <a:pt x="120048" y="6772"/>
                  </a:lnTo>
                  <a:lnTo>
                    <a:pt x="114982" y="8347"/>
                  </a:lnTo>
                  <a:lnTo>
                    <a:pt x="109969" y="10082"/>
                  </a:lnTo>
                  <a:lnTo>
                    <a:pt x="105014" y="11975"/>
                  </a:lnTo>
                  <a:lnTo>
                    <a:pt x="100121" y="14025"/>
                  </a:lnTo>
                  <a:lnTo>
                    <a:pt x="95296" y="16228"/>
                  </a:lnTo>
                  <a:lnTo>
                    <a:pt x="90543" y="18584"/>
                  </a:lnTo>
                  <a:lnTo>
                    <a:pt x="85867" y="21089"/>
                  </a:lnTo>
                  <a:lnTo>
                    <a:pt x="81273" y="23742"/>
                  </a:lnTo>
                  <a:lnTo>
                    <a:pt x="76765" y="26539"/>
                  </a:lnTo>
                  <a:lnTo>
                    <a:pt x="72349" y="29477"/>
                  </a:lnTo>
                  <a:lnTo>
                    <a:pt x="68028" y="32555"/>
                  </a:lnTo>
                  <a:lnTo>
                    <a:pt x="63806" y="35767"/>
                  </a:lnTo>
                  <a:lnTo>
                    <a:pt x="59689" y="39112"/>
                  </a:lnTo>
                  <a:lnTo>
                    <a:pt x="55680" y="42586"/>
                  </a:lnTo>
                  <a:lnTo>
                    <a:pt x="51784" y="46186"/>
                  </a:lnTo>
                  <a:lnTo>
                    <a:pt x="48003" y="49907"/>
                  </a:lnTo>
                  <a:lnTo>
                    <a:pt x="44342" y="53746"/>
                  </a:lnTo>
                  <a:lnTo>
                    <a:pt x="40806" y="57700"/>
                  </a:lnTo>
                  <a:lnTo>
                    <a:pt x="37396" y="61764"/>
                  </a:lnTo>
                  <a:lnTo>
                    <a:pt x="34117" y="65934"/>
                  </a:lnTo>
                  <a:lnTo>
                    <a:pt x="30972" y="70206"/>
                  </a:lnTo>
                  <a:lnTo>
                    <a:pt x="27964" y="74575"/>
                  </a:lnTo>
                  <a:lnTo>
                    <a:pt x="25096" y="79038"/>
                  </a:lnTo>
                  <a:lnTo>
                    <a:pt x="22371" y="83589"/>
                  </a:lnTo>
                  <a:lnTo>
                    <a:pt x="19792" y="88225"/>
                  </a:lnTo>
                  <a:lnTo>
                    <a:pt x="17362" y="92940"/>
                  </a:lnTo>
                  <a:lnTo>
                    <a:pt x="15082" y="97730"/>
                  </a:lnTo>
                  <a:lnTo>
                    <a:pt x="12955" y="102590"/>
                  </a:lnTo>
                  <a:lnTo>
                    <a:pt x="10984" y="107515"/>
                  </a:lnTo>
                  <a:lnTo>
                    <a:pt x="9170" y="112500"/>
                  </a:lnTo>
                  <a:lnTo>
                    <a:pt x="7515" y="117540"/>
                  </a:lnTo>
                  <a:lnTo>
                    <a:pt x="6021" y="122630"/>
                  </a:lnTo>
                  <a:lnTo>
                    <a:pt x="4689" y="127765"/>
                  </a:lnTo>
                  <a:lnTo>
                    <a:pt x="3520" y="132939"/>
                  </a:lnTo>
                  <a:lnTo>
                    <a:pt x="2517" y="138148"/>
                  </a:lnTo>
                  <a:lnTo>
                    <a:pt x="1679" y="143386"/>
                  </a:lnTo>
                  <a:lnTo>
                    <a:pt x="1008" y="148648"/>
                  </a:lnTo>
                  <a:lnTo>
                    <a:pt x="504" y="153929"/>
                  </a:lnTo>
                  <a:lnTo>
                    <a:pt x="167" y="159223"/>
                  </a:lnTo>
                  <a:lnTo>
                    <a:pt x="0" y="164525"/>
                  </a:lnTo>
                  <a:lnTo>
                    <a:pt x="0" y="169830"/>
                  </a:lnTo>
                  <a:lnTo>
                    <a:pt x="168" y="175132"/>
                  </a:lnTo>
                  <a:lnTo>
                    <a:pt x="505" y="180426"/>
                  </a:lnTo>
                  <a:lnTo>
                    <a:pt x="1010" y="185707"/>
                  </a:lnTo>
                  <a:lnTo>
                    <a:pt x="1682" y="190969"/>
                  </a:lnTo>
                  <a:lnTo>
                    <a:pt x="2520" y="196207"/>
                  </a:lnTo>
                  <a:lnTo>
                    <a:pt x="3525" y="201416"/>
                  </a:lnTo>
                  <a:lnTo>
                    <a:pt x="4694" y="206590"/>
                  </a:lnTo>
                  <a:lnTo>
                    <a:pt x="6026" y="211725"/>
                  </a:lnTo>
                  <a:lnTo>
                    <a:pt x="7521" y="216814"/>
                  </a:lnTo>
                  <a:lnTo>
                    <a:pt x="9177" y="221854"/>
                  </a:lnTo>
                  <a:lnTo>
                    <a:pt x="10992" y="226839"/>
                  </a:lnTo>
                  <a:lnTo>
                    <a:pt x="12964" y="231764"/>
                  </a:lnTo>
                  <a:lnTo>
                    <a:pt x="15091" y="236623"/>
                  </a:lnTo>
                  <a:lnTo>
                    <a:pt x="17371" y="241413"/>
                  </a:lnTo>
                  <a:lnTo>
                    <a:pt x="19802" y="246128"/>
                  </a:lnTo>
                  <a:lnTo>
                    <a:pt x="22382" y="250763"/>
                  </a:lnTo>
                  <a:lnTo>
                    <a:pt x="25107" y="255314"/>
                  </a:lnTo>
                  <a:lnTo>
                    <a:pt x="27976" y="259777"/>
                  </a:lnTo>
                  <a:lnTo>
                    <a:pt x="30984" y="264146"/>
                  </a:lnTo>
                  <a:lnTo>
                    <a:pt x="34130" y="268417"/>
                  </a:lnTo>
                  <a:lnTo>
                    <a:pt x="37409" y="272587"/>
                  </a:lnTo>
                  <a:lnTo>
                    <a:pt x="40819" y="276650"/>
                  </a:lnTo>
                  <a:lnTo>
                    <a:pt x="44357" y="280603"/>
                  </a:lnTo>
                  <a:lnTo>
                    <a:pt x="48018" y="284442"/>
                  </a:lnTo>
                  <a:lnTo>
                    <a:pt x="51799" y="288163"/>
                  </a:lnTo>
                  <a:lnTo>
                    <a:pt x="55696" y="291762"/>
                  </a:lnTo>
                  <a:lnTo>
                    <a:pt x="59706" y="295235"/>
                  </a:lnTo>
                  <a:lnTo>
                    <a:pt x="63823" y="298580"/>
                  </a:lnTo>
                  <a:lnTo>
                    <a:pt x="68045" y="301792"/>
                  </a:lnTo>
                  <a:lnTo>
                    <a:pt x="72366" y="304869"/>
                  </a:lnTo>
                  <a:lnTo>
                    <a:pt x="76783" y="307807"/>
                  </a:lnTo>
                  <a:lnTo>
                    <a:pt x="81291" y="310603"/>
                  </a:lnTo>
                  <a:lnTo>
                    <a:pt x="85885" y="313255"/>
                  </a:lnTo>
                  <a:lnTo>
                    <a:pt x="90562" y="315760"/>
                  </a:lnTo>
                  <a:lnTo>
                    <a:pt x="95315" y="318115"/>
                  </a:lnTo>
                  <a:lnTo>
                    <a:pt x="100140" y="320318"/>
                  </a:lnTo>
                  <a:lnTo>
                    <a:pt x="105034" y="322367"/>
                  </a:lnTo>
                  <a:lnTo>
                    <a:pt x="109989" y="324259"/>
                  </a:lnTo>
                  <a:lnTo>
                    <a:pt x="115002" y="325994"/>
                  </a:lnTo>
                  <a:lnTo>
                    <a:pt x="120068" y="327568"/>
                  </a:lnTo>
                  <a:lnTo>
                    <a:pt x="125181" y="328981"/>
                  </a:lnTo>
                  <a:lnTo>
                    <a:pt x="130337" y="330231"/>
                  </a:lnTo>
                  <a:lnTo>
                    <a:pt x="135529" y="331317"/>
                  </a:lnTo>
                  <a:lnTo>
                    <a:pt x="140753" y="332238"/>
                  </a:lnTo>
                  <a:lnTo>
                    <a:pt x="146004" y="332992"/>
                  </a:lnTo>
                  <a:lnTo>
                    <a:pt x="151276" y="333579"/>
                  </a:lnTo>
                  <a:lnTo>
                    <a:pt x="156564" y="333999"/>
                  </a:lnTo>
                  <a:lnTo>
                    <a:pt x="161863" y="334251"/>
                  </a:lnTo>
                  <a:lnTo>
                    <a:pt x="167167" y="334334"/>
                  </a:lnTo>
                  <a:lnTo>
                    <a:pt x="172471" y="334250"/>
                  </a:lnTo>
                  <a:lnTo>
                    <a:pt x="177770" y="333996"/>
                  </a:lnTo>
                  <a:lnTo>
                    <a:pt x="183058" y="333575"/>
                  </a:lnTo>
                  <a:lnTo>
                    <a:pt x="167146" y="167167"/>
                  </a:lnTo>
                  <a:close/>
                </a:path>
              </a:pathLst>
            </a:custGeom>
            <a:solidFill>
              <a:srgbClr val="BCED54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g896"/>
            <p:cNvSpPr/>
            <p:nvPr/>
          </p:nvSpPr>
          <p:spPr>
            <a:xfrm>
              <a:off x="6919011" y="3707930"/>
              <a:ext cx="167160" cy="333365"/>
            </a:xfrm>
            <a:custGeom>
              <a:avLst/>
              <a:pathLst>
                <a:path w="167160" h="333365">
                  <a:moveTo>
                    <a:pt x="15912" y="333365"/>
                  </a:moveTo>
                  <a:lnTo>
                    <a:pt x="21207" y="332774"/>
                  </a:lnTo>
                  <a:lnTo>
                    <a:pt x="26480" y="332014"/>
                  </a:lnTo>
                  <a:lnTo>
                    <a:pt x="31727" y="331086"/>
                  </a:lnTo>
                  <a:lnTo>
                    <a:pt x="36941" y="329991"/>
                  </a:lnTo>
                  <a:lnTo>
                    <a:pt x="42118" y="328731"/>
                  </a:lnTo>
                  <a:lnTo>
                    <a:pt x="47252" y="327307"/>
                  </a:lnTo>
                  <a:lnTo>
                    <a:pt x="52338" y="325720"/>
                  </a:lnTo>
                  <a:lnTo>
                    <a:pt x="57371" y="323971"/>
                  </a:lnTo>
                  <a:lnTo>
                    <a:pt x="62346" y="322063"/>
                  </a:lnTo>
                  <a:lnTo>
                    <a:pt x="67257" y="319997"/>
                  </a:lnTo>
                  <a:lnTo>
                    <a:pt x="72100" y="317776"/>
                  </a:lnTo>
                  <a:lnTo>
                    <a:pt x="76870" y="315402"/>
                  </a:lnTo>
                  <a:lnTo>
                    <a:pt x="81561" y="312877"/>
                  </a:lnTo>
                  <a:lnTo>
                    <a:pt x="86170" y="310203"/>
                  </a:lnTo>
                  <a:lnTo>
                    <a:pt x="90691" y="307385"/>
                  </a:lnTo>
                  <a:lnTo>
                    <a:pt x="95120" y="304423"/>
                  </a:lnTo>
                  <a:lnTo>
                    <a:pt x="99453" y="301322"/>
                  </a:lnTo>
                  <a:lnTo>
                    <a:pt x="103684" y="298084"/>
                  </a:lnTo>
                  <a:lnTo>
                    <a:pt x="107811" y="294713"/>
                  </a:lnTo>
                  <a:lnTo>
                    <a:pt x="111827" y="291213"/>
                  </a:lnTo>
                  <a:lnTo>
                    <a:pt x="115730" y="287586"/>
                  </a:lnTo>
                  <a:lnTo>
                    <a:pt x="119516" y="283836"/>
                  </a:lnTo>
                  <a:lnTo>
                    <a:pt x="123180" y="279968"/>
                  </a:lnTo>
                  <a:lnTo>
                    <a:pt x="126719" y="275985"/>
                  </a:lnTo>
                  <a:lnTo>
                    <a:pt x="130129" y="271892"/>
                  </a:lnTo>
                  <a:lnTo>
                    <a:pt x="133407" y="267691"/>
                  </a:lnTo>
                  <a:lnTo>
                    <a:pt x="136549" y="263389"/>
                  </a:lnTo>
                  <a:lnTo>
                    <a:pt x="139553" y="258988"/>
                  </a:lnTo>
                  <a:lnTo>
                    <a:pt x="142415" y="254494"/>
                  </a:lnTo>
                  <a:lnTo>
                    <a:pt x="145132" y="249911"/>
                  </a:lnTo>
                  <a:lnTo>
                    <a:pt x="147702" y="245244"/>
                  </a:lnTo>
                  <a:lnTo>
                    <a:pt x="150122" y="240497"/>
                  </a:lnTo>
                  <a:lnTo>
                    <a:pt x="152389" y="235676"/>
                  </a:lnTo>
                  <a:lnTo>
                    <a:pt x="154502" y="230784"/>
                  </a:lnTo>
                  <a:lnTo>
                    <a:pt x="156458" y="225828"/>
                  </a:lnTo>
                  <a:lnTo>
                    <a:pt x="158254" y="220812"/>
                  </a:lnTo>
                  <a:lnTo>
                    <a:pt x="159890" y="215742"/>
                  </a:lnTo>
                  <a:lnTo>
                    <a:pt x="161364" y="210621"/>
                  </a:lnTo>
                  <a:lnTo>
                    <a:pt x="162673" y="205457"/>
                  </a:lnTo>
                  <a:lnTo>
                    <a:pt x="163817" y="200253"/>
                  </a:lnTo>
                  <a:lnTo>
                    <a:pt x="164795" y="195016"/>
                  </a:lnTo>
                  <a:lnTo>
                    <a:pt x="165606" y="189750"/>
                  </a:lnTo>
                  <a:lnTo>
                    <a:pt x="166248" y="184461"/>
                  </a:lnTo>
                  <a:lnTo>
                    <a:pt x="166721" y="179154"/>
                  </a:lnTo>
                  <a:lnTo>
                    <a:pt x="167025" y="173834"/>
                  </a:lnTo>
                  <a:lnTo>
                    <a:pt x="167160" y="168508"/>
                  </a:lnTo>
                  <a:lnTo>
                    <a:pt x="167124" y="163180"/>
                  </a:lnTo>
                  <a:lnTo>
                    <a:pt x="166919" y="157856"/>
                  </a:lnTo>
                  <a:lnTo>
                    <a:pt x="166544" y="152541"/>
                  </a:lnTo>
                  <a:lnTo>
                    <a:pt x="166000" y="147241"/>
                  </a:lnTo>
                  <a:lnTo>
                    <a:pt x="165288" y="141961"/>
                  </a:lnTo>
                  <a:lnTo>
                    <a:pt x="164407" y="136706"/>
                  </a:lnTo>
                  <a:lnTo>
                    <a:pt x="163360" y="131482"/>
                  </a:lnTo>
                  <a:lnTo>
                    <a:pt x="162146" y="126294"/>
                  </a:lnTo>
                  <a:lnTo>
                    <a:pt x="160768" y="121148"/>
                  </a:lnTo>
                  <a:lnTo>
                    <a:pt x="159226" y="116047"/>
                  </a:lnTo>
                  <a:lnTo>
                    <a:pt x="157523" y="110999"/>
                  </a:lnTo>
                  <a:lnTo>
                    <a:pt x="155660" y="106007"/>
                  </a:lnTo>
                  <a:lnTo>
                    <a:pt x="153638" y="101078"/>
                  </a:lnTo>
                  <a:lnTo>
                    <a:pt x="151461" y="96215"/>
                  </a:lnTo>
                  <a:lnTo>
                    <a:pt x="149130" y="91424"/>
                  </a:lnTo>
                  <a:lnTo>
                    <a:pt x="146647" y="86710"/>
                  </a:lnTo>
                  <a:lnTo>
                    <a:pt x="144015" y="82077"/>
                  </a:lnTo>
                  <a:lnTo>
                    <a:pt x="141237" y="77531"/>
                  </a:lnTo>
                  <a:lnTo>
                    <a:pt x="138315" y="73075"/>
                  </a:lnTo>
                  <a:lnTo>
                    <a:pt x="135253" y="68715"/>
                  </a:lnTo>
                  <a:lnTo>
                    <a:pt x="132054" y="64455"/>
                  </a:lnTo>
                  <a:lnTo>
                    <a:pt x="128720" y="60299"/>
                  </a:lnTo>
                  <a:lnTo>
                    <a:pt x="125256" y="56251"/>
                  </a:lnTo>
                  <a:lnTo>
                    <a:pt x="121664" y="52315"/>
                  </a:lnTo>
                  <a:lnTo>
                    <a:pt x="117949" y="48496"/>
                  </a:lnTo>
                  <a:lnTo>
                    <a:pt x="114114" y="44798"/>
                  </a:lnTo>
                  <a:lnTo>
                    <a:pt x="110163" y="41223"/>
                  </a:lnTo>
                  <a:lnTo>
                    <a:pt x="106100" y="37776"/>
                  </a:lnTo>
                  <a:lnTo>
                    <a:pt x="101929" y="34460"/>
                  </a:lnTo>
                  <a:lnTo>
                    <a:pt x="97655" y="31279"/>
                  </a:lnTo>
                  <a:lnTo>
                    <a:pt x="93282" y="28236"/>
                  </a:lnTo>
                  <a:lnTo>
                    <a:pt x="88813" y="25334"/>
                  </a:lnTo>
                  <a:lnTo>
                    <a:pt x="84255" y="22576"/>
                  </a:lnTo>
                  <a:lnTo>
                    <a:pt x="79611" y="19964"/>
                  </a:lnTo>
                  <a:lnTo>
                    <a:pt x="74886" y="17501"/>
                  </a:lnTo>
                  <a:lnTo>
                    <a:pt x="70085" y="15191"/>
                  </a:lnTo>
                  <a:lnTo>
                    <a:pt x="65213" y="13034"/>
                  </a:lnTo>
                  <a:lnTo>
                    <a:pt x="60275" y="11034"/>
                  </a:lnTo>
                  <a:lnTo>
                    <a:pt x="55275" y="9193"/>
                  </a:lnTo>
                  <a:lnTo>
                    <a:pt x="50220" y="7511"/>
                  </a:lnTo>
                  <a:lnTo>
                    <a:pt x="45113" y="5992"/>
                  </a:lnTo>
                  <a:lnTo>
                    <a:pt x="39960" y="4636"/>
                  </a:lnTo>
                  <a:lnTo>
                    <a:pt x="34767" y="3445"/>
                  </a:lnTo>
                  <a:lnTo>
                    <a:pt x="29539" y="2420"/>
                  </a:lnTo>
                  <a:lnTo>
                    <a:pt x="24280" y="1562"/>
                  </a:lnTo>
                  <a:lnTo>
                    <a:pt x="18997" y="872"/>
                  </a:lnTo>
                  <a:lnTo>
                    <a:pt x="13694" y="351"/>
                  </a:lnTo>
                  <a:lnTo>
                    <a:pt x="8378" y="0"/>
                  </a:lnTo>
                  <a:lnTo>
                    <a:pt x="0" y="166957"/>
                  </a:lnTo>
                  <a:close/>
                </a:path>
              </a:pathLst>
            </a:custGeom>
            <a:solidFill>
              <a:srgbClr val="FFFFFF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g897"/>
            <p:cNvSpPr/>
            <p:nvPr/>
          </p:nvSpPr>
          <p:spPr>
            <a:xfrm>
              <a:off x="6919011" y="3707720"/>
              <a:ext cx="8378" cy="167167"/>
            </a:xfrm>
            <a:custGeom>
              <a:avLst/>
              <a:pathLst>
                <a:path w="8378" h="167167">
                  <a:moveTo>
                    <a:pt x="8378" y="210"/>
                  </a:moveTo>
                  <a:lnTo>
                    <a:pt x="0" y="0"/>
                  </a:lnTo>
                  <a:lnTo>
                    <a:pt x="0" y="167167"/>
                  </a:lnTo>
                  <a:close/>
                </a:path>
              </a:pathLst>
            </a:custGeom>
            <a:solidFill>
              <a:srgbClr val="DCDCDC">
                <a:alpha val="100000"/>
              </a:srgbClr>
            </a:solidFill>
            <a:ln w="9525" cap="rnd">
              <a:solidFill>
                <a:srgbClr val="BCED5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tx898"/>
            <p:cNvSpPr/>
            <p:nvPr/>
          </p:nvSpPr>
          <p:spPr>
            <a:xfrm>
              <a:off x="6777419" y="3269982"/>
              <a:ext cx="412718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AKN</a:t>
              </a:r>
            </a:p>
          </p:txBody>
        </p:sp>
        <p:sp>
          <p:nvSpPr>
            <p:cNvPr id="899" name="tx899"/>
            <p:cNvSpPr/>
            <p:nvPr/>
          </p:nvSpPr>
          <p:spPr>
            <a:xfrm>
              <a:off x="6723255" y="2731398"/>
              <a:ext cx="39151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GEN</a:t>
              </a:r>
            </a:p>
          </p:txBody>
        </p:sp>
        <p:sp>
          <p:nvSpPr>
            <p:cNvPr id="900" name="tx900"/>
            <p:cNvSpPr/>
            <p:nvPr/>
          </p:nvSpPr>
          <p:spPr>
            <a:xfrm>
              <a:off x="6537972" y="22252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TOB</a:t>
              </a:r>
            </a:p>
          </p:txBody>
        </p:sp>
        <p:sp>
          <p:nvSpPr>
            <p:cNvPr id="901" name="tx901"/>
            <p:cNvSpPr/>
            <p:nvPr/>
          </p:nvSpPr>
          <p:spPr>
            <a:xfrm>
              <a:off x="6248501" y="1779837"/>
              <a:ext cx="34946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FOS</a:t>
              </a:r>
            </a:p>
          </p:txBody>
        </p:sp>
        <p:sp>
          <p:nvSpPr>
            <p:cNvPr id="902" name="tx902"/>
            <p:cNvSpPr/>
            <p:nvPr/>
          </p:nvSpPr>
          <p:spPr>
            <a:xfrm>
              <a:off x="5798773" y="1425231"/>
              <a:ext cx="444531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AMX</a:t>
              </a:r>
            </a:p>
          </p:txBody>
        </p:sp>
        <p:sp>
          <p:nvSpPr>
            <p:cNvPr id="903" name="tx903"/>
            <p:cNvSpPr/>
            <p:nvPr/>
          </p:nvSpPr>
          <p:spPr>
            <a:xfrm>
              <a:off x="5391826" y="1169363"/>
              <a:ext cx="30686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TIC</a:t>
              </a:r>
            </a:p>
          </p:txBody>
        </p:sp>
        <p:sp>
          <p:nvSpPr>
            <p:cNvPr id="904" name="tx904"/>
            <p:cNvSpPr/>
            <p:nvPr/>
          </p:nvSpPr>
          <p:spPr>
            <a:xfrm>
              <a:off x="4817138" y="1039827"/>
              <a:ext cx="412812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MEC</a:t>
              </a:r>
            </a:p>
          </p:txBody>
        </p:sp>
        <p:sp>
          <p:nvSpPr>
            <p:cNvPr id="905" name="tx905"/>
            <p:cNvSpPr/>
            <p:nvPr/>
          </p:nvSpPr>
          <p:spPr>
            <a:xfrm>
              <a:off x="4285158" y="1045594"/>
              <a:ext cx="402114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TEM</a:t>
              </a:r>
            </a:p>
          </p:txBody>
        </p:sp>
        <p:sp>
          <p:nvSpPr>
            <p:cNvPr id="906" name="tx906"/>
            <p:cNvSpPr/>
            <p:nvPr/>
          </p:nvSpPr>
          <p:spPr>
            <a:xfrm>
              <a:off x="3747491" y="1169363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AMC</a:t>
              </a:r>
            </a:p>
          </p:txBody>
        </p:sp>
        <p:sp>
          <p:nvSpPr>
            <p:cNvPr id="907" name="tx907"/>
            <p:cNvSpPr/>
            <p:nvPr/>
          </p:nvSpPr>
          <p:spPr>
            <a:xfrm>
              <a:off x="3319382" y="1426673"/>
              <a:ext cx="338677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TZP</a:t>
              </a:r>
            </a:p>
          </p:txBody>
        </p:sp>
        <p:sp>
          <p:nvSpPr>
            <p:cNvPr id="908" name="tx908"/>
            <p:cNvSpPr/>
            <p:nvPr/>
          </p:nvSpPr>
          <p:spPr>
            <a:xfrm>
              <a:off x="2869514" y="1779837"/>
              <a:ext cx="43402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CXM</a:t>
              </a:r>
            </a:p>
          </p:txBody>
        </p:sp>
        <p:sp>
          <p:nvSpPr>
            <p:cNvPr id="909" name="tx909"/>
            <p:cNvSpPr/>
            <p:nvPr/>
          </p:nvSpPr>
          <p:spPr>
            <a:xfrm>
              <a:off x="2590741" y="2225298"/>
              <a:ext cx="381093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FOX</a:t>
              </a:r>
            </a:p>
          </p:txBody>
        </p:sp>
        <p:sp>
          <p:nvSpPr>
            <p:cNvPr id="910" name="tx910"/>
            <p:cNvSpPr/>
            <p:nvPr/>
          </p:nvSpPr>
          <p:spPr>
            <a:xfrm>
              <a:off x="2400248" y="2731398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CAZ</a:t>
              </a:r>
            </a:p>
          </p:txBody>
        </p:sp>
        <p:sp>
          <p:nvSpPr>
            <p:cNvPr id="911" name="tx911"/>
            <p:cNvSpPr/>
            <p:nvPr/>
          </p:nvSpPr>
          <p:spPr>
            <a:xfrm>
              <a:off x="2324783" y="3268726"/>
              <a:ext cx="402394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CFM</a:t>
              </a:r>
            </a:p>
          </p:txBody>
        </p:sp>
        <p:sp>
          <p:nvSpPr>
            <p:cNvPr id="912" name="tx912"/>
            <p:cNvSpPr/>
            <p:nvPr/>
          </p:nvSpPr>
          <p:spPr>
            <a:xfrm>
              <a:off x="2394900" y="3806055"/>
              <a:ext cx="39169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CRO</a:t>
              </a:r>
            </a:p>
          </p:txBody>
        </p:sp>
        <p:sp>
          <p:nvSpPr>
            <p:cNvPr id="913" name="tx913"/>
            <p:cNvSpPr/>
            <p:nvPr/>
          </p:nvSpPr>
          <p:spPr>
            <a:xfrm>
              <a:off x="2590787" y="4312155"/>
              <a:ext cx="381000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CTX</a:t>
              </a:r>
            </a:p>
          </p:txBody>
        </p:sp>
        <p:sp>
          <p:nvSpPr>
            <p:cNvPr id="914" name="tx914"/>
            <p:cNvSpPr/>
            <p:nvPr/>
          </p:nvSpPr>
          <p:spPr>
            <a:xfrm>
              <a:off x="2922395" y="4763383"/>
              <a:ext cx="328259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FEP</a:t>
              </a:r>
            </a:p>
          </p:txBody>
        </p:sp>
        <p:sp>
          <p:nvSpPr>
            <p:cNvPr id="915" name="tx915"/>
            <p:cNvSpPr/>
            <p:nvPr/>
          </p:nvSpPr>
          <p:spPr>
            <a:xfrm>
              <a:off x="3308824" y="5122314"/>
              <a:ext cx="359791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ERT</a:t>
              </a:r>
            </a:p>
          </p:txBody>
        </p:sp>
        <p:sp>
          <p:nvSpPr>
            <p:cNvPr id="916" name="tx916"/>
            <p:cNvSpPr/>
            <p:nvPr/>
          </p:nvSpPr>
          <p:spPr>
            <a:xfrm>
              <a:off x="3795116" y="5373857"/>
              <a:ext cx="338770" cy="1261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IMP</a:t>
              </a:r>
            </a:p>
          </p:txBody>
        </p:sp>
        <p:sp>
          <p:nvSpPr>
            <p:cNvPr id="917" name="tx917"/>
            <p:cNvSpPr/>
            <p:nvPr/>
          </p:nvSpPr>
          <p:spPr>
            <a:xfrm>
              <a:off x="4300924" y="5498928"/>
              <a:ext cx="370582" cy="12910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FUR</a:t>
              </a:r>
            </a:p>
          </p:txBody>
        </p:sp>
        <p:sp>
          <p:nvSpPr>
            <p:cNvPr id="918" name="tx918"/>
            <p:cNvSpPr/>
            <p:nvPr/>
          </p:nvSpPr>
          <p:spPr>
            <a:xfrm>
              <a:off x="4875320" y="5497626"/>
              <a:ext cx="296447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CIP</a:t>
              </a:r>
            </a:p>
          </p:txBody>
        </p:sp>
        <p:sp>
          <p:nvSpPr>
            <p:cNvPr id="919" name="tx919"/>
            <p:cNvSpPr/>
            <p:nvPr/>
          </p:nvSpPr>
          <p:spPr>
            <a:xfrm>
              <a:off x="5360107" y="5369532"/>
              <a:ext cx="370302" cy="12901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LEV</a:t>
              </a:r>
            </a:p>
          </p:txBody>
        </p:sp>
        <p:sp>
          <p:nvSpPr>
            <p:cNvPr id="920" name="tx920"/>
            <p:cNvSpPr/>
            <p:nvPr/>
          </p:nvSpPr>
          <p:spPr>
            <a:xfrm>
              <a:off x="5819935" y="5116547"/>
              <a:ext cx="402208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NOR</a:t>
              </a:r>
            </a:p>
          </p:txBody>
        </p:sp>
        <p:sp>
          <p:nvSpPr>
            <p:cNvPr id="921" name="tx921"/>
            <p:cNvSpPr/>
            <p:nvPr/>
          </p:nvSpPr>
          <p:spPr>
            <a:xfrm>
              <a:off x="6243292" y="4757616"/>
              <a:ext cx="359885" cy="1318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OFL</a:t>
              </a:r>
            </a:p>
          </p:txBody>
        </p:sp>
        <p:sp>
          <p:nvSpPr>
            <p:cNvPr id="922" name="tx922"/>
            <p:cNvSpPr/>
            <p:nvPr/>
          </p:nvSpPr>
          <p:spPr>
            <a:xfrm>
              <a:off x="6532716" y="4313411"/>
              <a:ext cx="391510" cy="13106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NAL</a:t>
              </a:r>
            </a:p>
          </p:txBody>
        </p:sp>
        <p:sp>
          <p:nvSpPr>
            <p:cNvPr id="923" name="tx923"/>
            <p:cNvSpPr/>
            <p:nvPr/>
          </p:nvSpPr>
          <p:spPr>
            <a:xfrm>
              <a:off x="6739068" y="3805915"/>
              <a:ext cx="359885" cy="131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5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00">
                  <a:solidFill>
                    <a:srgbClr val="000000">
                      <a:alpha val="100000"/>
                    </a:srgbClr>
                  </a:solidFill>
                  <a:latin typeface="Times New Roman"/>
                  <a:cs typeface="Times New Roman"/>
                </a:rPr>
                <a:t>TSU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2025-06-25T04:03:39Z</dcterms:modified>
  <cp:category/>
</cp:coreProperties>
</file>